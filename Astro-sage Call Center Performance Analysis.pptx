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023" r:id="rId4"/>
  </p:sldMasterIdLst>
  <p:notesMasterIdLst>
    <p:notesMasterId r:id="rId22"/>
  </p:notesMasterIdLst>
  <p:handoutMasterIdLst>
    <p:handoutMasterId r:id="rId23"/>
  </p:handoutMasterIdLst>
  <p:sldIdLst>
    <p:sldId id="317" r:id="rId5"/>
    <p:sldId id="327" r:id="rId6"/>
    <p:sldId id="307" r:id="rId7"/>
    <p:sldId id="308" r:id="rId8"/>
    <p:sldId id="328" r:id="rId9"/>
    <p:sldId id="325" r:id="rId10"/>
    <p:sldId id="278" r:id="rId11"/>
    <p:sldId id="309" r:id="rId12"/>
    <p:sldId id="310" r:id="rId13"/>
    <p:sldId id="319" r:id="rId14"/>
    <p:sldId id="320" r:id="rId15"/>
    <p:sldId id="321" r:id="rId16"/>
    <p:sldId id="322" r:id="rId17"/>
    <p:sldId id="326" r:id="rId18"/>
    <p:sldId id="316" r:id="rId19"/>
    <p:sldId id="329" r:id="rId20"/>
    <p:sldId id="30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B68"/>
    <a:srgbClr val="5E6A76"/>
    <a:srgbClr val="000000"/>
    <a:srgbClr val="636A58"/>
    <a:srgbClr val="505A47"/>
    <a:srgbClr val="D1D8B7"/>
    <a:srgbClr val="A09D79"/>
    <a:srgbClr val="AD5C4D"/>
    <a:srgbClr val="543E35"/>
    <a:srgbClr val="637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8E1A43-721B-4C0F-8460-DEBB1D2E1807}" v="4" dt="2026-06-10T08:31:35.597"/>
  </p1510:revLst>
</p1510:revInfo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5405" autoAdjust="0"/>
  </p:normalViewPr>
  <p:slideViewPr>
    <p:cSldViewPr snapToGrid="0">
      <p:cViewPr varScale="1">
        <p:scale>
          <a:sx n="74" d="100"/>
          <a:sy n="74" d="100"/>
        </p:scale>
        <p:origin x="1042" y="58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ni Kalchuri" userId="23c219695ec52bba" providerId="LiveId" clId="{E5F3B731-3954-40E6-9C5A-878A15781016}"/>
    <pc:docChg chg="modSld">
      <pc:chgData name="Chandni Kalchuri" userId="23c219695ec52bba" providerId="LiveId" clId="{E5F3B731-3954-40E6-9C5A-878A15781016}" dt="2026-06-10T08:31:35.597" v="18"/>
      <pc:docMkLst>
        <pc:docMk/>
      </pc:docMkLst>
      <pc:sldChg chg="modSp mod">
        <pc:chgData name="Chandni Kalchuri" userId="23c219695ec52bba" providerId="LiveId" clId="{E5F3B731-3954-40E6-9C5A-878A15781016}" dt="2026-06-10T08:31:17.539" v="17" actId="20577"/>
        <pc:sldMkLst>
          <pc:docMk/>
          <pc:sldMk cId="1078407354" sldId="322"/>
        </pc:sldMkLst>
        <pc:spChg chg="mod">
          <ac:chgData name="Chandni Kalchuri" userId="23c219695ec52bba" providerId="LiveId" clId="{E5F3B731-3954-40E6-9C5A-878A15781016}" dt="2026-06-10T08:31:17.539" v="17" actId="20577"/>
          <ac:spMkLst>
            <pc:docMk/>
            <pc:sldMk cId="1078407354" sldId="322"/>
            <ac:spMk id="14" creationId="{744B6FAD-5DE8-63F5-2C46-528841C2D53C}"/>
          </ac:spMkLst>
        </pc:spChg>
      </pc:sldChg>
      <pc:sldChg chg="modSp">
        <pc:chgData name="Chandni Kalchuri" userId="23c219695ec52bba" providerId="LiveId" clId="{E5F3B731-3954-40E6-9C5A-878A15781016}" dt="2026-06-10T08:31:35.597" v="18"/>
        <pc:sldMkLst>
          <pc:docMk/>
          <pc:sldMk cId="0" sldId="326"/>
        </pc:sldMkLst>
        <pc:spChg chg="mod">
          <ac:chgData name="Chandni Kalchuri" userId="23c219695ec52bba" providerId="LiveId" clId="{E5F3B731-3954-40E6-9C5A-878A15781016}" dt="2026-06-10T08:31:35.597" v="18"/>
          <ac:spMkLst>
            <pc:docMk/>
            <pc:sldMk cId="0" sldId="326"/>
            <ac:spMk id="8" creationId="{00000000-0000-0000-0000-000000000000}"/>
          </ac:spMkLst>
        </pc:spChg>
      </pc:sldChg>
      <pc:sldChg chg="modSp mod">
        <pc:chgData name="Chandni Kalchuri" userId="23c219695ec52bba" providerId="LiveId" clId="{E5F3B731-3954-40E6-9C5A-878A15781016}" dt="2026-06-10T08:30:34.697" v="8" actId="403"/>
        <pc:sldMkLst>
          <pc:docMk/>
          <pc:sldMk cId="3627971411" sldId="329"/>
        </pc:sldMkLst>
        <pc:spChg chg="mod">
          <ac:chgData name="Chandni Kalchuri" userId="23c219695ec52bba" providerId="LiveId" clId="{E5F3B731-3954-40E6-9C5A-878A15781016}" dt="2026-06-10T08:30:34.697" v="8" actId="403"/>
          <ac:spMkLst>
            <pc:docMk/>
            <pc:sldMk cId="3627971411" sldId="329"/>
            <ac:spMk id="3" creationId="{AFF0DA1D-C8C9-4035-4BC8-1C5A773FAA8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pPr/>
              <a:t>6/10/2026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pPr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pPr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2B2B3-6052-1001-D2B9-5FF958FCB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B438FF-7AE3-2C60-BD7B-0861B919E8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F6B5B5-9766-556B-CEB5-D8745F9BE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1472C-E750-FD7A-4164-76F38E251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pPr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435504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510A8-719C-220E-0829-30C888D0E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90578A-97E9-BAA7-3C6D-24F1EFA23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9BC5BA-4A6A-354B-24E0-AA972492A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85909-CA76-0E10-818C-0B1E2DCE9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pPr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975736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3628B-1592-38A1-B63B-F30735797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463009-A800-D65B-B2C4-60AF0FF1DB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41A3DE-6CD1-873F-9934-A47930D560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33A4E-81F5-41D3-C8DC-E04C417139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pPr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711986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CA112-517A-3793-F076-574FE1131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BCEB28-A027-C7BF-E08F-FCAB3C02C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CD3C18-9B41-4D9B-FED0-5E43C6B44F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C0E95-3437-34C5-8D89-9399A6325A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pPr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176439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406401" y="329185"/>
            <a:ext cx="11376073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ounded Rectangle 9"/>
          <p:cNvSpPr/>
          <p:nvPr/>
        </p:nvSpPr>
        <p:spPr>
          <a:xfrm>
            <a:off x="558129" y="434162"/>
            <a:ext cx="11075745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963168" y="1820206"/>
            <a:ext cx="103632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0" name="Subtitle 19"/>
          <p:cNvSpPr>
            <a:spLocks noGrp="1"/>
          </p:cNvSpPr>
          <p:nvPr>
            <p:ph type="subTitle" idx="1"/>
          </p:nvPr>
        </p:nvSpPr>
        <p:spPr>
          <a:xfrm>
            <a:off x="963168" y="3685032"/>
            <a:ext cx="103632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560" y="4983480"/>
            <a:ext cx="10911840" cy="105156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0560" y="530352"/>
            <a:ext cx="10911840" cy="41879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406401" y="329185"/>
            <a:ext cx="11376073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ounded Rectangle 10"/>
          <p:cNvSpPr/>
          <p:nvPr/>
        </p:nvSpPr>
        <p:spPr>
          <a:xfrm>
            <a:off x="558129" y="434163"/>
            <a:ext cx="11075745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459" y="4928616"/>
            <a:ext cx="1091184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459" y="5624484"/>
            <a:ext cx="1091184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3" y="530352"/>
            <a:ext cx="524256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40480" y="530352"/>
            <a:ext cx="524256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560" y="4983480"/>
            <a:ext cx="1091184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9632" y="579438"/>
            <a:ext cx="524256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202892" y="579438"/>
            <a:ext cx="524256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809632" y="1447800"/>
            <a:ext cx="524256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2892" y="1447800"/>
            <a:ext cx="524256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406401" y="329185"/>
            <a:ext cx="11376073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97365-EBCA-4027-87D5-99FC1D4DF0BB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7" y="5209688"/>
            <a:ext cx="3221255" cy="1682471"/>
            <a:chOff x="-1483620" y="3988558"/>
            <a:chExt cx="4239452" cy="2903598"/>
          </a:xfrm>
        </p:grpSpPr>
        <p:sp>
          <p:nvSpPr>
            <p:cNvPr id="8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0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6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85045" y="533400"/>
            <a:ext cx="39624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7385129" y="1447802"/>
            <a:ext cx="39624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015163" y="930144"/>
            <a:ext cx="6168212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406401" y="329185"/>
            <a:ext cx="11376073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ound Single Corner Rectangle 10"/>
          <p:cNvSpPr/>
          <p:nvPr/>
        </p:nvSpPr>
        <p:spPr>
          <a:xfrm>
            <a:off x="8534401" y="434162"/>
            <a:ext cx="3099473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12056"/>
            <a:ext cx="109728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8616949" y="533400"/>
            <a:ext cx="298704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61973" y="435768"/>
            <a:ext cx="7900416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560" y="4983480"/>
            <a:ext cx="10911840" cy="105156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0560" y="530352"/>
            <a:ext cx="10911840" cy="4187952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533405"/>
            <a:ext cx="2641600" cy="5257799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1200" y="533403"/>
            <a:ext cx="7924800" cy="525780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9" y="1841816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42" y="2334668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" y="4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9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7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4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9" y="4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-26179"/>
            <a:ext cx="5273227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51" y="3200885"/>
            <a:ext cx="4200863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261780"/>
            <a:ext cx="5046135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7" y="5209688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0" y="5010317"/>
            <a:ext cx="3307891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90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82" y="2130047"/>
            <a:ext cx="5509165" cy="1249079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8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2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5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5879804"/>
            <a:ext cx="4707471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9" y="1"/>
            <a:ext cx="3179503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8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51" y="-93864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2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" y="5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8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4" y="3001410"/>
            <a:ext cx="3865903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9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9" y="4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-26179"/>
            <a:ext cx="5273227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51" y="3200885"/>
            <a:ext cx="4200863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261780"/>
            <a:ext cx="5046135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9" y="4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-26179"/>
            <a:ext cx="5273227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51" y="3200885"/>
            <a:ext cx="4200863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261780"/>
            <a:ext cx="5046135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9" y="4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-26179"/>
            <a:ext cx="5273227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51" y="3200885"/>
            <a:ext cx="4200863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261780"/>
            <a:ext cx="5046135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" y="2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5" y="1618815"/>
            <a:ext cx="3154527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2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5" y="3825879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2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2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8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8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5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2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8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7" y="5209688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6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8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9" y="4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-26179"/>
            <a:ext cx="5273227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51" y="3200885"/>
            <a:ext cx="4200863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261780"/>
            <a:ext cx="5046135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406401" y="329185"/>
            <a:ext cx="11376073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ounded Rectangle 8"/>
          <p:cNvSpPr/>
          <p:nvPr/>
        </p:nvSpPr>
        <p:spPr>
          <a:xfrm>
            <a:off x="558129" y="434162"/>
            <a:ext cx="11075745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670560" y="4985590"/>
            <a:ext cx="10911840" cy="105156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70560" y="530352"/>
            <a:ext cx="1091184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2"/>
          </p:nvPr>
        </p:nvSpPr>
        <p:spPr>
          <a:xfrm>
            <a:off x="5035104" y="6111876"/>
            <a:ext cx="3048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>
          <a:xfrm>
            <a:off x="8083104" y="6111876"/>
            <a:ext cx="3048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131104" y="6111876"/>
            <a:ext cx="609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4" r:id="rId1"/>
    <p:sldLayoutId id="2147484025" r:id="rId2"/>
    <p:sldLayoutId id="2147484026" r:id="rId3"/>
    <p:sldLayoutId id="2147484027" r:id="rId4"/>
    <p:sldLayoutId id="2147484028" r:id="rId5"/>
    <p:sldLayoutId id="2147484029" r:id="rId6"/>
    <p:sldLayoutId id="2147484030" r:id="rId7"/>
    <p:sldLayoutId id="2147484031" r:id="rId8"/>
    <p:sldLayoutId id="2147484032" r:id="rId9"/>
    <p:sldLayoutId id="2147484033" r:id="rId10"/>
    <p:sldLayoutId id="2147484034" r:id="rId11"/>
    <p:sldLayoutId id="2147484035" r:id="rId12"/>
    <p:sldLayoutId id="2147484036" r:id="rId13"/>
    <p:sldLayoutId id="2147484037" r:id="rId14"/>
    <p:sldLayoutId id="2147484038" r:id="rId15"/>
    <p:sldLayoutId id="2147484039" r:id="rId16"/>
    <p:sldLayoutId id="2147484042" r:id="rId17"/>
    <p:sldLayoutId id="2147484043" r:id="rId18"/>
    <p:sldLayoutId id="2147483826" r:id="rId19"/>
    <p:sldLayoutId id="2147483804" r:id="rId20"/>
    <p:sldLayoutId id="2147483718" r:id="rId21"/>
    <p:sldLayoutId id="2147483661" r:id="rId22"/>
    <p:sldLayoutId id="2147483681" r:id="rId23"/>
    <p:sldLayoutId id="2147483682" r:id="rId24"/>
    <p:sldLayoutId id="2147483654" r:id="rId25"/>
    <p:sldLayoutId id="2147483725" r:id="rId26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277" y="353292"/>
            <a:ext cx="11936845" cy="2514599"/>
          </a:xfrm>
        </p:spPr>
        <p:txBody>
          <a:bodyPr anchor="ctr">
            <a:normAutofit/>
          </a:bodyPr>
          <a:lstStyle/>
          <a:p>
            <a:r>
              <a:rPr lang="en-US" sz="4400" u="sng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AstroSage</a:t>
            </a:r>
            <a:r>
              <a:rPr lang="en-US" sz="4400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Call Center Performance Analysis</a:t>
            </a:r>
            <a:br>
              <a:rPr lang="en-US" sz="5400" b="1" dirty="0">
                <a:solidFill>
                  <a:srgbClr val="002060"/>
                </a:solidFill>
                <a:latin typeface="Gill Sans MT Condensed" pitchFamily="34" charset="0"/>
                <a:cs typeface="Times New Roman" pitchFamily="18" charset="0"/>
              </a:rPr>
            </a:br>
            <a:br>
              <a:rPr lang="en-US" sz="1600" b="1" dirty="0">
                <a:solidFill>
                  <a:srgbClr val="002060"/>
                </a:solidFill>
                <a:latin typeface="Gill Sans MT Condensed" pitchFamily="34" charset="0"/>
                <a:cs typeface="Times New Roman" pitchFamily="18" charset="0"/>
              </a:rPr>
            </a:br>
            <a:r>
              <a:rPr lang="en-US" sz="3600" b="1" dirty="0">
                <a:solidFill>
                  <a:schemeClr val="tx1"/>
                </a:solidFill>
                <a:effectLst/>
                <a:latin typeface="Gill Sans MT Condensed" pitchFamily="34" charset="0"/>
                <a:cs typeface="Times New Roman" pitchFamily="18" charset="0"/>
              </a:rPr>
              <a:t>Executive Data Analysis Dashboard</a:t>
            </a:r>
            <a:br>
              <a:rPr lang="en-US" sz="2400" b="1" spc="106" dirty="0">
                <a:solidFill>
                  <a:schemeClr val="tx1"/>
                </a:solidFill>
                <a:effectLst/>
                <a:latin typeface="Gill Sans MT Condensed" pitchFamily="34" charset="0"/>
                <a:ea typeface="Telegraf Bold"/>
                <a:cs typeface="Telegraf Bold"/>
                <a:sym typeface="Telegraf Bold"/>
              </a:rPr>
            </a:br>
            <a:br>
              <a:rPr lang="en-US" sz="900" b="1" spc="106" dirty="0">
                <a:solidFill>
                  <a:schemeClr val="tx1"/>
                </a:solidFill>
                <a:effectLst/>
                <a:latin typeface="Gill Sans MT Condensed" pitchFamily="34" charset="0"/>
                <a:ea typeface="Telegraf Bold"/>
                <a:cs typeface="Telegraf Bold"/>
                <a:sym typeface="Telegraf Bold"/>
              </a:rPr>
            </a:br>
            <a:r>
              <a:rPr lang="en-US" sz="3600" b="1" dirty="0">
                <a:solidFill>
                  <a:schemeClr val="tx1"/>
                </a:solidFill>
                <a:effectLst/>
                <a:latin typeface="Gill Sans MT Condensed" pitchFamily="34" charset="0"/>
                <a:cs typeface="Times New Roman" pitchFamily="18" charset="0"/>
              </a:rPr>
              <a:t>Data Analysis Project using Microsoft Excel</a:t>
            </a:r>
            <a:endParaRPr lang="en-US" sz="9600" dirty="0">
              <a:solidFill>
                <a:schemeClr val="tx1"/>
              </a:solidFill>
              <a:effectLst/>
              <a:latin typeface="Gill Sans MT Condensed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DDCBFE-06FA-68EA-C027-CDDD49B443BE}"/>
              </a:ext>
            </a:extLst>
          </p:cNvPr>
          <p:cNvSpPr txBox="1"/>
          <p:nvPr/>
        </p:nvSpPr>
        <p:spPr>
          <a:xfrm>
            <a:off x="140278" y="3429000"/>
            <a:ext cx="11936844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  </a:t>
            </a:r>
            <a:r>
              <a:rPr lang="en-US" sz="3200" b="1" i="1" dirty="0">
                <a:solidFill>
                  <a:srgbClr val="C0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Chandni Kalchuri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operational efficiency, improve customer satisfaction, and maximize profitability using historical call center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F6D69F-F363-2CD0-2AC0-E22295EB016C}"/>
              </a:ext>
            </a:extLst>
          </p:cNvPr>
          <p:cNvSpPr txBox="1"/>
          <p:nvPr/>
        </p:nvSpPr>
        <p:spPr>
          <a:xfrm>
            <a:off x="140277" y="5784301"/>
            <a:ext cx="11936845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 | Pivot Tables | Dashboard | KPI Analysis | What-If Analysis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0E1D65-4F86-F5F2-2381-84D25D43977A}"/>
              </a:ext>
            </a:extLst>
          </p:cNvPr>
          <p:cNvSpPr txBox="1">
            <a:spLocks/>
          </p:cNvSpPr>
          <p:nvPr/>
        </p:nvSpPr>
        <p:spPr>
          <a:xfrm>
            <a:off x="11621076" y="6308165"/>
            <a:ext cx="456046" cy="4667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31361-2C19-6DFB-A429-D7C94D3BF9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4345" y="244186"/>
            <a:ext cx="5967847" cy="6369628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>
            <a:noAutofit/>
          </a:bodyPr>
          <a:lstStyle/>
          <a:p>
            <a:r>
              <a:rPr lang="en-IN" sz="20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2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IN" sz="22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2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Dataset Overview</a:t>
            </a:r>
            <a:br>
              <a:rPr lang="en-IN" sz="22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2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Data Cleaning &amp; Preparation</a:t>
            </a:r>
            <a:br>
              <a:rPr lang="en-IN" sz="22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2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KPI Analysis</a:t>
            </a:r>
            <a:br>
              <a:rPr lang="en-IN" sz="22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2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Executive Dashboard Overview</a:t>
            </a:r>
            <a:br>
              <a:rPr lang="en-IN" sz="22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2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Operational Analysis</a:t>
            </a:r>
            <a:br>
              <a:rPr lang="en-IN" sz="22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2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Customer &amp; Revenue Insights</a:t>
            </a:r>
            <a:br>
              <a:rPr lang="en-IN" sz="22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2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Strategic Recommendations</a:t>
            </a:r>
            <a:br>
              <a:rPr lang="en-IN" sz="22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2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Investment Allocation</a:t>
            </a:r>
            <a:br>
              <a:rPr lang="en-IN" sz="22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2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028B31-4A9F-0A01-6471-673D40E0E477}"/>
              </a:ext>
            </a:extLst>
          </p:cNvPr>
          <p:cNvSpPr txBox="1"/>
          <p:nvPr/>
        </p:nvSpPr>
        <p:spPr>
          <a:xfrm>
            <a:off x="779316" y="2967335"/>
            <a:ext cx="3566906" cy="923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square">
            <a:spAutoFit/>
          </a:bodyPr>
          <a:lstStyle/>
          <a:p>
            <a:pPr algn="ctr"/>
            <a:r>
              <a:rPr lang="en-IN" sz="54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Agenda: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ED8CBB2D-738A-D7D3-C918-0BE4F0B32A7B}"/>
              </a:ext>
            </a:extLst>
          </p:cNvPr>
          <p:cNvSpPr txBox="1">
            <a:spLocks/>
          </p:cNvSpPr>
          <p:nvPr/>
        </p:nvSpPr>
        <p:spPr>
          <a:xfrm>
            <a:off x="11700164" y="6297080"/>
            <a:ext cx="374072" cy="44662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72562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429" y="2387600"/>
            <a:ext cx="5493571" cy="1041400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56F1B9-1E7D-72FD-567D-0F732AEC5C7E}"/>
              </a:ext>
            </a:extLst>
          </p:cNvPr>
          <p:cNvSpPr txBox="1"/>
          <p:nvPr/>
        </p:nvSpPr>
        <p:spPr>
          <a:xfrm>
            <a:off x="6096000" y="1597069"/>
            <a:ext cx="501954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is to improve: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Operational Efficiency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Customer Satisfaction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Revenue Growth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Workforce Performance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call center data was analyzed to support data-driven business decisions.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C0F77A-63EA-9AD4-AFC3-B765401E1C04}"/>
              </a:ext>
            </a:extLst>
          </p:cNvPr>
          <p:cNvSpPr txBox="1"/>
          <p:nvPr/>
        </p:nvSpPr>
        <p:spPr>
          <a:xfrm>
            <a:off x="1076452" y="628894"/>
            <a:ext cx="1003909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Goal: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AstroSage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received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₹1 Crore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 and management wants to know where the investment should be allocated to maximize profitability, customer satisfaction, and operational efficiency.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DA94AA18-2B77-1EFD-B522-926C6345728E}"/>
              </a:ext>
            </a:extLst>
          </p:cNvPr>
          <p:cNvSpPr txBox="1">
            <a:spLocks/>
          </p:cNvSpPr>
          <p:nvPr/>
        </p:nvSpPr>
        <p:spPr>
          <a:xfrm>
            <a:off x="11731336" y="6411191"/>
            <a:ext cx="540328" cy="44680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10" y="264160"/>
            <a:ext cx="5565583" cy="558800"/>
          </a:xfrm>
        </p:spPr>
        <p:txBody>
          <a:bodyPr>
            <a:noAutofit/>
          </a:bodyPr>
          <a:lstStyle/>
          <a:p>
            <a:r>
              <a:rPr lang="en-US" sz="54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23CCE7-1768-23C4-6F45-149CFBC64B28}"/>
              </a:ext>
            </a:extLst>
          </p:cNvPr>
          <p:cNvSpPr txBox="1"/>
          <p:nvPr/>
        </p:nvSpPr>
        <p:spPr>
          <a:xfrm>
            <a:off x="455255" y="1429464"/>
            <a:ext cx="4719173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answer the business problem,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28,027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interactions across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 attributes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were analyzed.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includes customer, guru, revenue, call behavior, ratings, and operational metrics.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 include: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Numerical Variables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Categorical Variables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Date &amp; Time Variables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row represents one customer interaction.</a:t>
            </a:r>
          </a:p>
          <a:p>
            <a:pPr marL="285750" indent="-285750"/>
            <a:endParaRPr lang="en-I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ED23EF-541A-D02E-83EF-7D816D890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3996" y="825618"/>
            <a:ext cx="6285366" cy="520942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CD302F-9F48-2EEA-7F6E-A6043D88496B}"/>
              </a:ext>
            </a:extLst>
          </p:cNvPr>
          <p:cNvSpPr txBox="1"/>
          <p:nvPr/>
        </p:nvSpPr>
        <p:spPr>
          <a:xfrm>
            <a:off x="4701092" y="6246167"/>
            <a:ext cx="71182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rial Narrow" panose="020B0606020202030204" pitchFamily="34" charset="0"/>
              </a:rPr>
              <a:t>Figure 1: Raw Dataset Structure and Attributes Overview</a:t>
            </a:r>
            <a:endParaRPr lang="en-IN" sz="2400" b="1" dirty="0">
              <a:latin typeface="Arial Narrow" panose="020B0606020202030204" pitchFamily="34" charset="0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D97ACE49-4C14-5E7E-1457-5ED8CE8CFC71}"/>
              </a:ext>
            </a:extLst>
          </p:cNvPr>
          <p:cNvSpPr txBox="1">
            <a:spLocks/>
          </p:cNvSpPr>
          <p:nvPr/>
        </p:nvSpPr>
        <p:spPr>
          <a:xfrm>
            <a:off x="11819362" y="6424831"/>
            <a:ext cx="372638" cy="4331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3C6D9-274F-CC9E-B6EF-E3BE093B5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691" y="1170732"/>
            <a:ext cx="5558115" cy="5029200"/>
          </a:xfrm>
        </p:spPr>
        <p:txBody>
          <a:bodyPr>
            <a:normAutofit fontScale="90000"/>
          </a:bodyPr>
          <a:lstStyle/>
          <a:p>
            <a: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raw dataset contained missing values and inconsistencies that could affect business decisions.</a:t>
            </a:r>
            <a:b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Cleaning steps performed:</a:t>
            </a:r>
            <a:b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Removed missing/incomplete records</a:t>
            </a:r>
            <a:b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Standardized date formats</a:t>
            </a:r>
            <a:b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Checked duplicates</a:t>
            </a:r>
            <a:b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Corrected inconsistent categories</a:t>
            </a:r>
            <a:b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Created additional fields such as Month and Year</a:t>
            </a:r>
            <a:b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Prepared cleaned dataset for analysis</a:t>
            </a:r>
            <a:endParaRPr lang="en-IN" sz="2400" b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F1F640-0DD5-F370-A6F3-D3AD27ADA89E}"/>
              </a:ext>
            </a:extLst>
          </p:cNvPr>
          <p:cNvSpPr txBox="1"/>
          <p:nvPr/>
        </p:nvSpPr>
        <p:spPr>
          <a:xfrm>
            <a:off x="225910" y="253254"/>
            <a:ext cx="67879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Preparation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DF54D89-7426-7591-044C-9850A4DB7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10" y="1419879"/>
            <a:ext cx="5486401" cy="46151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22CFD25-15BD-8D4C-405D-86C9D268C33A}"/>
              </a:ext>
            </a:extLst>
          </p:cNvPr>
          <p:cNvSpPr txBox="1"/>
          <p:nvPr/>
        </p:nvSpPr>
        <p:spPr>
          <a:xfrm>
            <a:off x="154194" y="6244633"/>
            <a:ext cx="65567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 Narrow" panose="020B0606020202030204" pitchFamily="34" charset="0"/>
              </a:rPr>
              <a:t>Figure 2: Cleaned Dataset After Data Preprocessing</a:t>
            </a:r>
            <a:endParaRPr lang="en-IN" sz="2400" b="1" dirty="0">
              <a:latin typeface="Arial Narrow" panose="020B0606020202030204" pitchFamily="34" charset="0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33835D54-5069-4627-133C-7BA24BFE1D6C}"/>
              </a:ext>
            </a:extLst>
          </p:cNvPr>
          <p:cNvSpPr txBox="1">
            <a:spLocks/>
          </p:cNvSpPr>
          <p:nvPr/>
        </p:nvSpPr>
        <p:spPr>
          <a:xfrm>
            <a:off x="11698370" y="6387743"/>
            <a:ext cx="493630" cy="46166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184515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8495" y="1063492"/>
            <a:ext cx="5099420" cy="5493497"/>
          </a:xfrm>
        </p:spPr>
        <p:txBody>
          <a:bodyPr>
            <a:normAutofit fontScale="90000"/>
          </a:bodyPr>
          <a:lstStyle/>
          <a:p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KPI analysis provides a snapshot of current call center performance and operational efficiency.</a:t>
            </a:r>
            <a:b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metrics monitored:</a:t>
            </a:r>
            <a:b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Total Calls</a:t>
            </a:r>
            <a:b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Completed Calls</a:t>
            </a:r>
            <a:b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Missed Calls</a:t>
            </a:r>
            <a:b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Completion Rate</a:t>
            </a:r>
            <a:b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Revenue Generated</a:t>
            </a:r>
            <a:b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Operational Cost</a:t>
            </a:r>
            <a:b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Average Rating</a:t>
            </a:r>
            <a:b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Average Call Duration</a:t>
            </a: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408494" y="270233"/>
            <a:ext cx="7337011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6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 (KPIs)</a:t>
            </a:r>
            <a:endParaRPr kumimoji="0" lang="en-US" sz="3600" b="1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91C47C-A624-17BB-8B42-6452960CB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915" y="1836484"/>
            <a:ext cx="6099045" cy="31850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F8794E-1ACA-B3F2-164E-A156BE13662A}"/>
              </a:ext>
            </a:extLst>
          </p:cNvPr>
          <p:cNvSpPr txBox="1"/>
          <p:nvPr/>
        </p:nvSpPr>
        <p:spPr>
          <a:xfrm>
            <a:off x="5289706" y="5836261"/>
            <a:ext cx="60990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Arial Narrow" panose="020B0606020202030204" pitchFamily="34" charset="0"/>
              </a:rPr>
              <a:t>Figure 3: KPI Performance Overview</a:t>
            </a:r>
            <a:endParaRPr lang="en-IN" sz="2800" b="1" dirty="0">
              <a:latin typeface="Arial Narrow" panose="020B0606020202030204" pitchFamily="34" charset="0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A7632FC5-7330-2B22-906C-831B6FADDD02}"/>
              </a:ext>
            </a:extLst>
          </p:cNvPr>
          <p:cNvSpPr txBox="1">
            <a:spLocks/>
          </p:cNvSpPr>
          <p:nvPr/>
        </p:nvSpPr>
        <p:spPr>
          <a:xfrm>
            <a:off x="11606960" y="6359481"/>
            <a:ext cx="498763" cy="41603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377AF6-2477-81EC-D1BC-43FD72DF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62" y="165100"/>
            <a:ext cx="11684000" cy="719975"/>
          </a:xfrm>
        </p:spPr>
        <p:txBody>
          <a:bodyPr anchor="b">
            <a:no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Executive Dashboard Overview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81600" y="165100"/>
            <a:ext cx="6692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EC54F8-DDD5-33A8-F26C-C862406EACD5}"/>
              </a:ext>
            </a:extLst>
          </p:cNvPr>
          <p:cNvSpPr txBox="1"/>
          <p:nvPr/>
        </p:nvSpPr>
        <p:spPr>
          <a:xfrm>
            <a:off x="2628899" y="5735895"/>
            <a:ext cx="69279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Figure 4: Interactive Executive Dashboard Overview</a:t>
            </a:r>
            <a:endParaRPr lang="en-IN" sz="2400" b="1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7A68DE-0C7B-2EE6-649C-1CAE00C5E282}"/>
              </a:ext>
            </a:extLst>
          </p:cNvPr>
          <p:cNvSpPr txBox="1"/>
          <p:nvPr/>
        </p:nvSpPr>
        <p:spPr>
          <a:xfrm>
            <a:off x="0" y="6363054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interactive dashboard was developed to help management monitor performance and explore trends dynamically.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62108B-5542-A62F-CD68-D6AD408C1C26}"/>
              </a:ext>
            </a:extLst>
          </p:cNvPr>
          <p:cNvSpPr txBox="1">
            <a:spLocks/>
          </p:cNvSpPr>
          <p:nvPr/>
        </p:nvSpPr>
        <p:spPr>
          <a:xfrm>
            <a:off x="11729028" y="6197560"/>
            <a:ext cx="566882" cy="53443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C33308-FCEC-E6C6-F2F7-E427728AC0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7" t="1334" r="543" b="1334"/>
          <a:stretch>
            <a:fillRect/>
          </a:stretch>
        </p:blipFill>
        <p:spPr>
          <a:xfrm>
            <a:off x="283765" y="1143037"/>
            <a:ext cx="11560139" cy="44273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518" y="467863"/>
            <a:ext cx="10480964" cy="706959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Hourly Call Distribution Analysis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0"/>
          </p:nvPr>
        </p:nvSpPr>
        <p:spPr>
          <a:xfrm>
            <a:off x="872836" y="1659822"/>
            <a:ext cx="4104409" cy="4219986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hourly distribution analysis was performed to identify peak demand periods.</a:t>
            </a:r>
          </a:p>
          <a:p>
            <a:pPr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1: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Demand Occurs During Specific Hours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1000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 volume increases gradually during daytime.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100000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1000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activity occurs during evening hours.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100000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1000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activity is observed during early morning periods.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100000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1000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insights help optimize workforce scheduling.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9773" y="6334780"/>
            <a:ext cx="502227" cy="523220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5603" name="AutoShape 3" descr="data:image/png;base64,iVBORw0KGgoAAAANSUhEUgAACAAAAAHhCAYAAAD6J17EAAAAAXNSR0IArs4c6QAAIABJREFUeF7s3Qn8VdP+//FPuJEhQ8rYLWOlKxJFGaIQDagoQqUkqVQyD91MpYylkCEyNZEmlEIkhW7oj0jXnCHD70qGDP0f731/p9853+/Ze+199jnf7znn+1qPR4/rfr97r732c629z/dxPp+1VqUNGzZsMAoCCCCAAAIIIIAAAggggAACCCCAAAIIIIAAAggggAACCCCAAAIIFLRAJRIACrr/aDwCCCCAAAIIIIAAAggggAACCCCAAAIIIIAAAggggAACCCCAAAKeAAkADAQEEEAAAQQQQAABBBBAAAEEEEAAAQQQQAABBBBAAAEEEEAAAQSKQIAEgCLoRG4BAQQQQAABBBBAAAEEEEAAAQQQQAABBBBAAAEEEEAAAQQQQAABEgAYAwgggAACCCCAAAIIIIAAAggggAACCCCAAAIIIIAAAggggAACCBSBAAkARdCJ3AICCCCAAAIIIIAAAggggAACCCCAAAIIIIAAAggggAACCCCAAAIkADAGEEAAAQQQQAABBBBAAAEEEEAAAQQQQAABBBBAAAEEEEAAAQQQKAIBEgCKoBO5BQQQQAABBBBAAAEEEEAAAQQQQAABBBBAAAEEEEAAAQQQQAABBEgAYAwggAACCCCAAAIIIIAAAggggAACCCCAAAIIIIAAAggggAACCCBQBAIkABRBJ3ILCCCAAAIIIIAAAggggAACCCCAAAIIIIAAAggggAACCCCAAAIIkADAGEAAAQQQQAABBBBAAAEEEEAAAQQQQAABBBBAAAEEEEAAAQQQQKAIBEgAKIJO5BYQQAABBBBAAAEEEEAAAQQQQAABBBBAAAEEEEAAAQQQQAABBBAgAYAxgAACCCCAAAIIIIAAAggggAACCCCAAAIIIIAAAggggAACCCCAQBEIkABQBJ3ILSCAAAIIIIAAAggggAACCCCAAAIIIIAAAggggAACCCCAAAIIIEACAGMAAQQQQAABBBBAAAEEEEAAAQQQQAABBBBAAAEEEEAAAQQQQACBIhAgAaAIOpFbQAABBBBAAAEEEEAAAQQQQAABBBBAAAEEEEAAAQQQQAABBBBAgAQAxgACCCCAAAIIIIAAAggggAACCCCAAAIIIIAAAggggAACCCCAAAJFIEACQBF0IreAAAIIIIAAAggggAACCCCAAAIIIIAAAggggAACCCCAAAIIIIAACQCMAQQQQAABBBBAAAEEEEAAAQQQQAABBBBAAAEEEEAAAQQQQAABBIpAgASAIuhEbgEBBBBAAAEEEEAAAQQQQAABBBBAAAEEEEAAAQQQQAABBBBAAAESABgDCCCAAAIIIIAAAggggAACCCCAAAIIIIAAAggggAACCCCAAAIIFIEACQBF0IncAgIIIIAAAggggAACCCCAAAIIIIAAAggggAACCCCAAAIIIIAAAiQAMAYQQAABBBBAAAEEEEAAAQQQQAABBBBAAAEEEEAAAQQQQAABBBAoAgESAIqgE7kFBBBAAAEEEEAAAQQQQAABBBBAAAEEEEAAAQQQQAABBBBAAAEESABgDCCAAAIIIIAAAgggkCTwxx9/2IwZM2z8+PG2aNEi+/77773f7rDDDta0aVPr3bu3nXjiiVapUqW0bnHPpzMQyAeBzz77zG6//XZ74YUXbNmyZRub1LBhQzv22GNt8ODBVr169XxoKm1AAAEEEEAAAQQQQAABBBBAAAEEEEgSIAGA4YAAAggggAACCCCAQJLAhx9+aJ07d7alS5emdTn++OPt0UcftWrVqqX9fdzzK0pnfPzxxzZ69OiUALOCy0cffbT169fPateuXVEocnKfa9assfvvv9+mT59uixcv9q5Rp04dO+KII6xv377WoEED3yQWHTts2DC74oorfNv2yCOPWJcuXXLS9opa6YYNG+ztt9+2O++8015++WV7//33PQo9F6eddpr16NGDpIuKOji4bwQQQAABBBBAAAEEEEAAAQQiCJAAEAGLQxFAAAEEEEAAAQTM1q9fb8uXL/dmx+ufArmJAKN8atWqZfXr17dDDjnEmjdv7v3vVlttVTB0Crp16tTJ3nrrrbRtdiUAxD2/YKBiNFRj5swzz7RXXnklbS1KAnj44Ydtt912i3GVinvqDz/8YOedd55NmTIlLUK9evVs4sSJXhKAX7nuuuvsmmuu8f09CQDZH18K/iv56L333ktb+amnnmr33HOPbb/99tm/ODVmTUCfkatWrfI+HxcuXGiff/65rVy50j755JON19hmm23swAMP9N5xBx98sDVq1MgOOOAA+jZrvUBFCCCAAAIIIIAAAggggEDFFiABoGL3P3ePAAIIIIAAAgiEEtDM1BUrVnjBJwVmE8vihzlZgY5TTjnFLrzwQi/gsckmm4Q5rdyOiRvAj3t+3BvXFgRTp061G2+80UvUiFo0S1xJHLvuuqsXINbs4/3339/bAsFv24Oo19AKCkoACCqaud6uXbuoVXO8mZdYccIJJ9jatWt9PW699VYbOHCg7+9JACj7oXTbbbfZoEGDfC+sd+ncuXPt0EMPLfvGccVAgb/++sveffddu++++yJ/RiZX3KJFCzvnnHOsTZs2VrVqVdSLUEB/P40bNy5ldRbdpj53lQTStWtX77Nvs802y+ju161bZ3fddZe3ldGbb7658XMgsY1R9+7dY9WfUaM4CQEEEEAAAQQQQAABBMpcgASAMifngggggAACCCCAQGEJaLb2kCFDbMKECbEbfvbZZ9v1119vNWvWjF1XriqIG8CPe37c+9LWBW3btrUvv/wyblUp5zdp0sTat2/vLUWuQEWcZABXcFkXVgLD5ZdfntV7qCiVhUmw6NOnj91yyy22xRZbpGVx9RErAGR3NP3yyy9eQoaSrIIK7tl1j1ubkuOWLVvmfa5NmzYtbnUbz1cillbg6NChg22++eZZq5eKyl9g0qRJ3koffsW1ypDrDpQAdvjhh/sepiQDtUFjjIIAAggggAACCCCAAALFK0ACQPH2LXeGAAIIIIAAAgjEEtBM8smTJ3v7gCcvXRyrUjNvhptmpx122GFxq8rJ+XED+HHPj3tTruBC3Po1C7ljx45ecKp27doZVecKLqvSa6+91q6++uqM6q/oJ4VJANAWAZpxXqVKlbRcrj4iEJ3dUUYCQHY9y6I2zbTWShojR44MXG0jTlu0EoDqr1u3bpxqODePBFzvZxIA8qizaAoCCCCAAAIIIIAAAgUsQAJAAXceTUcAAQQQQAABBHIloGDUiBEj7J///GdOLpHPe1nHDeDHPT8uuCu4ELf+xPlaTviqq66y3r17+waR/a7lCi7rPNcS9dm6D1c9iS0VtLT3a6+9tjHQp0SIZs2a2bnnnpt3yymHGQOabT58+HCrXLlyWgJXH1X0BAC9I++99157/PHHbfHixRsN9VxoGfcLLrjAjjzyyNArZZAA4HoS8+v3X3zxhbdiw5QpU3LesHxPmss5QJFdwPV+JgGgyDqc20EAAQQQQAABBBBAoJwESAAoJ3guiwACCCCAAAII5KuAZjVq+XX9y1XRnvJaXSAfZzXGDeDHPT+uuSu4ELf+kuefddZZXrLIzjvvHLpqLXOuxIGgMn36dC+wXt7lu+++sy5duticOXPSNiVusCYX9/fcc8/ZcccdF1i1K8GCBIDgnnE9564VFtLVPmzYMG/FFb+yyy672MyZM61Ro0a5GDbUGVLg66+/NvWv3lFlVbQFy/jx461evXpldUmukyMB12d03M8UtgDIUcdRLQIIIIAAAggggAACBSZAAkCBdRjNRQABBBBAAAEEcimg2c7aF/yyyy7L5WW8uhcuXOjNoM634grsub6cj3t+XA9XcCFu/enOb926tY0ZM8Zq1aoVqvqVK1eaEgeWLFmS9vhTTjnF2wu9evXqoerL5UGFmACwZs0aL0Dptye5gokPP/yw7bPPPr50JAAEjyrXc55JAsAbb7zhba/ht+XK2WefbaNHj7aqVavmcshTd4DADz/84D1bZTHzv2QzTjrpJO+9uNNOO9FHBSzg+ox2/Y3hunUSAFxC/B4BBBBAAAEEEEAAgYohQAJAxehn7hIBBBBAAAEEEAglsGDBAuvatatvACq5Ei2BrkBt9+7dTUsUb7fddt5y13/99ZcpSLJ8+XJvxqKCkGvXri11fRIAqoXqk6gHuYILUesLe3zU4JTGx6hRo+zll182BVNVGjZsaEom6NWrl9WsWTPspXN6XCEmAAjks88+s9tvv91eeOEFW7ZsmWdUp04dU3CpZ8+eplU4ggoJAMHDKhcJABs2bPC2mdDWAvPmzdv4Hj700ENNz1ePHj3yIikmpw9cHlceNUFOz5j6TCuZaIWUKlWqeHeX+IxcsWKFPf3003b33Xfb999/H+rO9VwqQW+zzTYLdTwH5Z+A6zOaBID86zNahAACCCCAAAIIIIBAIQqQAFCIvUabEUAAAQQQQACBHAh888033n7mM2bMcNau5cW1XLUCtgr6B5VPP/3Um7WqmYvJiQAkAJRPAkBQcEH7kP/444/23nvv2fz5871ZrongvHNQmFkxBqcKNQEgTH8FHUMCQLBgLhIA4vYZ5+dWQDOrtR2I3woNiavvsMMOdvPNN9sZZ5xhm2++ubNRWrFD26joHFfRKitTp061gw8+2HUov89TARIA8rRjaBYCCCCAAAIIIIAAAkUmQAJAkXUot4MAAggggAACCGQioJmn9913nzfz2lWUJDB8+HBTkCNsUf2vvvqqDRgwwF5//XVv9vHkyZOtbt26Yasos+NcgT3X7Ly458e90WwGF5QQ8MQTT9j1118fKhFAe5RPnDjRjjzyyLi3kTfnkwCQviseeeQRLxhaUYvrOc9kC4CKalkI963EqH79+tmECRMCm6vVcO666y477LDDIt2WVhd46KGHbODAgWlXzEmu7Oqrr7YhQ4bYpptuGukaHJwfAtn8jE53R2wBkB/9TCsQQAABBBBAAAEEEChvARIAyrsHuD4CCCCAAAIIIJAHAl9++aVpf2ktOx1Uoi7zXrKur776yq688krbcsstvRmPiSWR84BgYxNcgb2KlACQQFG/XXLJJd6+8a5SbPuUkwCQvsdJAHjfOnXqZG+99VZaIBIAXG+Kwvq9VkTRljfptrNJ3Ilm5yuIf9RRR2V0c2G3GGjSpIk9/vjjtscee2R0HU4qXwESAMrXn6sjgAACCCCAAAIIIFBRBEgAqCg9zX0igAACCCCAAAIBAk8++aR16NAh0Kg8lx5WYGTVqlWmbQP0T//95ptvpgRjtE+29lnWzMtmzZrZQQcdlFGCAQkA6YfBunXrvCSAsWPHBo6TbbbZxqZNm2YtWrQo02du/fr13piYM2eOLV682N55552NS3WrTQceeKDttddedvjhh1vLli2tZs2atskmmzjbmA8JANozfMGCBd7MYgUitV+4xrvuQ3uM165d23kfUQ+IugWA2qhnZ+bMmfb88897K30k9jVXWxs3buwFUPV8hlkWPWp7y/p413siHxMA1EefffaZl+gV9B7VeGratKn3T6u1VK5cucx4tRXNU0895Y2jRYsWpR1DCoCXZfLYb7/95r37Ro0aFehw++23W//+/Z3b4gRVomSrnj172uzZswOvVagJOPos/+CDD2zu3LneO03bKSxbtmzjvWpboTp16ljz5s29f/vss0+o93ScAVrW79diSABI9KM+j/Scfvzxx97nbqKU/MzV564+fzfbbLM4XVWQ58pG22Dpmdbnhsa3Pge7detmRxxxROD41upZX3/9tb344ove3zYrVqxIcVZde++9t7cliJ6XQw45xLbaaquCdKLRCCCAAAIIIIAAAtkXIAEg+6bUiAACCCCAAAIIFJSAArt9+/a1Bx98MLDdZb3ssL74VHBAs87vv/9+577LJRuvLQq0nLICcdWrVw/dJ67AXkVcASCBFzY4JXdtE+EXOFTwYMaMGTZ+/PiUIJ/6TEHH3r1724knnhgqkKbxq7GrL9jVd2GLvii/7LLLrF27dilBiaVLl3pL20epy++aClRq/CqIVbKsXr3ahg4d6n2pn9hTXPev8aWfJ85REF3Pnl/ihYIId955Z8qX/np2XnrpJe+cJUuWpCRCKBCv+zvrrLMCgzFhEwB0LQXwtE2EEj9cRe433nijHXPMMaEDe+pjJT9oO4rkIFMm40Xtffrpp+3uu+9OGXtqtxIVlAh1/vnnlwqiKCAt60RSg+s+s/17BYq0aoraGLVoK49Zs2Z5z8jLL78c6XQlfmlrmO7du5u2+IhSwo5x1blmzRq75ZZbvDEbNMtex2YyhqK0u+Sxrs8EHa9kHG0PENUoXbv0eackgKCSLsFEQcKbbrrJtAR8sqGChBo/l19+ue25556RKIKeFwXr1Q4lIbkCu3qGp06d6vXx8uXLQ7dB7b700ks93yiJQ2HHXibv19CN9zmwkBMAtBWG2q/3cZR+FIWSifRu1edP1apVIzEqoezmm29O+TxTBRqDxx57rA0ePDj033l616iu5557LiX5RO86fWarLr1j/IoSgu6991574IEHUs7Xyh/a5korZVWqVMn0d46sBg0alPZzo169ejZlyhSrX79+qUvpuXv77be951mrfYQtSrzo2rWrl7CkJEcKAggggAACCCCAQMUWIAGgYvc/d48AAggggAACCHgzpU899VR77733fDWCvqjMBaFmTF177bVewMAVDHJdX8EPzcxUYFVfyrqKK9hTkRMAZKeZmx07dgzsFwXxH3vsMdMX6unKhx9+aJ07dzYF29MVl3HiHM2Gu/DCC702ZVL0Zbm+XG/duvXG04cNG2ZXXHFFJtWlPcdvpm5QEChxjmb+ad9xBQn8SjqrH374wQvw+80i1j7lkyZN8mYi+pUwCQAaB/fdd59dc801kQLjcr/qqqu8vgsT1HM9k1Fm2ysYrgSVe+65J+2tp7P59ddf7aKLLnKufpG1QeNTUZ8+fbwA6hZbbBHqUgoivfrqq15QSgG0OEXPshI3TjvtNGewN3GdMGNcbdSKEfL1204hXbs1hpQYo750BZ/j3LfOVbKSgnpBRQklGofZKB999JGdfvrpXrDTr2i2r3x33XVX75AwYzSTJD4F0hWwVXJBpu9qrcyiIH6m72ld95xzzrEbbrjBW+UnTAkz9jJ9v4a5ftAxhZgAoFUStFKU3ttxk+P0jtV7TElgYf4mk6Xr80grmmjlpzBFCTJakcCv6G9PPSt+JejzKPFZ9Le//c1uu+02r91Bf8Oma7cSDMaNG+dtl5Xp37/ankZ1RE20COPHMQgggAACCCCAAAKFI0ACQOH0FS1FAAEEEEAAAQRyIuD6MloXTTfLOCeNMfOWBdYMpsSs6GxcJ8rezK5goys4Hff8uPfr6k9X+13XD7tihII9mpmXrmTDSAkrmpUcFCRz3Yt+r6CmZsYmiivQEKbO5GNK1p/4nStAdfLJJ4faciFdf7q2LchGAoBmgGo5ed1fpkWrRCjw6wrgusZLrhMAXEkDmd5/1POi3KdmnyoorWSWTINI6dqn+vQvzDLTrjGuIPfEiRO9JJdMVlZQEoCCbAoOhw0kRjX/888/vWCgEoP8ilbrULJagwYNolaf9vgw4033rnds8ooQstBsY7/SqlUrb0WSHXfcMXQ7NUv6uOOO8z1eiUZjxowxtadkUXKHVgVRm7Lxea4Ar1ZHCEpcKov3a2g8nwNz/RntCnCHef8nN12f+XrPx3nXl6TQeFF9Wu3H9f7Xua7P5XxKAFByw/Tp0717c717S7Zb722dr9WJ4pRGjRp571ZtD0BBAAEEEEAAAQQQqLgCJABU3L7nzhFAAAEEEEAAAQsT3BBTNmc3BrH/5z//8ZY+VjAl2+Xoo4/2gh+77bZbYNWuYKMrgB73/Lj3nevggtrnuoaOufXWW73ZuelKXCPN3FQwVF+yxy3Js/30PGg2ezYDHX6zCYMMNU4VxNfMbVcprwQALXX+5ZdfupoX+HsFgTRLUatBBBXXeIkSGHcFV9MFx3766Sdvm5SHHnoo1v3GPTnsfSqIFGb2aabtCZu44Rrjm2yySaggWVA7ldylzwvtgZ2L4lpNQ9dMrISx7bbbZq0JWqFCAcSgogCfZvomigK/J5xwgm/QUc/bM888E3qmtAL4mnUfNBs66D2fi2Q+rcQgm5122inQxjX24rxf43ay6/PT9TeG6/rZTABQ8F8z0e+44w7XZSP/XuNRf1sqEciVwFNICQBnnHGGnX322aGSXpITAPS8aUWiMIkDLuyoSR6u+vg9AggggAACCCCAQGEKkABQmP1GqxFAAAEEEEAAgawIhAm4p5tpmJWLp6nEFeiLe10tV679ioOKqw2uL+fjnh/3HnMdXFD7tDetgl4rV670bW7QcuVxjPQlufpR+5Jno5QM0LsCDVGvmckKAFpmXSsbhJk1W14JAFEd/I4Pk5jjGi9hA+NqQyYJAK5zsmXhqifsfSowrOfDNfvUdT2/34dN3Ah6F2nmurafyUYbtYqEAtVhtpOIes+u7UpUn1YQ0Xtj0003jVq97/EvvfSSaU/xoFIy+P7tt996W388++yzvqdpdrESs1wBV1Xgqk9JQE899ZQ1bty41PWytUJLuhvRChRDhw4NnDkeNPbivl/jdnKuP6OzlQCghDiNMe0nn6uiBB55uJbvd30u58sKAPo803YJSn4JU5Lb/cUXX3jP7wsvvBDm1MBjSACITUgFCCCAAAIIIIBAUQiQAFAU3chNIIAAAggggAACmQkowKjZSosWLfKtwLWfe2ZXTn+WX7BFAacWLVrYqaeeakceeaTVqFHDKleu7FWyfv160xen2tN85MiRgUtJh5mp6Qo2kgBgFmZWbOvWrb0VF7bffvtSnR3HWNdWEoeWlk5XNFYUKNUsOgUXtLywvpDXecuXL/dmC2uWXWLJ8ZIJAK5ltKOO95KzdBPnu4JAYa9T6AkAuk9XYo5rvIQNjOtarmB+usCJ3jFaklljozxLmPtUUo6CSK6tMTRD9YILLrD999/fqlSpYkqs0TMxZ84cu/322+31118PvNUwiRvZGuMu81wGuxYvXuwtgR+UqJCLFXLCJFkNGTLE9C8RzA8zYz/MZ2DC+7XXXjNtReK30scpp5ziLclf8h3vesZUv5bx1/jr0KGD7bzzzqbVIHSe3tHaUmDChAm+3R5m1YdsjT3X571rbKb7vattca+ZrQQA1dOlS5fARLTE5622bdp33329v8v0efvVV1/ZE0884fWl3t9BRe+i0aNHB+5XXygJAFHHQ3ICwJNPPuk9D37lkEMO8Z73ww8/3BKrjeiZkbWSfvR3zcsvv+ydnst3YtR75HgEEEAAAQQQQACB8hMgAaD87LkyAggggAACCCBQ7gIrVqwwzYbTl+5+Je6X0VFusmRgWV/0a39oBbQU9A8qCn7Mnz/fW3rVL2ChYNfkyZOtbt26vlW5go0uj7jnR/FKd2yugwu65q+//urt3T527Fjf5rZs2dIee+wxq169eqlj4hi5AmNhlif/8ccfvQQCLWuswIKSFRJl6dKlXtDDFbQI009NmjTxkiC0R3jJ4uqnMPXrmHR7cGt5a92DgrnpSpjggCvgklyvgkAKAGnWeb169bykCz3LMlaChWslA79AYuIarvESJjCeqMsVnPSzmTlzpnXr1i2jverD9qXrONd9asauZkar7/yK+krPrRK/FHRNV9asWeM93xq7QcWVuBF1jOvdPXjwYG8MaTa9tvrQtgua3e9aKUDbgbRr185FGPn3M2bMMC07H1T8knwiXyzpBNeY16HpxoNrGwDN2tdY1h7hruJKhvJbTUCfw3qm/fpMCRV33nln2vei2hRmH3RtS6BgqN+qC1HHnp9Fuvery831+2y1zXUdv9+Hef9r6X9te/Lggw/6XkZ/nz3wwAOmZCC/FSWUkKR65s6dG/hO0meFkjz9iuvzKF9WAIjSJ/q7QAmJDRo0cG7Hpb8lxo8f770b/YoSL959911v1Qb9jabEpKpVq0ZpEscigAACCCCAAAIIFJkACQBF1qHcDgIIIIAAAgggEEXANVNMdbmCTlGu5zo2sQeqvtzXl8aa6R3lC8zffvvNW6521KhRvpfS0qxaRcCvuAIvJAD8V871hXxQkCGOcdDS2MlfqLvGWtjfu4LprvHgd50oQSAFbbWlgpJhdt11V/v9999NyTsKmshZAcrkAIyrzWECQK7+TdyXgkBaeUMzF9MFlMPsA+7am9w1XqK8ozJNACjZj9lsU6LuuHV+9NFH3n7aQbP/R4wYYYMGDXIuV69ZpT179rTZs2f7PiquxI2wYzxoDIXdF7vkSh5hn2/XcWHuIUrw0XW9xO9dz7DfZ7Nr2X6dF2bFAtf2QH6JBK7P4DCz99VGBaC1VcG9996blsy1MlGYfktUHPX9GrYPs/Huj3utdOeHef+7Vn8Iuw2Irq/tIPReeuutt3xvp3///qZ3k982Hq7PoyjPoOvvXte7xPWeLnmTbdq0sWuuucYaNmzofUbq3Tpr1iwvSU5/52611Vb2888/24UXXuithpOu5GKbkVyMLepEAAEEEEAAAQQQyC8BEgDyqz9oDQIIIIAAAgggUKYCri9C1ZgowbUybbzPxbR0sGYj+5VHHnnEmx3tV1xf7roCvnHPj2voCny42h/2+sOGDTPtxexXcpUAEHR/xZgA4Aqwp/N3BQ/DBIBcARddV23TDO2gvcoVwFVQQ6sDBJWS+5knH+t6pqK8o4o5AUDLsSto71c0Q14BVddqKonzXUtSu2aTu95FiTF01113WatWrXxnEWvFDiW/BC0LH2UMhH3H6bgw9xAl+Bj22q5n2O+zOcw2AFrJQjPwFXj0K66VVvy2EnjnnXe8rXoU9E1XXDP3k8957rnnvO0X/EpQMl+YfkuMv6AEprD9FeW4sG2LUmeUY13v/zAriUR53jQY7wViAAAgAElEQVQmtZqEVhXxK66EDtfnUZRn0PV3bzYTALR1jP5OUsJEUHE97yQARBnhHIsAAggggAACCCCQECABgLGAAAIIIIAAAghUYIFJkyZZ586dAwWifNGbD5SuoAEJAMd7Qa1q1arF6i5XECNXCQBBKwDohhQo0JfuWoY+G8X1xXymCRUuP7VdQQPN1tXsSb8lltPdo6vNrgBQwlGzFv1KlLZ9/vnn3pLzif2J09WpFQ60pPgWW2xR6tckAPyXJOhdHGbJ7jAzv5PxV69e7SVLvfjii77jIKhO1xiPMobuuece6927t287crFUe5jnQMdECT6GfSe5nuGg8eDaBiDM8+9KJvFL2Anqc9dKHyVttHWI3huLFi1KyxaUNOQae3Her2H70O+4MG2Le42g8139ry2UtB3HvHnzfKvRkv7HHnts6Ga6EkpUUVCdhZgAoM80rWoQlGiTAHStAKA+e/zxxwO3AAjdGRyIAAIIIIAAAgggUGEESACoMF3NjSKAAAIIIIAAAqUFwnwRXWgJAK7ZXSQAZCcBwLXSQq4SAJYuXWpt27Y1BSn8ivYR11YQ1atXj/3YuwJxuUwAyDSZwdVmVwBIaK6AS5S2aUapZv5q1Qi/EuRIAsB/1YLexa5gqWu2frp+Wb9+vZdMo9m7fiVoZqrr80XP6A033BAqWWfx4sXebHC/feUzfQ5dLwjXc6Dz8y0BIMw2AEGfg65VMvzGkmu8NGrUyCZOnGh77723i937ves9FmfsJd5x2UwWC3VTIVeVCFtXJse53v+uz1jXbP10bXJtKaFzgpKJXM9hlGfQ9TdiNlYAaN26tbfyzc477xyqi1zPjipRv2m1ihYtWqTdbifUhTgIAQQQQAABBBBAoEIJkABQobqbm0UAAQQQQAABBFIFinEFANeXuyQAZCcBwPWFfK4SAMLMTtQo1/L0PXr0MM0M1n9HmUGf/JS4glCZBh5dwdGTTjrJNOt5p512ivzacrXZFQBKBMeCVgBwPUclG+161wQFB0kA+K9mUAKA673XsmVLe+yxxyInxcSZee8a465AW/IYco2BTJ9D18Pl2upE50cJPrqul/i96xkOGg9htgEI2nPdZe23/L8ryBu1j1yzooOeB9fYi/N+DduHfse52ha3ftf5rve/q33aZuSOO+6wLbfc0nWpjb8PkwQWlNDh+nsjyjPoele63kuu5yPM1jjp4FyrbiTOadOmjWl1gebNm1uVKlVC9wEHIoAAAggggAACCFQ8ARIAKl6fc8cIIIAAAggggMBGAdcXoUFBhrJk/OOPP0zLiC9btsw0O+3NN9807Qut//WbEerXPlfg0vXlriuIEff8uK6uL+9d7Q97fdcX8vpyWm3ZddddS1UZxyjMfsIlLxjnC3NXIC5TT1c/uYIQQf3karMrAKS6Xf3reo5Kts/1rtl///1t8uTJVrdu3cjjJcoqJa7ZzWFs1EDXGI7SpsQNx6nTNZ4yCdqpXTNmzDAFS/1K0Ph3tSnKGHfZZPocut53rnvQ+VGCj67rJX4fZvsFV0LICSec4Pv5GDSL29Xnfkvvu1ahCHvvYY/TLOuHH37Ytt9++1KnuPotytgL256wx7naFraeTI9zveNc7/4hQ4aY/kVNqtNKIoMGDfJtdtB4drUpyjPo+ixyjY1cvYs++ugjb7ufJUuWhOrabCU5hroYByGAAAIIIIAAAggUpAAJAAXZbTQaAQQQQAABBBDIjoDri1BdxW+2X3Za4F+LAr0KKOgLfs2M0n9no7gCl3G/3I17ftx7dAUXshEocwVRdQ9xlnR3tfHjjz+2M8880zR+o5Q6depYv379rFu3bqH25VXdrmC6q61+7XP1kysIEXTfrja7AkCq2xVwcT1HJdvnei50vF8Qx3VulGC7a+yGsVFbs9mmhFWcOl3BtYEDB9rw4cOtcuXKUR4Z7xk7/PDDfc8JSvTJ5hh32WT6HLowXPeg86dPn27t2rVzVRXp9677VWVB74gw2wCka7drKfKgrSTCtDkSguPgsko+yWabVZdrTMUdy65nNugd5+p/td8vAcTl5LpvrdYzZswY22abbUpV5fo8KoYEAP3NO2rUKBswYICLstTvlThw6aWXWoMGDSInZkS+GCcggAACCCCAAAIIFIwACQAF01U0FAEEEEAAAQQQyL7A22+/7QX4V65c6Vt5pktHx2nt999/byNGjLCxY8dGnuHvuq4rcOkKYri+nI97vqv9rt+7vmR3td9Vv37vCjDrmKCgbDaMXnrpJevVq5cXiI1alAhw/fXXW/v27Z176bruNVNPVz+RAPB/veoaLyQAuBM2Mh1PcYKJ2RzjrjGQ6XPoenc899xzdtxxxwUe9tBDD9nZZ5/tqirS7xcvXuxdN2iFm6A908NsA5BuyXXXygNBCYFh2hwJwXEwCQDpgeI8s64EKV3R9TeUX7e53gdB/VkREgDktm7dOrvyyiu9LRYyKeecc47dcMMNtvPOO2dyOucggAACCCCAAAIIFJkACQBF1qHcDgIIIIAAAgggEEXgww8/tM6dO3vL6vuVffbZx6ZOnerNLCqLopn+F1xwgc2ePTsnl3N9eR030BT3/Lg3HedL9rDXDpM4ErRMcLaM/vWvf5n2so66EoDuU7MMr7rqKrvwwgtt88039711EgDS07ieo5Jnufpcx7MCwPvWqVMne+utt9Kix1kimwSAsG+31OPCBLUztQ1q0aRJk7zP5qDiWnlA78WgbQDSrd7gSngImv3tCjxn1gP+ZxXrFgBxk1lc/RC0AgAJAMEra2g0uj7L4vaf+uCWW27xkmCjbnGl9jVr1szuueceq1+/frYfOepDAAEEEEAAAQQQKDABEgAKrMNoLgIIIIAAAgggkE2BH374wbTsqivY7go0ZKtNX3/9tTdzXNfLVXEFLuN+uRv3/Lj3XRYJANqSQXuKB5WJEyd6wcx0JZtGmjE3btw4b0a/Vo6IWvQlu/Yl3nTTTdOeSgJAelHXc1TyLFef63gSAAovAaBRo0amZ33vvfcuNVBc76IogXPX+IkbdPN7b7iuq/P0LtSM3S233DLq6yft8WFm74dJzHNtA6AkqGnTplmLFi28dvz55582dOhQb/uPdCVo+X8d7wo8ZwUnqZKrr77a24s+3bs7m2Mv2+12tS3uWHb1Q74mAAQldFSUFQASY03vgGXLlnnje9asWZGHYJMmTbzts/SeoCCAAAIIIIAAAghUXAESACpu33PnCCCAAAIIIICAhdnvVUzplgrONl+c/U+jtMUVuHQFfFxfzsc9P8q9pDs218GFH3/80fr162cTJkzwbaorOJULIwXqH3zwQRs9erRpFYmwpVatWt4KFwcffHDaU0gASC/peo5KnuXq86Ax4zqXLQDcWwAMHDjQhg8fbpUrVw77aHjHuYKJZbUMu2sMuN7LkW466eAwSXJNmza1xx57zPQuyUb5z3/+4yUV6L3kV1q1auUF+HbccUffY8IkEiiwqiXHK1WqZK6EgaA92tWIMCvDZMNHdZx22mneDGk/c9fnYJTkk2y1OVGPq21xx7LrmY2bABC0CkSQleu+46xw4pc8lq49Lh/X2CjLd9Fff/1lixYtMpkrWSdKueiii7ztAIJWOIpSH8cigAACCCCAAAIIFJ4ACQCF12e0GAEEEEAAAQQQyKqAlgrt3bt3YJ3plgrOaiPM7Msvv/T2UZ43b15g1aeeeqqdeeaZdtBBB1mNGjVKBbRcX+66Apdxv9yNe35cV9eX7HGDC3PnzjXtAx20NG3QPtG6v1waafncl19+2UsG0My5MEvoBs0kJQEg/Yh0PUclz3I9l0FBKdd4iTID27XEdVA7ku/J1aYoSQmJeuPU6XqPZ9IetWvGjBl20kkn+b6Wgp5117vIFWiL4h33veZ3g2GT5PRePPbYY+O+vr3zX3vtNTv55JO9z0S/EjYpz1VXciKB69i7777bW6HHr7jGb676KF17sjn2stKpSZW42hbXKc67VqtA6PNw2LBhvrcd5blNruS2227zVtvxK0FJSq4VABYsWGBHHnlkqK5y+bjurzzGuZJ5lNg4efJk02fv8uXLnfdar149mzJlClsBOKU4AAEEEEAAAQQQKF4BEgCKt2+5MwQQQAABBBBAIJTA0qVLrW3btoHBBlUUNeAX6uJJB7n2HtZMvzFjxnh7Gm+yySa+1bu+3HXdR9wvd+OeH9Wt5PG5DC6E3aLBNUOwLIz0hflHH31kCjo89NBDgYkAQQkuJACkH5Gu56jkWVoxomvXrr7Du2XLlt4s6urVq5c6JpvjpVgTAFx7xmcaVHQlFgQF7VzvIlegLXkgZHMMRH3HugxUX//+/b0Z6XFn2/7xxx/est833nhjYDPDbsujFQx69OjhO3tYy/o/9dRT1rhxY+9d6Regda3qosauXr3aunTpYi+++GLatgc941H7xHV8Nsee61pRf+9qW6bPaqIdrr+BXElOCv5fccUVvreVSTJRmMSCoL8bXAkAUT6PXD6u91J5vovUKfoMU3LjyJEj7fXXXw8cfq6knahjl+MRQAABBBBAAAEECkuABIDC6i9aiwACCCCAAAIIZF3AFSBIXPDoo4/2lhzebbfdst4GVegKstxyyy2mYJOWKg4qri93XV8Ux/1yN+75cXFzFVxYt26dXXLJJTZ27NjAJoaZdVaWRlpCV4HlPn36+CYBBAW3SABI390aB1o5xPU86uzffvvNGzujRo3yHTtBs/hd4yXKCiUff/yxt4KI3hPpiis4ljjH1aZMgmRx6ly8eLEdd9xxGY1xv04JM/s9KMDkehe5Am3J7XLZxA2aBr3Uwixt79pKJOx7XeNSQfSgbUwUSFdCjYL3rqJEKAX2tRy4X1Hg9ZxzzgncdsC1/L/qdm1dsP/++3szmOvWretqduzfZ3PsxW5MiQpcbYs7ll1/A7neca5koijv28Stu8aGjgtaRcOVABA20B1mqynXe6k830XJQ+mLL76wCy64wJQM5FfCrhSS7TFOfQgggAACCCCAAAL5IUACQH70A61AAAEEEEAAAQTKVeD+++/3vvx3Fc0KGzp0qG222WauQyP/3vUFb9g9Xl1ffpMAcLwpAFGtWrXQffT99997ywK7gv+qMGg5/cQFy/oLdM2q1T7XmqHrV/zGlysBwBVM8bueKwjkCkIEdV422ux6HhXw1MoKRx11lHMcvfPOO6atO9577z3fYzXjWcGKdMU1XhQInTlzpjVq1CiwLWGSWML2p6tNmQTxXHUGJRUoYHzGGWd4+0X7Fde7r+R5WkHj9NNPtyVLlqStcptttrFnnnnGmjVrlvb32RzjLptMvJ0D938P0Ljp27evt61IUNEWNqNHj7aqVauGrTrluLArrIRNhktU7lraX9s49OvXz/sbYOXKlWnbHibAGmaW9xNPPGHt27fPyCfKSdkce1GuG+ZYV9vijmXX30Cud5xrVSjXc5/OwDUGXW1yfR4FrUSS3B5tFaCVaIISbFyfveX5Lippu2zZMuvUqZPvc5tJIlqYMcwxCCCAAAIIIIAAAoUhQAJAYfQTrUQAAQQQQAABBHIq4Ar0JF9cgTotE5zJUsfa0/iOO+7w9jhWMOXvf//7xqpdX/CGTQB46aWXAoOSriBY3C93454ft6OzGVzQzO158+Z5SR+upWbVbteX+Il7Kw8j1xL0mSYAhA0+l+xXVz+5ghBB46QsEgB0/TBJAGGXNA+a/blmzRovuK2x6Ff0XtIqA5tuumnaQ8IE/7M5hps2beqtPCGjsMX1XAQFc1xbG6gNUQPUrsSw5P3j091jNse4yyZu0NTVR08++aR16NDBdZi3dLr+bbXVVs5jkw/QGNcsfa2yE1TCvmOT63Ct8qMVULTCz7hx49JeOszy/4kTXX3erVs3u/POOyP7RMI085LctNKHX4nzfo3alqjv/rhjOW4CwLfffmta8eHZZ5/1vdUoyaBKDNHfEPobz6+4AtWuz+8wz0WY4L/a5xob5f0uKvneCPpsdLnGHcucjwACCCCAAAIIIJDfAiQA5Hf/0DoEEEAAAQQQQKBMBMIsi5rcEAWS9IVu7dq1Q7VPgX8Fk7QUsWaTq5QMuLoSAMLseawvZrXfsd/y3rouCQD+KwBoyW8FizRTe/78+TZlyhSTaZiiWYGaJaoZw65l4eN8gf7GG294y/kPGDDAC8iFSUTR+NZ41b90JWhpalcwXfVFnZGrc3IZoHK1OUywxPU8Jhzr1Kljt99+uyloVbLfw2y/oHpcS0qvXbvWW+o4KDgalIwQZQWLMDZqs2sM65ios51ddbqCOa6AfZRnVO+A7t27+87+DzPusznGXTZxg6aud9w333xj5557rs2YMcN1qPcOVEJKmM9HvZs041rvs6DPrcRF9az179/f+Y5NbmSYbQCCbirM8v+J8139FGUMOqEDDsjm2IvTjnTnutoWdyzHTQAIE7APk/yVuPcwgXfXu/K5557ztjgJKvq7QKv8lEy+0fifM2eO94yF+XumPBIAlGypVYqUCBTlb+sVK1bYaaedZsuXL09LM2TIENM/199k2R7j1IcAAggggAACCCCQHwIkAORHP9AKBBBAAAEEEECg3AW++uorbwng2bNnh2rLDjvs4M0S09Le++23n2233XYbv2TUbFTVpyC/Zk4qmKwgXnIpGdB37TurZYrvuece03VLFn3Bq6WvFSR86623Attf0RMAQnVuBgf5ffmeripXkCgoAJI8E1DHXXrppd6KD5tssolvqxXMVFDOb2wEzWT++eef7cILL7T77rvPt34FQ66//no75ZRTvOCDxr+Cek8//bS3t/bee+9d6lxXEMgVhAjqorJMAFA7FNRTcPr888/3gp4KNqxevdpbDl3bRpR89ku23bVthCuBI1GfkhE0Hk4++WTbfvvtvX54/vnnQ69goXrCJgCEWZVAdSkgdcwxx3jbpmgfbL2n9F7UKiolt+FwPReuBIAwK7lorD7wwAPejG+/oJCWx9a7NOizoEmTJvb444/bHnvs4TsUsznGXTZxg6ZhXnn6zNJnnms8J54JvQ+6dOnijSn1dWLrHK2KoWdUWyvce++9NmvWrDCX994v+gysXr16qOOTD3ItwR5UYZjl/xPnK5CplThGjRoV+L4cOXKkl8AV9N5OrkDJaboHeb366qs2fvx4360ndF42x15kbMcJrrbFHctxEwDU/DDjRe8AfS7+4x//8L1jfQ7qXeK3jYhO1LhW8pLe2X7FFehOnKfk1MGDB1u9evW81WD0LhszZoz33IR5blWP67M3F++i5M8T/Y2rLQ30vg961vUeGT58uLftkl9x/b2b7bFNfQgggAACCCCAAAL5JUACQH71B61BAAEEEEAAAQTKVSDMTK1sNbDkF5OufWd13TZt2tjFF19shx56qFWuXNkUFNAXwwoKaD/yMF/wur4Qjfvlbtzz4/q6ggtx6093fpTgv86PY5RuZvoRRxzhzc5VUHPnnXf2Am2afa4gm4JrN910U+DMv6AAdJh9rYNM/cabq59cQYiga5Z1AkCcMaVAzcSJE61BgwaB1YSZARqnHYlzwyYAhFmVwK89fttGuJ4LVwJA2JVcEgkb2gt733339d6lel6UtKWZuAqYuWbKhpmJns0x7rKJGzQNM3aUUKLgtpawL+uiYKuC3npeMimubQD86oyy/H+iDq3SooS9oH3WE5/nem/r3pITJDQWlSyj8ag9zrUUvZJREqsH6VzX53g2x14m3kHnuNoWdyxnIwEgMSNdq9sEFQWr9TdZ586dbffdd/c+exWYVt/rPrXlU3K/laxL7yKt7HLSSScFXifO+zZq/7k+e3PxLkpXZyLJVkv8K8l266239m5F76GVK1d6Kw8pIdKv6F2hVZzq168flYDjEUAAAQQQQAABBIpEgASAIulIbgMBBBBAAAEEEMiGgAJImtXZu3fvUMH0ONcsuQKA9uju27evPfjgg3GqdZ7rChzE/XI37vnOG3Ac4AouxK2/5PmZ7Hkdxyjs0vRh71MzoqdOnWoHH3yw7yla9tsVoPA7WUuBX3755aV+7eonVxAi6P4KKQFA/XnZZZdtnB3td1/aRkSzO+fNmxe2a32PU8BRs03T7XEdNgFAlWtLE83kz6SU3AJFdbieC1cCgOr4+uuvvZmjer/mqqgftLpD1apVAy+RzTHusokbNA1rVRa+JdsSZbl1v/vIdBuAKMv/J66tALCCk3quc1Vcn+PZHHvZvgdX2+KO5WwkAOiew2wDEtdGfz9oyfvE6hhB9bm2OInSlvbt23vL5iuQXrK4Pntz8S5y1Rnl3hLHXnTRRXbDDTeE2iYpk/o5BwEEEEAAAQQQQCD/BUgAyP8+ooUIIIAAAggggECZCujLe82m1xKkYWbUZ9q4dAGwuXPnejMH4163YcOG3uxBBQ1LFlfgwPVFrOvL+bjnZ+qZOM8VXIhbf+J8LbeuZe/1RXrYZZwT58YxSt4CIBv3oiV09UV5UADi448/tjPPPDPUHt0l2+QXTHD1kysIEXTvuU4AuOuuu7xEnaBlncP0jZIqtDTzTjvtFOZw57LeYSrRuB03bpxptZNrrrmm1ClREgDCznRO165cJQDoWrkM3Gkfbs2A18xwV8nmGI/zznC1M+rvv/jiC29Z81wmWSS/Z7UEv7Y5ibuPd5hl3UtaRFn+P/lcJUr069fPm4Gci+L6HM/m2Mt2+11tc/2N4WpPthIAdJ1crgql5BIlioTd0uKbb77xVvpRQl6coi19dO0ePXqk3RbI9dmbi3dRmC1lotxz3BVDolyLYxFAAAEEEEAAAQTyV4AEgPztG1qGAAIIIIAAAgiUm4BmC86ZM8cGDBjgXAo6k0a2bNnSW7pUS2Enl2zMHNQXxN26dTMtS59uz3dX4CDul7txz8/EM/mcSZMmecvx5qqE3Z826PpxjObPn+/tGRw3SUTtC7t1gZ4H7XXcq1evyKy33nqrl0xTsriCQK4gRFBDcp0AoOD1Flts4dzbOaiNmQQotEqIlmAfO3Zs5H7QCQruK3nhsMMOM7+VJKIkAOh9NWTIENMqD1FLLhMA1Bbtk37++eenfQdGbWvi+NatW3vbA2hGepiSzTEe550Rpq1Rj9Gy5sOGDbObb7456qmhj9d7TvXvueeeoc8JOjDqNgBxlxBXUFPJVVriPdvF9TmezbGX7ba72pZPCQD67Js2bZq30olrS4coTvo7Tcl3+nsiSombkJBYsejzzz+3Tp065U0CQDZXwMrGiiFR+oRjEUAAAQQQQAABBPJXgASA/O0bWoYAAggggAACCJS7wGeffWYjRozwVgTIRsBVN9SmTRsv+HbggQemvT99EaqAWtSgmvaSVTBOQd1PP/3U98tdV+AgbqAp7vlxO33p0qXWtm3btKsfZFq3bFu0aOGZnnjiic6lv13XiWOk8aHAgfYWznRM6n4USFZwqkqVKq7mer/Xda+88krvulFKya0uEue6gkD5ngDQrFkzb/lkbduhlTuiFJ07atQoO+igg6Kc5h2baVBR752RI0da3bp1vXqykQCgejKZ6ey3r7rruQizBUAyqN7fV111VeA+0WE6QM+LZnNrSXf9d9iSzTHusokbNA17T8nHaa/6559/3hRUfP311zOpIu05WqVCq1N06NAhq8t3R90GQIl0Wu1hq622yvje9N5U0o3eZ5m+r0teXMlDSioIWoUim2Mv45v3OdGVpBd3LGdzBYDELbz55pt29dVX26xZs2JxKOCvsdCzZ8+MxnamCQklrxv0PnF99ubqXbR48WLr379/rHdJnM/WWB3LyQgggAACCCCAAAJ5KUACQF52C41CAAEEEEAAAQTyR0BfuH700UdeIODJJ5/MaBaYZiRpqfguXbqYlud3LRkfNbCi4J72kVXdWiZZQQfNnBw/fvzG9ipwpS9HFfgL2u9ds3oVXFAAQUsmJ4IWOr9x48beF9fapsBvyfi458fteV1fe9orgUJ73EYp+pJcM6C33HJLL0Fjv/3280xr164dOlAe5npxjTQ+FJBQMF6zE8MGltSHmlWr2YwNGjSIvKT2L7/8YloSW1sfaAawqwQtca9Atsboc889Z8uWLdtYlZ6Vww8/3AYPHuybJOO6rp7Zp59+2mvrokWLUtp66KGH2umnn+4tpRyU/PCvf/3Le1a04kLCV23TLPB//vOfG5dt1rOmJfXDmGh89e7d20u8iDrzM/meo/SD2qwVGLR6Q/L9Ktiid4aCZYn7U+BV7yiNjyhBT40FJUppZYIwY1FJEzq+pH8iWPrEE0+Y2pcosmratKlnpwScKEvB61nRrFmtRBE1eKfraqlsBaX22GOPSNdV27M5xl3vDCVH6DNm0003dT0eWf+92qYVHfQcyDjMGEjXCH2OKYGtefPmWX3fJl9LY1Wfi3rvKGkh3XtM7wiNN60AVLNmzax4aRuV22+/3ftsDfPuLHnR5CQ0Jbi5ns9sjr2sACRVovvXWFFyWLrnvHv37tauXbvAbWmC2pSoX58B+pxMjMfEeyTT+n/77TdvfOtz9+WXX47Eovew3sG6dsmVnyJV9L8HR0lI0Ge+EmqSk071rtU7UX/nKaCvkvgbUYmkegb8iutd5PobMeh+f/zxR69NSpqJ8vfb/vvv7634cvbZZzufjUy8OQcBBBBAAAEEEECgMAVIACjMfqPVCCCAAAIIIIBAuQisX7/eVq1a5QUVFfDQfyd/waxGKYimL3sVSNYXrgok7L777hl9ma0vWhUcffbZZ71AXXLAQl/QaiuBk08+OVRSQbmAcdGcC2hZa41HBTm1J7u2fUgEmBIJDUr40B7aGovbb7997DZpL2LN/NU2GbpeIoCvAILGvAL42itdM1XDrjAQu1HlXIG2HZDHzJkzPY9EUEXvAyWRKGin57VGjRpZa6mCJbqmAl3J/aBrapl/Bcs1m7Zq1apZu2Vd3EAAACAASURBVKZfRUq60LLSCpBpRYT33ntvo4Heh/Xr1/eCSq1atfI8/BKIctVQtU+rFSipSe9u9ZFWcEhe1lvtUltlp2QpjWVXoDVX7S3UepWc8u6779qSJUu8zyuNiZLOifdEtWrVPGsllunzMhvvpnx3098QCmzqna1/SgxIDoKn+xsiF0lo+e6Uz+1TUpFWF9HfZPqnd13y567arnedEgf1mat/ClBXrlw5q7elduhZUxJg8t+HiWRNfeYr+K9ERlfSaVYbloXK9LfvBx984CXg6TnR52lyoqCeCX3OyVarM+27775l/pmShdukCgQQQAABBBBAAIEcC5AAkGNgqkcAAQQQQAABBBBAAAEEEEAAAQQQQAABBBBAAAEEEEAAAQQQQKAsBEgAKAtlroEAAggggAACCCCAAAIIIIAAAggggAACCCCAAAIIIIAAAggggECOBUgAyDEw1SOAAAIIIIAAAggggAACCCCAAAIIIIAAAggggAACCCCAAAIIIFAWAiQAlIUy10AAAQQQQAABBBBAAAEEEEAAAQQQQAABBBBAAAEEEEAAAQQQQCDHAiQA5BiY6hFAAAEEEEAAAQQQQAABBBBAAAEEEEAAAQQQQAABBBBAAAEEECgLARIAykKZayCAAAIIIIAAAggggAACCCCAAAIIIIAAAggggAACCCCAAAIIIJBjARIAcgxM9QgggAACCCCAAAIIIIAAAggggAACCCCAAAIIIIAAAggggAACCJSFAAkAZaHMNRBAAAEEEEAAAQQQQAABBBBAAAEEEEAAAQQQQAABBBBAAAEEEMixAAkAOQamegQQQAABBBBAAAEEEEAAAQQQQAABBBBAAAEEEEAAAQQQQAABBMpCgASAslDmGggggAACCCCAAAIIIIAAAggggAACCCCAAAIIIIAAAggggAACCORYgASAHANTPQIIIIAAAggggAACCCCAAAIIIIAAAggggAACCCCAAAIIIIAAAmUhQAJAWShzDQQQQAABBBBAAAEEEEAAAQQQQAABBBBAAAEEEEAAAQQQQAABBHIsQAJAjoGpHgEEEEAAAQQQQAABBBBAAAEEEEAAAQQQQAABBBBAAAEEEEAAgbIQIAGgLJS5BgIIIIAAAggggAACCCCAAAIIIIAAAggggAACCCCAAAIIIIBAxgJ//fGn/XvJ/4t8/t7NDoh8TiGfQAJAIfcebUcAAQQQQAABBBBAAAEEEEAAAQQQQAABBBBAAAEEEEAAAQQqgIASAC6t3TrSnba5+lw76rwOkc4p9INJACj0HqT9CCCAAAIIIIAAAggggAACCCCAAAIIIIAAAggggAACCCCAQJELkAAQroNJAAjnxFEIIIAAAggggAACCCCAAAIIIIAAAggggAACCCCAAAIIIIAAAuUkQAJAOHgSAMI5cRQCCCCAAAIIIIAAAggggAACCCCAAAIIIIAAAggggAACCCCAQDkJkAAQDp4EgHBOHIUAAggggAACCCCAAAIIIIAAAggggAACCCCAAAIIIIAAAgggUE4CJACEgycBIJwTRyGAAAIIIIAAAggggAACCCCAAAIIIIAAAggggAACCCCAAAIIlJMACQDh4EkACOfEUQgggAACCCCAAAIIIIAAAggggAACCCCAAAIIIIAAAggggAAC5SSgBIAnLh/tXf27j1fbqlff9v57p33+brUO3i9tq2rsXdOOOq9DObW4fC5LAkD5uHNVBBBAAAEEEEAAAQQQQAABBBBAAAEEEEAAAQQQQAABBBBAAIEMBO7qMNj+veT/eWeeefcVdkCbIzOopThPIQGgOPuVu0IAAQQQQAABBBBAAAEEEEAAAQQQQAABBBBAAAEEEEAAAQSKUuDi3Vt596XZ/72njLCtd9yuKO8zk5siASATNc5BAAEEEEAAAQQQQAABBBBAAAEEEEAAAQQQQAABBBBAAAEEEChzgTenL7BHLxjmXfews1pb+2H9yrwN+XxBEgDyuXdoGwIIIIAAAggggAACCCCAAAIIIIAAAggggAACCCCAAAIIIIDARoF7Ol1mH77ypvf/u4y53A486Sh0kgRIAGA4IIAAAggggAACCCCAAAIIIIAAAggggAACCCCAAAIIIIAAAggUhEBi+f/qe+3uLf9ftcYOBdHusmokCQBlJc11EEAAAQQQQAABBBBAAAEEEEAAAQQQQAABBBBAAAEEEEAAAQQyFlg+e6FNOO967/wmXU6wjjddmHFdxXoiCQDF2rPcFwIIIIAAAggggAACCCCAAAIIIIAAAggggAACCCCAAAIIIFBEAvd2udI+WLDUu6MzRl9qDU85uojuLju3QgJAdhypBQEEEEAAAQQQQAABBBBAAAEEEEAAAQQQQAABBBBAAAEEEEAghwKJ5f933GNX6z15hG27y445vFphVk0CQGH2G61GAAEEEEAAAQQQQAABBBBAAAEEEEAAAQQQQAABBBBAAAEEKozAO3NetQd7DPXut/HprezUkQMqzL1HuVESAKJocSwCCCCAAAIIIIAAAggggAACCCCAAAIIIIAAAggggAACCCCAQJkLPND1Gntv/mvedTvfcbE16tCizNtQCBckAaAQeok2IoAAAggggAACCCCAAAIIIIAAAggggAACCCCAAAIIIIAAAhVYILH8f7W/72K9p9xk2+1WowJr+N86CQAMCwQQQAABBBBAAAEEEEAAAQQQQAABBBBAAAEEEEAAAQQQQACBvBXQzH+tAKBySKfj7LRbBuVtW8u7YSQAlHcPcH0EEEAAAQQQQAABBBBAAAEEEEAAAQQQQAABBBBAAAEEEEAAAV+BB3sMtXfmvOr9vtNtF9nBpx6Llo8ACQAMDQQQQAABBBBAAAEEEEAAAQQQQAABBBBAAAEEEEAAAQQQQACBvBVILP+//e47ecv/71Bz57xta3k3jASA8u4Bro8AAggggAACCCCAAAIIIIAAAggggAACCCCAAAIIIIAAAgggkFbggwVL7d4uV3q/a9SxpXW+fTBSAQIkADA8EEAAAQQQQAABBBBAAAEEEEAAAQQQQAABBBBAAAEEEEAAAQTyUuDh8663t2cv9Np22s0D7ZDOx+dlO/OlUSQA5EtP0A4EEEAAAQQQQAABBBBAAAEEEEAAAQQQQAABBBBAAAEEEEAAgRSBxPL/2+1a3XpPGWHVau2CUIAACQAMDwQQQAABBBBAAAEEEEAAAQQQQAABBBBAAAEEEEAAAQQQQACBvBP48JW37J5Ol3rtOqj9MXb6qEvyro351iASAPKtR2gPAggggAACCCCAAAIIIIAAAggggAACCCCAAAIIIIAAAggggIA9esFwe3P6i55ExxEDrMkZrVBxCJAAwBBBAAEEEEAAAQQQQAABBBBAAAEEEEAAAQQQQAABBBBAAAEEEMg7gcTy/1V32sF6Txlp1ffcLe/amG8NIgEg33qE9iCAAAIIIIAAAggggAACCCCAAAIIIIAAAggggAACCCCAAAIVXOCjJf/PxnYY7Ck0PLm5nXHnZRVcJNztkwAQzomjEEAAAQQQQAABBBBAAAEEEEAAAQQQQAABBBBAAAEEEEAAAQTKSODxC0fav56Y712tw/D+duiZJ5bRlQv7MiQAFHb/0XoEEEAAAQQQQAABBBBAAAEEEEAAAQQQQAABBBBAAAEEEECg6AQuqXmCbdiwwbbcvqpdMO0Wq7F3zaK7x1zcEAkAuVClTgQQQAABBBBAAAEEEEAAAQQQQAABBBBAAAEEEEAAAQQQQACBjAQ+Wfqe3XnSQO/cA9odZWeOvTyjeiriSSQAVMRe554RQAABBBBAAAEEEEAAAQQQQAABBBBAAAEEEEAAAQQQQACBPBWYfNGt9vqkuV7r2t/Y1w47u02etjT/mkUCQP71CS1CAAEEEEAAAQQQQAABBBBAAAEEEEAAAQQQQAABBBBAAAEEKqzAZXu0sT9//8M237qK9Ztxu+20b60KaxH1xkkAiCrG8QgggAACCCCAAAIIIIAAAggggAACCCCAAAIIIIAAAggggAACORH47K0PbFTr/l7dDVofYWfdc2VOrlOslZIAUKw9y30hgAACCCCAAAIIIIAAAggggAACCCCAAAIIIIAAAggggAACBSYw9dI7bMmjz3itPvm6Ptase7sCu4PybS4JAOXrz9URQAABBBBAAAEEEEAAAQQQQAABBBBAAAEEEEAAAQQQQAABBP5X4Iq9T7Lff/3NNqv8N+v/9Cjbpe4e2EQQIAEgAhaHIoAAAggggAACCCCAAAIIIIAAAggggAACCCCAAAIIIIAAAgjkRmD1O6vstuMv8Crf/4Rmdva9V+fmQkVcKwkARdy53BoCCCCAAAIIIIAAAggggAACCCCAAAIIIIAAAggggAACCCBQKALTrrzTFj00y2vuSUN72+E9Ti6UpudNO0kAyJuuoCEIIIAAAggggAACCCCAAAIIIIAAAggggAACCCCAAAIIIIBAxRW4qm57++2nn80qVbKBz46xXevvWXExMrxzEgAyhOO0zAX+/PNPmzNnjk2aNMneeOMN++KLL2z9+vVWvXp1q1Wrlh177LHWvn17q1+/fuiLrFu3ziZPnmwzZsyw5cuX29dff20bNmywnXbayerWrWtt27a1Tp062fbbbx+6znQH9u/f30aPHp3yqwMOOMDefPPNyPV+9tlnNmvWLHvmmWfso48+8tr83Xff2apVq6x27dqR6+MEBBBAAAEEEEAAAQQQQAABBBBAAAEEEEAAAQQQQAABBApV4Kv3P7FbWpznNb/+8YdZt/uHFOqtlGu7SQAoV/6Kd/GlS5dar1697F//+lfgzVeqVMm6du1qN998s1WrVi3w2OnTp1vfvn3t888/Dzxuxx139OpTvZkUBez//ve/lzo1agLAv//9b7viiiu8hAUlKZQsSgYgASCTHuIcBBBAAAEEEEAAAQQQQAABBBBAAAEEEEAAAQQQQACBQhWYPuRuW3j/U17z2w7pZUee275Qb6Vc200CQLnyV6yLP//883biiSfab7/9FvrGDzzwQHvhhRdsu+22S3vOlClTrHPnzvbXX3+FrvOuu+6y3r17hz4+caBWJZg2bVqp86IkAIwdO9YGDhzorXjgV0gAiNw1nIAAAggggAACCCCAAAIIIIAAAggggAACCCCAAAIIIFDgAkP+car9/D9rvbsY8Mydttv+exf4HZVP80kAKB/3CndVzXpXoPynn34qde9alr9q1aq2evVq+/3330v9vkOHDjZ16tRSP//000+tTp069uuvv5b6nZb+33TTTb06Sxb9XEv2/+Mf/wjdD1qmX8kL6UrYBIBLLrnERo4cGXjNKlWq2IoVK9KuNBC6sRyIAAIIIIAAAggggAACCCCAAAIIIIAAAggggAACCCCAQAEJrFn1uY04qqfX4v2ObWLdxw8toNbnV1NJAMiv/ija1vTo0cMeeOCBlPvbZZdd7P7777dWrVqZlvz/8ccf7YYbbrARI0aUcli1apXtueeeKT+/6qqrvOOTS40aNbxkgSOOOML78RtvvGEdO3a0Tz75JOU4rQCglQDCFCUY1K9f35TEkK6ESQDQtfr06VPq9N122837+XHHHWf77befbbnllmGaxDEIIIAAAggggAACCCCAAAIIIIAAAggggAACCCCAAAIIFI3ArOvutQX3POHdT5urz7WjzutQNPdW1jdCAkBZi1fQ61WvXt2+/fbblLtfuHChNWvWrJRIy5Ytbf78+Sk/V6LAOeeck/Kz5s2b24IFC1J+Nn78eOvWrVvKz2bPnm1t2rRJ+Zlm/y9fvjxUb1xzzTV23XXX+R7rSgDQdRo3blxqpYLBgwd7CQyVK1cO1Q4OQgABBBBAAAEEEEAAAQQQQAABBBBAAAEEEEAAAQQQQKAYBYYe2Nl++vZ/vFvrP3uU1Txg32K8zTK5JxIAyoS5Yl/kf/7nf0zL/CcXzXz//PPP08LcfPPNdvHFF6f87tprr7Wrr7465Wf16tXzlstPLh9++KHttddeKT/TDH4trZ9clJDwzTffODtm5cqVtv/++9tvv/3me6wrAaBdu3Y2c+bMlPOHDx9ul156qfP6HIAAAggggAACCCCAAAIIIIAAAggggAACCCCAAAIIIIBAMQt898mXNrxZd+8W6x7T2HpMuLaYbzfn90YCQM6JuUBUAQXHL7/88pTTbrvtNhswYEDKzw4++GBbunRpys8++OAD22effVJ+9vPPP9tWW22V8rPatWvbRx995Gza8ccfb3Pnzt14nFYDUDJCcglKAHjnnXe8BIINGzZsPOXoo4+2559/3nltDkAAAQQQQAABBBBAAAEEEEAAAQQQQAABBBBAAAEEEECg2AWeHvaAvTBmsnebra/sYc3PP7XYbzmn90cCQE55qTwTgSOPPNJefvnllFOXLVtmBx54YMrP+vbta2PGjEn52dixY+38889P+dm0adOsffv2KT/r1KmTTZw4MbB5kydPNh2XKA0bNrSnnnrKatWqlXJeUAKAZvmPGDEi5Xhtb7D55pvbuHHj7KWXXrKvvvrKttxyS9t7772tY8eOXvu33nrrTOg4BwEEEEAAAQQQQAABBBBAAAEEEEAAAQQQQAABBBBAAIGCEriuURf78evvvDb3m3m7/b1h3YJqf741lgSAfOuRCtyedevW2ZVXXml33HFHikLbtm1txowZpWTeffddU/D9jz/+2Pg7bTUwadIkO/bYY72fvf76617wP3m7gUqVKtnChQutadOmvtpr1641bTHwxRdfbDxGSQlaOaBmzZop5wUlABxyyCH2xhtvbDxeWxGcdtpp9tBDD/leWwkGSlpQwgEFAQQQQAABBBBAAAEEEEAAAQQQQAABBBBAAAEEEEAAgWIV+OGLb+zGJmd7t1en+cHW85Hri/VWy+y+SAAoM2ouVFJAS/q/+eab3o8VcH/vvffsl19+STlMy+drufwdd9wxLeADDzxgPXv2TFliXwfWqFHDNttsM1u9enWp82666Sa75JJLAjtk0KBBpm0HEuX000+3xx57zEskCJsA8NNPP9l2221nf/75Z+TOr1atmpc4oIQDCgIIIIAAAggggAACCCCAAAIIIIAAAggggAACCCCAAALFKPDsiIds/qjHvVs74bLudkzf/1uduxjvtyzuiQSAslDmGmkFNBM/qPTo0cNuvfVWq1q1auBxU6ZMsd69e9v3338feNzf/vY3u/POO61Xr16Bxy1fvtwOOuigjSsLaHn+999/33bfffdICQAffPCB1alTx/da2267rZcgoKSCdEkCJ554os2ePZvRgwACCCCAAAIIIIAAAggggAACCCCAAAIIIIAAAggggEBRCmj2v1YBUOn71K1W6+D9ivI+y/KmSAAoS22ulSLgSgDo06ePXXvttabZ8EFFM/O1CkDJ1QNKnqPr3Xfffda9e3fzu/aGDRvsiCOOsFdeeWXj6dddd51dddVV3v+PsgLAokWLrFmzZqWavscee9i4ceOsZcuW3u+++uor071q2f+SRasi1K3LPic8OggggAACCCCAAAIIIIAAAggggAACCCCAAAIIIIAAAsUl8OPX39l1jbp4N7XvkQfZuY/dWFw3WE53QwJAOcFzWbPmzZvbggULAil22mknmzt3rjVo0CDtcVrKf+TIkZE4zz//fBs7dmzac7SlgFYeSBQtwa8g/BZbbOH9KEoCwNNPP22tW7cudZ1PP/201DYCf/zxh9WvX9+0akBySU4+iHSTHIwAAggggAACCCCAAAIIIIAAAggggAACCCCAAAIIIIBAHgs8d+sjNvfWR7wWtrqkq7Xof3oet7ZwmkYCQOH0VVG3dO3ataal90ePHm0TJ05MuddddtnFVqxYUWorgEceecTOOuuslGNr1qxpt912mze7fpNNNrEXX3zRBg4caKtWrUo5bsSIEXbxxRen/ExbCGjJ/m+//Xbjz5944glr3779xv8fJQFg1qxZ1rZt21L9plUG0hWtTnDuueem/KpNmzY2c+bMou57bg4BBBBAAAEEEEAAAQQQQAABBBBAAAEEEEAAAQQQQKDiCQxv1t2+++RL78b7PHmL7dG4fsVDyMEdkwCQA1SqjCegJfoffPDBlEpuvPFGu/zyyzf+7K+//rJatWp5M/ITZfPNN7e3337b9t1335RzP/vsM292vZIMEmWbbbax1atX29Zbb73xZ7169bJ777134/8/5phjbP78+Sl1RUkAmDNnjrVq1Srl/EMOOcRee+21tEBvvfWWHXjggSm/0/9ftmxZPFDORgABBBBAAAEEEEAAAQQQQAABBBBAAAEEEEAAAQQQQCCPBH767j829IBOXov2PvxAO2/i8DxqXWE3hQSAwu6/omy9gvgHHHBAyr01bdrUXnnllY0/W7JkiR166KEpxwTNlu/atatNmDAh5fgZM2ZsnKGv+g477DBLnp2v7Qe22267lHOUALBu3bpS7lo5QKVdu3am1QVUXn/9dWvcuHHKsR06dLCpU6em7bc1a9ZYjRo1Un63zz77lNoWoCg7nZtCAAEEEEAAAQQQQAABBBBAAAEEEEAAAQQQQAABBBCoMALzR020Z0f8d0Lw8YPPspYDulSYe8/1jZIAkGth6o8s8NNPP5lm6CeX3Xff3TSTP1G0TcDpp6fuA9KvXz8bNWpU2usNHTrU/vnPf6b8TlsFDBgwwPvZtddea0OGDInc1pIndOnSxbQ1gcpXX31l2r4guSjJYNGiRWmvk24FgCZNmtjixYtjt4sKEEAAAQQQQAABBBBAAAEEEEAAAQQQQAABBBBAAAEEEMgXgRFH9bQ1q/670vf5U0fanofuny9NK/h2kABQ8F2Y/zfw0EMPWbdu3VIa2qdPHxszZkzaxn/yySdWu3btlN9phv2KFSs2/uzRRx+1M888M+WYTp06mRID0pW+ffuWut4dd9xh/fv39w5XW3RM3JKcAKC6NIP/ww8/3FjtFltsYd98802pBAcdcN9999m5556b0oSzzjqr1MoFcdvI+QgggAACCCCAAAIIIIAAAggggAACCCCAAAIIIIAAAgiUl8Av//nJrqnf0bv8Xoc1sN5T/ru6NiU7AiQAZMeRWgIEFixYYM2bN085QjPjFdCvWrVqqTM1U18z9pNLyeX9NYu+WbNmKceorlWrVtmOO+6Y8vOff/7ZlECg5fuTS/IWAJMnTzYlEMQtJRMALr300o1bAiTqvummm+ySSy5JudTvv/9u9evXt5UrV6b8/OGHHy6V6BC3jZyPAAIIIIAAAggggAACCCCAAAIIIIAAAggggAACCCCAQHkJvDh2is2+8X7v8scOOtOOG5Q66be82lUs1yUBoFh6Mo/v448//rDddtvNm/meXBo3bmxjx461Ro0aeT/W0v933XWXXX755fbnn3+mHDthwgTTbPhEWb9+ve2666723XffpRynJfMfeOAB22+//byfazWB3r1727PPPptynGbia4n+bbfdNpKckghq1qyZcs4BBxxgb775Ztp6Vq9ebXvssYepvYnyt7/9zUaPHm3nnHOO6b/VDrVx+vTpKXXsvPPO9u9//9uqVKkSqY0cjAACCCCAAAIIIIAAAggggAACCCCAAAIIIIAAAggggEC+Ctx8zHn29QefeM07b/JNtnfTA/K1qQXZroJPAJgyZYoXPP3+++8jdYD2mH/88cetdevWzvM2bNjgBZKfeuope+GFF0x7tev/qzRs2NAUAO7YsaMdccQRaWe0B11AQfGZM2favHnzbNmyZfb+++97h2vGuupu27attWzZ0mrUqOFsZ/IBCrovWbLEZs+ebQsXLvQC1GvXrvWWnj/wwAPtqKOOsnbt2nnX2GyzzSLVncnBd955p/Xr1y/tqZqxv9VWW9mXX36ZEihPHKz2vv7666XaOXLkyFIz6RPnKHiu+/riiy9M/VeyXHTRRXbzzTdHvpWoCQC6gK5z8cUXl7rWlltuadWqVTMlCZRMeNDB48ePL7V1QuQGcwICCCCAAAIIIIAAAggggAACCCCAAAIIIIAAAggggAACeSLw27pf7Ko6p3itqX3IftbniZut0iab5EnriqMZBZ0A8Msvv9jAgQPtnnvuyag3brzxRm+2eVBRYsGIESO8meoKoAcVBe2vv/56a9++vW3iGKhq+9133+0d70pe2GGHHezaa6+1nj172uabb+68VwX7r776aps1a5bzWC2tr0B63bp1ncfGPUDtv//+/y7nEbb8/e9/t+eff9722muvUqcosN+tWzfT6gBRyoknnuglc2j2fdSSSQKA2tm9e3d76KGHQl9OyRKjRo0KfTwHIoAAAggggAACCCCAAAIIIIAAAggggAACCCCAAAIIIJDvAi+Ne9JmXjvOa2bLC8+w4y8+O9+bXHDtIwEgIAHg66+/tvPOO6/U0uxBvawZ9kos0KoEfjPr161b581cV1JBlHLFFVeY/mm2vF9ZsGCBde3adeMKBWHq1woGWnr/sMMOC3N4rGPGjBnjJSf88MMPznpOPfVULwiu2fx+RTPnb7rpJs9crkFFAf8BAwbY0KFDM15WP5MEALVJSQDDhw/3Ej5+/vln32aqb5XsMWjQIKcPByCAAAIIIIAAAggggAACCCCAAAIIIIAAAggggAACCCBQSAK3HdfHVr/7b6/JvSYOs30Ob1hIzS+ItlbYBAAF6qdNm2YtWrRI21EKJmt1gXvvvTdyR6ruqVOn2nHHHVfqXC3Nr0CwguCZlHHjxnkrAVSqVKnU6e+9956dfvrp3hYFUcvRRx9tDz/8sO22225RT418/I8//miTJk2yp59+2tv2QNsgKJCvlQ60isLhhx9uZ511lvffYYu2D5C56vzggw9MyRt//fWXt3XCnnvuaa1atTIlFOyxxx5hq0x7XKYJAInKdP6DDz7otXPVqlVeIsT222/vrXBwwgkn2LnnnhuY8BCr8ZyMAAIIYc8b7wAAIABJREFUIIAAAggggAACCCCAAAIIIIAAAggggAACCCCAQDkJ/PHbert8r3be1WsesK9dMP1W27QMtiovp9stt8sWXQKAZuzfdtttGc/wTvTEo48+ameeeWZKxyiwf80111iPHj28oK2SBJREcNVVV5Waca9gs7Ym0HHJ5aWXXrLOnTt7+90nl8GDB3uz03fddVf7/fffvWXvL7vsslLB/GbNmtkjjzxitWvXTjnfbzsEze5XwsExxxzjLXmv/eZvv/12b1/6kkU/79+/f9rkgnIboVwYAQQQQAABBBBAAAEEEEAAAQQQQAABBBBAAAEEEEAAAQQKXmDhA9Nt+jV3effRol9na3Vpt4K/p3y8ARIA0vSKgvNnn322zZs3L+W3CqRfdNFFKUv7a2n3++67z3r16pVybLoVBpQw0LdvX28GeHLp06ePjRgxotTS/nPnzrWOHTva2rVrU47X9ZSEkFzmz59vp5xySsqxtWrV8vadP+qoo1KO1Qx87TE/YcKElJ+3bNnS+9kuu+ySj2OVNiGAAAIIIIAAAggggAACCCCAAAIIIIAAAggggAACCCCAQIEK3HFiP/v87ZVe68999Abb96hGBXon+d1sEgDS9M9zzz1Xavn+Jk2a2OOPP552CXnNqu/SpYu9+OKLKbVdd911duWVV26cUf/22297Af2VK/87sFUUbH/qqaescePGpVqiwP8FF1zgLc2fXEqucqDl87WlwLBhw1KO02x+JRZsvvnmpepOd49KWnjmmWdMqwxQEEAAAQQQQAABBBBAAAEEEEAAAQQQQAABBBBAAAEEEEAAgWwI/PXnn3ZprdZeVbvst6f1n3mHbbb537JRNXWUECABoASIZvTfcMMNXkA9uQRtLbB+/XpvuX5tPZBcFOzXbP1tt93W+3G6bQW0N70C/DvuuGPawak6Bw0alPK7pk2b2mOPPWaa4a/y7bff2llnnWXPPvtsynHaKkCJCenKJ598YmeccYYtWrQo5de33nqrDRw4sMI8KEqe0PYJSpLQFgkUBBBAAAEEEEAAAQQQQAABBBBAAAEEEEAAAQQQQAABBBDIrsCrE2bZk1fc6VV69AWn2YmXn5PdC1DbRgESAEoMhv/85z/Ws2dPmzp1aspvXIFxV6DeL0lAwXZtLVC5cuW0w3LGjBl20kknpfxOqwbMnDnTGjX677IYS5cutbZt25q2LkiUkseUrNzvPl3tKbZnRwkA2hJh6623JgGg2DqX+0EAAQQQQAABBBBAAAEEEEAAAQQQQAABBBBAAAEEEMgLgdHtBtin/1rhtaXHw9db3aMPzot2FWMjSAAo0at+M+ODZtOrikmTJlnnzp1Tattnn328RIIGDRqYX8D92muvLbXaQHIlixcv9rYj0HYAyWXu3Ll27LHHej9KlyRwwAEHeG2qU6dO2nH766+/2kUXXWRjx45N+b1WEhgzZoxpO4CKUEgAqAi9zD0igAACCCCAAAIIIIAAAggggAACCCCAAAIIIIAAAgiUp8DFu7fyLl9j75o24Jk77W9VSm9hXp7tK6ZrkwBQojdXrFhhp512mi1fvjzlNwsXLrRmzZr59v0rr7xihx9+eKnfJ85bs2aNt+T+vHnzUo5xJRa8//771qlTJ3vrrbd8z5swYYJ17do15ffHH3+8t+VAtWrVfNt83XXX2TXXXBP5vGJ6AEgAKKbe5F4QQAABBBBAAAEEEEAAAQQQQAABBBBAAAEEEEAAAQTyTWDJY8/a1Etu95rV/PyO1vrKnvnWxKJqT9ElAGjpe5Xk5fBr1apl9evXt6OOOspbKl+z4jfZZJO0HekK5Pv1vuu8MIH8dHWHOS/TQH6m5xXTE0ACQDH1JveCAAIIIIAAAggggAACCCCAAAIIIIAAAggggAACCCCQbwJjT7nIPnr9Ha9Z5zx0rdVr0TjfmlhU7Sm6BIAwvdOmTRsbOnSoNWzY0CpVqpRyiiuQ71f/0qVLveSC5MQDHZuY4R8mkJ+ubr8tCZK3Dsg0kH/bbbfZoEGDUi7r2jogjG8hHUMCQCH1Fm1FAAEEEEAAAQQQQAABBBBAAAEEEEAAAQQQQAABBBAoNIHE8v/Vau1iA+eOtc23qlJot1BQ7a2QCQDqIa0KcNddd1mrVq1SkgAyTQBwBfhdv/cbNd9995116dLF5syZk3JINhIAtEXAmWeemVIvCQAF9fzSWAQQQAABBBBAAAEEEEAAAQQQQAABBBBAAAEEEEAAAQTyVuCNyc/ZpEG3eO07slcHa3vNuXnb1mJpWEEnAGj2tmbyawZ8JkXB7scff9zq1au38XQSAA6wSZMmedskVITCCgAVoZe5RwQQQAABBBBAAAEEEEAAAQQQQAABBBBAAAEEEEAAgfIQuPvUS2zVq297l+4+/p+237GHlkczKtQ1CzoBQD21fv16W7t2rddpW265pVWp8n9LRvz000/27rvv2pgxY2zChAlpO/bqq6+2IUOG2Kabbur9PtMEgBUrVthpp51my5cvT7nO9OnTrV27dpbpCgBr1qyxM844w+bNm5dS76233moDBw70fpbpFgAy6dq1a0q9TZs2tccee8xbIaEiFBIAKkIvc48IIIAAAggggAACCCCAAAIIIIAAAggggAACCCCAAALlIZBY/n/bXXa0wc/fY1tss1V5NKNCXbPgEwDC9NYff/xh48ePt169epU6vHnz5qal8HfddVfvd5kmALjOyzQBIMx5mSYAZHpeGPNCOYYEgELpKdqJAAIIIIAAAggggAACCCCAAAIIIIAAAggggAACCCBQSAL/evJ5e7z/CK/JR/Q8xdr987xCan7BtrVCJACod3744Qfr0aOHTZs2LaWz9tlnH5s6dao1aNDA+/nixYvtuOOO27iqQOLghQsXWrNmzXw7Ol0CwC677GIzZ860Ro0a2YcffmidO3e2pUuXptTxyCOPWJcuXXzr9UsASKwsoBOHDRtmV1xxRUodxx9/vJfYUK1aNd+60yUAdOzY0e677z7bdtttC3ZQR2k4CQBRtDgWAQQQQACB/8/eXYBJWXUBHD90dwrSIA2iNCICokiHSEg3CEgI0iUNUgJKdyMipTQo3YIKiMTS3Z3fc+5+u847O7s72zOz//s8Puo7973xe4fdYe655yKAAAIIIIAAAggggAACCCCAAAIIIIAAAgg4JzClbg85+fshU7nRtL6Sp3xx526kVogEIk0AwOvXr2XAgAHmH/tiu7jvzI57R+IrV66UqlWrWl7Shf9FixZJ1qxZ5ebNm2ahf926dZY6AwcOFD2GwL+iAQOVK1eWy5cv+1ZJkCCBrF+/XooW9T4jQxf669evb2kif/78snjxYsmePbvDpvXohO7du8uYMWMsr7dt21a+/fZbiR07dojeWO5yMwEA7vKkGCcCCCCAAAIIIIAAAggggAACCCCAAAIIIIAAAggggIA7Cfik/4+fPLF02zpV4iRO4E7Dd9uxRpoAAH1Cjna863XbAIDr169LvXr1ZOPGjZaHOnr0aOnUqZO/D3ry5MnSunVry+sVK1aUuXPnSpIkSeTRo0fy5Zdfmt31tkXbHDZsmMSMGdNh2xs2bDAZCWyLbWCBXv/tt9+kVKlSljq22QccNXz//n354osvzPhsy5AhQ6RHjx5u+4YO6sAJAAiqGPURQAABBBBAAAEEEEAAAQQQQAABBBBAAAEEEEAAAQQQCFjg8MptMr/tUFPpvaZVperANpCFk0CkCQDQhV7daa/p8m2L/U55/xbqA9oZ799uel1I16CDaNGiiX8ZCGyDBBw9c92h37lzZ8tLDRo0kIkTJ4pmAtBy/Phx+eyzz+To0aOWepp9oHbt2g7fSl5eXibQYefOnZbXNbNAuXLlwuntF/HdEAAQ8c+AESCAAAIIIIAAAggggAACCCCAAAIIIIAAAggggAACCHiWwLQGveXElv1mUg2n9Ja8Fd7zrAm68GwiTQCAptBv2LChn539js68d7ToXrx4cVmwYIFkyJDBz+M8c+aM1K1bV/bs2WN57eeff5YqVar4XnN0TEBAO/Vv374tzZo1k59++snSrn02grt370rz5s1l2bJllnoBZRdYvny51KxZ01I/oDm68Hs4REMjACBEfNyMAAIIIIAAAggggAACCCCAAAIIIIAAAggggAACCCCAgB8Bn/T/cRLGl6+3z5B4SROiFE4CbhsAoLvu+/XrJ3HjxjU75OPFi+cv2dOnT0UXzXv27Omnjp53rwvlUaJE8X1t7969Uq1aNdGgAdsyZcoUs9BuW1d39o8fP146duxoqfvhhx/KnDlzRBf4fYp/gQI6rgEDBkj06NEtbWgAge7213T9PiVnzpyydOlSyZ07t+81HYMGLXTp0sVyv9bVLAD58uWzXNfAglatWpl2bItmSFBTzVgQWQoBAJHlSTNPBBBAAAEEEEAAAQQQQAABBBBAAAEEEEAAAQQQQACB8BA4una7zGk5yHRVvHFlqT7oi/Dolj7+L+C2AQC6iK2L42vWrDG78nWnvO7CT58+vcSMGdNM78GDB3L48GGZNGmSLFy40M9DL1GihMybN08yZsxoee3hw4fSrl07mTVrluW69jNo0CCpXr26CTjQMUyfPl0GDhxoWaTXm8aOHSsdOnSwBAvoYrMu9OuxALZFU/n37dvXzCFJkiSi/euu/969e4um6rctusg/ePBgiRUrluX6X3/9JbVq1ZJjx45Zrn/00UdmzAUKFJCoUaPKqVOnzCK/vYfOTTMIFCxYMFL94SAAIFI9biaLAAIIIIAAAggggAACCCCAAAIIIIAAAggggAACCCAQxgIzG/eTvzd6Z05v8EMvyVepZBj3SPO2Am4bAOBf2ntnH68ueM+ePVtKlSrl8JYdO3bI559/7mcB3pn2NUBg8uTJkiJFCj/VT548aQIX7I8LcKbdIkWKyNy5cyVbtmx+qutCtmY56NatmzNN+akzYsQIk0nBk3f/b5++ws+8X716LU+ePpFYMWM6nPt7zaoFy5ObEEAAAQQQQAABBBBAAAEEEEAAAQQQQAABBBBAAAEEEIiMAj7p/2PEiSU9d82W+MkTR0aGCJuz2wYA6IK37oTX3exBLdmzZzc79D/++GPLDn3bdjStvu6Sb926tZ/d/QH1pzvuJ0yY4HCR3ue+bdu2SaNGjYIUXJA/f375/vvvpVixYv52r5kDNABAMx4EpegRBPpPQMcoBKU9V607p8U3cvSXHU4PL32BHNJ+1Vin61MRAQQQQAABBBBAAAEEEEAAAQQQQAABBBBAAAEEEEAAgcgs8Nf63TKraX9DUKxBRakxtH1k5oiQubttAIBqPX36VFavXi3Dhw+Xffv2BQqoqfZ14V3T6Nun/Xd0swYBrF+/Xrp27SpHjx4NsH1tu3HjxtKnTx+HO//tbz548KBZrN+0aVOg4/7ss89k6NChkjlz5kDrPn782AQ3jBo1Sm7duhVgfc2CoEcS1KlTx8+RAoF25IYVCABww4fGkBFAAAEEEEAAAQQQQAABBBBAAAEEEEAAAQQQQAABBNxGYHbzgfLnrzvNeD+f1EPeruI4G7vbTMgNB+rWAQA+3i9evDAp9desWSPbt2+Xw4cP++7aL1q0qOTIkcPs9i9TpoykTJkyyI9JF9V///13kxHgjz/+kEOHDpk2kiZNKoUKFTLt6iK9LqhHiRLF6fZ9xr1kyRLZu3ev7N6929yrwQRvv/22OZ6gdu3akitXLokaNarT7WrFa9euyYoVK4yJjtnLy8vcr9kPChQoIFWrVpUKFSpIwoQJg9SuO1cmAMCdnx5jRwABBBBAAAEEEEAAAQQQQAABBBBAAAEEEEAAAQQQcHWBrzNUkFcvX0nUaNGk1765kjBlUlcfsseNzyMCADzuqTChMBEgACBMWGkUAQQQQAABBBBAAAEEEEAAAQQQQAABBBBAAAEEEEAAATm+eZ9Mb9jHSBT9vILUHN4BlQgQIAAgAtDpMmIECACIGHd6RQABBBBAAAEEEEAAAQQQQAABBBBAAAEEEEAAAQQQ8HyBua0Hy5HVv5uJ1vvuaylQvbTnT9oFZ0gAgAs+FIYUNgIEAISNK60igAACCCCAAAIIIIAAAggggAACCCCAAAIIIIAAAggg0CNLZXnx9LmB6L1/niRKnRyUCBAgACAC0OkyYgQIAIgYd3pFAAEEEEAAAQQQQAABBBBAAAEEEEAAAQQQQAABBBDwbIF/fjsoU+v1NJMsXOdjqTWqk2dP2IVnRwCACz8chha6AgQAhK4nrSGAAAIIIIAAAggggAACCCCAAAIIIIAAAggggAACCCCgAgvaDZNDK7YajDrjusq7NcsCE0ECBABEEDzdhr8AAQDhb06PCCCAAAIIIIAAAggggAACCCCAAAIIIIAAAggggAACni/Q661q8uzREzPRXnvmSOK0KT1/0i46QwIAXPTBMKzQFyAAIPRNaREBBBBAAAEEEEAAAQQQQAABBBBAAAEEEEAAAQQQQCByC5za+Yf88NnXBuGdmmWl7riukRskgmdPAEAEPwC6Dz8BAgDCz5qeEEAAAQQQQAABBBBAAAEEEEAAAQQQQAABBBBAAAEEIofAoi9HyoEfN5nJ1h7TRQrWKhc5Ju6isyQAwEUfDMMKfQECAELflBYRQAABBBBAAAEEEEAAAQQQQAABBBBAAAEEEEAAAQQit0DfXDXl8b2HBqHHrtmSNF2qyA0SwbMnACCCHwDdh5/A8yfPAuxs84TFsnHsfFMnU6Hc0mLhUIkRO2b4DZCeEEAAAQQQQAABBBBAAAEEEEAAAQQQQAABBBBAAAEEEHAjgTN7/5RJNb4yI85f+X2p/31PNxq9Zw6VAADPfK7MKhgCzx49kdHl2shNr8vm7hpD2kmxhpWC0RK3IIAAAggggAACCCCAAAIIIIAAAggggAACCCCAAAIIIOD5Aku6jJZ9i9ebiX72bScpVPtjz5+0i8+QAAAXf0AML3wFds5aJT/1nmg6TZ0jo7T9cZTESRQ/fAdBbwgggAACCCCAAAIIIIAAAggggAACCCCAAAIIIIAAAgi4gUD/fJ/Jw1v3zEi775gpyTK84Qaj9uwhEgDg2c+X2QVDYHylDnL+8D/mzvLdGknZDnWD0Qq3IIAAAggggAACCCCAAAIIIIAAAggggAACCCCAAAIIIOC5Al4Hj8mEKp3MBPOULy6NpvX13Mm60cwIAHCjh8VQw0fg8M9bZf4Xw0xniVInkzY/jiJaKXzo6QUBBBBAAAEEEEAAAQQQQAABBBBAAAEEEEAAAQQQQMBNBJZ9PU72zP/FjPbTER2lSL3ybjJyzx4mAQCe/XyZXTAFptXvLSe27jd3l2pVUyr1aRHMlrgNAQQQQAABBBBAAAEEEEAAAQQQQAABBBBAAAEEEEAAAc8TGPhOXbl/7baZ2Ne/T5fkmdJ63iTdcEYEALjhQ2PIYS9wYtsBmfZ5L9NRjNixpM2PIyVd/rfCvmN6CFWB3bt3y7x582Tx4sXyyy+/SMGCBZ1u//z587Jo0SJZuXKlnD17Vq5duyYJEyaUFClSmHYqVqwoVatWldixYzvdppeXl8ycOVPWrFlj2rx//76kTJlS8uXLJ7Vq1ZJ69epJjBgxnG7v9u3bMmvWLNPen3/+Kbdu3ZI4ceJIqlSp5K233jLjq1mzpiRNmtTpNqmIAAIIIIAAAggggAACCCCAAAIIIIAAAggggAACCAQmcOHISRlXob2plqNMIWk255vAbuH1cBIgACCcoOnG/QQWtBsuh1ZsMQMvVPsj+ezbzu43iUg44pMnT5pF//nz58upU6d8Bfbt2+dUAMCzZ89kyJAhMmzYMHn69GmAghkzZpQxY8ZItWrVAqz3+vVr0+agQYPkyZMn/tbNlSuXzJ07V955551An5wGNbRq1Uru3r0bYN1kyZLJ2LFjpX79+oG2SQUEEEAAAQQQQAABBBBAAAEEEEAAAQQQQAABBBBAwBmBn3pNkJ2zV5uqNYd1kKL1KzhzG3XCQYAAgHBApgv3FDj/xz8yvmIH38G3WDBE3no/8IVZ95yte49ad+frbn1d+NeFfkfFmQCA58+fm8X8tWvXOg0SJUoUmT59ujRp0sTfexo3biyzZ892qk3NMvDrr79KsWLF/K3fs2dPGTp0qFPt+VTSMTZt2jRI91AZAQQQQAABBBBAAAEEEEAAAQQQQAABBBBAAAEEEHAkMKhQfbl7+YZ5qevWqZIyazqgXESAAAAXeRAMwzUFVvSeJDtmrTSDy/1xMWk8vZ9rDjSSjmrTpk3y7bffyoYNG+TFixcBKjgTAPDFF1/IpEmT/LQTLVo0efPNN+XBgwdy8+ZNh6/v379f3n77bT+vaYaAzp39Zo/QVP2amv/SpUuiGQJsS9q0aeXo0aOSJEkSP+1poEPdunUdjiFNmjTmWIE7d+74eT1mzJii2RHSp08fSd8tTBsBBBBAAAEEEEAAAQQQQAABBBBAAAEEEEAAAQRCQ+DS36dlzEdtTVPZShaQlguDtmkxNMZAG/4LEADAuwOBAARuel2WMR+3lacPHptan0/qIW9XKYWZiwgEZWd9YAEAZ8+elSxZssirV68ss2vWrJnZbZ8iRQpzfdeuXSad/unTpy31GjZs6GeXvwYL6DEBGjhgW7766isZMGCAxI0b1xxT0KhRI9mxY4elTvv27WX8+PGWa7q4r+3dunXLcr1evXoyevRoSZUqlQkmWL58uclIoPVtS69evcwxBBQEEEAAAQQQQAABBBBAAAEEEEAAAQQQQAABBBBAILgCP/f9XrbP+NncXmNIOynWsFJwm+K+MBAgACAMUGnSswTWj5orG8bON5PKXDSvtFk20rMm6MazcRQAoGfea7HfqR9YAMCECRNEF91tS7ly5WT9+vV+hLZv3y4lS5a0XE+XLp2cO3fOcm348OHSvXt3y7Xy5cvLL7/8Yrl29+5dyZEjh1y5csX3evz48eXChQuSKFEi32szZswQDUiwLUWKFDFBCXoUgW3R4IEvv/zScq1EiRKiY6cggAACCCCAAAIIIIAAAggggAACCCCAAAIIIIAAAsEVGFqskdw6f9Xc/tXmyZLqrQzBbYr7wkCAAIAwQKVJzxJ48fSZjCjVXG5fuGYmRiST6zxfnwAATZlfrVo1qVGjhpQqVUoqVqwo69atsww0sACAjh07yrhx4yz3TJ06VZo3b+5wwrpA//DhQ9/X9JgA+2MIypQpI1u2bLHcr8cVfPjhh37a1N35Q4YMsVxftmyZ1KxZ0/eaZhmYO3eupY7+v2YksC8XL140xxbYFk3/7+Xl5ToPkJEggAACCCCAAAIIIIAAAggggAACCCCAAAIIIICAWwlc/cdLRpVpZcacuUheafMjG2dd7QESAOBqT4TxuKTA79NXyMp+P5ixpc6RUdqvHCsx48Z2ybFGpkGtXr1akidPLroL3nYHvO6yD2oAQFDcNM2+pu9/8uSJ7226U//OnTuWZlKmTCnXr1+3XHv8+LHEju33vfPrr7/KJ598YqmrO/jHjh3re02DG3777TdLncOHD0v+/Pn9DP/Zs2cSK1Ysy3UNlNCsAhQEEEAAAQQQQAABBBBAAAEEEEAAAQQQQAABBBBAIDgCqwZOkd+mLDe3VhvUVko0rhKcZrgnDAUIAAhDXJr2LIGx5b+Qi3+eMpMq/3VjKdu+jmdN0INmE9YBAJs2bfKzi79q1aqyYsUKi6JmBXj16pXvNT2e4MaNGw6ljx49Kvny5bO8VqVKFfn5Z+8zdIJa/vrrL8mTJ4/lttKlS8vmzZuD2hT1EUAAAQQQQAABBBBAAAEEEEAAAQQQQAABBBBAAAEjMLxkU7lx5pL57y4bfzAbZymuJUAAgGs9D0bjwgIHftwki770TmOSKHVyafvTt5I0XSoXHnHkHVpYBgDs2rVLateuLefPn/cF1oX+nTt3SuHChS3oceLEsWQJiB49uvl/rW9f/v33X8mWLZvl8nvvvSe///57sB5kly5dZPTo0ZZ7R44cKV999VWw2uMmBBBAAAEEEEAAAQQQQAABBBBAAAEEEEAAAQQQiNwC109fkBHvex+dnP6dHCZjNsX1BAgAcL1nwohcWGBKnR5ycvshM8JSrWpKpT4tXHi0kXdooRUAoOn1O3bsaCBfvHhh0ud7eXlZYPXogUmTJknr1q39gGfJkkVOnz5tua4783PlyuWn7okTJyRHjhyW6++++67s378/yA/y5MmTkjdvXnn69KnvvfHjx5czZ86YIxPsy+3bt2Xp0qUyb948SZw4saxcuTLIfdrfsHv3btPe4sWL5ZdffpGCBQs63ebDhw9lyZIlZhyaGeHq1auixy6kSpXKGFWuXNkEYSRJksTpNjVgY+rUqbJhwwbzTHTO8eLFE31GmhmhWbNmfvydbpyKCCCAAAIIIIAAAggggAACCCCAAAIIIIAAAghEAoG1Q6bLlklLzUyrDmgt7zWrFglm7X5TJADA/Z4ZI45AgWOb9sqMRn3NCGLEiSVtfxwlb+az7tqOwOHR9f8FQisAYPr06dK8uXckm6OSMWNG+f7770X7c1Tq1KljFsBtS9u2bWXixIl+qjvasV+oUCHZu3dvkJ6rLvqXKFFCDhw4YLlvyJAh0qNHD99rWm/16tVmkX7t2rXy7Nkz81rFihXN9eAUDTzQ9ubPny+nTnkfl6Fl3759TgcA6JEH7dq1M8EWARUNZBg1apQ0atQo0KHq3AcOHGgJiLC/SbMyaHYErRs1atRA26QCAggggAACCCCAAAIIIIAAAggggAACCCCAAAKRTWBk6RZy7aR3huRO6ydJmlyZIxuBW8yXAAC3eEwM0pUE5rUeIn+s/s0MqVDtj+Szbzu70vAYi4hZkF+3bp3FIiiL0D43Dhs2zLJobo/79ttvS79+/aRaNccRbrqr/rPPPrPcpscAzJ07VzQ4wKc4qqev6c70zZs3B+mZNmhAhHvFAAAgAElEQVTQwCzC2xYNJNAjCrRvzQKg89LAhLt37/ppO6gBANeuXZNFixaZPtXYUXHWXh3U5dWrV07PWQMwHGVf8GlAMziMGzfO6fYaNmwos2fPdro+FRFAAAEEEEAAAQQQQAABBBBAAAEEEEAAAQQQiAwCN89dlmHFm5ipps2TVTr+OiEyTNst50gAgFs+NgYdkQJeB47JhKqdfIfQYsEQeev9dyJySPRtJxBaAQBbt241i/CBlTZt2phd/XocgG3RYwPy5Mkjmt7fvuTOnVsyZ84sZ8+eNWnuHRUNLPjpp58C6973dd3hr4v7tiVlypTmGIF06dKZIIBatWrJpUuX/G3T2QCATZs2ybfffmtS6us8AyrOBACcO3dOsmfPLk+ePPHTlKb+1x36jsat1/WoBnW2L2vWrJFKlSr5uR47dmxznMDFixcdjl0DADQQgIIAAggggAACCCCAAAIIIIAAAggggAACCCCAAALeAr+OmCWbxi8y/12lXysp2aI6NC4qQACAiz4YhuXaAj/2+E52z11jBpmnfHFpNM37WACKawiEVgCA7Wx0kfvy5cvmPHvd9X/lyhXLZEeOHGlSyNuX3bt3myACRwvbgWl16tRJRo8eHVg18/rQoUOlZ8+elroJEyaULVu2yDvvvGMCDerWrSs6noCKswEAjRs3dnqnvDMBAL1795bBgwdbhqbBC8uWLZOSJUua6xrI8Omnn4qXl5elnmYA0EwA9kXnfejQIctlPV5AgyTixYsnjx8/ll69esmYMWMsdfRoBz3OQDMmUBBAAAEEEEAAAQQQQAABBBBAAAEEEEAAAQQQQEBk9Iet5fLxs4ai4y8TJG3erLC4qAABAC76YBiWawvcOn9FRpVuKc+feJ+bXn9SD8lfpZRrDzoSjS4sAgBs+XRHf/78+S1nyuti+9WrV0V3l9sX3S2vi+/Xr193+BQSJUpkUt9PnjzZ8rqzO9EnTZokX3zxheXeOHHimGMQdPFcU+rXrl1bli9f7pteX7MVZM2a1Sx025aQBAAkS5bMNHXz5k1Lm84EAHzwwQeybds2y30zZ84UDTSwLY529evuf/ssChosoEcf2JbChQubAAj7TA0fffSRyWRgWzZu3Chly5aNRH9qmCoCCCCAAAIIIIAAAggggAACCCCAAAIIIIAAAo4F7ly6LoMLNzAvps6eQbpssq5n4OZaAgQAuNbzYDRuJPDL8Fmy+TvvVCeZi+aVNstGutHoPXuoYR0AoHo1atTwk55//fr1Uq5cOYe4t2/flgkTJsjKlSvl1KlTZve57jSvWrWqdO7c2aTTHzFihOVe3bWfIUOGAB/W3LlzpVGjRvL69WvferpzXfv55JNPzLUbN25I6tSpzcL3+++/b8ZevXp10bT7xYoVs7Qf1ACAtGnTih5VoG2WKlVK9H4NPLAtzgQA5MyZU44fP265799//5UsWbJYrmkmBQ1usC0pUqSQa9euWa5pRoZu3bpZrmmghB7XYF8WLVpkAjRsS5cuXWTUqFGe/QeF2SGAAAIIIIAAAggggAACCCCAAAIIIIAAAggg4ITA+m/nyoYx803NSn1aSKlWNZ24iyoRJUAAQETJ06/bC7x6+VKGFGkod69473auMbS9FGtQ0e3n5QkTCI8AAE33r4v2tmXatGnSrFmzIBM+ffrUBAPYHiugu9X37NkTYFs//fST1KpVS16+fOlbTxf5NXNAgwbekXhaNPhgxYoVUqVKFfHZpa/XdTd8cAMAVq9eLcmTJ5ciRYpYdtQH175gwYJy4MABy3z/+ecfyZYtm+Xao0ePTPp+26J2Z86csVzTjAqLFy+2XFNPdbUvem/mzJktlzUrgH0gQ5AfLDcggAACCCCAAAIIIIAAAggggAACCCCAAAIIIOABAmPLt5OLf/5rZtJhzXhJl/8tD5iV506BAADPfbbMLBwEtk3+UVZ/M9X09EaOjPLl2gkSLSbnhocDfYBdBGcROlOmTKI77m2L7irX3eWOSpMmTWTWrFmWlxYuXGhS+Qe16G7z0aNHW24LLP2/pqyvVKmSPHvmfQyFT9EsAl27dnVqCCEJAPCvg+DYa1vt2rWTiRMnWpp1tGNfgx4024Bt0eMNdBe/bXnvvfdkx44dlmsXLlwQzVhgX54/fy4xY8a0XHZ0PIJTqFRCAAEEEEAAAQQQQAABBBBAAAEEEEAAAQQQQMCDBO5dvSXfvFvPzCh5prTy9e/TPWh2njkVAgA887kyq3AUGP1ha7l83HvhuPzXjaVs+6AvAIfjcCNFV8FZhC5durRs3brV4uPfYvqtW7fMznT9t23Rc+ffffddp4118b5Hjx5+Fv81Hb6eaR8tWjSHbenCtu5Q193wtqVTp05+2gpoMK4UAPD3339L/vz55cWLF75DTpIkidnF73Osgh4loIv/upDvUzTjwfbt26V48eKWqebNm1f+/PNPy7WbN29K0qRJHZJoAIAGAviUlClTytWrV51+llREAAEEEEAAAQQQQAABBBBAAAEEEEAAAQQQQMATBTaOWyDrRs4xU6vYq5l80KaWJ07To+ZEAIBHPU4mExEC+xavlyVdvHdvJ3ojubRfNU4SpU4WEUOhz/8LBCcAYNy4cdKxY0eLYfTo0WXo0KHSunVriR8/vnnt4MGD0qpVK9HFftuiKeRPnToV4DPQVP937tyRY8eOmWCDqVOnyqVLlyz3xIoVS3bt2iUFChRw2NahQ4dEgxXu3r1reV3PsJ8/f74lHX9gbwhNua+p921LxYoVRdP7B7cEx96nrxkzZkjz5s3l9evXlu51MV6fhb2VVho+fLh069bNz3AdZXTQoxASJ07scGqxY8cWfT4+RZ/3/fv3g8vAfQgggAACCCCAAAIIIIAAAggggAACCCCAAAIIeITA+EpfyvnDJ8xc2q8aK+kL5PCIeXnyJAgA8OSny9zCTeD7T7vJ6d1HTH+lWtWUSn1ahFvfdORXIDiL0LrYqzvQ7c+S19Z1d3iaNGnMgrDuIndUli5dKp9++qm/j2PFihVSvXr1AB+XLnLPnTvX32MEzp07Zxbsr1+/7qcdDUCIESNGoG8H3SmvC+1aDh8+7CfQICIDAHRM6qgBF/bZFewnpnOdMGGCtGzZ0uGcM2bMKF5eXpbXghIAEC9ePHnw4EGgnlRAAAEEEEAAAQQQQAABBBBAAAEEEEAAAQQQQMBTBR7evCv989c200vyZirpuXu2p07Vo+ZFAIBHPU4mE1ECf63bJbOaDTDdx4gTS9qtGCNpcmeOqOFE+n6DEwCgaLq7/uOPP3a4wB4Qas+ePWXw4MEBugcWAJAsWTKZM2eOVKhQwd92fv31V/nkk09C9HzLli0rGzduNG24YgDAggULTBaAx48fBzhPTf0/bdo0adKkicOsBwQAhOhtws0IIIAAAggggAACCCCAAAIIIIAAAggggAACCMiWiYtl7dCZRqJ8t0ZStkNdVNxAgAAAN3hIDNE9BGa3+Eb+/GWHGWyhOh/LZ6M6ucfAPXCUwQ0AUIrTp09L27ZtZd26dYHKpEqVSsaMGSOafj+w4l8AQJw4caR+/foyZMgQSZ48eYDNeHoAgKbyHzlyZGCUltfbtGkjkyZN8nMPAQBBYqQyAggggAACCCCAAAIIIIAAAggggAACCCCAAAJ+BCZU6yxe+/8219v9PEYyvJsTJTcQIADADR4SQ3QPgbP7/5aJ1Tr7DrblwqGSraTjc9zdY0buO8qQBAD4zHrfvn0yf/582blzp5w6dUru3bsnmhY+derUJg2/psqvUaOGxIoVyykoDQCoXbu2OYNez7R/5513pESJElKrVi1JkiSJU214cgDAvHnzpEGDBhaHdOnSmQCLDz/8UKJGjSpbt26VTp06medhW0aMGCFdu3a1XNMjEeyPcwjKEQAJEiQwz5yCAAIIIIAAAggggAACCCCAAAIIIIAAAggggEBkFHh894H0ze199HHCVEmlz4EFkZHBLedMAIBbPjYG7aoCS7uOlb0LfzXDy1O+uDSa1tdVh8q4EJCDBw/Ku+++a5HQwIbVq1cHWyc4wRevXr2SDBkyyIULF3z71cCKI0eOyFtvvWUZy/nz5yV37txy//593+u6WH/p0iWJHz++7zWt8/ff3lGJPuXmzZuSNGlSh3OLESOGvHjxwve1NGnSyMWLF4PtwI0IIIAAAggggAACCCCAAAIIIIAAAggggAACCLizwLbJy2T1N9PMFMp1+lw+6mLdxOfOc/P0sRMA4OlPmPmFq8CdS9dlWPHG8vLFS9Nv/e97SP7KpcJ1DHSGgLMCe/bskaJFi1qqR0QAgKNxVKpUSVatWuVwKo0aNZI5c+ZYXlu5cqVUrlzZ91qxYsVk9+7dljoaPPDmm2/6afPZs2d+MjnkzJnTTwCBs67UQwABBBBAAAEEEEAAAQQQQAABBBBAAAEEEEDA3QW+r9lVTu85aqbRdvm3kqlwbnefUqQZPwEAkeZRM9HwElgzeLps/X6p6S5z0bzSZlnQzjQPr3HSDwK6QK4L5bYlIgIAFi1aJHXr1rWMo3379jJ+/HiHD2nAgAHSv39/y2t6VEDHjh19r9WvX98c4WBbdL5FihTx06YeKZA1a1bL9Y8//lj0yAUKAggggAACCCCAAAIIIIAAAggggAACCCCAAAKRTeDZw8fSK3t1M+24SRLKgKNLIhuBW8+XAAC3fnwM3lUFBrxdRx7cuGOGV2NoeynWoKKrDpVxhbKAppF/8OCBSUcfPXr0UG49dJtzlQAAXajXBXvbUrt2bdHAAEelXbt2MnHiRMtL48aNkw4dOvheGzFihHz99deWOvZBAj4vLly4UOrVq2ep26dPHxk4cGDogtMaAggggAACCCCAAAIIIIAAAggggAACCCCAAAJuIPD7tBWysv8PZqSlv/hMKvRo6gajZog+AgQA8F5AIAwEtkxcImuHzjAtv5Ezk3ReP0kkSpQw6IkmXU1AAwD0fHo9l54AAO+ns2/fPilYsKC/j2rnzp1SokQJy+sJEyYU3ZmfPHlyy/VHjx5J9uzZ5cKFC5br9kcA/Pnnn5I3b15LnRw5csiRI0ckRowYlusfffSRbNiwwXJty5Yt8sEHH7ja24vxIIAAAggggAACCCCAAAIIIIAAAggggAACCCAQ5gKTa3eXf3ccNv1opmvNeE1xHwECANznWTFSNxMYWbqFXDt53oz6k68bS5n2ddxsBgw3OAIEAJSXdevWWegCCwB49uyZpEmTRm7evGm5T9P1z5gxQ3LlymWue3l5SevWrf2k5o8dO7ZcuXJFEiVKZLm/cOHCJvjAtjRs2FAmTJhgAjSePn0qepzA0KFDLXWyZcsmJ06ckCgE7QTnjwD3IIAAAggggAACCCCAAAIIIIAAAggggAACCLixwIunz6VHlspmBrHix5FBx39y49lEzqETABA5nzuzDgeBPfN/kWVfjzM9JXojuXT8dYLET5Y4HHqmi4gUIAAg6AEA+rxGjhwp3bp1c/joUqdObbIpXLx4UV6/fu2nTpcuXWTUqFF+rm/cuFF0d7/9PdpW2rRp5fr166IZBeyLHj2gRxBQEEAAAQQQQAABBBBAAAEEEEAAAQQQQAABBBCIbAI7Zq2SFb29j+F9v2UNqdy3ZWQjcPv5EgDg9o+QCbiywMTqXeTsvr/MEEu1/lQq9W7uysNlbKEgQABA8AIAdJG+cePGMmfOnCA9hQoVKsiKFSv8pPX3aaR3794yePBgp9ts2rSpTJ8+3en6VEQAAQQQQAABBBBAAAEEEEAAAQQQQAABBBBAwJMEpn7eS/7ZdsBMqfWS4ZKleH5Pml6kmAsBAJHiMTPJiBI4una7zGk5yHQfM04s6bBmvKR6K0NEDYd+w0GAAIDgBQDoo3n58qUMHz5chgwZIg8fPgzwacWIEUM6duxoUvjHiRMnwLojRoyQvn37mpT//hXNCqCZBPQ4AFL/h8MfFLpAAAEEEEAAAQQQQAABBBBAAAEEEEAAAQQQcDmBVy9fydcZKphxRY8ZQ4b8+7NEiRrV5cbJgAIWIACAdwgCYSwws0l/+XvDbtNL4TofS61RncK4R5qPSAECAIIfAODz3C5fvizLli2TtWvXyj///CNXr16VV69eScqUKSVz5sxSvnx5qVWrlmTKlMnpR3327FmZNm2abNq0SU6cOCH379+XRIkSScaMGaVs2bLSvHlzyZYtm9PtUREBBBBAAAEEEEAAAQQQQAABBBBAAAEEEEAAAU8T2D1vrfzYfbyZVonGVaTaoLaeNsVIMR8CACLFY2aSESlw/vAJGV/pS98htFk6QjIXyxeRQ6LvMBRwpwCAMGSgaQQQQAABBBBAAAEEEEAAAQQQQAABBBBAAAEEEHAzgRkN+8qxzXvNqFsuGirZ3ivgZjNguCpAAADvAwTCQWBxp29l/9INpqc85YtLo2l9w6FXuogIAQIAIkKdPhFAAAEEEEAAAQQQQAABBBBAAAEEEEAAAQQQQCCkAl3fLO/dRJQoMuzMaokWPVpIm+T+CBAgACAC0Oky8gncu3ZLvnmnnu/EG0zuJfkqlox8EJFgxgQARIKHzBQRQAABBBBAAAEEEEAAAQQQQAABBBBAAAEEEPAwgb2L1snSr8aYWRX5/BP5dPh/2a09bKoePx0CADz+ETNBVxFYNWCK/DZ1uRmOHgGgRwFQPE+AAADnn+mjR49M5bhx4zp/EzURQAABBBBAAAEEEEAAAQQQQAABBBBAAAEEEEAg1AVmNR0gf63fZdptMX+IvFXqnVDvgwbDR4AAgPBxphcEjEC/vLXk0e375r9rDG0vxRpURMbDBAgAcP6BPnjwQF6/fi0JEiRw/iZqIoAAAggggAACCCCAAAIIIIAAAggggAACCCCAQKgLdEv3ifnOXsvQ06skeswYod4HDYaPAAEA4eNMLwgYgU3jF8qvI2ab/34jZybpvOF7ZDxMgAAA5x8oAQDOW1ETAQQQQAABBBBAAAEEEEAAAQQQQAABBBBAAIGwEti/dKMs7jTKNF+wVjmpPaZLWHVFu+EgQABAOCDTBQK2AsNLNpUbZy6ZS590byxl2tUByIMECABw/mESAOC8FTURQAABBBBAAAEEEEAAAQQQQAABBBBAAAEEEAgrgTktB8nRtdtN883mDpIcpQuGVVe0Gw4CBACEAzJdIGArsGvOalnec4K5lOiN5NJl4w8SJ1F8kDxEgAAA5x8kAQDOW1ETAQQQQAABBBBAAAEEEEAAAQQQQAABBBBAAIGwEuieqZK8fP7CND/k5M8SI06ssOqKdsNBgACAcECmCwTsBb6r3FHOHTpuLpdq/alU6t0cJA8RIADA+QdJAIDzVtREAAEEEEAAAQQQQAABBBBAAAEEEEAAAQQQQCAsBA79tEUWtB9umi5Q7QOpN6F7WHRDm+EoQABAOGLTFQI+An+t2yWzmg0w/xszbmzptG6iJM+UFiAPECAAwPmHSACA81bURAABBBBAAAEEEEAAAQQQQAABBBBAAAEEEEAgLATmtR0qf6zcZppuOnug5CxbOCy6oc1wFCAAIByx6QoBW4HpDfrI8S37zKXCdT6WWqM6AeRmArOaegdx2JbXr1+LBgFEjx5dokSJ4uf1xjP6udksw264BACEnS0tI4AAAggggAACCCCAAAIIIIAAAggggAACCCDgjEDPrFXl+ZOnpuqgEz9JrHhxnLmNOi4sQACACz8chubZAheP/itjP2nnO8kvVoyWjAVzefakPWx2Mxr1lWOb9jo9q8xF8kqbH0c6Xd/TKxIA4OlPmPkhgAACCCCAAAIIIIAAAggggAACCCCAAAIIuLLAH6t+k3lthpgh5q3wnjSc0tuVh8vYnBQgAMBJKKohEBYCC9uPkIM/bTZN5/mkhDSa2icsuqHNMBIgACBksAQAhMyPuxFAAAEEEEAAAQQQQAABBBBAAAEEEEAAAQQQCImA7TpVk5n9JVe5oiFpjntdRIAAABd5EAwjcgo8vHlX+uev7Tt5TQ+f+6NikRPDDWdNAEDIHhoBACHz424EEEAAAQQQQAABBBBAAAEEEEAAAQQQQAABBEIi0DtHDXn64JFp4ptjP0rsBPFC0hz3uogAAQAu8iAYRuQV+Lnv97J9xs8GIEuxfNJ66YjIi+FmMycAIGQPjACAkPlxNwIIIIAAAggggAACCCCAAAIIIIAAAggggAACwRU4+ssOmdPiG3O77vzXDAAUzxAgAMAzniOzcHOBPjlryJP73hFWtUZ2lMJ1y7v5jCLH8IMaAJChYC5pt2J05MBxYpYEADiBRBUEEEAAAQQQQAABBBBAAAEEEEAAAQQQQAABBMJAYHGnb2X/0g2m5UbT+kqe8sXDoBeajAgBAgAiQp0+EbATWD96nmwYPc9cfSNnJum84XuM3EAgqAEAOqWo0aNJisxvSorMaSVFFv23938ny5hGEqRI4gazDr0hEgAQepa0hAACCCCAAAIIIIAAAggggAACCCCAAAIIIIBAUAT65aklj+7cN7cM/GuZxEkUPyi3U9eFBQgAcOGHw9Ail8DQYo3k1vmrZtKfdG8iZdrVjlwAbjjb4AQABDbN5JnS+gkOSJo+tSR5M1Vgt7rd6wQAuN0jY8AIIIAAAggggAACCCCAAAIIIIAAAggggAACHiDw94bdMrOJd8r/7KXelebzB3vArJiCjwABALwXEHARgV1z18jyHt+Z0SROk0K6bp0qMePGdpHRMQxHAkENAIgVL47JAPD47oNggWoQQIosGiDgnTlAswYkTZ9KkqZLLdFjxghWmxF5EwEAEalP3wgggAACCCCAAAIIIIAAAggggAACCCCAAAKRVWBp17Gyd+GvZvoNp/SWvBXei6wUHjlvAgA88rEyKXcVGPdJe7lw9KQZ/getP5WKvZu761QixbiDGgCQuUheafPjSHn68LHcPHtJbpy5JDfOXvT+9xnvf9+/fjtYdglTJfv/kQLeAQKaNcD8ky61xE4QN1hthvVNBACEtTDtI4AAAggggAACCCCAAAIIIIAAAggggAACCCDgV2DA23XkwY075oX+R5ZIvKQJYfIgAQIAPOhhMhX3Fzi2aa/oorIW3f3/1ebJHpn63f2flPcMbI9tcGZOPgEAAdV9/uSZ3Dp3RW56/T9A4P+BARogcPviNWe68VMnXtJEvsEBesRA0nSpfIMD4idPHKw2g3KT14FjcvfyDT+3PHnyRF7La4kTO46f13RcmYvmDUo31EUAAQQQQAABBBBAAAEEEEAAAQQQQAABBBBAAIFABI5v2SfTG/QxtbIUzy+tlwzHzMMECADwsAfKdNxfYGq9nvLPbwfNRArX/Vhqjezk/pPywBms6DNJdsxcGaSZORMAEFCDr168lJvnrsitc5fl5tnL3lkDTCYB7+wBr1+/DtJ4tHLsBPF8gwOSZXjDZAzwOVYgcdqUQW7P0Q0aADChatDex22WjSQAIFT0aQQBBBBAAAEEEEAAAQQQQAABBBBAAAEEEEAAgf8E9DhqPZZaS70J3aVAtQ/g8TABAgA87IEyHfcXuHzsjIwu18Z3Ih3WjJd0+d9y/4l50Ax+6jlBds5Z7Tsj3VUfL1miQGcYLVo0cwRAWBWTOeDcZe8MAj5HDPw/OOD502dB7jZGnFjmOIHkmdL4ZgzwOVZAswhEixHdqTYJAHCKiUoIIIAAAggggAACCCCAAAIIIIAAAggggAACCIS5wDfvfi73rt40/fQ7vEjCI1NwmE+KDiwCBADwhkDABQXmtR0qf6zcZkaW55MS0miqdyoWSsQL/Nh9vOyet9Z3IJ9P6iFvVykV8QMLZAR3Ll73zhxwXjMIXDEZA3yyBzy59zDI448aPZoJDjBZA9Kn9j5WwGQP0P9OLbHi/5fWnwCAIPNyAwIIIIAAAggggAACCCCAAAIIIIAAAggggAACoS5w8veDMqVuT9NuxkK55IufRod6HzQY8QIEAET8M2AECPgReHz3gfTN/anv9WZzvpEcZQohFcECS7uOlb0Lf/UdRYMfekm+SiUjeFQh714j/TQowDuDwP8DBP5/tMCDG3eC1YHJGvD/gICoUaNaMiY40yBHADijRB0EEEAAAQQQQAABBBBAAAEEEEAAAQQQQAABBJwXWNF7kuyY5X28ce0xXaRgrXLO30xNtxEgAMBtHhUDjWwCy3tOkF3/TzOfpVg+ab10RGQjcKn5LukyWvYtXu87poZT+0jeT0q41BjDYjAPbt7xDQ6wBghcFM0qEFaFAICwkqVdBBBAAAEEEEAAAQQQQAABBBBAAAEEEEAAgcgqMKRIQ7l98ZqZft+DCyRByqSRlcKj500AgEc/Xibn7gK9slWVZ4+fmmnUGfuVvPvph+4+Jbcc/6KOo+TAso2+Y288vZ/k/riYW84lNAf96M79/4IDzv+XPcD7iIGLIeqKAIAQ8XEzAggggAACCCCAAAIIIIAAAggggAACCCCAAAIWgVM7j8gPn3Uz19Llf0s6rBmPkIcKEADgoQ+WaXmGwPpv58qGMfPNZN7ImUk6b/jeMybmRrNY2H6EHPxps++Im8waILk+LOJGM4iYoT598Mj3OIFTO/+Q7TN+DtJACAAIEheVEUAAAQQQQAABBBBAAAEEEEAAAQQQQAABBBAIUGBl/8ny+7SfTJ1Ph38pRT7/BDEPFSAAwEMfLNPyHIFBhRrI3cveqdYr9WkhpVrV9JzJufhM5n8xTA7/vNV3lM3mfCM5yhRy8VG73vC8DhyTCVU7BWlgBAAEiYvKCCCAAAIIIIAAAggggAACCCCAAAIIIIAAAggEKDCsRBO56XXZ1Om9f54kSp0cMQ8VIADAQx8s0/IcgT0LfpVl3caaCSVOk0K675gp0WJE95wJuuBMXr96LfPaDpEjq3/3HV3z+YMle6l3XXC0rj+k4AQANJrWV/KUL+76k2OECCCAAAIIIIAAAggggAACCCCAAAIIIOjGsE0AACAASURBVIAAAgi4uMCZvX/JpBpdzCjfyJVZOq+f5OIjZnghESAAICR63ItAOAmM/qitXP77tOmt9BefSYUeTcOp58jXzcsXL2V+2yFydO0O38m3XDhUspUsEPkwQmnGwQkASJbhDak5rAPuofQMaAYBBBBAAAEEEEAAAQQQQAABBBBAAAEEEEAg8gqsHjRNtv2wzABUG9RWSjSuEnkxIsHMCQCIBA+ZKbq/wImtB2Ra/V5mIjHjxpavf5suCVMnc/+JudgMXjx9bnb+/7Vul+/IWi0eLllL5HexkbrXcIITAKAzjBI1ilTu01JKtqjuXhNmtAgggAACCCCAAAIIIIAAAggggAACCCCAAAIIuJDAiFLN5fqpC2ZEvfbMlcRpU7jQ6BhKaAsQABDaorSHQBgJ/PDZ13Jq5x+m9cJ1y0utkR3DqKfI2eyzx09kfpuh8vfGPd4AUaJIm6UjJHPRvJETJBRnHdwAAJ8hFKrzsdQY0k6ix4wRiqMK26b27NkjRYsW9dPJ7du3JXHixJbr5cuXl3Xr1oVoQFmyZJF///3X6Tb++OMPWbVqlWzatEkuXbokV69elSRJksiZM2ecboOKCCCAAAIIIIAAAggggAACCCCAAAIIIIAAAq4vcO7gcfmuiveaUsqs6aTr1qmuP2hGGCIBAgBCxMfNCISfwNV/zsmoMi19O+y0fpKkyZU5/AbgwT09ffBI5rUdKsc37zOzjBotmrReOkIyFc7twbMOv6nd9LocpM40CnHzhEWiZxL5lHRvZ5fKfVpIpiJ5gtRWRFR++fKlFCpUSA4dOuSn+4gOANi2bZt07dpV9u3zfq/blgwZMsjZs2cjgow+EUAAAQQQQAABBBBAAAEEEEAAAQQQQAABBMJI4JdhM2XzhMWm9cp9W8r7LWuEUU806yoCBAC4ypNgHAg4ITCn5SA5una7qZn3kxLScGofJ+6iSkACj+8+MIv//2w7YKpFixnD7PzP8G5O4CJYYGX/yfL7tJ98RxEjdiyp3LeFFGtYKYJHFnD348ePly+//NJhpbAKAMiVK5f89dd/ARP2nT9//lxatWolM2fO9HfwBAC49NuKwSGAAAIIIIAAAggggAACCCCAAAIIIIAAAsESGFWmlVz9x8vc22PXbEmaLlWw2uEm9xEgAMB9nhUjRUB0p3rvHP9FZrVcOFSylSyATDAFHt2+J3PbDJF/tx82LegCs+78T18gezBb5LbQFtiz8FdZNWCKee/7FA0A0CMBXLFcuXJFsmfPLvfu3XM4PEcBAE2bNpXffvvN6encv39frl27Zqnfr18/6d+/v8M2tH61atVk8+bNAfYRWBCB0wOkIgIIIIAAAggggAACCCCAAAIIIIAAAggggIBLCFw4clLGVWhvxpIswxvSfYf/m8RcYsAMIlQECAAIFUYaQSD8BJZ1Gyd7FvxiOsxSLJ9ZsKYEXeDBjTsyt/VgOb37qLk5Vrw40nrpcHkz31tBb4w7wlTA68AxEwTgdfCYbz96FIAeCaBHA7hSqVevnixcuNDfITkKAAjq+Js0aSKzZs3yvS1mzJji5eUlqVOndthUnTp1ZPFi7/ROtqVgwYLSokULKV26tGTMmFFixIgR1KFQHwEEEEAAAQQQQAABBBBAAAEEEEAAAQQQQMCFBdaNnCMbxy0wI6wxpL0Ua1jRhUfL0EJLgACA0JKkHQTCUaB7pkry8vkL0+PnE7rL29U+CMfe3b+re9duydyWg+Ts/r/NZGIniGcW/9Pmyer+k/PgGSztOlb2LvzVd4ZxEsU3QQCF6nzsErPWHfZly5YNcCwhDQC4fPmyWax/9uyZbz/169eXuXPnOux36tSp0rJlS8trcePGlcmTJ4veR0EAAQQQQAABBBBAAAEEEEAAAQQQQAABBBDwXIExH7WVZ4+fSrlOn8s7Ncp47kSZmUWAAADeEAi4ocDGsQtk3ag5ZuRv5MosnddPcjiLKFGi+LmuZ5OPHTs20FkfPHjQ7GTetGmTXLx4Ue7cuSPJkiUzu4xLlSollStXljJlQv7LIiRjDHQSDircvXxD5rT8Rs4dOmFejZs4gbReMtw4Ulxf4Lepy002ANtSskV1qdKvVYQOXhfk8+fPL8ePHw9wHCENAOjevbsMHz7c0sfevXulUKFCfvp98uSJZMiQwXJcgO7y1z/TJUuWjFAvOkcAAQQQQAABBBBAAAEEEEAAAQQQQAABBDxRQI+HTZQokZ+p/fTTT+ao1oDKy5cvZd26dSaj6/79+83ajH73nCJFCvNdb7ly5aRGjRqSO3dup+iuHD8jh1f+JmU71JUYsWOae86fPy+rV6+WX375Rc6cOSNXr16VmzdvyqlTp8zmM4pnCBAA4BnPkVlEQoGB79ST+9dumZlXHdhG3mta1aKwfPlyqVmzph+ZwAIA9Azzjh07OkwZbt+YLiJOnDhR8ubNG6wnENwxBqszEbl94ZrMaTFQLhz91zQRL2kis/M/dXZ+qQXXNCLu+2fbAVk1cIpcOeHl2322kgWkxtD2kjxjmogYkgwZMkR69erl27ceBbBnzx7zocm2hCQA4MGDB5IuXToTjONTihYtKrt27XI450mTJskXX3xheW3AgAHSt2/fCDGiUwQQQAABBBBAAAEEEEAAAQQQQAABBBBAwNMFOnToIN99952faQYWAHDgwAGTzVU3ZwZUdFNlo0aNZNSoUWbTZkDlwpGTJvNxlKhR5PTp09KzZ09ZsmSJvH792s9tGgxAAIDnvDsJAPCcZ8lMIpnA/iUbZHHnb82sE6dJIb32/pcC/OHDh5IzZ04TyWVfAgoAuHTpkpQoUULOnj3rtGbixIlly5Yt8vbbbzt9j1YM7hiD1IlN5VvnrsisZgPk8rEz5mqCFEnMzv+U2dIHt0nui0CBpw8ey9KuY+SPVb/5jkKfaeW+LaVA9dLhOjIvLy/JlSuXPHr0yPQbL148OXHihMmUEZoBAGPGjJHOnTtb5qZZOurUqeNwvkWKFBHNDuBT4sePL+fOnZNff/1V5s+fL/qB8tatW5I0aVKTvUA/NGpbjrJyhCsonSGAAAIIIIAAAggggAACCCCAAAIIIIAAAm4ocOjQIZOtVXfy25eAAgD0eNkKFSrI06dPnZ61rsno2oyu0QRWdLNYp06dLEfL2t9DAEBgiu71OgEA7vW8GC0CFoFRZVrJ1X+8d0F/9m1nKVT7I/Pf3bp1k5EjRzrU8i8A4MWLF1KwYEH5448//NwXJ04ck/r/2rVrZuHevuiuZE19rmeLO1uCM0Zn27avd+PMRbP4f/Wfc+alhKmSmZ3/KTK/Gdwmuc9FBDaMmS/rv/0v+EWHVfqL2lKhR5NwG2GVKlVk1apVvv0NGjTIZAPImjVrqAUA6J/PLFmymAV8n5ImTRoTrKNp/e2LppnShX3bD5rvvPOORI8e3RIUYH+fBi3oB9EkSZKEmx8dIYAAAggggAACCCCAAAIIIIAAAggggAAC7i6gu+qLFStmMsM6Kv4FAOjOfN2gpRlg7Yt+T5swYULRzZvPnz/387pmgV62bFmAdAGtxfjcqGtAusaTPj0bJt39fegzfgIAPOVJMo9IKXBy+yGZUqeHxE2SUOqM/Upyli0sf//9t9mN7+iXgSL5FwAwd+5cadiwocVRFwtHjx4tLVq0kNixY4suQi5atMikoXn8+LGl7owZM6RJE+cWXYM7xuA85GunzsusJv3l+umL5nbNlqA7/5NFUKr44MyBewIWOLp2u6wcMEXuXLzmWzHnh0Wk7riuEidR/DDl04V/DQDwKZkyZTJ/BvXPS2gGACxYsEA+//xzy1x8Ag0cTVDPb9KI0eAUzRywfft2EyxAQQABBBBAAAEEEEAAAQQQQAABBBBAAAEEEAhcYMqUKdKqVSt/K/oXANCsWTPR9RXb8sYbb8j06dOlfPnyJmOrbvgaPHiwjBgxwk/7moU2c+bMDvv9/vvvpW3btn5eS5s2rbn+0Ucfmey2QdncGbgENVxBgAAAV3gKjAGBEAh8/2k3SZUtnVQZ0Fqix4whH3zwgWzbts3fFv0LAPj000/lxx9/tNynv1D0TBj7oguPffr0sVxu0KCBzJkzx6mZBHeMTjVuU0mzI8xs3F9unrtsriZ5M5XZ+Z80XeqgNkV9Fxe4d/WWLP1qjBzfss93pPq8K/dtIXkrvBcmo9cgGP1wZHtkxvLly6V69eqmv9AMANDd+5o+yqfEihXLHPGRIkUKh3ML7MNmqlSpJGrUqHL5svefDfuiHyS7du0aJm40igACCCCAAAIIIIAAAggggAACCCCAAAIIeJLAjRs3JHv27ObIVf+KfwEA+h2v3m9bdIOWHtdsXz788EPZtGmT5bIGCjRt2tRP3aNHj0rhwoXlyZMnlte++uorE0wQM2ZMT3oEzMVOgAAA3hIIuLnArfNX5MXT55IyazqzAK/neAdU/AsA0KwB9un/T548aRYx7cv+/fvNOTa2pUyZMn5+8TgaR0jGGJRHdfnYGZnRuJ/vrvBkGd4wO/8Tp00ZlGao62YCqwdNk20/WFMeletcXz7qXD/UZ6LBMUOHDvVtt2zZsrJx40bf/w+tAAD9QKcf7GxL48aNZebMmf7OaciQIeYYAvtSrlw5GT9+vOTIkcO8dPDgQdHgHc1aYFs0AtTLy0uiRYsW6m40iAACCCCAAAIIIIAAAggggAACCCCAAAIIeJKALsAH9H2tztVRAMCdO3f8HMeq381euHDBIc+oUaP8bNwaOHCgnw2berP90bV6bdiwYfL11197Ej1z8UeAAADeGgh4iID+otAIs2vXvNOga/pu3cFru0Cp1/0LAAgKw+7du81ZNralatWqsmLFigCbCa8xXvrrlExv2FfuXb1pxpM8c1ppvXi4JHojeVCmSV03Fdi3ZL2sGjBFHt/978wkzQLQcErvUJvRiRMnJF++fPLs2TPfP2+HDx+W3Llz+/YRWgEAmuZp3bp1lrHrwn2BAgX8nY9/5zrp0SD2qf31jCn92aFHfNiW33//Xd57L2yyJ4Tag6AhBBBAAAEEEEAAAQQQQAABBBBAAAEEEAhVgZcvX5rvIxcvXiy6GfDixYvme1DdqZ4hQwbRTUY1atSwfBca2ABev34tmj11yZIlsnfvXrl69apoltN06dLJxx9/bHaw58yZM7BmAn1d1y7mzZtnxq7HpBYsWDDQe0JaYefOneZ7VJ2jFk3HX7x4cTMO2+JfBoCg9K8L+D169LDcMmbMGOnYsaPl2l9//SV58+b1HZO+WLp0adm8eXNQuqOuGwsQAODGD4+hI2AroOe16HkuPkUX+vWXm+7utS2hEQCg6f/1GADb4uiXjP0TCo8xXjhyUqY36CMPbt4x3WtmhFZLhkvClEl5w0QigeunL5gjAc7s/ct31imyvCk1h7aXLMXzh1hCd/vbflhq37692VlvW0IjAEDTNGmggW0pWbKk/PbbbwHOQdM4ffvtt5Y6+qHc/pgPnwr169eX+fPnW+prNGmXLl1CbEUDCCCAAAIIIIAAAggggAACCCCAAAIIIOAeAgcOHJCWLVuazKEBFT2XXrMR63eIyZIlC7Du8ePHzTqFBhP4V3TTUufOnUUzmwY1K6lmMtbFdv1+89SpU75d7Nu3L8wDAHRT1bvvvitHjhzx7VcX+levXi2amt+2hEYAwPvvvy+6ccu26NGxmuHZtugufz3m1bZoplkNutDjY/X75StXrkjcuHFNFmg9IrpNmzYSP35893ijMspABQgACJSICgi4voD+4ixSpIi8evXKDDZ58uSiv/T0l0xoBgBo5J/+Em3RooXvzmft78033xSNKEuYMKG/WOExxnOHTsj0Br3l0Z37Zhyps2eQVouHS/zkiV3/ITLCMBH4sft42T1vraXtCj2aSOkvage7vwULFsjnn3/ue79+wNU/b0mSJLG0GRoBAPohWo/NsC1Lly41H8gCKhoFqtGgtmX06NHSqVMnh7eNGzfOT5SoRo1qYA8FAQQQQAABBBBAAAEEEEAAAQQQQAABBDxfQDc8VahQQZ4+fer0ZHXhecuWLZI4sePv4DWg4KOPPpJbt2451Wbt2rVFv3+NGjVqgPU1E/KiRYvMwr8u9Dsq4REAoN+52m6i0qNcN2zYIM2bNw/VAICHDx+aI1/1e1zbUrlyZVm5cqWf6esRzrYBF3HixJHPPvtMZs+e7a+rZnfQIIWAMs869RCp5BICBAC4xGNgEAgEX0AX/XXx3/aH+eTJk02Unv7yC0kAwKxZs0T/0fLkyRMTPXfjxg3LYBMlSiTr16+XwoUL+zuJsByjT6deB47J1M97ydMHj8ylN3JmMjv/4yXxPygh+Orc6U4C22f8LKsGTpFXL176DrtA9dJS77ugn3V07949yZEjh1y+fNm3rQQJEkiaNGn8kOgxAfYlVapU5sNw6tSpZevWrQEyamqtTJkyiabt9ynp06cXTdkfWBTsyJEjRY8BsC3fffedtGvXzmGfGlSgHwBtiwb6aDQoBQEEEEAAAQQQQAABBBBAAAEEEEAAAQQ8W0C/c8yfP788ePDfsao+M9aNT7r579KlS5bvKn1er1mzpixbtswPkB4JrAECXl5efl5744035P79+w77053reryxo6K72DXzqS6y2x9pal8/rAMA1EO/K9Z5aNEsBj7HxIY0AEA3Z2lbWrT9Y8eOyePHjy1T1BT/GrShG0Jtiz5D/Q5aN3QGtehmN11rypgxY1Bvpb6LCRAA4GIPhOEgEFSBSZMmyRdffOF7m/5C1ag6jZALaQCAnlOza9cuf4ek6WamTp0qb731VoDDDssxasea5n1qvZ7y/Il3ZGLaPFnMzv84iUhXE9T3k6fW16Mh9EiAS3+f9p2iBonUHd/NBIs4WzQ1UqlSpZyt7m+9tGnTyoULFwJsRxfwdSHftuiufk3fFFjR6Ne6detaqmlWAE2h5ag4ygCg/dhnEQisX15HAAEEEEAAAQQQQAABBBBAAAEEEEAAAfcTaNasmcyYMcMycF2k1zT25cuXF035r5ujBg8e7Ce1vN6kmwczZ87s5/tI++8XdZe5Bgvo8cW6gK/t66Yl28V8TVN/5swZ0f7tS+PGjQPcxW5bP6wDAHRDlW6s8ikdOnTw3aEf0gAA9Q6o6PPS7AOOsjL/888/kj17dn9v102dGiCg3087ChLQLBBr1qxxvzcxI7YIEADAGwIBNxbQNDf6g1wj6XyKLlDqGeFaQhoAoL8E7t6966+QppfRX/gaaeZfCesxnt59VKbU7SEvn78wQ3gzXzaz8z92/Lhu/GQZelgJLGg3XA6t2OLbfJSoUaRyn5ZSskV1p7rUoy7y5MnjVN2AKgUWAKBRnenSpbP8+dM0TfqhLGnSpIH2r9Gn2odtKVGihGzfvt3hvfXr1zfHe9gW/fDdtGnTQPuiAgIIIIAAAggggAACCCCAAAIIIIAAAgi4t0CKFCn8ZP/V7xL1O0X7omnudSd+QN8lPnv2TLRNDRqwLbt37zYZjW3L8OHDpXv37pZrffr0kYEDB/rp21EAgO5a13Lz5k1L/bAMANAMBHq0gU/RXfi68O5zTGxYBwC0bdvW+PjM3XbiO3fudPjcNNusZnzV56flypUrou1o2n/7ohkHNLsBxX0FCABw32fHyBGQhg0byty5c30l6tSpIwsXLvT9/5AGAPTv318GDBgQoHSMGDFMlJ79UQM+N4XlGP/dcVim1Okhr1+/Nt2lL5Dd7PyPGTc27w4E/BXY9N0i+XW499EWPqVQnY/ls1GdAlXTgBZN4x/SElgAgKax+uqrryzdBDUlv36Q3rt3r28bGjWqGT3sP2D/+++/kjNnTj8ps86dO2eCECgIIIAAAggggAACCCCAAAIIIIAAAggg4LkCusHQZ+HaZ5YBfX85atQoPyn6dTFaF+19iqNMqv5tUNLNUClTpjTHEPsU3YR19OhRP+g+AQA6vmrVqkmNGjVMxtaKFSvKunXrLPXDKgDg6dOnZlPkyZMnffv74YcfpFWrVr7/H9IAgA8++EC2bdsW4JtOv6fW45nz5ctnqbd27VrjYV8cfd+rmRdy585tghdsyzfffCO9e/f23Dd9JJgZAQCR4CEzRc8UsP8FGjduXDl+/LhlwS6kAQC2cvrLV9Pu6C5h/QWvv+R8ih43oAuLhQsXtmCH5Rj/+e2gSfvvUzK8m9Ms/seIHdMzHzizClWBU7uOyNIuY+Tmucu+7aZ7O7s0ntZXEqb2jhgNacmaNatJfWVbbt++bdIrBVT0Q5emyzp//rylmn7gDUr2gR9//FE+/fRTSxtp0qQxmUFKly5trh86dEjq1atnfnbYlipVqsjPP/8cUgLuRwABBBBAAAEEEEAAAQQQQAABBBBAAAEPE9C0/nrcqG0ZM2aM6Ln1PsX+WGC9rrv8hw4d6lCjaNGismfPHt/XdDOT7ui3D0xYvXq1OfNeNznZpsnXYwrCKwBAgx369evnO1bbY5l9LoY0AMAWSQMk9Lvh7777TvToV9uixyTod7u2RwGokWZvti8+Gyntr0+bNk1085ltqVSpkqxatcrD3rmRazoEAESu581sPUTg+fPnUqBAAdF05D7FPsJOr4dmAIAt3ezZs0Uj7WyLprux/QUblmM8sXW/TKv/X/RZpsK5zeJ/tBjRPeQJM43wEpjZpJ/8veG/D5YxYseSmsPay7ufeqdBCkkJbgCAoz+3umC/efPmIA9HP+jpBz77oh+c9SwtTfNkXzSYSKNjc+XKFeT+uAEBBBBAAAEEEEAAAQQQQAABBAIW0POW9Tu0xYsXy/79++XixYvikypbz8YuV66c2dGqOzJDUjTttp7zbF801bPumg2s6MaEqVOniqa5Pn36tOimhnjx4kmWLFnMxgI9f5r00IEp8joCninw/vvvy++//26ZnG400oVwn2K/SK7XdQG7Xbt2DlFq1qwpy5cvt7x28OBBsw7iTAmvAAD9eag/n22zFehOfTWxLaEZAGDbbpMmTWTWLGt22yFDhpiAjNevXkmUqFHN7xj1sC2FChWyZIu1fe2PP/6wPDt9TZ+lPlOK+woQAOC+z46RR2KBESNGyNdff20R0PNbYsa07n4/ceKEQ6Xs2bOb64MGDfKzQ9gZVv2LSurUqS1nAkWPHt2cV66Lh1rCaozHNu2VGY36+g4zc9G8ZvE/arSozgydOgj4EVg7dIZsmbjEcr1Yw0pSY4jjD6POEgY3AEA/XOmHLtuyYsUKqVq1qrNd+9bTKFn94sDZD2v651gDEGrXrh3kvrgBAQQQQAABBBBAAAEEEEAAAQQCFjhw4IC0bNlSdFEroKK7Whs1amSycDo639kZ5w4dOpjFNvviTACALibp4p1tBlD7dqJFi2aOL9S6mh2UggACni/w8OFD6dWrl4wbN84yWd2EtHLlSsu14cOHmx3/tkWPG+7b97/v9m1fK1mypGzfvt1Sf+PGjVK2bFmnYMMrAEBT62uKfZ+iPwv1e2D7EtjajKbuT58+vVNzs6105MgRyZ8/v+W+4sWLy44dO+TF0+cSLUY02X/ggJ9szRpgsWzZMof9Xb9+3RzBYFuyZcvm51iAIA+WGyJUgACACOWncwSCJ1CmTBnZsmVL8G62uUujeDUSLTilYMGCon9psS16lrhGAWsJizEe37xXpjf87wNC1hJvS6vFw4IzfO5BwCLw98Y9sqTLaHl4867v9UxF8kjLhUMleswYwdIKTgCARtVrNg3bosE9+mcruH+Z1hRRbdu2Ncd3+JfmSftLly6dzJgxQz78MOTZD4IFxk0IIIAAAggggAACCCCAAAIIeLCAZvarUKFCgIvq9tPXTQL6HWBgxwna36cbAXS3p27isS+BBQBoCm/7xb2AHkvDhg1Fs4VSEEDA8wT058Hhw4fNxPQ7xmPHjsnjx48tE82bN6/JXKpp+W3L3LlzRX8+2JZatWrJkiXWjVg+r9um8/e5pinoNRW9MyU8AgD0u9UYMWI4/NnqzBht65w8edJh4EBg7Tx48EASJEhgqfbmm2+a42SfPX4q0aJHk+s3b4geDWBbihUrJjt37nTYvKMMAHrEwu7duwMbDq+7sAABAC78cBgaAv4J6C9K/6K1gqLmEwDg5eUlGTNmtNyq6b9tjxiwb1cXJc+ePWu5fPnyZZMZQEtoj/HOxWsy4oMW8vzxU9N+tpLvSMuFQ4IyXeoiEKDAi2fPZdrnveTUriO+9eIkii91x3eTnGULB1kvOAEAuvivQQC2RaP9u3TpEuT+7W/QtIK6u3/Tpk1y4cIF82FdP5hrxGiVKlXMzoLYsWOHuB8aQAABBBBAAAEEEEAAAQQQQAABq4CmjNa/f+vCjX3RY/r07OZLly6JHqlpXwLatenIWReodKHH9ixt23oBBQCsWbPG4WKbfl+QKlUqc1zBixcv/HSrAQD2C328BxBAwP0FHC3K285KjwIZPXq05fx5n9f1XPqcOXNaEHTx/MyZM5I2bVrLdf2e0iezsO0L+jNJA6ecKeERAKDjSJEihSUzsjNjc1THJwDA0XHLuplr4sSJDpt2tJajGZ/V+/Fd798x+p227uDXTWU+RX+OX7t2zU/wgL4+bdo0adGihaW/Bg0ayJw5c4I7Pe5zAQECAFzgITAEBIIqoL8Avv/++6De5qe+TwCA/uVCz/Cy/0vG3r17TbSwfdm6das568u26Jlit27d8t2lHNpj3L90gyzvOcEEAGT/oKA0nzcoxPOnAQQcCfzUa6LsnL3K8tL7LWpI5X4tAUMAAQQQQAABBBBAAAEEEEAAAQSCLKCLZJp1z7bo7szp06ebc5p1ke3evXsyePBgc6ymfTl16pRkzpzZqX6nTJkirVq18rduQAEA77zzjp9jBPW87mHDhpnvDnWRTtN/jxkzxtK+bizSxSw9WpAS/gKa6UHP/F68eLHoBhAN1Hj27JlZqMyQIYM5HrJGjRrmM9e7QwAAIABJREFU3HJny+3bt80547oA++eff5rvfePEiWMCQd566y1zVKUGpyRNmtSpJsNijE51TKUQCQQWAKBrAHpciH9HleTJk8fPJsNSpUrJjz/+6HuPHmGqAUS2afV9Br1t2zZ5//33nZpDeAUA6MZJzYQQ0uITAKBz/OCDD/z8ftAFfQ0Osy/9+/cXPUrBtmiWBM2WcNPrijx79FjeyJnJHCFt//tEj2Xo1q2b5V5dE9KfDToe26IZHOrXrx/SaXJ/BAoQABCB+HSNQFgL6G5fjdSyLV9++aWMHTvWT9fVq1cXPWfctuhu/kmTJpndwXqWjX5Q018k+pcIjRazLU2bNjV/aQlqcXaMWyYulnUj58pbpd6RprMHBrUb6iMQJIHDK7bK4i6j5cXTZ773ZStZwBwJQEEAAQQQQAABBBBAAAEEEEAAAQSCIuBox6iedV2iRAk/zejRfJq9z7bod2763Vtg5caNG6I7QXWx1r/iXwCALhzbbwQqXLiwSQFtvwjoKINhUM7qDmwevO68gB7R2rJlSzl48GCAN+kz1OyPmmnSv8VanwY0kEC//71797+jMh01ru3o98yBLRKGxRidF6JmSAR0YVoXqAMqGhSi59nny5fPTzVHxwBoJQ0o8vn5t2vXLnO8gKOixw/Yn3fv31jCKwDAWU89etl+vcTRz1/NqqIZEezXW/Tnr67NvPvuu6ZLzSCjm0J79Ojh5wgC3amv60DHN++T66cuSMkW1U1WGc3irMFAPkUzMHz33Xfm94n+95UrV6R169by888/W6al60KauUaDfijuK0AAgPs+O0aOQKACzi6ua0P6IbFo0aIOU43Fjx/fRIxev37dYaoy/YWtxwVoRGlQizNjvPTXKVnQfoQky/CGNJnZP6hdUB+BYAk8vHXPHAlw4eh/0Y8JUiSRxjP6SfoCOYLVJjchgAACCCCAAAIIIIAAAggggEDkErhz545omn/boos9ejyfo6ILtF27drW8pDts+/TpEyicLurMnDkzwHr+BQCMHDnSz85QXXxq06aNn/YWLVokdevWtVzX4wt17JTwE9Bz1zU9+tOn3kemOlPefvtt2bJliyROnNhh9Z49e8rQoUHbABNQgEpYjNGZeVIn9AV0kf7o0aNmAVl/BtgWzWji3451RxsPnR2d/vzUzMPOFHcNANC5TZgwQdq3b+9wmnqEq66/6PHLtov5PpX1z/S+ffskiois7D9Zzh86IR3WjDcvO/p9otf1uAUN4NEgAd30aV/090jjxo2dYaeOCwsQAODCD4ehIRBSAWcW12370LROGpnm6Ie+f2OJFSuWLF26VCpXrhys4QY0Rl34/7nvD+J14Jjk/LCwNJrWN1h9cBMCIRFY1HGkHFhmjbwv362RlO1g/YtuSPoI6F6NAtW/yOmfNVLphZUy7SKAAAIIIIAAAggggAACCCDgGgKabl93eNoWTbnfsWPHAAe4c+dOee+99+T169emnh4ZULx4cdHv3myLfwEAderUMSnkbcuePXtEd6HaFz3D2/5IAs0KoGnoKeEjoLtzdWe07gq2LxpwoqnDdXHP/shXraup+5ctW+bnPkeBHVpJM8OmSZPG7NLWBVn7EjNmTJM+PH369JaXwmKM4aNLL4EJNGnSxBwRYVuGDBni52eXvq7fa+pisn3QgO291apVM2n1T5w44XtZd6/re8jZ4s4BADpHRxkDApu7/pnTIJssWbLIvzsOy4J2wyVrifxSb0J3c6v+PtBnNXv27MCa8n1dAxHGj/cOIKC4twABAO79/Bg9AgEKBDUAQBvTXxh6do/tL1v/OtFzwSZPniwFCxYM9pMIaIz//HZQ5rUeIlnfe1saTukd7D64EYGQCuyZ/4ss+3qcpZmcHxaRprOs5y2FtB9H92sAgP4FK0GCBAQAhAUwbSKAAAIIIIAAAggggAACCCDgQgJ63vXvv/9uGdGhQ4dEd3n6V/S7A00TfeTIEd8qutC/evVqp1JQ600aPLBjxw5LF5qlQLMV2BddVNZFX9uSNWtWP2dIuxCrxw2lWbNmMmPGDMu8dBe27sbXhVBN+X/v3j0ZPHiwn3PA/8femcDNVP1//KSfXWSvLJFsiSwhyZK1lCJbWlRE0q5SoRDak0qpkPbtnwhRorK12rckUfqJREm2Nr//630ed5x7587MvTN3nmdmnu/39XpeZebcs3zOmXPvPd/P9/Plou+++85G4uDsqVKlSmHpIy655BI1ZswYhcw7zsR33nlHOxSdku1DhgxRo0aNsvUn6D5m3CSm8YDYa5zS/BCOnHuIOcQPP/xQr1nKIHfPWScEI9JNnH322VopxQxMZJ0513g0yNKdAMDYnnrqKa328ttvv8VcHd26ddOOeuT69//2h3qx771q0+erdQpbUtlaxu8WYhm/z/3790esF5UB1GYGDhwYs20pkB4ICAEgPeZJeikIxIVAPAQAGuKlYfbs2ZoJinwMD/sHDhzQcjvI/JMqgBsMOYAStVgEAHKxdx8jN51EcZbrE0fg1x9/VhMvHax+2bQ1VFnx8mVVvzfuV6UqnZB4AxFqEAJA0qCVigUBQUAQEAQEAUFAEBAEBAFBQBAQBASBlEFg3759Cifq44/bAxBQ3Zw+fXrUfuKgRYLfsjZt2iicbV5zUHNd7dq11Zo1a2zt7Nq1S5UoUcK1bQgAZnR5mTJl1M8//5wyeGZ6R0jXunPnTtswFy1aFMqrbn7Bepg3z65u6ZTtx9GKw960xo0bK/KzQyYwDafjTTfdZPuMfO60b1rQfcz0OU2n8aE8gQPftPLly6sff/wxrmGw7zlVTmbNmqXOPfdcz/VlAgGAwULcQY2F8UP+giwBMYK9uHr16pqsdfnll+v/x3DwT7p8qNowf5n+/4f/+74rZvh4UG2gXghAkAwgXaAeAM59+/bVZAKxzEFACACZM5cyEkHAFwI7vt2iylS1yzL5qiAbCiP9f2KDmtnQkjQhCHhH4MWr71Vr3v/UdkGXB25QZ1x2nvdKfJQUAoAPsKSoICAICAKCgCAgCAgCgoAgIAgIAoKAIJAmCODsWrFihe4t0dTIXxOAYxpOedQ6yQEdyZB5r1GjRigim/SB1FurVi1fBADktr///ntbMziIIuWKL1CggC33fJEiRcKiwtNkKtKum8jw47gzDaUGHHxu5pYHnEhfIo0t69Wrl3r55Zdtl/Pvyy67LKzKrVu3Kpy9piFF/sMPP4Q+SkYf026i0qjDSMQ7c76jEkxEupsx1yhGmIZDev369b5Hzb6DwjCEI8uqVq2q1q1b50sNNdUIAL6BiPMCzqk5r8ZOPedMSaMcJ46ZeJkQADJxVmVMgkAMBH777w41dfA4ddmzg1W+ggVSEq99v+5RhUsUTcm+SacEgQXPvaNm3PucDYg65zVTlz87JHBwhAAQOKRSoSAgCAgCgoAgIAgIAoKAICAICAKCgCCQ4wg4o6qdHSIam8h+crlHs+7du6v/+7//CxW58cYbQyoCfhQAcOaZDlwq9EMAQD7aLR99jgMtHdDy33fddZcNiccee8wWcd2iRQu1YMECWxmIJE6Zdwr89ddfKn/+/Lay0QgIXqbASx+91CNl4kNg/vz5YWq/pJTAoe+2Bw0fPlyNGGFPjXr++eerGTNm+OrAkiVLFHvY5s2bbde9/vrr6uKLL/ZVV24lALzcf7RaNTMrbUyfl0aqGq0a+sJNCmcuAkIAyNy5lZEJAq4IvHXrGLXi3U/U3wf/Us37XaQ63tMvx5FaPWuR+uzl97L68b//qcqNaqu2Ay/N8X5JBwSBaAhsW79ZTbhkiPpjx6+hYqWrlFc3TB+rChYrEhh4QgAIDEqpSBAQBAQBQUAQEAQEAUFAEBAEBAFBQBBIGQRiEQCIviVKu2TJkhH7jMx/u3btQt+jFLBhw4ZQdLgQAFJmunO0I82bN1cLF2Y5CC1DWrxu3bpx9Wvt2rXq1FNPtV1LDnfUKuK1oPsYbz9y63WcP0LiQG7etEaNGqmnn35aNWjQQH8MyWf8+PGaUIIsvWkvvfSSlqaPZMjTI2+/fft29eWXX+r0wxAG+Nw0CAFI4Pu1TCYAHDp0SON09NFH22D556+/1d01L1L//Pm3/jyS/L9fLKV8ZiAgBIAI87hx40YtebJ48WLfMz1o0CA1cuRIRR6kWMaGyiY3d+5cnc/jm2++0Zcgl1KvXj1Fjidy9JBDyY+xYX/xxRfqvffe07l3YOshJUVeFm7sMPouuOAC3QayUGK5B4Hftu5Q9zXuFRrw4M9fVOQxj2Xc3LnJOHP7xLou1vefPPO2em/UxFCxhj3aqe6PDox1mXwvCKQMAs9dfJf6dtFyW39QAkARIAgTAkAQKEodgoAgIAgIAoKAICAICAKCgCAgCMSPAJGRr7zyivr000/Vli1btOw5jlZy5eL06tKlizrzzDM9N0Cu97feekvndV+9erXOm86ZS9myZbWUO+eBPXr0CJP4jtYAeZcnTJig875v2rRJR24TkU1uX/pINDl1i6UOAi1btlSsrWjGmpgzZ46qU6dOWDHWISkCvv3229B3zzzzjLrmmmtC/xYCQOrMd070hL1myJAhIUUIqw/sMew/8dqtt96q1SlMe/jhh9Vtt93mu8pk9dF3R+QCNW7cOHXDDTe4IsE9j3vKtm3btAKE0/A5ffXVV1F9TZRZuXJlVKS5l77//vtx+SAymQDAPb1gwYKK1CumEej56nUP6I+I/EcBQEwQsBAQAkCEtfDqq6+65rfxsnTOO+88nS/HmYfHvJZ8TjyQjRo1Sv3665HoUbf6S5QoodmePLA5pXXcyuPsJ3/PzJkzY3YXWRZuzvICEBOqjCrw0jWj1Or3FukxNejaWl089vaY40sGAeCjcW+q2Q9MDrXdqOc5qtvDN8fsixQQBFINgQ/HvKLmjHnF1q0zLjtPdXnA/aHZT/+FAOAHLSkrCAgCgoAgIAgIAoKAICAICAKCQHAI7Ny5U1111VWeztg6deqkoyIhBUSzd999V11//fURc3Vb1+JsIW/3FVdcEXNA9913nz47xCEcyYgaxDlH2Tx58sSsUwpkLwIEbkEGefLJJ9Ubb7xhazySDDdzPmzYsFBZnGtLly61za8fAsBJJ50UJsPtJwUAQUNE94rlHAI333yzDgTEWFNff/21wg9hGqQRIvXZY+IxCCfUYe43RYoU0WvHS53Z0cd4xiXXZCHgtmfEwqZixYp6TUE4i2axCACQ6VARKFSoUKwmXb/PjQSA165/QC2f9onG44qJ96hTz/FORowLZLkorRAQAkCE6UomAQBWGyoBSKf4scGDByv+YFpFMlijvBg48zVFa4c8PrygNGnSxE93pGwaIwCrfFCFc0MjuOm9J1T506pFHVHQBIC5Y19THzzyUqjNMy7roLo8cGMaoypdz+0IfL9knZpwyWD11/6DISiOr1lZDfxwfELQCAEgIfjkYkFAEBAEBAFBQBAQBAQBQUAQEATiQgBn1llnnaV++uknz9fXqlVLffbZZxEjF8nTTk5jpHy9Gmd2/fv3j1gcZ9rjjz/utTrVq1cv9eKLL3ouLwWzHwFIJy+88IKtYYgbZg53VB5YbwcPHjmD4FwYGXXT/BAAqG/dunW263ft2qUITnOzvHnzKs4sLDvhhBPU1q1bsx8waTGEQKy0EiiBELnvltPdC4w4/Zs2baqJJqY512e0upLdRy/jkDLREXjqqad0gCkEoFjWrVs39cQTT8Qkv1FPJAIAew+K2p07d47VXNTvcxsB4H+HDqmhNS4KnUWL/H9CyycjLxYCQIRpTYQAwOYI+9KZj4OmeCh64IEH9AYajz333HOaheV2o4TR17Nnz5gyKm7tIgWGagF5XsRyBwLTRzyrFk6Yqgdb4+zTVZ+XR0UdeJAEgDmPvqw+fOzVUHtn9jpfdb7v+twBvIwy4xF4suNNasvyrHQu2FF5jlLXvPGAqnLmaXGNXQgAccEmFwkCgoAgIAgIAoKAICAICAKCgCAQNwI4VQmUsSJpzYqKFSum+MPR6cx/TDnk11H9dBqpA0j5aTpsrTLIvHOO6EY24HP64cy3zbWk/kTd02lIBFMnfTQdtFY5CAAQAcRSE4FVq1YpArZMQxbbTFWLAu2sWbNCRVgnJ598ctiArHSzzi9YixjpBYjexVjzn3/+ua0oqSXKly8fVi8S4E6l2po1a4YRCFIT4cztVSzn+oABA7RaSMmSJeMCgfzupEMxrWHDhjo9itc0w8nuY1wDk4vCEEDN480339T7DKmrSWXNPQ9CEPsHBDnWg7WXeIGwfv366rvvvtPK2exXjRs3Vh06dNCkkiAstxEAVr23UL18zWgNXdVm9VS/1+8PAkapI4MQEAJAhMl0EgB46GLD87OhuVW9YMECzfQlV4ppSHDB2IUp+ffff2vJlDvvvDPMmc9myE22UqVKtuuR8rnlllvUs88+a/ucfkM4aNWqlYKVyYvE2LFjtYSY0/j8xhtvdCUXZNCal6EYCNxe/pzQv/q8PFLVOLthRHyCIgDMfvAF9dGTR6TMml51geo0coDMiyCQUQjMHDlBzX92im1MrW/sqc4ZFFu60QmEEAAyamnIYAQBQUAQEAQEAUFAEBAEBAFBIA0QGD16tBo6dKitpzg9Jk+erMidjQPr559/1pH506ZNs5VDupjzN0gCplEf9ZpWpkwZ9fbbb6tmzZrpj5csWaK6du0apuxJOygBOA1nCo4Z00gvwFkgCqKcF5L/+7HHHrOV4VwRGW+vDrs0mLKM6iJncMjpm4YTHmc8hrIn57xuBBS/QLAOLOLAZZddpjgTNw1CAE46p+HEcxIO2rdvr3N3i+UcAi1btlQoQUQzyEEQP+rUqeOroyhQsLc49zD2rQoVKniuK5l99NIJotpR2IBAtWbNGp2emdzq4FKtWjV14YUXKqToIylfxGoD387ChQvVjBkztCIM9wr+unfvHqbsEasu83v6jYoMvqFjjz1WTZ8+3c/lUjbNEWD+WacQ/Cx746aH1dIp8/Q/Lxs/WJ3W0a4Ak+ZDlu4HgIAQACKAmAwCANL/PIQ7JZxg3j300ENh0v7ciHnoJ1+PaRMnTlTI9Zg2b948LZFilj3xxBO1pFeLFi1sZWFv3XDDDTqfimlt2rTRn5FXSix3ILDguXfUjHuf04MtX6equmnWkxEHHgQB4L3Rk9Qn4/8v1EazPp3UBSMiy9jljlmQUWYqAhvmL1UTLh1iG17FejXUDTPG+hqyEAB8wSWFBQFBQBAQBAQBQUAQEAQEAUFAEEgYAc7UiNg3jSjIc889kk6R73Cw4wR1Ru5/+OGHinM209ycXhAKrrzySls5t6h+ov/JD28aTjcib01r1KiRjuB2Rti2a9dO0SfT5s6dq1q3bp0wVlJBbAQ4n3XOM+fByGy7GaldncFfBKWtX78+VLx06dJq586dsRuPUcIkAHA+fccdd9iugDxC0JrTXn/9dXXJJZfYPkbxluhysdRAAD8B+8aTTz6p3njjSDAWveP8n/XkNRXA/fffr1MTm8a1H3/8sYKIFK8F2UcvfSDAE5WW33//PWpxFBIIloQU49VI7YLf55577nFNhUHaZqdfKFbdpFyYOXOmdvpzD0J5A0MBhM/Fcg8CbgSAe07pog7s2adBEPn/3LMW/IxUCAAR0EoGAQD5Jhz6PFhZxs0WpjAP6E7jBnjddddpaX7TuEnx8AXjB4PtyQMWN2LTiObnwc0px0QZHvp5+DcNZuns2bMDk1zxsxClbM4hMKR6Z/XXvgO6AxePvU016Gp/QbV6ligBAKIBhAPLmve7SHW8p1/ODVxaFgSyAQFY+Y+2ukb9/O2Rg6O8BfJrEsDxNSt76oEQADzBJIUEAUFAEBAEBAFBQBAQBASBEAJEP3JYjiQxTlwO0EuVKqXz05ICkcg+5LRjGXLbSNz6NdQY3aTjY9XzxRdfqDPOOCOsGIe+RPuJZQ8C5FavUqWKrTH+vXHjRtcO9O3bVxGsY9rzzz+vyONuGvLopgOX76jT2RYpAqwzP+t6nL3IL5v28MMPq0GDBtk+e/rpp9W1114b1k+cf6QNNe3WW291VQjNHpRzVyvsSRBATIvmgB0+fLgaMWKErTypHogotuyUU05RpINN1EwCANHQtWvXtlVZo0YNxZk2igOmuZFKcAY7x5lo/+T6YBBgP3I6n++77z5FVH8sY1/BR2Eae9QHH3wQUi+JVYeX7xPpo5f6ITA4/Sexrps0aZLq3bt3rGJa7RnlgK+++ipiWa8EAM4SrecYFGLcyAqZQgCwCA358uWLiXFuL+AkAKx5/1P14tVZhKuTGtdW1055OLdDJON3QUAIABGWRTIIAM46aZq8JDj4eRF1Mxz9AwcOtH3FS+prr72mYCNjsD3Jt+KUWOJl99JLL3WtFyYpLE1ehk0bM2aMTiUglnsQWDVzoXq5f5YEXfHyZdTgz+3KEBYSiRAA3r1nvFr0/LshUFv276rOG3p17gFZRprrEZhy5xPq81eO5OYDkI7D+qnmfS+KiY0QAGJCJAUEAUFAEBAEBAFBQBAQBASB0PkIDgQvUXGdOnXSkuqQAiKZW4SrF6jjIQAQ3EE0t1POnfaEAOAF9eDK4MQklaZprJepU6e6NuLmVJowYYK6+mr7ucfpp5+uli5daqtjw4YNqmrVqrbP9u/fH6YSSjT45s2bbeVIMUo0q2mQSNyCjLj2pJNOspXFgYsDTyz5CPBeX65cuTASB3OFc7VBgwa6E5y9sS/hlHXK+6PayvmvX2Md4sQ0jbXMmnYz+uR0Yvbq1UuNGzdOpyWAUAU5welIZR1/8803klrW7wRlU3lIHNybTMPHANEtmuG3wHGNU9oyUocgP+9UREl0KPH20Uu7biQorjv66KN1SmYCMXfv3h1WFY5pSDIVK1aM2AxEHHw8TtUY84I8efKofv36uaZyscqx9/Pbwu/z3//+N+qwMoUAAOENJZ3ixYt7mcZcXcZJAHjr1jHqqzfnaEx6Pn67qt9FFH1y9QKJMHghAEQAJmgCAGymO++8MyznFs52cudEYjlxM4U9ZhoMURif1sMhLw/kH4NpZpmzjHOYMMd4AIRFZlqs/siPKDMRGN24l9q9NYtJ3vGevqp5vy5hA42XAPDO4HHqs5eOSBKdfV131eGu2MzJzERaRpWbEVg9a5F6qd8oGwQ1WzdSvV+MLo8nBIDcvGpk7IKAICAICAKCgCAgCAgCXhHAwUm0vlOKPdr1tWrV0vl5nbm2rWsefPBBfZbj1+IhADzxxBPqpptucm1KCAB+ZyB7y3fr1i3sfI3ozebN7bl4SQvqlHx3i9jHOXvRRXayeI8ePcIkvFnvTucdTiMczU4jJ7Xz7JHUBaZKafailvtaw4FOSlY3IzCscOHC+mzXiog1y9WtW1c75XG8+jW/BABSQ0AOMR2+tEnbrK1ffvlF4ah0Gg5W1qlYaiLAua7zXle+fHn1448/RuwwexH7m0lGIb0IKS3iIaPEQiaePsaqk+9x7kOi+vXXX23FCY4kGLJs2bJ6vb/zzjtaucWZjnnIkCFq1Cj7eZ5VEWVJgeBUiAEn0jXzm2jWrJluAxJANPv+++9V5cre1EKFAOBl5jOrjJMAMLxOd7Xv1z16kA9tma2OynNUZg1YRhMIAkIAiABj0ASASA538iIh3x/JyNvFQ5fzxjNnzhzVtm1bfZkbSYCXTVjA5IdyM9hVSH3xomEaN29eRiK9/Aay6qSSlENgy7L16skLsvJ55S9cUI1Y83/q6Lz2l4p4CABv3/G4+uLV2aHxtr7xYnXOIHtuu5QDQzokCCQRgYN796tHzu6nft92JE9fwWJF1G3znlVFjyvp2rIQAJI4IVK1ICAICAKCgCAgCAgCgkBGIMAZR5MmTVxl94sVK6b427p1a1hELYMnzeIzzzzjigOSx85zE6IFYxnOOvKze7Xt27fr85s9e7IOcp0mBACvSGZ/OWT5cSwRwWgZkYzMqdPhvm7dOh2ByzueWZbzO+uMDycvzn8z+hNH0qJFi8LSViDVjmS7abt27VIlSpRwBYL+QASwrEyZMurnn3/OftBycYtuzvhYcBB5/NFHH4Wlioh1nfW9XwIA1w0dOlSNHp2lFurFkEh3qgx4uU7KxI8ATvgrr7SfsQ4YMCCMZGS1gBowe5Vp3HecaUms70kfTNoJJyGFdMO33367p44nu4+eOqGUIiVLnz59bMUbN26sCYDsr6a5kfGaNm2q92A3Q32ZiH3TcOL/3//9Xyh402s/3QgA9M+NrCUEAK+oZk45kwDw9dwv1PNXDtODq1i/hrph+tjMGaiMJFAEhAAQAc6gCQCwI2GVwaI0LZpMP+WQToIptnLlyojXIQGFFI9p7du3V4yhZEl3hxJlR44cqe655x7f1wW6AqWylEHgqU4D1fdL1un+uEXp+yUAmDI01Nnm5ktU+9t6pcx4pSOCQE4i8Nr1D6rl0z62deHisbepBl3bhHVLCAA5OVPStiAgCAgCgoAgIAgIAoJAOiCAowqHlWk4QSdPnqwVEzlAx9HZv39/NW3aNFu5QoUKadUASAJO41ozncCpp56qVq9eHTgknBeRbiCSCQEgcMgDqxDHJ+vMtDvuuEOrfboZjigcss7oapzxRFi7KVigRDFo0KCw6nAy4TAyLdpaKVCggJZvt6xIkSJhAUeBASMVRUSAwCuCwZirWEb0NQ7JaKlKYtURDwGAOnH0cm5srhlnW6xZAsxIB+B0pMbql3yfGAKojLRs2dJWCYrAOPSLFi0aVvnw4cO1vLxpOPhRGXYayiIEJDqVHlAOJmLeqyWzj177QDlSWJDKwDT+fdlll4VVA1kQZQTTIOFAoHDasmXLwpz8lIXIxZ7u1ywCAL8rFGQgg6EiQGoBSI6mCQHAL7rpX94kAJhBl90euUU1urh9+g9QRpAUBIQAEAFWJwGAiPj4zC78AAAgAElEQVTSpUurTZs2ha7gM1jd9erV05sxzLGCBQu61ujFke92oZfr4nXkx3tdUlaiVJrjCPy+fZcadfqloX7cvfRVVbTsEQKJHwLAGzc9rJZOmReqq92tl6u2txypO8cHKx0QBFIAgSVvfajeHPiorScnNqgZ9tD277+H1ME/D6oC+Quoo48Olwtr1POcFBiNdEEQEAQEAUFAEBAEBAFBQBDIOQROPPHEsNy7s2bNCstPTJQ2kXROJyuRjm3ahJNxOfMxAzIiOUsSGTmRva1bR8/bKgSARBBO3rVTpkxRXbt2tTWA04ezvGOPPTZiw0SGQkZxylE7L8ibN6/Ou07eaDcjmtfplPJDAEBynrMesexHALUPlB/Yp5YvX65QkkBmHeISUdmkd0ClNZKyq58ex0sAoA0ckhMnTlTz5s3T6xqFWshSrD32LequWrWqn+5I2YAQIFiElAysHdMaNWqklWus1MH8xsePH6/uuuuuMBUcggqdUv6sx7PPPluhZmxaz549dbChH6JHsvroF8IWLVqoBQsW2C5bsWKFVmRxGooH+fPnt30MzqYqi/Vl9+7ddaS/aW7pX7z2l/0bkuIFF1xgC+pEIVoIAF5RzNxyJgHg3vo91R87skhkD37/nsrzn9jqVJmLjIwsGgJCAIiAjpMA4GUZ8VAGM7JLly5hNwovjny3NniQhwn+6aef2r42UwfE68h/7LHH1MCBA231xkod4AUHKZO+CLw64H61Yvp8PQCYYzDILPNKAHj1ugfUinc/CV3X/vYrVJubeqYvKNJzQSCJCOzZvks93KqfOrhnX1ytVG1WX/V7/b64rpWLBAFBQBAQBAQBQUAQEAQEgUxAgECNKlWq2IbCv535eK0Cffv21Q4t04jKJu+v03DGmVG65HB/8sknA4MNRwPnMJEkmK2GhAAQGOSBVYTziLzOTgc6zpsLL7wwajvIReM4NdMGuF2Ao421ytp0c7oJASCw6ZSKBIG0RACC0A033ODa91KlSilIPtu2bQuT8ecCCG5EqhNtbhmR5qeffrpCydhpJ510koKUFMvOPPNMLblvWdB9jNV+ot+vXbtWofZjGoQIyHqmQYbhGcFM6cI94b333tNphaZOnapJM/v27dMKHkT0k3KIdAJ+TQgAfhHLzPIWAeCHz9eoiZdlqV6VO/VkdfP74zJzwDKqQBAQAkAEGOMhAFhVIamDNJepBhAvAYDcXeSS+eCDD2w9DYIA4DZGIQAE8rtK60puL38kmviWOU+rE045SY/HCwHg5f6j1aqZC0PjP/fOq1Sr63ukNR7SeUEgOxCYfNVwte7Dz303JQQA35DJBYKAICAICAKCgCAgCAgCGYbAxx9/rFq1amUbVadOnfThu5sNHjxYy1WbNmHCBO2QNY1DeyTSTXvkkUe03HVQdt9996khQ4aEqiMA5IsvvlDfffedrQkhAASFeDD1QDrB0eNUkiDCljmNZpwXPvzww746cu211+qIXqcJAcAXjFJYEMhIBNwUHmINFJl6HNpO8tz7778fppwTqy7n9yhDOFMgB9lHv/3xW557vDPNAXv2bbfdZqsKRz+qQKbx7IGzfvv27a7NQuSCsDF27FhfSgpCAPA7i5lZ3iIAzB45UX364kw9yIvuu0E16XVeZg5YRhUIAkIAiAAj0kbI+sPmisfII4Pj3mLoCgEgHhTlmpxAYOaoiWr+M2/rpmu1O0Nd+fxw/f+xCAAvXn2vWvP+EaWK8wb3US0HdMuJIUibgkBaIrB48nQ17e7wQ51ogxECQFpOtXRaEBAEBAFBQBAQBAQBQSAHESCn9ttvZ73zWuYm2btu3TpVq1YtW7nRo0ernTt3qjlz5ugUkZz5ENmHXDe5hNu2bet5ZCg+nnLKKaEcy0RqcnaEVLEQADzDmO0Fcfoz35s3b7a1jYz2iy++GNWp88orr4TJbVeoUEGh0EkKijx58qhPPvlEkWfbuQbIx3777bfb2iQi19kPPykASG2KFL2YICAIpDcCTz31lLr77rttijWRRsQ98IknntD3LqcliwBAO0H1MZkz9e2336ratWurP//8M9QMRED2WRQVTLvjjjsU+3I8hiLzo4/aU4JGq0cIAPGgnHnXWASAR5pdrX7ftlMP8P5NM9R/8sVW5sg8NGREXhEQAkAEpA4dOqRz3fBfpHCKFi0aeohHom3r1q06VxMMMLecXTy4k0fn+OOP1y3ESwBAcgcGuJM5BxONFwIs3hQA9O+KK66wIYBMD1Jk5M8Ty70ImCoA/V6/X1VtVi8qAWDylcPUurlfhAA7/+6+qsU1XXIvgDJyQSBOBMZdeIv6YenXnq8WAoBnqKSgICAICAKCgCAgCKQwAjhfcYyR+g75WQ5eOWjlcBrZVdLs8a6aiHFoRp5W2iE39/Tp031V9+OPP6o33nhD52vG8UvO3QIFCqiyZcuqhg0baslvIr9MKV1fDUjhbEGAeSNq2pReL168uI7Wy5cvn60P8ThCOnbsqHMk41iNZeT4nTFjRqjYqFGjtBrAySefLASAWODl0PeQP5Bx/vpr+zsbv31IJUcfHTkHL+eLnLWZeaTJM71q1SpVrVo124jYbyCfmEFJrCnIB6YqBWUgqpiGkiiy1G6GfLcpV33CCSfo802xzESAe+m///6rFWr95G1PNTS4f7/wwgtaWn3NmjX6HJ4xcf/lt8P9l+eESOvebTxBP3f873//U++8846aMmWKjgDnXsNvrUyZMqp+/fqqa9euinzxzvtMkFhD5sFXwXPK8uXLdR+Yf3AhbTHEJYhK/H8ki+e+56zLTQHAKhNEH4PEzKyL3wvy/EuXLrU1gaoL6i5Ow1/z+uuvu3aHewH7K3v47t27w8rwe2SdNGrUyNNwhADgCaaML8Re+NPyDeqFXsP0WI+rfqK6dd6zGT9uGWBiCAgBIDH8dK4c8setXLkyrCYY4Rb7O14CgJfr4iUAxHtdgpDJ5WmAwKLn31Xv3jNe9/TEBjXV9e8+FpEAMPHyoeqbj5eERnXBsGtUs76d02CU0kVBIPUQeK7nXerbhcs9d0wIAJ6hkoKCgCAgCAgCgoAgkIII4Ewjt/XMmVkyltEMB9v48eNdI9YiXcdhLnXj9OdAHDI/dt5553lqk7Ic6iMXj3M2Vr5ucsaSr7tx48axhiPf5xACvXv3VpMnT7a1ThTfAw88ENYj0gL069fPd08hq+BcikYGwfEPAcCyypUra0cupBIhAPiGPFsuwHEFIWnZsmW29kg/wf6CMz+akdrhjDPOsBVBPtokgZhfErBD4I5pEJcgmVjWpEkT7UQyDfJA+fLlw7rC/ufsY82aNcMIBNkCpjSSLQhwD9y/f78mvaUrAQCHNnnTCdKLZiVLltSy6iixRLNkPHds3LhREVW/YsWKqG3zeyPorm7dutky/9KIPwQgR/C8aBoET8ipbvfzdu3aqQ8//DCskZtvvlmT+SCyQvwiHRHPuk6V6R49emhiqRcTAoAXlDK/DASAjx55VX1+WP7/whH91Vl9OmX+wGWECSEgBICE4Ms6DECqyy0H3DPPPKMfUjAeBi6++OIwFhk3FlIFRLJIBIB333039LLIYQQ57Exr3769Zp3zABTJ3AgAMBI5sChWrFiCyMjl6YrA1tUb1eevzlJfvv6+OvTvIT2MqmfVVUXLldb/D2Pcsq/nfRmSnOGzC++9Vp3V+8J0Hbr0WxDIcQSEAJDjUyAdEAQEAUFAEBAEBIFsQgA5VaLRnDm0ozVPtOtnn30WNbqad3Qrso+IXDengR8CwI033qiefPJJz6gQnUteXQ6NxVILASIzOfMwjehMzl1wkDkNOWWIH6YR1YeDHwcrUX0LFixQ+/btC7sWQgHEAjeDSIL0//fffx/6mshR0lBiQgBIrXVDb3Cics62aNEiW+fq1aun9xsvig84enr27Gm7nlzQSHG72YgRI9Tw4VkpGS3j/BHnkmU4Ozn7Mw1HkRsJiZQCrC3TGBMRv2KZiUC6EwA46+bM249NmjRJQfRys2Q8dyAZT9Q4Cr5eDIVh9gwhAXhBK/vKEOHvJALyfLBkyRJFmhY3I3qfwFDTUKOYNm1aWHE3FWZULHhGNc/ZI41YCADZtxZSoaU5Y15RX73xQVhXIJTs/eW3kL+m2PGlQuSuIV++nApdlz6kIAJCAAhgUnjhI0eb0+69916dfwdDggtH/wcf2H+8Zhm3riA7A7t327Ztoa95sUBdwGIO87DvZDiedtppWvYnkqwPzN8777xTkxdMGzBggM5BA+tcLHciAAFg7LnX+x5851HXqTOvPMJE912BXCAICAJKCACyCAQBQUAQEAQEAUEgNyBw8OBBReSqW7QcZHT+kKVGutZpkOwh2zsNBx0OM6LrTIltNzy9EgDeeustRYSW08jTjQOYiGA3adeKFStqp7K8V6fOamatNWvWTCvbmcZBPQf2boZD5+OPP9ZO/oULF+pIPtJI1KhRI1QcKWoitZ0qFqSD/OGHH1wP9p1OLadcshAAUmfd0BPOz1BrcJ7nnXTSSToyFBlyL+Z2dhctAvT666/XObNNe/zxxxWkJMvIP+0kmjhJAlZZpKqRrDaNM0vOJcUyE4F0JgC4EWaYpVjS6kjs45TnPmxaMp47uCfg/HeqcNAuKYz+/vtv7Q9wGmf1q1ev9uT4TbWVaaUQyaR0R26BlRA1uP+TviGSnX766WGBnhAC+NxpPM9WqVJFPxeYBsGgQYMGMadZCAAxIcqoAhAAPhxjV6OINsC8BfKp+zb6S22WUYDJYKIiIASAABbI4sWLdeSC00znPocRN910k46uN+2WW27RDLNIOYCQkkFSxjRuDDwIWcxdNwICL5vIiEW6iSA7c91116mXX7azgyLltQkAJqkiTRCIhwBA1D/R/2KCgCCQGAJCAEgMP7laEBAEBAFBQBAQBNIDgdGjR6uhQ4faOkuOWqTZIcAjVfzzzz+r/v37h0VSFSpUSKsGOFXriKZGRt2LeSUA8J7P+75pEPF5HyeXN2oD/P+VV14ZSi9gleVzN/KAl/5JmWAR2LRpk3b+O9UmiPjjDCRRg1SAQ8dZP6QB51kRxJA6deqE1gtOFMgJqFtYJgSARGckuOtx2vA7Rj3CtNKlS2vnvzOiPlrLlMdZaBpOJiLzkYo2jTNE1pSTzORMAUA+9Nq1a9uuhaCyatWqMOeim1w1Dq6WLVsGB5jUlFIIpCsBgDPrSpUqKQhWpkFgGTNmjCbdcP9FOcVNWh35dad6SzKeO1DnJT2RaeR9R30IkiOGahEBgagPmIZ/oE+fPim1Xrx0BiIFKjbFixf3Ujzlyzz99NPaP2IakfkQvnhuiGZuKVggn0S6L6Dy41QHiEZCNNsWAkDKL6VAOygEgEDhzPWVCQEggCXg5qSnWlPenwcTohH4M42DB5zwkW6cMHcHDhxou4acNLCALYmx9evXq+7du2v2oGnRDhxgnPHgxAuIaSgLtG3bNgBUpIp0RSAeAkDf1+5T1ZpHZkWmKxbSb0EguxEQAkB2Iy7tCQKCgCAgCAgCgkBOIIDzfMuWLbamyaF97rnn2j7jkJmDVKdjlXfwNm3a2Mq6EQAgEnA9B7LO93BnxLYTByL3ChcurCP4LKM+0vsR+Wva7bffrh555BHbZ0Tv+kkdkBPzkBvaZO3ghHc6XzhXefHFFwPLi40sO9HZpj388MPqtttus31GtD8pIixzk4AXAkBqrEzO8XAusk5MI80HjnO3KM9oPUdJAOegMyIYuf7nn39ep4XAOK+D/OSU5kdRZPv27WHkJzcZ6l69eqlx48bpc0OcwJxFOqXUq1atqpVKgs4NT47iF154Qb333nsKggJOXBxqOG2rVaumFTe6dOmiIH15tR9//FFNmDBB59uG0EMb7M9E1J599tnakWoqc8Sql/o4M4VQwb1jx44dCjIGxA7mlbNa+pnuKi7pSgDg9+B0jvM7wZnuXK+k0CDgzjSINs50Hcl47jj//PP1OjeNf3fo0MH2mRv5h/sSJLF0s0wiAOCPQcGHvd4ySHnsC87nUbd5Yp/g2dU0fDOnnnqq67RCNIBwYBrKME5lFreLhQCQbr+UxPorBIDE8JOr7QgIASDBFQEbmAfpkSNH2mpyi8DnBuKUlosWqc8DLQ88U6dOtdUN2xHlAMvIF3P11VdrhqFp0dQFYEnywG0aeeyQS+ShSCz3IiAEgNw79zLynEdACAA5PwfSA0FAEBAEBIH4EOBgCgI0achmz57t2zHyxRdfaGI0jjGk35EY5V2JA1LSnTmdvbF6SU5uosmJrPn666/Vzp07NekaZwHRWjh1nBGXseqU74NBAOcN82Aa/8ax7mZ9+/YNU9LDOcAcmmYRADi8bd68ubrooot0TnWIBlYknlXeiwIACgRI+JqG7D+OI6fhqHMeFnfr1k2RQkAs5xDgd89aYA8wjT2A8xOkpIMytyhCzmQ4v7GM8xYiQS0rWbKkJqc4A0KEABDUrCRWD9L6SOw7DUcx9ycvxpybEtKQQgYNGuR6KfsN+xf3QNMhZRW+9dZbw4hGfDd37lytHOq8hrrKlSunc5OjKOC0ZKiU8AxAmhbOKaMZa3/s2LFh6UzdrkGlA4VVnNmRjN8yZBvKkqIlkkHCoAxKrNHq43oi0AnKckZ4e5n3VCmTrgQACCxOxVr+7Ux/C878Xrg3m4b8vym1noznDuT/jz32WIVagWXkjIek40aqgaAC4cYy1ixkIKeaUaqsnUj9yBQCAL4WntPMVFPMG4QvCIJeDKLWs88+ayuKcoBTydkq4KYAwDvTOeecE7M5IQDEhCijCggBIKOmM8cHIwQAlymArceBAg/mTma/WZyHa1i/vXv3DsvhwqY+adIk24scjPOePXsqDrdMI/8bJAJn/hykhLjpmA8TNWvW1DnnTHk4+sFDKS8DplGWB3rk5UyDWMADOfWYRu6vYcOGBfoSnOMrXDrgGwEhAPiGTC4QBAJDwC8B4Oi8/1EPbJ4ZWPtSkSAgCOQeBFLFWesmx+llFoj04eBYLGcRwHGF05/oFSSMLYuU/9Ktt7zr8G5CbuJoRpQVDn0vTntSoXEo54waN+sn8pCoMdMZl7No5p7WeYdu1aqVbcA4WJzEd6uAM186nxMJCgne+Z4L4YNc3TiXLIv30BRZd0t1z6qL6F2cDU4jAgxSgWmkBWDNiuUMAnv27NGRwcuWLbN1gLXHfOXPnz/Qjrnlq2aNslYx+oMDaNu2baF2WV+sKaeZTiLrO6KncTbhJP7kk08C7btU5o4A6T6c53d+sXKmgeD8jr3hpZde8lUVEcXsb3nz5nW9jpQqPFN5Nc4xObMM0tz26lj10wf6EsnclDWi1Ynj2KnYYJVHzYV7jTNiN1p9OATpo5NwFmtcqfJ9uhIAWrRooUh3axqpUk477bQwaCF1OPdziC9m+oxkPHegxsu5u2kQASOtLyLNnb97lAGcBMVUWTuR+pEJBACURHivYO2YBuELRSevxvuPk5Tiln6C+iAaQHY1iSl8zvtTNN+T1Zd4n2W9jiUny2XCmooXv/8dOqT27vxd7d21W+3defhv1261etYitfnLtZ6rzVsgn7pv43TP5aVg7kJACAAu840sFg+uvIzhyCfioG7dugqZL4wbBFEEMHmReHPmJOI6mInOaP9IagGUv+eee3S0P8xvolU4/OAB3nljwMnPQ73z4Wbt2rWaueZktsM6I+9RvXr1NAuWGwtOfucBG1H/MOD9Spjlrp9L7hitEAByxzzLKFMTAb8EAEZRqnI5dcfCYA9vUhMd6ZUgIAgkikAqOmtx/D733HO+hyYEAN+QBXYBMrk4unD84+h3M68EAIjJOOM41PVikKBRCCDCKpJxUN+vXz9FZFYs42AfiXZn7s9Y18n32YsA77lOtbv58+fryG4vlsihKTKuvGubxr8tqW7rc/YkCCWmjR8/XhNRxLIfAaKd27dvHyYBzbkIa8dJ7Aiih27pG82IbZxZOLUSNadjK9H65PrICCSDAEBrnA0++OCDOhKd879ohsMfJzhBQ8joRzOcV5wtRotsJ/CIdcm5Z5DS/24EGPpKlDMkF8h+u3fvDut+vnz5tAoGEdtOIzgLJ53TkOWHEGOpBTm/hwAAEcBpbvLbVh+JIIf05UzPYH2/ZMkSfS6cbpauBAA/OHNPdkquQ/4yU634qY+yXp47UN5wptA1SV/ONt1IOmbqYL99zKny6e6sXbx4sY7Qd6qiOBV7vODLflGhQgVFuirL2Js2bNigU4qYRloUJ5EomvqVs/1EnmW9jCW7yhzcG65G8+fBg+rAgYPq2OLHunajQJFC2dW9wNrZtyvcqa8d/Tj5Dzv7/+D/f/lN/bnvyPqJtwNCAIgXudxxnRAAXObZ7cXNz3JASooHamdEP3XwYEtUfzwsYvIdQSwgT5fTeIFAWi6SlFis/vOiMHDgQIn+jwVULvheCAC5YJJliCmLwP7f9njq27cLl6tXBtwfKluhbjV140z7obOniqRQ2iCQKtHaFmAcVqKWRIQDee6Q2OWAkkNpohh41nFGd6YN2BnW0VR31hIp48xx62UKhADgBaVgy8ybN089+uijOv8u8vzRzCsBAMI0adKcRpQrewqyxU6LJt3+5Zdf6pQBZs52rscBQdQs9TmjffiOCM10i8AKdnZTtzb2MGSYzcNVSPNI7OI48mKJHJpCUIKoZBoRiBASkGknmpcIMCJYzXVHHmne/bND2hciDep+OBL47bj9pqLhRNABSgU420ijgKMOkg1KgjhByE0bKeo4Ur1WSg8i1XHS8dxA33DSsO8nMwUHv3FUIJDhNY0IO6ItOZz3YkThO3OKk2s90lkOzz7MgWmkBbj22mv1R25OKi/9cJYRAkA8qMV3TbIIAFZvUINgL+F5GocRaUcgr/H7Y70iC81vsHLlyp4HwG944sSJins2a5jfM/sQ+2jr1q21corbmaLnBlwK0gb1O4Oj2Ds4p+Q3x15JKlJ++6bKKdVFipgldcLy5cttLV5//fVavr9w4cL6vsC1nOGaRl/Yf80zWXDB2eYkBxKIBRmCPRsjxzwRvUjGmxZNWSAR7JJ9bW4gAHD+bqZaAVMUfUkJEY95fe6YMmWK6tq1q62JG264IYwMaBWA8MN6jXSPiKevOXFNOhMA2E8ghzhTlKDWzLNcPKQo5nzcuHG2qeBdhOcq6zkx0t7nTPEcbT4TeZbNiXUSqc07TuygDv0bm6RtXX/OoCtV6xsvTokh7N/9x2Hnvd2RH4rc3/mb+uMX/narP12IDskchBAAkolu+tctBACXOUQaiJu48+E11nTDIscBz8NHNGYujHOkf5zR/dHq55CBCIJoB1O8VNM+L5l+DLUD/niAFhMEhAAga0AQSA8EVrw7X7163RESQLXm9VXf1+5Lj85LLz0hkIrR2nQcBwGHZRxSRjOcdMgcIrMtlv0IpIOzFlSI6F63bl0IIA5eouVutQpCAMAZLZZ9CCBZHElW19kLLwQAnHPOnJeonBHBj9OAtcB7GQfxTil/Dl3J7+60M888Ux/em9amTRu9F5GvmQM/cjo783Xi6Fy5cmX2gSkteUYAx7pTRp85xAHk1RI5NMVphcPKufZZn1bEKA540zgLwKHXsmVLr130XQ6nzsyZM7XDmbYsYks0goyzEcaGQwLFQA70IxlqBwQimHnMI5XlTIJnBPKARzNIHJxbXHxxsIe6BEb06NFDsUeYhnMP5z+H8V4NTIngM6OpuT+xVzijTTk7Yj2YRBXaQaHRIhHgVPJKPojWRyEAeJ1BKZddCEAK5ndvGgFM3I+dDjWUUniGM61p06Zhah1E3Dds2NBWDgIO+7mzTqJ5ISeaRnQ2hAfLcNDhqDON6O05c+aEwbRo0SLVrFkz2+dE+aIEm26W6QQA3pdr165t26dR7yUFr5eUUW7z6fW5g+cCno1Ni0ZQ5rnlrrvuspV/5JFHwtL5pvoaS1cCAL9fVI/dyMUQrrwQHXnPYL8zjWdAfDY//vhj2NTx7sFzgZv6Cekjli5dGlPZxao0kWfZVFpTqUYAOPjHfltUvhWhjyN/7y+7sxz6O/n/3xRlg7a8BfKrY8oUV8eUOlYVKVVcFSl9rP7//67aqNZ/7K6059YHIQAEPTOZVZ8QAFzmkxfhVatWaUmuWLkorcuRl+MgAkk3L4eW5KHDWc/hbCzr3r27ZqR6yQnDjYV8qDxExCIwIPuPjBgv3UHnv4s1Jvk+dREQAkDqzo30TBBwIvD5q7PUlDuORP7XOb+ZuvwZO6tcUEsvBFI9WpsoJZ4bOGD3YhyQc+CeDKldL+3n5jLp4KxlfnCumJFgRHYhyS6Wegi4rSkrz7pTMtcLAcBN/YHDUd6pTOPAiwM33tEs42DemRuWqFyiNU3D6UcUn5XKzfqOXMqzZ8+2leW9TJRLUmvduUXXERlLVCvR5F4t0UNT7nn33nuv/otlOJg5HHY6j2Jd5+V7fgMEE+D0537sjGCjDj8EAD/3CfZq1FqiBSTgaOI8xKvaIU48IpWj5f/2gotVJhJZg98/ZKJ40h1CRnKeCXEuAyGCfQkjzzTR/6gdmObm1PQ6HtYR6RtNw8ngZ917bUvKCQKJIkB0PL8J0/i3Mzc236MIAlnGNOT/nQFSRHA7FU5NRQ3zerf0A2b6DcqSRoEUrqZNmDBBKyK4GfuGmZ4BtaBY6keJ4piM6zOZAMDY2GdxopoGsc3paPeKrZ/nDjdJd78EgESUCryOKehy6UoA4BmGd49EDFIR5CKn8d4DqTmWH8a6jmdZnhkgAXi1RJ9lvbaT7HLZQQD4a/9Bu9T+L1lS+zjysxz7WVH6/P/BP6Kn4YkHj6Py5Mly6pc+/IdjHwf/Yee+dvRrh/+xuoybzRnzivpwjF1VKlpfhAAQz0zlnmuEABBlrnmB5CF02rRp+oURprf1UFq9enW9UfOCi/Off3tx/LxcBYgAACAASURBVJvN8fDIy/Fbb72lkKtkM8c4JCe3FHXDXodx77duHAj0myg9Z7/Je4fcJgdfzpw0uWfpy0gjISAEAFkbgkB6ITD/mbfVzFETQ51ufMm5qutD9qiK9BpR7uxtOkRrc2CHQ9/JYOcZhagY2PTOXHrMJpGTTqZ87pzl7B11qjtrQYO1RBSoaekYCZO9M5tzrVlriujTTp066Qh83ldwODqltmMRADi0Ze7NaFnUyNhn3CTTOeCFTGQae44Z3YVzdtiwYbYykWSFiRQkYtA0IZ/k3Npya3nFihXaiU5OZtN4x+Vd1o8lemjKeiVKnr9YxhkBaQOQfw3KuLdC3H/ttde0szmaeSUAREp7iHoByj2obpikG9rkt0/aH+e+bfXn9ttv14EITuM3jTON37fTyOXNXHOekqhBHiK1odM48yAKz4uBsal0QHQpZzNuzzfsP+xbRP05ZcV5NuIMqXnz5l6aDSsjBIC4YEv7iywlDyJR45GizikAeBZwkvL4XRMV6zTG6AxAclO1gHDsVBLh/BQVAKcR7e0MmOIe73w28YoPe1+hQoVsyijsY25RvF7rzKlymUwAcEu7gmoEz4tuKXljzYHf5w4hALg7LmPhnFPfJ5MAwJjWr1+vFSFikSAhUvKsQaoSP5bos6yftpJZNl4CwD9//qWd+n/wF3LiZzny94ak97Oi9g/ssb87BDWewsWLGo79Eocd+qZz/4hj/+i8/0moWSEAJASfXOxAQAgAsiQEAUHAhoAQAGRBCALph8AHj7yk5o59LdTxlv27qvOGukczpN/ockeP/UThxXKsgVgypLVvueUWrTJkGs4Z8uVBAOCwjGgfciWbUsIcgiOBW61atdwxmSkyylR31gITilvOw2GiWrt06ZIiKEo3TASQG8fhhayv6Zgg4sUvAYC0D6R/MI3ofad8v/X9nXfeqdXZTJs6daomIliGahp50E3jsA+yttNw5kG6Np12rEUOf8VyHgFUG7i/OFM/ENFHZJ9fS+TQlAjQ888/Pyy6O1ofuO9xbwxK3p7c1V5zgHshAKDYwcGzk1xBvmSIBji+iD4nbeHixYttQ42U3xhCDlG9lgOTi3DAEGGLk4boWcgLkAKd0XNECTujh/3OMeWTla8d0gmBGebYYvUPBUf2rXhNCADxIpfe12Wys9aambVr14al0CAn90cffWSbPEhUzv2HPQSygNP+/vtvlS9fPtvH/IYg8MRjELNJH2QaxDP2gnSzTF1TPA84UwERVU3qCN5L/Vo8zx1CABACgHOdcR4yffp0/T7Cs+f27dv1Gclxxx2nVYN4V+nYsaPf5anLJ/IsG1eDSbrILwGgcMli6tA//6oDvyfHqZ+/cMHDTv0SWRH7hyP3idLXsvylsyL1+Xe+gvmThEp4tUIAyDaoc0VDQgDIFdMsgxQEvCMAAeCla2JHt5g1dnngRkX+cTFBQBDIOQTeHfaMWjTpyKHEOYOuVK1vDDavas6NLvNbTvVobQ69eXE18xwT9UbEDRLbpuGcIerWtKFDh6qRI0dm/kSm0AhT3VkLVPTReQjCwV2DBg1SCEnpSiwE4iEAEClIxKDtebJLFy1r7makhbjxxhttX40ZM0ZBTLIM+X4ibk0jWtmZq9v6nvQFplQnUcJukuqxxi/fB4sATn8cP9xfTMOJTL7deKJiEzk0RR560qRJtr4Q1Y2DF2U9Upig6IczwnSo4/xmnUeTzPeKnBsBABzcHFxeCACQaZzOaX7HzrQY/B7IX88BtmVE8uOEcyp1EPmPAoBp/NsZkQ9ekBnMtCFEA/NvnisSsWQRAOgTa6hv375qzZo1UbsILmARSVbc6/hymgDA8x4ODNJNkHYAh0Ykc8tr7XWcZjmUFJzS8DhOUInwQ76w6kzHlAmZ6qw15xlpfu7fprnJoJPX3fl7Y59AocTNIABABLAMZ/DPP//seylCRITwY+bzhsBEVLmb+oDvBrL5gkxcU9x/Bw8ebEOSZzieAU0FF69Qx/vc8dJLL2minGl+UwA8+uijauDAgV67mhLl0jUFQEqAJ51QfgkA8UBG9H2WI/+wU99w7OPkN537BY5J7Nkznv55uQYCwP5f93gpGirTadQAX+WlcO5BQAgAuWeuZaSCgCAgCAgCGY7AW7eOUV+9OSc0ys6jr1NnXhEfwzjDoUq54aV6tDaqA85DLxjsTmlOgMVR4JTaxaGLY1cs5xFIFWctSJDL9brrrrOBgiNtxowZOs81a4lIVBwCRGL1798/EJnonJ+FzOpBPGsKeUycdaa5RQBa3z/11FMKiX7TnMQi8noS8W8a6yiSBLebIxnnQTyysZk1ozk3mp07d+r5QjXGNJQeIIfghInH4iUAbNiwIWzPwSG+fPly7ZQ0jcjQzp072z5r2bJlGCklnv5bBADWJviQfoO2tmzZEkYw8EIAcCPLkBbDGfFKXyH0OVUX3JRaaHfWrFm24aH04Zbflr382WeftZVl30dpIRFLJgGAfqEYwhitFI6kNMAxjTIKKkfsQb1797alJol3PDlBAMBRCDEPpz/jtJzusdZUMgkA27ZtUyeccEJcMAoBIC7YknoREfk49llrlkEqgvBlpvThO4hC7H2mRZtT9mRnvRCOohmqPzfffLMuQopWyE1W2lfrOp4VeF5l30pHyzQCgNu7A6lrUKJCOcivJfLcAUmK92HTIqnkUGb06NGKZ1fTSBkEuSydTAgA6TRbqdVXZPwHV71Q/e/Q/+LqmHbe48y3/g5H6x9x9GdF6hcuUTSu+uUiQSBTERACQKbOrIxLEBAEBAFBIFci8FK/UWr1rEWhsV/y5CBVr3OrXIlFOg061aO1n3nmGXXttdfaICWCcNCgQa4wn3jiidoxYRmHcsgoI4sslrMIpIqzFhTcZN2joYPziyhbcr2LpQ4C8awpIusqVqxoGwQqIxy+uzl5ORydOHGirTxRhGa+8T59+qjnn3/eVgbiwIAB7tEQbgQAnAU4I8SyH4E9e/YoSCDLli2zNY6zGmekM2e0nx7GSwBwi5RnzbH23AxZfdN5xBrDYeWMlvfTd8pSBwSDCy64QKFcYVm84yIyFsl+0w4cOBBGauB7t5y5bhGO/H7NaFvIW9z33Wzy5MnaUW4aJAP2d7HsRYAIe4hSOP0hdripoGQXAYD1w9o0zY0s5hUhIQB4RSp7yuGIbtq0qVq6dKmn375zP7X2QhQp3MxJAEBRxJnmxHkd6i7R1Drow/jx4xXPOelqmUQAIFUMEffsW5bxboBCCQQsv5boc4dbyj2eRZ3Pq1a/UC1AvcA0yPROEoHfcWR3eSEAZDfi6d3e/w4dUiumL1Arp89Xa+d85nswTa/sqFrf2FM79o/Kc5Tv6+UCQUAQUEoIALIKBAFBQBAQBASBDENgwiWD1YYFRw7Qe794r6rZulGGjTJ3DCcex1oypLWJViBqwTQOiy+99FLXifCTtzN3zGTqjDKeNZUMZy2IsH5ee+013+BAPHHmg/ddiVwQGALxrCkaRynElBbnMyJru3XrFtY3N2e9U17cjahUq1YtRRoA5/V8VqdOnbB2cFjiuBTLXgT279+v2rdvrxYtOkJgpAdI7OOcPOaYYxLqULyOcrdI9SlTpugIfDeDwPDJJ5/YvkItoG7dugn1P9LF8Y4Lkg3R7JZBKiAK0s3cfisQEd59991QcSJn8+bNa7s8Wv7tuXPnqrZt29rK44SbMGFCUnCSSsMR4Dc3YsQIfQ+GeBXNYhEAUHNAwt2rsV6cUdakhHH+dqjPLcLWqxIIcvGJkm+8jimocpnkrHViQhoX3h1Ma9iwoZbWd1PeyQ4CQCz1CvbuYcOGKVRo0sHWf/RVWDdRNmJdQYhwe5aq0aphOgxNTZ06VT8f/vvvv6H+Mh5SA7G2/FoQzx0bN25UVatWtTXtlk7HKuD2GyDlhFMRy+9Ysru8EAC8Iw4RDYUKp2qU9xrStyRBSSumz1erZi5MaBCS2jQh+ORiQUAjIAQAWQiCgCAgCAgCgkAGIvBkx5vVluXrQyO7buqjqlLDWhk40sweUjyOtWRIayNnOG7cOBvY0Zwg7dq1U8gJmxZJCjizZzD1RhfPmmIUQTtrqROpTqfDj+hrPifCC+IBB2PmYZ9+gTnqKLV48eJAcmun3gylX4/iXVOkf0DK1TTWGRHHlnOeub/nnnvCJMi5BucV31mGVDTqI2YOYL4jWpmobcvBsGrVKtW1a1eFFLFpKJTgmIonx3z6zVrq9BiZcRzKRNKZdtJJJ2nHUNmyZRPubLyOcjflCaJBI0lBn3rqqWrt2rW2/q5cudKVbJLwoA7npW/SpImtqljOWgpzGM0BvmX8Nvi3m2PVzcEByW/hwiMHujhanfLdyHzzW3Mz5pVIYNMipRUKAqdk1cF+gbF3pJvCkZVWwgs2XtaUl3qsMjjsSH1lWqRnSvJj33bbbbaykFVMJQw/bad62UwlAKDugbPdNNQeSA9WoUIF12nJDgIApBOIW7EMFTQUhVL9+WDYqd3U/t3R0x6YYz17QHfVYbBdjSUWFjnxPe+UpIix0pJYfXjooYcUZFC/FtRzB8+ovK+YShPsTaiZuN1Pq1evrkgtZBnEOVQI0s05LAQA7ysutxEA1n34uVo5fYF2/B8yyDo2xAji95EBQAgA3teblBQEIiEgBABZG4KAICAICAKCQIYi8HDLvmrHxh9Do7vlg6fUCbWqZOhoM3NY8TjWkhGtfdVVV6kXXnjBBjKRGJEiYtz6zSFfgwYNMnOi0mhU8awphhe0s5Y6ccB+/PHH2pGEckX9+vX1OjMj9sgF3rFjR/Xdd9/ZUO7SpYuWKxbLeQTiXVM4FnGYmjl7GQ2ONKKhSpQoocjPGyk6dezYsdq5b5pbGgC+J4c00eS7d+9WkKQsx515LYe4HNSJZR8CHJ736NFD4fwzrXTp0tr5TxR5EBYvAQBZ+iFDhti6gPOb/crpCMLZfdppp9nKBpUCIBIG8Y6rSpUqatOmTbZqIS6ccsopYU198803qkaNGrbPuZdzT7eMaG6cdaaBBb9fN3PrN86dGTNmBDHd2VYHTiRUQ7hnZQIBgPXqptwQNAEAghfKEpZB3OIe7+YwIz/7448/HioLSTBWXvdsWwBJaCgTCQBIniN9blrRokX18x/PfZEMEtjmzZttX0dL6+BMAYByDM5Vr8ZzAUTC2bNn66h/p0IRKhdOMorXurOrXCYSACD8QiwnYt+0W265RY0ZM8Y3tEE/d0AodT7DkKrgsssus/XNjfgWSfnE96Cy+QIhAHgHPDcQAL75ZKlaOWO+dvr/feBPV3Aq1K2uTuvYXP/d3+QKdejfIypUsdAUAkAshOR7QSA2AkIAiI2RlBAEBAFBQBAQBNIWgVGnX6p+374r1P9BCyaq0ieVT9vx5LaOx+tYCzpam0gtIrZM80sA+Oqrr9Tpp5+e26Yw5cYb75pKhrPWKzjkBHeSR4hgJVexU3baa51SLjgE4l1T9AAnPoe48RgS5ESOm8ZBG2vF6TTwUj8EAWf+eS/XSZn4ECCHL+Qy570FBx+OoSDvF/E6yt32HkZL/nqiWSEqYBzs9+rVK4yoBJEFFZNkWbzjuvjiixV5h00bMGCAjnB12q233hrmZEG2+8svvwwVdYsm90sACNrJnCzMzXozgQCA+kPz5s11WovOnTurLVu2hKnrBDk3KLw4c3VHi+KlXzxvWgZpzCQPZMc8Z2cbmUYAQOUHAqlpPL+h+ILaUzQjhQ/qYaahNgI50M14HjTJfRD/tm7dGtf0QXxiDzMJipAWiOxO5WjtTCMAkEIHhQae903r2bOnevXVV30rMiTjuWPWrFmKPdI0FHHeeOMN1bp1a/0xSkDsr85n02jp9OJauEm4yE1Rgt/FgQMHtPqBmxU6NrG0TUkYRo5VmakEgO8+Xakd/kT7H9iz1xXfcrVPDjn9S1Q4LlTmjhM7CAEgx1akNJxbERACQG6deRm3ICAICAKCQK5A4N9//lHDanVTf+47EBrvkC9fVseekHVoLZbaCMTrWAs6WlsIAKm9Tvz0Lt41RRtBO2v99Js8rBygmSakEj8IJq9sImuKXiHPT3SgU7rf6nHNmjV1jtXp06fbBkHUccWKFcMGhgMLYoBzvVgFiTKFdEC7puGMfv7555MHlNRsQ+COO+5QOP6chpMFEpsXI395tAhSq454HeVcz8E+B/xOYx2VK1dORyUiSe5mRLQT2Z4si3dcbnnVcQQTtQg5wDK3cnyHQ+ajjz4KlRMCQPopAOCUmDZtmt4rTTn9eNeU1zWOQ8xcO4UKFdIqL8WLF3etAiLQ0qVLQ9+lo1KEV2wol0kEAPaTK664QuF0tYx9hnu5kwTihhHpTViPpqFyVr58OJEdMk7+/PltZXl2cBII/MyFk3zCtXPmzFFt27b1U022ls0kAgDPcvz+f/nllzAMUYfwQgA+88wzbc91yXrucEtpRqchq0B4cSOioISCko6XcWTrInI0NqRaJ/XX/iMpg2L1pc3Nl6r2t10eq1iu+T6TCADff7VWrZi+QEf7792523UOjz/lpJDTv1SlE1zLfPbSe77nv0kvO8nGdwVygSCQyxEQAkAuXwAyfEFAEBAEBIHMR+Dgnn3q7lO62AY6fPVbqnDxopk/+DQfYbyOtaCjtYUAkOYLyeh+vGvKqiJoZ61XZMkPjTPKNLcIcK/1SbngEEh0TdGT9evX6+hj8rziDEJOGznySy+9VF1zzTU6UtCMOK5cuXKYhLk5IqIAiSwnAotoUQ7gyDeM8wnn/08//aQ6dOhgA4HyRHEn2+gLa5nIL6KnnMSGSO3jdJg7d67v7kVSa8EpQySjM6eulwaiyTB7uZ4yRMeTjiERI30IkvyxLBGnJmNt2bJlxHz2kdoeNWpUWPqAWP30+3284+L3QSQ1Ua5OI+oW5wpO/UiR1qT/MaOyhQCQfgSASGst3jXlZe0Szesk7LC/P/PMMxEvZ982HYCXXHKJwnHG/Z+0FUhRE22LggupgS6//HKFkzldLVMIAOwP3bp1U8itW0aKCe6zzJEXQ0KdKG/TWJ+NGzcOu5wUEs6UMe3bt1coTsRryP0/+uijtssnTpyoSDWUqpZJBAA3tRC/uPPMZz43Jeu5A7ICdZNCwovx7Ecqodq1a3spnqNlhACQGPzpTgD4ceUGtXJ6lrz/79vcya7HVT9RO/3rdGyhylQRpdHEVoxcLQgkBwEhACQHV6lVEBAEBAFBQBBIKQT2/LxLjWxwaahP+QsXVMNWvKHyFrRHS6RUp6UzKhHHWpDR2sgdT5482TYjflMAEMHlJVJTpj25CCSypqyeBe2s9TLi/v37q2effdZWNB2kM72MLd3LBLGmomFAJD8KEKYNGjRIPfjgg3FDhxQr0a+W5cuXT0v7RpIzjbuhwxfi1Jk5c6Z2+hNNbjnd/UhrV69eXW3YsMF3VyLt1RxUI5Ecj+UmAgD4EOGPM+ill16yRbO6YUdaANIDcN9MtiXirOVaIvlxoPo1Z+5lnB/kcTfNbwqAjh07eibD+O1vssqncwqASJgksqZi4Yzz/vXXX7cVW7NmjYJ04masTaJn/ViNGjX03s5+mY6WCQQAiHwoNTjJZdFSPbjNFeWJ2DbtscceUzfffHNYcdYV68u0u+++W917772hjyAOQlYybceOHaFULs5KUQV64YUXbB/TjqmSkmprTAgA9hnJLgIArUJC6dGjh02xxG19sEdBAoWElw4mBIDEZikdCQA/rduknf7I++/a4k5qKXNyhVCkf9lq9ue/xBCTqwUBQSAZCAgBIBmoSp2CgCAgCAgCgkAKIrBz80/qwWZHDqSLHV9KDf3qlRTsqXTJQiBRx1pQ0dpuKQWmTJmic8a6mVukKo4rZLzFchaBRNdUrN4nw1lLmxdeeGGYcyjZ8tqxxirfZyGQzDWFA4HoazOPOtGdkFCqVKkS1xQQcU8EsylLnAz5f+qfP3++dvq//fbbYTls6bwfAgBS2eRc9WuRCABE3xOxFo/lNgKAhRER8dz7cHDh9CYyGdlpopSJ5GM+iUJOFpHEOVeJOmvnzZunyKXsJrFMW8WKFdPOLif5yqmWwfVgYBp4rFq1ynV5LV68OEy5AeedM9o3nrWZndcIAcA72vxe2LPNHO1t2rTRv6VI9u2336pq1ap5b+RwSVIaoDZQoUIF39fm9AXpTgDgt92uXTudGsU0J2nIC86QQ5wR0jhP2Vecsum06VxLH3/8sX5+sAzC0yeffGJrOhIp4ddff9XvLPzXNCTbGzRo4KX7OVLm7hoXqYN77dhH60iVJnXUJU/dqYqWKZEj/Y3WaDopAFjjQPECAhLqU6yV7du366+4P5LOgGdP7nWkEEoXEwJAYjOVLgSAHd9uUStmLNCO/x0bf3QddKnKJxx2+rdQx9esnBgwcrUgIAhkKwJCAMhWuKUxQUAQEAQEAUEgZxGA0ftYuwGhThxXvZK6dV5k6c2c7a20HoRjLYho7bvuuktHNJpGbk/kOd2MnIumw44yRNc6HQQyw9mPQBBrKlKv/ThrcSgR1W9apKhuHKmVKlXSDjfTyO1KjlexnEUgWWuKPYM9xil7H0syOhoa7FusO9M5gQOXfZI1FoRR94gRIxT56UlnEM28EgDcHKykSUBSOZa98847Os+309zyu3s9lN61a5d2DovlLAKJEgDoPYfT48aN0wQrIhghmfBbgHQ1cOBALYGNk8w0omjNiH+clqSTMA1nL+mI3Iw82shzm3bttdeqp59+OmcB9dm6EAC8A4YDGGUq01hzKD9EMggqkASchlOYez9kAp413WS3uS/Nnj3bewdTpGQ6EwAgXeBk//33321oQjKC3OPlfuWchkaNGqmvvvrK9jGpetizjjnmGAVe3G/vv/9+Wxmc96Q4Mdt8/PHHw9QDIBRyLc8FRYoU0XUsW7ZMpx7CgWsaqVHYI1PRlr3zkVo4aZr670r/KkGMp2qzeqpBlzaqQdfWqTg86VMOIiAEgMTAT2UCwK4ftoXk/bd9vdl1oCUqHheK9C936smJgSFXCwKCQI4hIASAHINeGhYEBAFBQBAQBHIGgR+WrlPjLhwYarxyo1pqwDv2HIc50zNp1YlAshxrVjteo7XJedm3b19b9yAEOKU5rQJEXZmOr8KFC+sDQa/OJVkJyUMgWWvKr7OWyGgzMosR41D6+uuvwyR/3aKAypYtG4qsSR5aUrMXBIJaU/v27dPRdjgRcNwgt+6MIiTHL+lEihYtGrNrRGLt3r1b/fDDD+rTTz9Vzz//vK7baTgdcT4GZW750CPV7ZUAwJiJHjMNVQGizeM1HLvI2puG1D3Rs2LpgUAQBIBoI8W5BhnAimKkLA451COcVr58ebV169bQxyhW/PHHHwqiitMmTZqkrr76atvHOOHuvPPO9AD+cC+FAOBtutiHK1asqNeDZThTifB3Wx9WGcgo5Mnmb+HChToFCuRByCmWQQIYOXKkTerd+g7FjnSR2bb6nK4EAAia3KPc1ESYa2fEvtvKgTzMfdo0CIBE95uKPXyP475cuXK6PedzAt8TgY0cu2msP1KTbN4c7ugiDRApcSgDwc3NIM117drV26LPhlJ/7T+oFk6cqhZOnKb2/WonXSTSfIMurTURoGqz+olUI9dmCAJ+CQBNr7xAdRp1JNgkQ2CIexipRgDY/dMvWU7/GQsiEoaOLVdandaxhXb8VzjNvwpP3GDJhYKAIJA0BIQAkDRopWJBQBAQBAQBQSB1Efh24XL1XM+7Qh2s2aax6v3CiNTtcC7tWVCONTf4/ERrf/nll6px48a2ajiANXNoW1+65ZVu1qyZPsAVy3kEglpTiTprcc7iWHJGSHPQ+9xzz4WiS4nu6969e1i5IUOGqFGjRuU8oNKDQFIAkNOX6Lxodtxxx2k1gEj5os1rcTgVL1485uzccMMN6oknnohZzk8BNwIAUYiQF3B4meaVAMBe27lzZ9u1iUoROzEn+tF00PkZs5TNGQSSTQC49dZb1ZgxY2yDc8r/W1926NAhLOIawk3dunXDwCG6ln3eNKK9W7VqlTNAxtmqEAC8AQdhFCUp0yLlcvdWY3gptzRBEAOGDh0ab5U5cl26EgCSIdduTQBzOHr0aM/z0bt3bwXJyM3Yk1AfiZT2JFIjgwcP9tUHz52No+D2b35QiyZNVV+89n4cV9svKVnpBLXr+59c6zmmTAllkQFQDMwNxrsJJoT1rNnes+NXdd8ZV6h///rb1/TnLZBPHV+jsjquZmV1fI1Kh/9bWRUuEZu866uhNCicCgSAvTt3qxXT52vH//dL1rmiVrRsyVCk/4kNRF0vDZaWdFEQ8IWAEAB8wSWFBQFBQBAQBASBzEFg7ZzP1Au9jzj961/USvV8YlDmDDADRhKUs9YJhd9o7UOHDqnjjz9e7dixI1QVstnk58SpZRqHdM4D12HDhqnhw4dnwIyk/xCCWFNBOWuRhHVLI4GzlMguIvvMyFMLfRzBRPaVKlUq6RPCwQ1RX+RxJ683ksWJWqTc6/HmVccJRcQ8fSS/rd+D7UTHkx1riihOnODIinuxWAQAogfZkyCSBG0WAYA2mjdvri666CLtvCdCskmTJrbmvBIAICncdNNNtmsTjdanX1OnTg3VCcb8rjLV+J3wR2R6tKjjdBp/sggA4ITD1un8R3adNeLmHEGSG0KNaX369FEoCJkGyQTyl5lbG5Ug9npLgjtd5kAIALFnCowqV66sfvrpiJOReYb8F2QaETeSlNf9NfYosq+EEADmuoJNGpJ77rlHS/5HMu65kJZQE4mWbmDTpk1qwIAB6oMPPog5sahNQVYhjUFO29fzvtQR/5D4nZa3QH51Vp8L1ecvz1IH9uz13NWzB3RXLQd0U0unzFNL356rtq52T9uC9DeqABACChXPXCcuz4683xYsWNAzhplWcOf3P6k1sxerNbM/MEYJGQAAIABJREFUVT8s+zrQ4RUtUyJECiCH/HE1Kqvja1ZSeY4+OtB2UqmynCIAHPh9b8jp/91nq1whKVLq2FCkP4qgYoKAIJC5CAgBIHPnVkYmCAgCgoAgIAjERIAX/jduejhUTmTbYkKWrQWCcKzR4USjtamD/OwPP3xkrfAZcp/IbOKUQ55zypQp2qFrHtDhaEFuE/lXsZxHIIg1FYsA4MdZSxoJZ37paChxKDdz5sykRoqyfmkDh/qsWbO00xALwplAdFHDhg1dpej9EAD4vS1evFj3EYKC5UzDkbZ3r/fD3yBWZDLXVJkyZRS5oznU9yIhbI0nEgEAp0Dbtm3VI488osgjnQxjHnFGXXDBBTY5/USctUj1I9lvGbmP9+zZk1D32b9JLWDZ+eefr2bMmJFQnal8sThrI88Oex6/GVKwQCKaMGGCzWHLlThFUGSpV6+ea0UQUkjjYspx83sj7/v111+vSReQCMnf7XS8kQ6ANtPNZE3FnrHJkycrIrJNu+6663QO9yBt3bp1YeowrFXyuaeqIcXsNNYUqQ9Ic+PmxD72hNIpOZxkKgBYA4ZcB6EItZBvvvlGK9ZAIoFQ1Lp1a51WpGrVqp7x+eqrrxREVFIEfffdd/qeyjMUJFPujzzzQZRj78tJ+/TFGdrxv3NzeKT+cdVPVGf16aQaX3Ku7uKwU7up/buPpNqI1W8IAB0GH/l9oi6wdMpctfTteeqPHb+6Xl6jVSNNBqh7QYtY1afd97mVAPDTuk0hp/+29e654L1OZvk6VdV/8uVV1EmaCi9WtmpFdVyNSsokBZSocJyXS1O+THYSAMB75Yz5asX0BWrD/CPP9yZIhYsX1ZH+dTo2V1Wa1El5/KSDgoAgEAwCQgAIBkepRRAQBAQBQUAQSFsEPn1hhpo69KlQ/1vf2FOdM+iKpI8n0ahVDvVef/11fRBE3lle2sldzMFNixYtVMeOHT05CXGkFShQIOTk8zNwPw47P/VaZZPpWDP740Vam4N7ov/MqD2rDqK1ObB0+65///5q/Pjx8QxfrkkCAslcU/E6a5GUxsEbKe+qBQNqE+SFd0ZRBwET+8D8+fO1Q53c6r//Hp5PNQgCgFskt9V/L/sJDjr6+NprrykOw52WrgQAnPzkdka2n1zi5Bk/++yz9T7ux/Fv4cH9AIUInAMlSpTQeaDPOOMMnb/Xq4pAEOvKrCMRAgBpMCB6WFa9enWtXgABCycG40WhAucH65R9l3FHM36vplrEJZdcourUqaPeffddtXbtWnXw4EGNIU60Ll26qMsvv1znXU5XE2et+8y5RU47SzLvL7/8srr44oujTv/dd9/tmpoF4haRtER9o+xiGnvWqlWrFHnC081kTUWfMe6rEK3YTyzDqc19jD0sSENBAqUq09zSrgTZZqJ1jax/iZbY9mrNru6kLhje32txKZfGCPy+fZdaNHGqWjhxmvrXsWcyrFPanaGa9e6kTj7LnmJl+/rw58JYMOB4dbMNC5ZpZYBlU+a5fn903v8cVgVoo046IzmEylh9D/r73EQAQAreivTftWWbK5SVTj9F/bhyg/r3b/t9OxrubW6+VLW/7XJdZNcP29S2dZvUT19vVtv4W7dJf+bF8hcuGFIIyEonUEmnFShYrIiXy1OmTLIJAP/+86+W9udv3dwvXMddsGiRkLy/c89IGaCkI4KAIJBUBIQAkFR4pXJBQBAQBAQBQSA9EPho3Jtq9gOTQ509f+jVqkX/roF3PoioVQ75iEB+8803Y/aP3PNPPfVU1EhPt5z1MSs+XMCLw85rXW7lkumstdrzE61NNHSnTp3U3397ywWIM4nIGg74xVIDgSDWVNDOWpAhah2n9nvvvaej43FMEjGKkxIHJNHUl156aVzO4GjIE606YsQI3TbOqWiWKAGAvQunR6TI7Wj7CSQaIt9iRTPmBAEgNVZ26vciEQIA5AVSR3g1yABE3rJfuxnOfb8StzVq1NDKBkE77ryOKdFy4qx1RzAWAQBiJcSrDh06xJwCng3atWunVQS8GM5g1ukVVySfdOqlP37LyJqKjhjPjNw3TeMZhJQ1QRvPDfXr17dV26BBA7VkyZKgmwqsPiEABAZlxlSEU5Zo/1UzF4aN6ag8R6mzenfSEf8lKpTNtjHz7o4iACkCNi5e4dpu8XJlNBmgfpc2qvRJ5bKtb0E3lOkEAEgdOP1Xz/5U7d35myt8J595mqrd4SxVu0NTdUyZEmpItU6eI/mp0CQAuDVAlDrqABYhgP/6UQtABUWrBRikAJQDUtWSRQBYOWOBjvZfPWux69AhUBDpz1+1Fg1SFR7plyAgCGQTAkIAyCagpRlBQBAQBAQBQSDVEZh1/2T18VNHnOrdHr5ZNep5TiDdDipqlRyiTZs2dY18jdRRHCEff/yxqlvXHiVhlY+Uj9vLwNOZABBvtDbSvVdeeaVrbnYTMw59rbzpXrAMokyi+dqDUpWwxkKkI1G7pEZAahsHMA4PsK9QoYJ2qHTr1k0RpSaWMwhY+dq9tJ4oAYAIa1RLIlm0/QSJ2x9++CFmN4UAEBOiHCuQCAEAlRUzh7aXQUCgIZofaX+nffvtt6patWpeqrGVwRmMo439K91MnLXuMxaJAABBhJQ+9913n1aC8GqQqvr27atJVdEMtY9nnnlGoW6RriZrKvrMoeLiJINACjj33Cy58lhGRD/PTZaxp6HOU6RIeATopEmTtAS8aawtL2ThWP1I1vdCAEgMWVIqYUdnQP7w5VM/1o5/oq2dVqrSCdrp3/SqCxIDLICrf9++M0QG2LHxR9caK9avoRp0aa0adGmj8hcpGECr2VdFJhIA1rz/aZbT//3F6q997pL81VueHnL6Fzr2GBvgQRMAIs1mImoB1GmRArLSCGSlE0iFlClBEgDWfvCplvcn2h9ijtPyFsgfcvrXaNUw+3440pIgIAikPAJCAEj5KZIOCgKCgCAgCAgC2YfA1CHj1Kcvzgw1eMmTd6h6nc+OuwNBRq3iTCUn48qVK8P6w0E1MvbI1JPv3mk4K9avX68KFSoU9h0OWucBtNfDJCTLkZhOlqVqtDYRzMi2ky8a6V6k/0mjcMIJJ6izzjpLR2pz8JsdFkS+9qBVJRj3ihUrtFwyeUqjGdLKt99+uxo+fLjKly9fdkAmbRgIuBEAIGm4SQcnQgD46KOPdI7aaOaXAEAfN23apA4dOhSqVggAqbu84yUAEFXN/mrOM6OEFMA9ke+Q2F6zZk3Y4EuXLq1zGx9zjP1Al9Q5bdq0CSuPXDepXrjfku8dhRynJSuCN9kzJ85ad4QhAPTo0UOnkICcRhQ1REvIaTjp4zXWO9H9ixcv1uQl7tUQSFhfrKF+/frpNtPZZE1Fnj1Ij+xPpkE64lncLbe9W01uBIKnn35aXXvttWHFSQ3EmjONdxDSoaSqCQEgsZlJd2ftXwcOaol/pP737gpPO0XU7lm9L1Q1WzdKDKgkXQ1ZAVUA1AEO/hH+7k2zp55zpiYDnHpu0yT1Ithq031NgQbras3sI05/Fe4n1qDVat8ky+l/blOVr1CBiEB+8Zp/xZbGl3gjecWavUTVAgoWLayOq1lZqwUcX6PS4f+vpPIXCT8PitWXeL9PlACw/qOv1Aok/mfMV//8Ga7ASCoOK9L/lLZnxNtNuU4QEAQyHAEhAGT4BMvwBAFBQBAQBAQBvwi8fuNDatk7H4Uuu2LiPfoFPh4LMmqV/LO9evWydQPn6ZgxY3S0GU4QnBbkROZgmZz0pj3//PPqqquuChvGo48+qm677Tbb5zt37tQH1WKpiUCQ+dqToSoxffp0TSrB4eHVWNuQKsSyFwGLAMBe0rx5c3XRRRepzp07qy1btigcCqbFSwDASXTaaadpx0c080IAwEFLH/kjxQb7nrnOMoUAgNMbMheOa6+ErOxdOf5bi5cAwH6HUs3ChQvVggULtGP+hhtuUORbJyLWMqL9e/bsGXbve/LJJ9X1119v6zD3R+rij3o3bNignn32WXXhhReGynE/HTlypLr33nvDBrt69WpF+ph0skx01qYT/pnY10xcU/HuU875hQDpjL5324uirYvnnntOXXPNNbYiEH7Zq9jruG9znxgyZIh6/PHHbeW4F5LWJ5VJJkIASGxXSFdn7c8bftCO/0iO1SaXn6cj/sucnD5KO2vnfKaJAKtnLXKd1HyFC2hFAMgAJzaomdjEJ/HqdF1Te3ftDjn9v5m/1BWhPEfnORzlnyXvnyeNlTMSVQsoXqGsgxRQWZWtVjGhlUU6TVJ4OI33maPz5HHFu/cLI1zb/HbRch3lT7T/n3v3h5U5Kk+ekNM/3jO6hAYrFwsCgkDaISAEgLSbMumwICAICAKCgCCQfAQm9x6u1s05Eklz9SujVfWW/vOHuREA4o1a7dq1q5ZSN2306NFq8ODBYYCMGjVKO0dMu/zyy3UeW6fdfPPNtoNDpEX/+OOP5IMsLfhGIOh87clQlcCR1rBhQ9c870RX4sx0i6oFDOThOTRPN+NwAyc0B/Pp5qzF6U4E7AUXXGAj/QTlBGEukdDGQWEZqQBw6BKZbVo0AgAEphYtWqgqVarYrslkAsDevXtV0aJF025NRfr9BrmmIrXx2GOPqYEDB9q+Rnli7ty5cW8rkAIgNZkGMWDo0KFx15kTF2aiszYncJQ2jyCQiWsqiH0KYh3P+pZEO4ixl2/dutVVvj/SmuK5AhUBN3UTntVROOF56uDBcFnrdNijhACQ2G6Sbs5aInmR+ScPu9OKHV9KNevTSTv+iehNVyNie+mUeVoZ4IelX7sOo1TlE7LIAF1bq+Lly6bUUNNpTf364/aQ03/zV2tdccxbML92+tfp0FTVah9fMEdKTVCUziSqFgBB4jiUAmpW0uQA6/+LlvUWEAIBYPYDkz3DdVSeo9RDW46oK2z6Yo12+vO377c9rvXUOb+ZOq1jC1XnvLM8tyMFBQFBQBAAASEAyDoQBAQBQUAQEAQEAVcEnuk2SH332arQd9dOeUSd1NhfxJ9FAAgiarVu3bph8v/kMXbLn75kyRLthDWtVatWCtljpxFJO3Xq1NDHRDUS3ZipZuaM8yrDmipYBJ2vPRmqEm3btg1ztrF2IZ/wO8BIY4Gj3xkRjuzyokXu0TOpMgdu/YAAIM5a9xlC+vqUU05RkFcwohJJC4Ez3w8BINL8CwEglX8Z9r4F4ViLNVoOr52y7YmS2txyxMerhhGr/8n8PhOdtcnCy3pOSLdnhGThQb33nXGF+u2/P3tuokmv89RF993guXyqFAxin7rpppvUE088YRsSZFsISn4NUiUkJqL5vVqHDh00aSnVCYnDa3eP6OhxG2uRkseqhj3aqqrN66uqZ9XzCkfGlksXZy2p9RZOmqp2btoaNhcnnVFbO/2RYc8027n5J7V0SlaKgEh7Z+XGp4bIAP/JlzfHIUj1NbX9m++103/17MXqp7V2ErEFXsFiRQ5H+jdVNc6WPPCJqgUUKl40jBQAQQByhWnxEACun/aYWjEjy+m/5+dfXdc/e0Odjs11xL88k+X4FiEdEATSFgEhAKTt1EnHBQFBQBAQBASB5CMw9tzr1dbVG0MN3TTrCVW+TjXPDedU1KrbASZRjDgynEZ0EblKLTv//PN1bvtMtXR21gadrz1oVQnysTsjtIl6w+F73HHH2ZbUqlWrtCy8abzYE8mWL1++tFp+6bymIgEdhBOEulEWMPcT1ElQA4C4JASAyMtc1lT8WwBKI7/88outgt9//11H4MZj69atU7Vq1bJdWq9ePbVsWXgUYzz1Z9c1QgDwjjTrJW/evKpQoezLk+u9dzlTUggAMz0Bj5JNxYoVNSnQMlKV4Mh3Ph95qlAprRxw3XXXKdKcRDMc/tdee61ODcb6TUX7++BfWvr9i1dnK5x58RrPixABqh3+O75m5XirStvrUtlZu+fnXVrmn4j/f//+Jwzjht3bqbP6XKhOqGVXdUrbyYjR8U2frw4pA7jhweU4OFEGqNmmUY7BkIprasvy9SGn/87N4SQSwDqmdPGQ0//kpnVzDL90aThRtQDGWbLSCer4GofVAmpW0ooXC557JxAIarU7Q0f685vI85+jA6lTKhEEBIHcjYAQAHL3/MvoBQFBQBAQBASBqAj889ff6pFW16hd3/8UKnfbR8+qstVOTAi5ZEetIv+Po800Io+IQHKa01mCPDe5tTloXLt2rXbIlipVSuHw6NKliyKVAHlH09XS2bEWdL72oFUlILz06dPHtjT498SJE12XS9WqVdXGjUcINhSCRFC5cnod5Kbzmor0Ow6CAIDjHwKAZcwrzlT2PyEARN9BZU3Ff4epUaOGJh2ZRvRsuXLl4qp0+/bt6vjjj7ddy/pFgSedTAgA3mdLCADhWAkBwBsBwJnyBiSDItZCOnrxxRe1UhLPSpAMUDypUKGCatOmjerVq1cYWcn7qk9uyU1frNZO/2XvfJSUhoqUOjZEBoAYULRMiaS0k0qVpqKz9ocl69TCSdPUyhkLwqAqXKKYdvoj9Z+/SO4lV6149xNNBiAlgpsVOvYY1aBLa1W/a2tVvnbVbF1yqbKmNi5ekeX0f3+x2rN9lysGxcuVCTn9KzW0kzSzFbQMaixRtYBEoKjZupF2+PP3n/zpFQiQyLjlWkFAEMgeBIQAkD04SyuCgCAgCAgCgkDaIrB/9x/q4RZ91d5du/UYyJF2x6LnVYkK9ohmPwNMFgGAfKOvvvqq6tu3r+Kw37Ly5ctrZ74zAhLnPnnL/RjOFZQEqlev7ueylCmbzo617MjXHmmivKhKDBs2TN177722KsaOHauQw3WzM888U3322We2ryKltUiZBeTSkXReU37m24/s+YEDB7T0P6QVy9555x3VuXNn/U8hAERf0bKm4v/FFytWTO3ZY88f+scff/jKvW22vnz5clW/fn1bhxo0aKBItZNOJgQA77MlBIBwrHILAcD7KpGSsRA4+Mf+rGj/12arX74LT2FwVJ486n+HDsWqJvT9Ke3OUMdVr6S2LFuviAomijWSUQ51gCyVgHoqz9GZF0WaKs5a5mD5tI91xP+PK+zkO76rWK+GdvzX63S257nODQX3/fq7Tg9AmoCf1m5yHTIBB5ABGnRtrbzmYk8Eu5xcU+s+/Dzk9D+4Z5/rMEpVLqdqd2iqHf8VTvOuyJgIJrn92iDUAiJhWL3l6SGnf75CBXI71DJ+QUAQSCICQgBIIrhStSAgCAgCgoAgkCkI/L5tp3rgrN7qnz+znOrkQ0MJAMm5eCwoAsALL7yg+MNw5iOpvXPnTluXcIbMmTNHNWoULimIs7VaNf8v0CVLllQ4RYg6SjcTx1p8M+ZHVcJLC+RYJi3Ajh07QsX5XViHT17qSJUysqbCZ2Lw4MHq/vvvD31BDuO5c+eG/i0EgOirV9bUEXx69uyp3njjDRtgs2bNUueee24YiNwDWVumlS1bVhHFbxoR/eZnSHTj9C1SpEhYnZMmTVJXX3217fPu3burN998M1W2IE/9EAKAJ5h0ISEAhGMlBADv6ye3l/x20Qrt9Cevs5tVbVZPnXrOmerDx15Ve3dmkau9WLOrO6kLhvfXRXds/FGTACAD/LBsfcR84Fa9Jzc9TVVtlpUyoHyd7I2q9jK2eMrkpLOW/v594E+1cNJU7fh3m8d6nVqqs3p3UhXr14hneLnqmm1fb1ZL356rlQEi/SaqnlVPEwHqd2mdtFzo2bmmUFlcM3txyOl/6J9/XeccMo/l9M+NqT5S9YfgVAvY9NkqRdCMVzsqz1HqoS2zvRaXcoKAICAIJISAEAASgk8uFgQEAUFAEBAEcg8CRK881OKIE6DkicerWz54Ki4Zw6AIAG4R1OaMNG/eXE2YMCGik3/evHlaNtRptWvXVjVr1lT//POPjtDetm1bWJlzzjlHzZ6dfi9u4ljz95v1qyrhtXanPDzX+Ykw99pOdpSTNWVHGfl10ohYKiSkDFmxYoVNmlgIANFXpqypI/iMGDFCDR8+3AZYJAf8nXfeqR588EFb2R49eoQRCM4++2z1ySef2Mo9/fTTOn+205o0aaJQQDFt/Pjxqn//LEdUupgQALzPlBAAwrESAoD39ZMbS+7/bY/6nGj/V2erX7fYCVfgUey4Uqr2eWdpx3+VJnU0RCPrX6L27PjVM1wmAcB50fdL1oUIARADfvvvEXKpsywS61oZoFk9TQg4tlwZz31IpYLZ6aw1x/3zt1vUoonT1OevzgqDI3/hguqsPp30X5GSxVIJrrTpyzefLNHKAKgqRLL6F2WpArB+g7RkrykcxDj9V8/+VK3/6MuIXSf1geX0L12lfJBDlLqShMBH495Usx+Y7Ll2IQB4hkoKCgKCQAAICAEgABClCkFAEBAEBAFBILcgsHXNRjX2/9k7D3ApinQN/xxyFpAgOadDzjlIEEHEsKbFFdE1r2Fds645rHHNXjGBaxYjqKAIKojkDJIkowgSBQQk3Oerwwxz5nScru7pnvPV85zLXae6uuqtv7ur6k8D/hEfLjaoV495UrIKuQstqcsA4LjjjlOeamZl8ODB8sADDwgU+kYFYbq/++479Td58mRZvny5vPjiizJkyJB4dRgB3HfffXlCu6PCwoULpVmzZpGafirWrKfLa1QJJ8IARVTLli1l6dKluarDoASGJVErlKncMwZv/4kTj+X5vfrqq+Xpp5/OVYkGANZSTpk6xgcGJUg9k1xuvPFGueOOO1Rqm8OHD8sbb7yhPPXBLrF89dVXeQzdRowYIZdddlmuekiHg+8fIg7AaGXPnj1y++23y1NPPZWrXsmSJWXDhg2C72+UCg0AnM8WDQByWO3fvVdWTVsoyN8+5ZVPBB6bTkv9rq1k2Mv/lmKlSzq9JKPrZapMLZs0S3n7L/zie8P5Q4hnKP2bndxFSlXI/c6c+5G5gtNMGFqfbh9GHiGrf5o6XxkEIDoA/t2/+w9T+YKCEYrUht1zUgYULhaN/NN+K2uTgS2dNFN5+y//dnYellWb1lVK//bn9M/o5zjIwR0+dCgnRcDoCfLTDwsMb41IhDAEaHtmX6nSuLbn7vkhUzt+3hJX+q+aZjwOdLxW26ZK6d9iYDcpV6Oy57GwgWAJ0AAgWN68GwmQgDsCNABwx4u1SYAESIAESCDfE1g9c7E8f/q/4hzqd2sll73zH1dcdBkAwCsS3pFWpXDhwoIQxn/7299c9TG5MowCPv3001z/GYYBUMBEqVCxZj1bXqNKOJEFKISfffbZXFX79eunUlVEsVCmjs3aW2+9JUOHDo3/B6QLQaqRcuVyp0uhAYC1pFOmcvO55JJL5OWXX84DrUiRIlK1alXZvn27oTEcItzAACC57N+/X9q1ayeLFi3K8xvSAFSsWFFFvkFqneQSxe8exkADAOdfl0xV1toR2LN9l1L4rz6q9N+46Ce7S2x/r9elpVIAZ5/UWcpF1NPadpAOKmSSTP2+eZtMf2ucUvxDuZdcyp5wvMrr3GxAV6nTIdsBHX+rbN+4WVb9sDAeIWDDwhWWN6zToZk07NFapQyo1baJv53z0Lofylqj7vzw+lil+N+yakOen5ud3FW6XTQkHtXBw3B4qQUBPGcqRcDorw3nAZdWza4XNwYoWb5MSjx1yRRSdMQ8/TcsWG7al3pdWkjzgd3UX5lK5VPqMy8KBwEaAIRjHtgLEiABYwI0AKBkkAAJkAAJkAAJuCYA74eXht4evw4W6xeM+LfjdnQZACTeEIqK1atXy5tvvimPPfaYQMERK8hvjFD+HTp0cNzH5Ioff/yxnH766bn+cxRDtlOxZi0CXqNK2AkYlHhQ5iWWsmXLyoIFC6RmzZp2l4fyd8pUzrTs2rVLeWonpgwpXbq0UtAmF3h1Jxfkaof8ValSJU94drOJ9+NdGgYho0zlngV44yOizaRJzj1G69SpI1OmTDGUP7SOiDeIVgFvfqdl4MCByhCuYEF3UX+ctu9nPRoAOKebScpaq1Hv+nWb8u5XXv7TFsqvy9c6h5RCzWrN6kuzAZ0l+6Qukt9yOWeCTC35apoK8b9kwnTD2W/St2OOt/+ALoIw+2EtiOa2avoiWYfoAHOWyrb1eVMWxPqOkPaIDqBSBvRoI0j/FpaiS1lrNB6kZpj88kcq1H9y5I+ChQsppT88/o+rWjEsOPJNPyCzsz/IiQywf49xZIvGJ7aXtmf2kVZDerni4kWmNixYkaP0H/e9bF6x3vS+jXq1jSv9w/yecAWOlYUGABQCEiCBMBOgAUCYZ4d9IwESIAESIIEQE1g0bqqM+vu98R52OPckOeuxfzrqsd9Kq1GjRsmFF16Yqy/9+/eX8ePHO+qfUaUlS5bkyuGNOq1bt5Y5c+ak3GY6LqRizZq6n1Elxo4dq4xIkFYiVmCcgv9+8sknp0MctNyTMpWDEalEevbs6ZlptWrVHCtl/X6Xeh5Mig1QpvKCg1HbnXfeKU888USud4gRYij2kRIAxiRWZePGjXLVVVfJJ598YlkPCv8rrrhC3RtRdcJepr4+Nk8XDx08KPsPHJDixYoLcq8mly4XnBL2YQXWv0xQ1hrB2r7h16Mh/Repf39bvdGSaZnK5aVupxZSt1NzmfDUW7Jr01bHc3BctYqyY2Ne7/BYA1CkIipAs5O6SJ2O0Uol5RhCQsWoyhQ8j6H0h7f/71u25xk6FMCtT+ulvP1rtsmbqiUVVkFfs2LyXFk9Y1FOuoA5S2Xf73tMu1C+ZpWcdAFHjQKKlSoRdHfj9/OirDXr9NrZPyrF//wx3+WpglQJ3S8+TTrzW5G2OU++MRTuMAbAmYRRKViokIoK0ObMPrmiNHw34kP57IG8UZWOHBEpkHd5oJp+8KdPBe0lFnxHYkp/q/d9dv9OcaV/kRLFQsOPHdFHgAYA+liyJRIgAf0EaACgnylbJAESIAESIIF8Q2DOhxPl7WseiY8YeWSNAAAgAElEQVS3xyWny+C7cucVNoLht9Lq0KFDSvHx22+/xW+PnMY4gCxRIrXDqk2bNskJJ+T2fEEYb4T3jlKhYs35bOmMKgHPXXjPJofUfumll1Te7igXylTO7C1evFiaNfOuyKEBgKg89rt371b57aPobW70PE+bNk06d+6c66dUosjAY/+1116TiRMnCgzTEP6/ZMmSgggS3bt3l7POOktg8OamwJANhnOIGLBq1SrFHmkratSoIUgjcMEFF+QxgHPTftB1H+n5d9nyk/PIBsjbfPbj1wfdzdDeL6rK2mSgUPDHvPvh6b99w2ZL5lDm1u2co/Cv16m5HF+nWrz+g52GCQwInJbOFwySU++6XBaNnyqLx01VCqpkT+JYWyXKlVaGAIgM0LRfR6e3iFS9qMnUws+nqDD/y76ZZcg55umPf4umUQmuWwj27vhdVnw3R5DuDcYA6+ebhy/HvWu2bhw3BqgbsCGLTgOAeZ98oxT/6+bmjc4Eb/JuF50m8NxmCSeB/bv3qvQAsz+YYDiH6DWMstqe2VdFBvjx6xky5t4RrgbznzVjlQHA0okzZeEX38uicd/L3u2/G7ZRICtLEB0xFt6/YKHoRU1yBYeVVQQAyIabcuWHj7mpzrokQAIkkDIBGgCkjI4XkgAJkAAJkAAJgMC0Nz+XD25+Og6jz9XnyoCbc3vfJ5Py2wAA90N+49mzZ+e69cqVK6VevXopTdzcuXOlTZs2ua5t27atzJplfDiY0k0CuIiKtdQge4kqMX36dKVEg1ItsSBVxb/+9a/UOhSiqyhTOZOxefNmpYT1WmgAkJkGAF7lgtc7J0ADAOesjGpGTVkbG8OmZWtVSP/VR0P6I4y3VYE3c72jHv5Q+uN/m5VUDADOePDqXM0tnTRTGQIsHveD7N66w/BWWQWzlCEAFMuIEIAQ7JlQoiBTW9f+ojz94fEPRXhyOa5aJWl75onK2796iwaZMC22Y4ARzfLJc2XNUYMAMDIrhYoWlobdj6ULqFS/hm37Xip4NQD4c9+BnDD/r3xsGN2h64WnSreLh+QyBPLSX14bDAEY/yE9ACIDIIKHUSlXrZJs32htEJZ8XcvBPWXxl1Pl4P4/DdssXKxIXOGP9zcLCZAACZAACYSFAA0AwjIT7AcJkAAJkAAJRJjA5Jc+kk/veTE+ggE3DZM+15xnOiK3BgBr166V2rVr52qvadOmyuPWrCD/8Zo1a3L9jNzciSGR4dEPz/5YQTh2HFKWKlUqT7OvvPJKHk/ts88+W959991IzRyVtalNV6pRJRYuXKjCwsNLN7Hcfvvtcv/996fWmZBdRZlyPyGIHvLTTz/luhAyctxxx7lqzO271FXjaayciTKVRpz57tY0APA25VFQ1mKEKpf5tEVK6Q9P/73bd1kOvGLd6sq7P/bnJn/3pOffcw2195Vnm16zZtaSo8YAU+W3NT+b1mvQrbVkD8hJFVD2hONd9yEsF4RZpuZ9+q1S+q/8fp4hrmYnd5UWg7opo4zCxYqGBWla+oE0ASsmz5G1s5aolAF/7Mxt2JrYKTxfDZAuoHtrFSWgRLkyWvucqgHA5pXrleJ/2huf5+lPueqVldIfof7hxc0SbQI/TZ0fjwxw+NBh7YMpXqZkXOmPSBEsJEACJEACJBBGAjQACOOssE8kQAIkQAIkEEECXz/9tox7ZFS854PvulR6XHKG4UjcKq2gDEKIY/ybWGbMmCHt2+fdcH/zzTfSu3fvXHXLli0r27ZtEyj5YwV1UDexPP/88yrXcXJB6GaEcE4sL7zwglx++eWRmq1MVKzpCq1tN5Fuo0ogPQRCcv/6a+6wwRdffLG8/HLe3JN29w/r75Qp9zNDAwBrZpkoU+6lxNkVBw8eVBWR5oYlhwANALxJQliVtevmLs0V0n//7j8sB1q5Ya24sh8h/UtXKu8NjE9Xb1q2Jm4MsGHhStO7VG/ZUJqd1FlFCKjSqJZPvfGn2bDJFJTAytv/rXGC8OHJpVz1StLurH7K279qdl1/oES8VaS0WDF5rvpbO/tHwfNpVao1r68MARAloH63Vp5H79YAYNmkWTL5lY9k2Te5o8OhI/W7tlKK/+z+udP0eO4kGwgNgbkfTVKRAZZ9m3f+3XSy1PHHKaV/i4HdtMixm3uzLgmQAAmQAAmkQoAGAKlQ4zUkQAIkQAIkQAKGBL54eKRMfOad+G9nPHS1dP7boDx13RoAoIHTTz9dPv7441xtwZsfCvtTTz1V5YmGl/aYMWPksssuU+G4E8tFF10k8OJPLCNGjFB1E0vx4sXlxRdflPPOO08pVPbs2SPw1n7qqady1YNBAnIxu/XYTbfoZKJiLRUDAL+iSsTmd/369dKtWzdZt25drikfPHiwfPTRRxmT1xyDo0y5f6ppAGDNLBNlyr2UOLti165d6n2CbxJLDgG3BgDtzu4n5zwR/XQsuuY/LMra1dOPeffDwx8KR6tStWndXB7+JcuX1YUksHZ2bNwii8ZPVQYB8F41K8fXqaqiAmQP6CK12zUNrH+p3igsMoWw4FD8Q7aMSvOTu0rLU3sqb/+ChWlU5Wa+d/26TUUHUAYBc5YK0geYFXjXK2OAHq2lQfc2ckKTOqZ1p44aI1/8Z2Se348cOSIFCuA/q/+Tq9wx8w0pWionfcYP//tMefwjNHxy6fjXAdLtotOkSuPcUebcjJt1o0Vg92875P0b/ytLvpruquPdLhoiLU7pIXU6ZLu6jpVJgARIgARIIN0EaACQ7hng/UmABEiABEggwwh8ctf/qXyKsXLukzdI27/0zTXKVAwA5syZI506dcoTBQANI2R/xYoVZcuWLXnyrON3KEaQLqBWrdweU/v37xd4dS9alPcgMNYm0gbs27cvzyzdd999cscdd0Ru9jJRsZaKAYBfUSUgEDA+gef/8uXLc8lHly5dZMKECQIjk0wqlCn3s0kDgGPMXht+dx6AONiHZ3uhwoWkQNLhPnJi//XZm91Dz9AraACQd2L/0224bF1jnqvaSBTKVK4gx1WrKMgNfFzVSsf+/2oVBbm/S2oOXx1mcUyHsvbQwYM54fynLZTVR0P64z1gVZCH/VhI/xaCcMyZVPbt2hM3Blg8/gfToZWqUFZFBYDSOqxhqNMhUzFgm5aukWnw9n/zCzm4/0Aejgj73uG8k5S3f9QiK4RZ3hHZYsV3c2XFlByDAKsUHaUrllMGATkpA9pI6Url4kODAcBHtz/naqi3THlVpr89Tin+k3O2417dLj5N/RUpnr9TOriCmkGVvxvxoYy5d4SrEf1nzVgpyEhLrpixMgmQAAmQQDgI0AAgHPPAXpAACZAACZBARhEYfdOTKqxmrPzt/26XFqd0j//vVAwAcPHIkSPl73//u/L0d1qKFi0q77//vsDz2qhASdunTx/lze+0DBw4UD799NNIenFTWXtslv2IKoGQpL169ZL583N77jVt2lSmTJki5codO9R0Km9hqvf9yE/zdAfP44H9BwTPdYGsvJ5YXS88NUxDcNSXVIxKHDV8tBINAI7ReqLfFfLLj6sd42t9Wm8aACTQogFADgyEoF46caYsnThDrMKoOxa0pIpFihdTRgEwBiiHf5WRwNH/H0YD1SpmjHIgCGXtgb37ZNVRRT+U/pg/u1KzTWOl8Ec4/7qdWkiREsXsLsmc34/IMWOAcVNln0HYegwWXuswBMg+qbOKEFA4JArOIGQqebJnvjNeeftD+WxUEMa79em9Fa8COa7kLD4SwHO+fPIcWTllnqybs1SsDHxOaFw7xxigRxv5bc3P8vEdz3vuGSJlQOnfcnAPz22xgWgToAFAtOePvScBEiABEnBHgAYA7nixNgmQAAmQAAmQgEMCb1z5kMz/9Nt47WvGPiU1WjVS/ztVAwBcO3HiRLnyyitl2bJltj1p06aNCucPL3+rsnHjRrnqqqvkk08+sayHMMtXXHGFPPHEE1K4cGHb+4exAg0Ajs2K7qgShw8flq5duwqUx8kF6SrKlrUPR4y0E0YRKcIiS08PukbWz88d2cCqbzhgv2BE9CJlhIV3fugHDQC8zXJ+NQDYu+P3owr/mbJ00kz5Y+fulEFmFSoohw86Nyw0u1GZSuWVUYBZJIGohKT3Q1mL+YECMKb037Bghe181WmffdTDv4X6t1DRaK67bAeaQoWV389TaQLwt/OX30xbaNizrTQ7qbNKFQD5TFfxQ6aMxrJx4Uql9Mff4UOH81QpX6OydBw6UBDqv2K96unCke/vu3/3Xlk+ea5KFwBZNgrPrwtSmzP7SPeLhkj1lg11Ncl2Ik6ABgARn0B2nwRIgARIwBUBGgC4wsXKJEACJEACJEACbgi88rd/q4N5lMa928vwkfdIVsEsTwYAaAuhob/44gsZPXq0zJw5U3nv//HHH0rBijD/SBVw1llnKU9sNwUK4VGjRilP7VWrVql0AvDYrlGjhvTt21cuuOACyc6OTu6/58+4IU+4U3jcHDp8WAoWzMoTWrtUxXJy0ch73CALRV0v3to6o0ogVYTX8P4wMoF8h7XQACCsMxPdftEAwNvc5ScDgA3zl8uPk+DlP1N5kJoWOPNaR4/PdWn7c/rLafddKds3bJbtG39V/+7YuDnnf2/4VbZv3GypZHU6g/DGLnc0vYBZJIEg847P+XBirpRNsXEgqgs8orOysvIMbdgrd0nZKhVsh4w8y0rhf1TpbxflA/dLDOeP/x/rRRZ7AjCmiBkD/Lp8rekFNVs3iqcKqFS/hn3DGmv4aQBw5PBhFXUMSn8zw5IWg7pL27/0kab9OmkcFZvSRWD7+l9VdAAYBPw0db7s3rrTU9NIBxIL81/iuNKe2uLFmUeABgCZN6ccEQmQAAmQgMXW+IhdYjXSIwESIAESIAESIIEUCfy5b7+MOO82WTNzsdRs3VgufPUuQe5FlmAIwABg9YxFjm/WpG/HfGcAADi6okrQACCvqDECQG4mBw7k5B8uUqSI4+cy0yvSAMDbDGeyAcD+PX8c8/KfOMNSKVSxbnVp0KO1NOzeWsbe/4r8tnqjY7AwADj78ett6+/c9Jvs2LjFwFAgx2gA/fVakPsa6QXKHY0kkGwogHzvugoMAN6+5hFXzd0x601DA4AdP2/JFdLfzqMXhg4xhX+9Ti2kTsdmrvrBysYEIPcxYwCrtArwfs9JFdBFarVp7DtOPwwA1s1dKtPf/EJmvDPesP/la1aRTkMHCpT/FWqf4PsYeQN9BGDIAWOAFUgZMHW+HDnswqJLRO5f+pEULVVcX4fYUkYRoAFARk0nB0MCJEACJGBDgBEAKCIkQAIkQAIkQAK+EtizbZf839k3ydY1P0ufa/8qva88S7IKFvT1nmw8hwANAMY6FgUdUSVoAJAXNw0AcjPJZGWt44ctqSINAFIll3NdpsnUz0tWxZX+dgZsjXq2VXmiG3RvLVWb1o2DfKTn312FlHZqAGA3UzAAUJEDNm45GkEgJ3pALKIAlOReS+FiRXLSDCgjgYqGKQcKFXEWKt+LAcDWtb/kCum/bd0my6Eh+kG9Ts2lbqeccP612jbxioLX2xBAFIaYMcCyb2aZ1oZhbo4xQGdp1Ms6ZVaq0HUZABzc/2c8xL9ZVIkWp3SX9mf3l8Yntk+1u7wuRAS+HzlGPr7jOVc9ogGAK1z5rjINAPLdlHPAJEACJJCvCdAAIF9PPwdPAiRAAiRAAsEQwAH4C2feoA7BETq2ZpsmMuTey6VsleOD6UA+vUt+MQDIp9OblmEzBYA37JmmrPVGQwR5gB/vc7lSkjotx1WtKF2GDZYarRtJzVaNpEiJYk4vzch6UZepg/sP5Cj8J82UHyfOlF2btprOEzx6kdMcXv4NureRYqVLGNZNlwGAEwFDvnbIOwwFVDQBZSBwzFAAz4TXAoXucTAOMIkkUOr449QtUjEAgKJ4/fzltikRMDc5Hv45Cv8azL/tdVo9Xf/n/gOyeNzUHIOA8VPl0AHjVEOFixaR7AFdpNlJndW/To1J7Drn1QAAxkAI8z979ATDW1WodYJ0HHqytDq1l5SrXsmuO/w9QgSmjhojH91OA4AITVnouwoDgD/35UTkclp6XfkXKViokNPqrEcCJEACJEACoSFAA4DQTAU7QgIkQAIkQAKZTWDzinXy7GnXyx87d6uBVm5QUy55+0FtRgB79uxR7ZYsWTKzQboYHQ0AXMBiVUcE3BoANOnTQS4ada+jtvNDpagra3XMkRsPbyf3q9ywljIEqIG/1g2levMGTi7LmDpRlKlfV6yLe/mv/H6e5VzAux9/Dbu3kWrN6zuat/273YfiD0u4aBgAxCIIqGgCP8eiCeQYCuiIIlCoaBEVPQBh+DctM88Z7wj20UolypWOK/vh6V81u56by1k3YAIwuolFB9izzTzfeuPe7VVkABh+xAxHUulqKgYAiKgx/a0vVJj/zSvXG9625eAe0uG8AdKwR5tUusVrIkCABgARmCR2kQRIgARIgARIILQEaAAQ2qlhx0iABEiABEgg8wggp+PTp1wrRw4fVoNDCFgoB0scV9rzYH///XcpUKCAlCpVynNbmdIADQC8zeShQ4dUAwWZskJ5qS78bIqMf/x1ObBnnyuwJzStK416tlGeu/AGLVgo/6YAiaKy1tVkG1SGhzc8u6FwQhhqeED7WbIKZiljgGNGAY3k+NpV/bxlWtuOgkzhmx+TAcgBFNlmBREeGvVqqzz8ofjXsT5I6wT5cHMYASB6wI6fkW7gWCQBZTCwYbPs+z3HINLPAmVwvaPe/fDwr9K4tp+3Y9s+Elgzc3HcGACpHcwK1uw5qQK6SMW61QyrzXh7nKyavijPb38eOCAFsrKkkIEH7eA7L5WS5cvEr1n5/Xyl+J/3yTeG94C3f6ehA6X1Gb21GRH7iJdNeyRAAwCPAHk5CZAACZAACZBAviZAA4B8Pf0cPAmQAAmQAAkET2DV9IXywpk3xm8MpeDwV+8SeKR5KTQAyEvv8b6Xy6alaxxjxSH+FaMfdVw/0yvmd5lCTucFn02WBZ9NkfXzlmmZ7qysrJwQ3uqvjYoEkp9KFJS1Oubj1+Vr42HdV01bKIcP5Rh9GRWE8D+w17lRSf2uLaV+t9ayfu4yJZe7Nm+z7TKUyCpCQMwwoHVDKVUhJwx61EtYZeq31RvjMrDsm9mWmPHtadQTSv/Wao5YvBHY9/venBQDykDgaASBo4YCykjARcqN5J4MvO0iye7fWSrVr+Gtk7w6lAR+Wbomnipg46KVpn3EtzuWKiDxmYUBwPs3PulqbHcveE8KZBXI8fZ/a5xsXfOz4fXw9ofiv363Vq7aZ+VoE6ABQLTnj70nARIgARIgARJILwEaAKSXP+9OAiRAAiRAAvmSwNJJs+SVv90RHzs8ioa9fKcnFvldWQt4ONhXXpbIpfzVdDly5IhrpvCswuF+0/6dpF7nFq6vz6QL8qNMQWkHhT8U/xsXmh/+65pnePvCGADKvzodmwlyV2dyCauy1itzKPjx3oF394rJcwVyZFZKli8rSA3R+MT26t9nh/xTfvlxteMutD6tt/z12Zvj9eENDUOAdfOWxY0CDvyx37a98jUqJxkFNNKW79r25horhEmmoOiPyYGVDOA5x/zDy79h99ZSskJZjUTYlBMCeG6gcJ3w5FtOqsfr3DHrTSlbpYKra1g5mgRgKLJ43FQVHeCnHxaYDqJMlQrS7CREBuis1qFuDQCa9Ouo1qxGBdFbOg49Wdr9pa+UyvD1QTSlxP9e0wDAf8a8AwmQAAmQAAmQQOYSoAFA5s4tR0YCJEACJEACoSaw8PMp8vql98f7mKzUcdv5/KisBaOfps6Pe1nqyuUbY1+0VAnJ7t9JmvbrpP71GqXB7Zymu35+kSnk1o15+v+yZJUpdoT/Rfh2NzmoG/Vqp0IGL/9ujvpDfmurUqtNY2UQAMVgzTaNMy5dQJiUtV6fr0QP79Uzl8iBPeZ516u3bChNjir8kz28n+h3hScDAKNx4F2YaBRg5cmaeH3VpnUTjAIaCtJXhL2kU6YQyh9GH/iD8VksvY8Rs1rtmkrjXu2Ulz/eJSzpJzDnw4ny9jWPuOoIDQBc4cqYyn/s2i2Lx/2gjAEWf/mD6bgKFSksBw/86XncrU7tqRT/9bvS298zzIg3AAOAnZu2uhrFiVedI0VLFXd1DSuTAAmQAAmQAAmQQCYSoAFAJs4qx0QCJEACJEACESEwe/QEeee6x+K97XDeADnr0etS6n1+Udbu+nVrXOGyaPxUOXLY3Mu/RNnSsnfn7455Fi1ZXPZbKPGgmM3u10lFB4DndqaXTJapTcvWKE//hZ9NFivDEYTmbj6wm7QY2E3g5ff0oGtk/fzljqce114w4li0j3VzlsaNAVbPyJsnOLFhyGMsVUCdDs0yIl1AOpW1jifNouKyb2ap9w+8Qa289gsXK5rj5d+nvTQ5sYMgX7hZee706111rVy1yrkiADi5+PDBQzkRAo7+rZu7TKxyXcfaLFS08LG0AUgf0LqRlKte2cktA6sTtEyt/H5e/Bv064p1puNE2gV4+eeE9m8jpStldnSPwCZc441oAKARZj5qCtGllCEAogOMnyr7d5sbf7nBcnydatJp6MnS/pz+UqJcGTeXsi4JkAAJkAAJkAAJkAAJkIABARoAUCxIgARIgARIgATSSuCH/30mH976TLwPXYcPkdPuu8J1nzJZWQtFqfKwnDBDfllqHir7+DpVpXHv9tKodzv17/Nn3CB2StZE0E36dpQh91yuvLuWfDnNMuRrtWb1VGSApv07S/Xm9V3PVxQuyDSZ+nnJKuXpv/CzKQKvf7MCD10o/JsP6iYI155YvBoAJLb1574DsuJoZABEB9iyaoOlWFSsV10pE5H/t2brxpFMFxC0stbrc7Z9/a/y46SZap5Wz1wse7buNG2yUoOacS//el1aer2179fv3b5L1s1bnssoYM828/HFOgRjBkQxqNmqUc6/rRtK8bKlfe+v2Q38lqldm7bGU8vgO3Rw/wHTsdZo2TAe2r9Oh+y0MeGNnRGgAYAzTqxlTWDFlHlxYwBECXJbmp3cVboNP1Wi8N1wOzbWJwESIAESIAESIAESIIF0EqABQDrp894kQAIkQAIkQAKKwLcvfiBj73spTqP3lWfJwNsudkUnk5S1u7fuiHtYIlUC8mublUSFPwwAEksqBgAXjbwn3gTCtS/+cpos+Wqa+tdM8VO2yvEqKgDSBCDke6aUTJCpDQtWCGQIiv/fVv9sOjXw1oa3fvOBXaVY6ZKm9Q7s3ed6eouUKObomu0bNqvoACsm56QL+GPnbsvr6ndtKQ17tJXa7bMjky7Ab2WtI9A2lWIe3qtnLJZ1c5da1m4MY6M+HZSXf/maVXTcPq1tbFu3KU+kgEN/HrTtE969iUYBNVo3kqysLNvrdFTwQ6ZiRmdQ+MNwyKwgTQy8/FVo/x6tBd8ClugQoAFAdOYqKj0d98go+frpt1119+4F70nJ8vT4dwWNlUmABEiABEiABEiABEjAAQEaADiAxCokQAIkQAIkQAL+E5jw5Fsy/rHX4zfqf/350u/68x3fOOrK2rVzflRK/8Xjf7AMrV2+RhVp2q9j3MvfCtDrl97vmF+sYmK49uSLl387WxZ/NU1FBzDLA1+wcCHJ7t85xyCgXycpVsZcmey6cwFfEFWZQnhzhPZHiP9t6zeZUms2oMtRpX83KVysSMB07W+HVAPKIOC7OZbRKNBSqQrHScOebVS+4JptGoc2XYAfylp7ktY1kFt36cQZ8tPU+QKlv9mzjVaOq1ZJefnHlP4Fsgp4vX3or/958U+5IgVYpT5IHEz1Fg1yGQVUbljT01jNDBHsZArvZLuye+tOJQP4BuHPKhVM1aZ1c0L792ordTu1sGuav4eYAAwAEMrdTRly7xVStkoFN5ewbj4iMOPtcfL+jU+6GjENAFzhYmUSIAESIAESIAESIAEScEyABgCOUbEiCZAACZAACZCA3wQ+f+hVmfTce/HbDLr9Yul1xVmObhs1ZS28m1VY/6+ny/yxkwU5qs2KlZe/Izg+VNq46CcVGWDJlz/IhoUrTe+AHPJIFYDoAMjvGqUSJZlaO2uJUvjD099MgZtVMCuu8G8xqJsUCMhDWcecQ/kJY4DY32aL3OO4X9XseipdQK12TUKVLsBOWauDlZM2Vk9fJMu+nS1rZi5Wof2t3j91OzaLK/yrNK7tpPmMroPUFevnLVN/647+i+gVdqVIyWLH0gYcTR9Q9gTnHvMLxk6W/13+gN1tcv1+69SRppEZ1s1ZmvMNmjRTNsxfbtpuoaJFcow+TmwvDXq0kXLVKrnqAyuTAAnkHwI0AMg/c82RkgAJkAAJkAAJkAAJhJ8ADQDCP0fsIQmQAAmQAAnkKwIf//t5+f61T+NjPu3+K6XrhafaMoiCshbh2KFwQUh2q7DKx1WtKPDOboTw2r3b24493RV2bvpNRQVAmoBl38wy7Q5yhCMqAKID1G7XNN3dtr1/2GUKSlwo/KH43/XrVsPxFC5WVJoP6iYtBnaT7JM62445KhWQZzjRIAD53M1KVqGCyhigXucWUrNNk7SmC0iXAcDu33bI0kkzZdX0RbJmxmLZsmqDKa8S5coc8/Lv00GKliweFbFIWz9/37L9qFHA8rhRgF0KC3S2TJUKeYwCipYy5u3VAEAZnU3K8fDH394dv5vyqtywVk5o/97tVFQNFhIgARJwQoAGAE4osQ4JkAAJkAAJkAAJkAAJBEOABgDBcOZdSIAESIAESIAEXBB474b/ysx3xsevOOuxf0qHc0+ybCGMytr9u/9QCpfFX/4gC8ZMlkMHzXNJN+zRRpr07agU/sgnHdUCT22MVxkEfDVN9u3aYzgU5HvNiQzQWf0bxlDiYZQphGmPefpDqWtUkHYBCv/mA7spJV5+KIhCgVQBMApADnurUu1BqeIAACAASURBVK56JWmI6ABHjQEqN/AWmt0N3yANANbOWSorp8w96uW/RPbv3mva1erN68e9/JFCgcU7gS2rNuaJFHDk8BHbhis1qBE3CqiBSAEtG6prUjEAuPC1u+WXJauUwn/t7B9N743oIPj25IT2b2caNcC286xAAiSQrwnQACBfTz8HTwIkQAIkQAIkQAIkEDICNAAI2YSwOyRAAiRAAiRAAjkE3rzyIZn36bdxHEOfu0VaDelliicsytqfF0PZMkOF9UfuaLNSplJ5aXFK98h4+acql6umLVSpAhAd4LfVG02badq3o4oMAGOA0hXLpXo7rdeFRaZWTJ6rPP0XfjZF9ph4upeqUDYnvP+gbtKgW2utHKLW2OFDh5UhQI5BwGzZtGyt5RBqtWsq9To1V5EBarZu7Kv8+WkAAA9vROBASH94+VtFGYmHde/TQZr06eDrmKMmP372F6H2c9IG5Pxrl8oCfSlQoIDUaN1ISpQtrQzKdBWkZIHCH+H9Edof92EhARIgAS8EaADghR6vJQESIAESIAESIAESIAG9BGgAoJcnWyMBEiABEiABEtBE4MiRIzLyonuU8jhWLnzlLtMw5ulS1iIfNJQyi774XuaP+U7gAW9W6ndtKdkndYm8l3+qUwxlF6ICIDrAmllLTJuBEhbGAEgXkM6c4+mSKYCBIhee/gs/myx/mERRKFvleKXwh+IfedpZjAkgPUIsXQCMAnZv3WmKqlipEtKgZxup1bqxL+kCdBsAIK0IjGzWzFysFP9mUSEw4Ir1qitlf5MTO0j9bgzrHobnZf+eP2T93GXxtAEwCti1yTidh47+wrs/FtofBgAsJEACJKCTAAwAvnvpI1dNXjH6UUFUKBYSIAESIAESIAESIAESIAG9BGgAoJcnWyMBEiABEiABEtBI4MDeffLa8LuPhfQuIHLJmw8KwuUnlyCVtfAohmHCgrHfycZF5l7+JSuUlZan9JAmfTsopT/LMQJ7tu06GhngB/WvWWjs8jWrKEMAGAQEnYs6SJkCmR+/nhH39Idi0KiABxT+CPHPUO2pPVGIzBE3CJg817KRSvVrSN2OR6MDtGksTtMFmCnif9/9uxTMKiglSpQwvG+p44+z7A/eiYgIEfPyXzvHPKw7GmrUq600PjHHy79CrRNSA8arAiWwc9NvCUYBy1UaAbP3gV3Hyp5wvHp/xkL7ZxUqaHcJfycBEiABEiABEiABEiABEiABEiABEsgAAjQAyIBJ5BBIgARIgARIIJMJQJH22kV3y7o5S9Uwi5ctJcNfu0fqdMjONWw/lbWHDx5SOZQR1h9K/4MH/jRFDmUhvLKh8D++TtVMnhqtY1syYbqKDABjgN+3bDdsu2jJ4ipFgIoO0L+TFC5WVGsfkhvzU6Zi90JqBHj5I8Q/okkYFXhuQ+EPuarWrL6vY853jR85EjcGgFHALz+utkRQr0tLqYVUATbpAiDHMF5yU26c9JIg/3tyQZ9iHv74d/uGzabNQuEb8/Jv3KeDILc7S/QJ/LpinUwdOUamjhrjajC3Th0pMBpiIQESIAESIAESIAESIAESIAESIAESyF8EaACQv+aboyUBEiABEiCBSBLYtn6TSgcQU85ByTX81bulWvNjylDdytotP22QReOmynx4+S9cacoNBgktB/dQqQno5a9HvNbNXaqMAZAuYNPSNaaNNujeWrL7d1ZGAeWqV9Jz84RWdMtUrOmFX3wvCz+bopT+ZikjTmhSR3n6469Ko1rax8YGjQnA+ARpAmIRAsyMUXB16YrlpHaHbMN0AV4MAGBg9NMPC5TSf82MnND+VqlFYAwV8/KH3LBkJoEFYyfL/y5/wNXgaADgChcrkwAJkAAJkAAJkAAJkAAJkAAJkEDGEKABQMZMJQdCAiRAAiRAAplNAGH3R150t2xd+4saaOlK5aTHJWdImcoV1P/et2+f+rdYsWJ5QMATH3nl7cqSr6YrD394+h/cb+yNjTZqtWuaE9q/Twd6+dtB9fj7tnWblCEADAJWfj/PtLWqTevmRAbo10mqt2zo8a45l+syADhy5Ehc4b/gsyly5PBhw/5Vb9EgrvSvWJf5ubVMosdGYHQEY4AVk3OMAsxSVeA2UL7XatNERQf4c99++ej251zd/eSbh8vWdb8oxf/mletNr4XREd49OUr/9lKsdElX92HlaBKgAUA05429JgESIAESIAESIAESIAESIAESIIF0EKABQDqo854kQAIkQAIkQAIpEUAu5JfPv0P27vjd1fVXj3nS0AAAxgTwwoZiZcOCFaZtFi1VXCn8Y6H9Xd2clbURQB5seFar6ABfTlNKVqMCo5CYMQByX6davBgAHDp46Gho/ymy8PMppl2o1baJUvq3GNRNylWvnGpXeV1ABFZMmZtjEPDdHNm46CfTuyLXOlKH6CrVmtWLe/lDZljyHwEaAOS/OeeISYAESIAESIAESIAESIAESIAESCBVAjQASJUcryMBEiABEiABEkgLgckvfyyf3v1/ru6daADw44TpysMfyhQzBTIar9GqUU5o//6d6eXvinZwlVdMniuLv/xBGQWY5UWHIhZRAZRBQP/OAu/p5LLs29nyv8vuz/PfjxzJ+U8FCuQd05UfPC5Vs+vm+gFRI+DhD6OSxeN/MAVRr3OLo57+XeMRLIKjxjvpIrBn2854qgAYBezatFVX01KwcKFcXv6xSCfabsCGIkeABgCRmzJ2mARIgARIgARIgARIgARIgARIgATSRoAGAGlDzxuTAAmQAAmQAAmkQgC5sf/vrJtcXdp1+Kmyds5S2TB/uel1hYsVUQr/FkdD+7u6ASunncDPS1blRAb4aprlPNfp0Eyy++cYBFSsW131GwYALw+93dUY/jn+eWUAcGDvvpwoEp9NERiXmJWGPdrEw/uXLF/G1b1YORoEfl2+Nm4QAJk6csg41YPZaMrXqCzZJ3VRiv8G3VtHY9DsZWAEaAAQGGreiARIgARIgARIgARIgARIgARIgAQiT4AGAJGfQg6ABEiABEiABPIXgVQMAMwIVWtePye0/8Bu9PLPIDHa9evWuDHA0okzTUdWsV51FRWgdMVyMubeEa4I9Lv+fFk3d6ksmzTL9DoocpE2osXAblK0VAlX7bNytAkgKsVrw+92NYgbJ70klRrUcHUNK+cfAjAA2PnLb64GnH1SZylfs4qra1iZBEiABEiABEiABEiABEiABEiABEgg+gRoABD9OeQISIAESIAESCBfEfBiAFCwUCFpMbh7PLR/vgKXTweLPOyICqCiA3z5g/yxc7evJJqd3FUp/JsP7CqFihbx9V5sPLwEaAAQ3rlhz0iABEiABEiABEiABEiABEiABEiABEgg0wnQACDTZ5jjIwESIAESIIEMI5CKAUDnvw2S7pecIRXrVsswGhyOWwKrZyySxV/mGARsWbXB7eV56mcVKnhU4Q+lfzcpkFXAc5tsIPoEaAAQ/TnkCEiABEiABEiABEiABEiABEiABEiABEggqgRoABDVmWO/SYAESIAESCCfEkjFAODqMU9KzdaN8ykxDtuMwJafNqioALNHT5BNy9a6AoXw/h2HnqxSCLCQQDIBGgBQJkiABEiABEiABEiABEiABEiABEiABEiABNJFgAYA6SLP+5IACZAACZAACaREAAYAW9f+kufaHRs3S8nyZaRw8WJ5fqvSqBYNAFKinT8uWvbtbNm+/lfZu2OX7N3+u/o7Ikfk8OHDCkBWVpYULFhQSpQvIyXLlZXix5WS6s0bSNXsuvkDEEfpmgAMAHZv3enqutptm0qlBjVcXcPKJEACJEACJEACJEACJEACJEACJEACJEACJJBMgAYAlAk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shwArt27ZLJkyfL559/LnPmzJFp06bFR9ypUydp3LixnHTSSXLiiSdKpUqVUqZx4MABmTdvnowfP17dY/HixbJ27VrVXq1atSQ7O1twvwEDBkjr1q2lUKFCKd/LjwsPHz4sy5YtU/2fNGmSzJ8/37f+//HHHzJ9+nT58ssvZcqUKYrb77//roYFNo0aNZJevXrJwIEDpXr16lKgQAE/hpxym0HJVModDMmFQcoUhrx582YZM2aMTJgwQcny3LlzFYnSpUtLq1atpHnz5jJkyBDp3r27FC9ePCSUgu3GkSNH5Ndff5VvvvlGPet4zmOc0BO8o9q0aaOePXAqU6ZMsB0M0d3wnsI3Y+LEiXne6cnvKrzXa9SoIVlZWSEaAbsSZgKx78i3334rs2bNUs/itm3bVJfLly8vLVu2lHbt2knPnj3z/bMY5nlk36JBIOpr9CApR32NHiQr3ssZAaw9sSf++OOPBd+8H3/8Ua3TE793WH8OGjRIOnbsGLo9srNR5q6V+M75/vvvZebMmfFvPM4F8I3v3bu3OoPAvje/rh8hGxs2bFBnNV999ZUsXbo011lNbD0E+ejfv7+0b99eSpYsmcqU8Jp8SCB2FoGzgalTp+Y6H0jcy3Xp0kX69u2br5/FfCgeHLJmAnje1q9fL+PGjVNnTWbncTxnEgn6nFTzVLO5kBLAHg7rqU8++UQWLlxoqGfBt27w4MGedF8hHb5tt2gAYIuIFUggegSwmcQG8tFHH5XRo0fHlctWI4GS8Morr5R//etfUrFiRceD3rp1q4wcOVKeeeaZuMLc7mJsXh988EFldJDuDf+ePXsUo8cff1x9JJyUVPu/bt06ef755+Wll16KH4LY3e+CCy6Qe+65R2rXrm1X1dffg5Qpo4FgkQhF5L333qs+6rECuT333HPlscceC42yNkiZAoctW7Yo+YVsxQxJrIQBB2133nmnnHnmmVK0aFFf5SaVxtesWaPmOfndhUPRESNGSIsWLVJpVszaNWsMh2533HGHXH755aE0mNi/f798+OGH8tBDD+V6d6Hf11xzjdx6661SpEgR16wgv+D81FNPOX6n4yann3664gUjprAZLemSqVGjRsnVV1/t6DlzCh7zhW8oNiLpLn7JVOK48L568skn5f/+7/8cfwehLHjzzTela9eu6Uak7q/7e4TNKt7JL774oifZAp833ngj7esFJ/ON7xDeMVD+6CwwIsH7C0avicaVuEfMGA4Hb5deeqkyNAlL0S1TsXFFfY1uND9m7xCvMhXlNXq6181BfDv8fFb9kin0GeuPu+66S15//XVHQ0h1j+mo8QAqmcmC1a1POeUUue+++5Sxcn4p2FfDAPn++++Xjz76yPGwsR669tpr1TcsUw0BYKh94YUXKiWazjJ06FB1XlWuXDmdzYayLbM1hV1n//GPf8gjjzwSyn2vXd+d/P7DDz/IZZdd5vjMz6xN7GOw1w7bftcJAx11Dh48KJ9++qlgX5zoNBVrG2cBbdu2VYzggJLpBd89GNk8/PDDuc4prcYdO2fK5He50fiDPifNNNnTdaaVaVzwDH7wwQfqDDlmYGs1xlR1X1HnRgOAqM8g+08CSQRw+ImFu1NlYDJAWOS/8MIL0rlzZ0u22Fh88cUXymDAyUs2uTG8dKEswiY2HUpIbLzh6X/LLbcor4RUym233Sb4s9uA43Afyg5s8mMejm7uh83+E088oRRs6dhoBCVTZkzsDs+gQIByqEKFCm6waq8bpEzFOo+N7BVXXKE2X24LDH5w4BYWJUhM8Wz1nCBihlslIN5VWBDeeOONrhTaMZ5/+9vflIGFG8Mot3Phpn7s0BAHymPHjjW8FIcb//3vf10f4KxYsUJw+IPoJKkUyBLeVThkC0OUF50ytW/fPvW9w7dVd8Fm5d///rfuZh2356dMxTqB5xAGK/jup7JmSDej2Dj8+B6BxznnnJPSezx5kuFd2qNHD8dz71dFJxtxGCvgXaGrHDp0SK1/sS6zK6l8S+zaTPV3P2Qq6mt0I5Z+yVTU1+hGrPyQKaP7BPHtSPW5cnKdXzKFe4MNFLvXX3+967Un9sg33XSTWnNEKWLXpk2bVL//97//OcGfq06697quO+zhAijPcC6Ab5UTw22jW+FMAOt8cMu0gkiSiHaQKhszHjjjevfdd5WXeyYXPIe33367vPrqq66HmemMcO4Bg1uv5e9//7syYi1RooTXpiJ5/XfffacccH755RfL/odl7+Yn5FWrVskNN9zgypArsT9nnXWWepdXq1bNz26mve10nJOmfdAaO6DzTEtjt0LRFIx4sV5OZe2Jc+Wnn35aRYDND4UGAPlhljnGfEMACxAoA1NV3sRAwdP2tddekyZNmhiywyErFr133323580ZPLWwiA5SsY3+474333yz5/7/5z//UR8cM2UXvK/wOyxkvRRs8NEGwiEHWYKSKaMxOVno4LowGAAEKVMxVlD0DBs2zPXBYiJrGAFAYWJnxOKnzMW8FHAQZmeM41Zpg83G22+/rbz4vRwkhYET5sBptIdUDAAQknb48OEqPYmXgoNrLMCRbiJdxQ+ZgpLon//8p/LS1l0g+zgkKViwoO6mbdvzU6ZiN8dhNw43cPCW6nOY7kMkP79HOg0AdCvVbQUoqYIThWDsEt19XbBggTqQxLvMrrj9lti1l8rvfslU1NfoySz9lKmor9GTWfklU0byHcS3I5Xnysk1fsoU7q9r7Wm3x3Qy1qDqwGsba0+EXU21pGuvm2p/U7kO6yEYFcMBwWuB4ghr0kzzaEfKiG7dunnFk+d6nGu999570qxZM+1th6VBrCcvvvhiAcNUCg0AnFELw9mTs57qr4UUboiG5ySqTbr3bvpHn7tFPGd43lIxbE9sCRFfEZ0kU1NPpuOc1O+5D6p9P860gup7EPfRsfa0030FMY6g7kEDgKBI8z4kEAABHLDD00BHsVIg4cAMXlvIoe21pGOjgTyMf/3rX1UuNK/lhBNOkHfeecfU4w7hsXQpwk499VSVPqBSpUpeu+34+qBkKrFDbhY6uC4Mm7AgZQpjhnU/DGc+++wzx3NpVhHKWjzPQRrhxPpi56WW3Ge3ShtszDA2zI/Xkg5jpVifnXipJY7PrQEAlNvw2nr22We9YlLXI7cWDgbwfgy6+CVTfhoApOOAxG+Zis27LkVIOhhhDEF8j3QaAKQzAoBThWBMNnQaAECe4fEGxYqT4vZb4qRNp3X8lqmor9ETOfotU1Ffo8dY+S1TiXMS1LfD6fPktp7fMoX+wAjpvPPO8xzVBWsovCeRMi/MRecasnfv3sqINFO9IXXuSyATL7/8slJAZVLxywAgHWdOQc6LDkVIpjNiBADvEgkjL0RHdGLQna69m/dROmtBlzzhbjr3RM56H1ytoM9JgxuZv3fy60zL314H1zoMKmEoqyOK5iWXXKKcVdLpFBcEORoABEGZ9yCBgAjoXITg0GHMmDEqf1NyMTpchBIWXrIIoxILKY6NCDbxeDFbhb5HGDworIIqOg/b0Wd4hWKMRvm2EZr+/PPP1zY0LLphCBBUCUqmYuNZv369ChHtxKo4dk0YDACClCm7MMfIJYboFrVr11aINm7cqEIbPfbYY4Zikw5lbaohd90obbZv367eK++//77huPHcItw9OMH4Ae8rRNl44IEHDDe16cqvjTzWWNiahfs3GpxbA4AZM2bIaaedZhjKD/lokW4A3jhly5ZVnm1O3u2IRNOvX7+gXlUShEzB2AvPl5NDDzcDD/obGIRMxcY/a9Ys+ctf/mJohINoEfgNETqQIzIW6hgbOhg5zZkzR0aPHq0MnfAO0xku3sn8BPU90vX9SNc7CvOF9+w999zjygtG52EX3jeQJafPpptviRNZcVonCJmK+hodLIOSqaiv0cEqCJmKyXeQ3w6nz5TTekHJlJWxIL55WHsiWl/lypUF63lEWkNEPUSrMirIhQ7jzDAfSlophKBQxF4SRgwYw4EDBwQh3rHWNotYmKn5tWE8A2NbrGeSC2QDa3eshxAJAZEFY6weffRR0z0AFHHPPfec4PpMKTDSAQuk0NBZevXqpVIGVq1aVWezoWjLzggSa2yk3Tz55JOlSpUqkpWVpfq9e/dutW77+uuvVZouRJPA2d3xxx8finHp7oSuc61MfUfZ8caZEt45SKPqpOQ3AwCkF8G7Cylaqlevrt7jiMz0zTffqD2SVaTLTHyXx2RE1z431p7V2bsTuQx7nSDOtMLOwEn/rFKR4EwE73v8Cx3Nzp07lW4LegYjxzCsobDm6NOnj5NbR7YODQAiO3XsOAnkJZC8qDVa7DtdhKB1M6VE4uEilEMPPvig2tjHNhPJPbMLVR50Hq3kRYiREgLeNLC6e+GFF1R4PatDZasNZfLhIjb1MJQ4++yz4wtDJxv8GNNbb71VfcyCChUdlExhfPgwQxag8HFTwmgA4KdMrV69WnkWGYVqNwtVj4NPKHHxrBqVDz74QM444ww32D3VTTWyhBulDQ4zsAEzenbNwqriuUd6E7NIKkF72qRqMe3GAAAKfRzEGlnP4uAWh9JG6WBw3bhx41TuciPGkDW8r4IqQchUqmOxCpcItlCeZmdnp9q8q+uCkKlYh6wUIfgW4vs6YMCAtEQfsYMW5PfI7GBEp4Lcbrxefk/Vi1rX+IyMvfANRqQns5Qdbr4lXtgkXhuUTEV9jQ5mQclU1NfoQckU5iTIb4euZy6xnaBkysqg0mztabVGgEH+xx9/LB06dPADi+c2ca4AY9qRI0fmAwId0QAAIABJREFUacsqrOrKlSsFxg1GocrTYZjsGYSDBqyUINhvIy2AUUrBHTt2yDXXXGOY3xaOGjBOrV+/voMeZH4VK2NA7HOwFw7qDCVI2laKEHg24t0Tc9AJsl9hu5eRAUAYzpHCxsmoP9j3w3jpuuuuy/UzzjSxPjA6l8ovBgB4tqBYhJOAmbGeXYQOnNsjRUnjxo2jIA6u+hjk2burjoW0cpjPtMKCzMqg0mrtabVGwDoLqXGLFi0almFq7wcNALQjZYMkkD4CsUUtFiGwFoeSMOZRl9wrJ/mezazrsNnHCxIWxNis2lmdW72g0a+gF96JixAoCB9++GG1cTYKge4kV59VtITY4SIY3Xjjjcr62iy/k93CEKzg4QYlJDxxgyhByRTGYnYw0r17d7nhhhuU1R7GnlyClh8j7kHK1CuvvKIMJZKLXdi+xYsXC/JFGuVHdqMw9ip3ZkpBKATxfJQoUUJ5wBgVp0obeFXhoOehhx7K04xdeNFffvlFkIttwoQJea4N2hPLLAwm3ltghPe8UT/dzOfevXsVd6Nny87gyEr5AGMUhOMuVqyYV5GxvT4ImbLthEUFK2OUoDcbQchUDIXZgWQUwhoH+T2KugGA0YEq1qF4R0E5ceaZZxo+HToMAHAgiXUWPGcSC97hME4aNGiQp2+Jl+c++dqgZCrqa3RwC0qmor5GD0qmMCdBfjt0PnextoKQKaw94eWHeyUXuzRuVusEtIcUJ+lI1WU3FwsWLFB70xUrVuSpapc6y2w/k6meWFgT9ezZMw+nBg0aKOP3Fi1amOI2M2ABKxxod+rUyW6qMv53K2OUsBvSeJkcK2Pb/BLW2Ck/GgA4JZW3nlFqGxixI3c9ziOMUsNmugEAvmEw0MP4nSjuEWXDbE8E4k7PuVKfxfRcGeQ5aXpGqO+uYT/T0jdSby1ZnWtbnS9YrRPsztK99TgcV9MAIBzzwF6QgBYCCJOLzTYU2naLEByawrrsX//6l+m93SiR7Abw7rvvyrnnnmtYLWgFLjwtoJzq3LmzUqTaWXlZeVzHBmS2YEO4TFjKwhsW97M7vLFbGAbNKkiZSj7IRBitO++8Uy2U4ZkNgxQjb76gmRgJcVAyBU/rq666ytALxC4cltUBQZcuXeStt95SYSf9Lsn9wOEVnke8iypWrKiUOWZpM5xujOARCoUQ5De52Cm1rTzig+SEficfuCdGXMEYERLdaMPt5t1tlS/aLjS9lUy56YNXmQtCplLto13I16DDjQUhU2CFyDYwEMQ6I7ncdtttSkli5OmWKmfd1wX5Pco0AwAo3zG/SK9ilctXhwEAIjXhe5HoRYqDfnhEwssPqUuMitNviU65ClKm3PY7TGt09D35kN4vmYr6Gj1ImQrq2+FWdp3WD0Kmfv75Z7UuQ7jf5PLEE0+ofYxZ+e2339S6FZGVkkvQxt9OmaKe2bvDiVLbyiPejpebPoalrtn+xkloeqtvaTq+Z2FhmtgPq+gbQRtwB8ln9uzZMnjw4Dxp3KCcxVrIyrAkyH6G4V40AEhtFsxSTOB88+KLL1aOE/nRAMAtTUS+wXk4ntmw7E3cjiGV+kGdk6bSt7BdE+YzrTCxgk7AyGHMyVmt1Vlz0OmWg2ZKA4CgifN+JBAiAmaW6LEu6lTgWG1cw6DAtZoWKw/Z2HW6Nt9Lly5V6QEWLlxo2KWws/IiU8j5h5C9yPuMMFrYUMSiJVgpGsPOxGgiU5Upq8MyJ8oUs8VSkB4kULBDOYQ/bBgRjrFOnTpx4xgdBgBeOX311VfSv3//PFMXJCfcPPY+gDIVzwSMYWJRXawU927e3Vbt2IXxt3ouMa/4szN60vFJDEKmUu3nrFmzlHecUb4xRHKA9wBybgZVgpApjMUsXHRUvLCC/B5F3QDg9ddfl2HDhskpp5yinvk2bdrEU0L5aQAAb1uE6oNBSWKBMRnSmuDZC5MBQJAy5fZ9ErY1erpkyo5b2NboQcpUUN8OuzlI9fcgZArPEXJsJ6dFwtrxiy++ULlIzYpV5Kowh3k3y6ntZG9mZdQcZBSpVGXK7XVm+xsn82v2js7ksNFu+JopKGNtBJ3qzk3fvdY1CxcddIQxr+MI4noaAKRG2SiiG75nOHvC983MISHTIwC4pWl15oK2dJ0nu+1X2Oqnek4atnGk0p8wn2mlMh4/rvHqgGQVucru7NOP8QTZJg0AgqTNe5FAyAhYHfihq3aesm6GY5V7ER4Pzz33nG0qATf301nX6iOD+zjxcnDaHyvFJdoIOysvMoUFz/Lly6VSpUp5FGKZZgCQqkyZGVg4VUybKbYhW04MCJzKsV09pLvYt2+f1KhRI64oil2jwwBg2rRpSoFvlJv+22+/lR49elh20WphGCQnpCBBWNWaNWvmySmnywDA6gAWG3q8m81SjlilSwj6sM1vmbKTaaPfrcIBoz7SLsDQKcgShExhPGbvmrB/w2JzEeT3KOoGAEgFsnnzZmXIlRzVwU8DALyn4UmTmNYm0eMtbB6TQcqU23dK2Nbo6ZIpO25hW6MHKVNBfTvs5iDV34OQqZiRQXIfnSh4cY2ZkS5+C6NiAOt4GFw9//zzeaYFEfaeeuopldbLrFgZPTgxIEhVFtJ1ndUe7PPPP1fGI2bFLF1COgxJ08XP6r5W4YD79u0reDZhgJppxWoPh9QQ/fr1y7QhexoPDQDc44P39tVXX62eocQSS/Gybds2GgA4xGpmHI/LdZ4nO+xOaKulek4a2gG57FgYz7RcDsHX6jHjZ6M0qE4U+FbRutw4Ufk6SJ8apwGAT2DZLAlEgYCdt7aTF6iTcdopQcKc2xDjs7NCdHqw44SVnXdR2D0i/JKpTDMASFWmzA4HneYsioLFow4DAK+KH6sNWljCkuoyALBKeQDDEqQBOO+88/J48uM6KLAvvfTSPK+2mFcAQoCHoeiQqVTGYaUs6tixo7z99ttKaRqWokumMJ6HHnooj2c2/nuQkSH84qr7exR1AwArzn4ZAJjNAdatN910kwr/7/U74Jf8GLWrW6bc9D1qa3S/ZMoJsyit0YOUKZ3fDifzoLuODpnSocy2UhAjlPc555yje+ie2vPqhYWbm3kvOwnj6qnzabjYak04ZMgQZQBSuXLlPD3buHGjcgCYNGlSnt+efPJJgad3ENG20oDM0S3NogHFLn788cdV+o1MZGQWUpyRIYxFhwYAjh6pXJWM9tCnnnqqvPTSS8ppx+r7zwgAuXl//fXXAqMtIweVAQMGqBSfxx9/vPtJyrArUj0nzTAMhsNJ15lWmNh6ddSyMpwbNGiQeg6DjM4ZJFsaAARJm/cigZARsPI0QFd15UCBdxYUSPPnz89DAAqmoHMgu50GKysxtKUzN6PV4Q/uFRbloxlDv2QqyINMt/KRSv1UZcos1Ca8G9566y2pWLGiZXesDp/CopjTsbC1Osx18l6LwmZW54G7Vd5MvKMRThuK/qJFiyr5gvIf7+3rr7/eMLR9zCsgLIdtOmTK7XMORjjYhnecUQnjgaQumbJ6XwcZQcPtnDmtr/t7RAMAp+SP1YNnG9ZeiYdoyYZHNABwxjVqa3QdylpnZPLWitIaXfd7yoqZrm9HqvPi9TodMmXF24k3PMZg1Y9Ro0aptFlhKlZjdro3NlufOTVsDhMPu74gTD0M1J5++mnDqohchqgJjRs3jv8OTzesI3EgnVx69+6t/nu1atXsbp3Rv69evVqdM02fPj3POMNobKtzMszeGZkYQUMHNxoAuKNoZHyEcwG8d2C0hBKFMxN3o/an9p49e5QhEgwnjMq///1vZSQPA+b8XlI9J80P3NJxphU2rlZrZSeRXq3Wrk7P1MPGxGl/aADglBTrkUCGEbALraNrw4SFIxY777//viHBKIRZMcvpGBuQLkWOlScu7hX23Ml+ylSQB5lBPOqpyJQOBlYhk8LyLOpY2Fp56cGjHWO1KlabWbzP/vOf/0iRIkWCEBXTe+g8cLfLnYlOIL/3Pffcow4mX3jhBfX/G1mwI0oJ8nKXLFkyrXwSb65DptwOxio9AsKU45uYnZ3ttllf6+uSKat2YmGMETJ+4sSJMn78eGUcOHfuXDW28uXLS/v27VWuZHhJNG3aNE+aEF8hOGhcx7s48TY0AHAAPaEKvmN4h8MIKbEkGx7RAMCeaxTX6DqUtfZk8taI2hpd93sq1TVTWNaWVv3XIVM6vp9Wa9cwelIm5qpN5turVy/B2qtq1aqWj5vZ+gx73jFjxgii7GVSmTVrljJeQ6Qxo4I10B133KGMbpEC7OabbxYYvCWXWrVqCYxCevbsmUl4UhqLWXoENJbpSjWz5yf23i1cuLBaX48bN04ZGM2cOVMQsh2ldevWAkObgQMHCgwGypQpkxL/KF1EAwDns4XIGnA8gtFSYoEh2jPPPBOXFxoA2DPFOQuMu+6//37Ds5NMNHizp2JeI5VzUi/3i9K16TjTChsfrwys1q6Z/izSACBs0sz+kEBABIxypybe2suGCXkiN23apA5nkT8ah9tGBUYGr732mkAZEtaCscAaE2FljYpORY5ViD/c+8ILL5Rnn302VIq1RCZ+ylSQB5l+y2KqMmUVDstpuCIdB5R+8/G6qEP/rEL4O3mOosBJdx+RbwwHRoiQYFZg9Y8oE6tWrTKscskllyjjCBxghqnokCm347E6kES4VhhJxCIquG3br/q6ZMrq+cOBNQ4g8a+RAUny2GAEgO9vokecX+N32q7u75GZAQBCuCL3ZqKiAM9gq1atpF69eurAFkoWhAwOS7SNZIY6FGuJbZqlHkkMRxqrTwMAY4mO+hpdt0w5fe6jtkbX/Z6y4qTr2+F0LnTX0yFTVga2TtO3WUXpCqMBAObBLIS/0wh/6Vif6ZYfN+3hG4b0T5dffrnlGqhGjRoCj9GYsjbxHlD+wxAXIaPD+u13w8RLXStj27A7TngZd+xas+cPKSP69OmjzuGw5rYrkCkYm1x00UWh25vY9d3N70YGANizIh3b7NmzczXVqFEjqV+/vuC8EuttrL3TbfzvZqxe6xqd6+GZQjqaHj16xJunAYAxabzrd+zYIdOmTVPKfxi8GxWrdIte5zCK16d6ThrFsabS5/y2ZjJi9Prrr8uwYcPy/IRnCQaTnTp1skVrFlWXBgC26FiBBEggagTsvD2h1MbirkWLFrZD+/zzz1VeOqMNqtXF8CaFVWmDBg1s75HOCnaW+rfddpvyhC1UqJCnbmKRiJCA1113nenicPTo0YLwgGEsOmXKaHxBHmT6zTdVmdJxwGrVhtMQpX7z0bGwtcrthM0rwpCfeOKJhkM5fPiwTJgwQT2LCI2cXMLizaZDHpLHBsMtWPobhRq1mncsuHEdwpQWL17cbxFx3b4OmXJz0+3bt8vFF1+cx0MZbTg9FHdzP111dcmUlRIjlb7iEA7e3YkHTqm0o+sa3d8jr7wQ+hYHt1izhU0ZoEOxljhva9askfPPP195ssVKcjjS2H+nAYBIJq7RdcuUk/dCFNfout9TVpx0fTuczIUfdXTIlA7lfRTSdCXzt0qLAaNQKCjNIkLBaAIGfshjb1RiEYP8mPN0tol9xgcffCA33nijaSQAs/4hOhLOC9q0aZPOIYTm3h9++KGceeaZhv1xYvAdmoGk2BEzJUaKzcm1116r0r6FKYpbqmMxus4LL+xFrr76auWQk6l8YszMzvWwz4d8JBqw0wBAZP369TJ8+HD5+uuvXYkrZOqhhx6S0047LXT7N1cD0Vg51XNSjV0IdVNBn2mFEYYO5b1ZG3C+eO+990LleKJzDhgBQCdNtkUCESGAsLs4QIXVtNni+JZbbnGk1HazkMYhLayRoUBD3rqweT8ms7DL1QQLMVjx64hgYJWDFf2yO0RJt+jplCmjsQR5kOknSy8ypeOA1aqNsOQL1LGwtcu/jg0XFGbYcJUrV07ltI9ZaT///PMyduxYUzHIZAMADBrPGtIkIEydE8OuSpUqCbzdEYUibMrH2CTqkCk37wWj/OSx6+HRDl6Qu7AVHe8YjAleIwhxi/C1ukpyfndd7abSju7vkVcDAIwBHkwwqhw6dKijtVsq407lGh2Ktdh9zbxCksORxurTAEAkE9foOmXKqUxHcY2u+z1lxUrXt8PpfOiup0Om/DYACMvaM5m9Vf511MX7+YYbblB7ZRjLHzhwQNatW6f2z1gLmYXCx7WZagAQYzhv3jwVot5qz5HIGw4X8CQN4/pR9zPppD1ESIJCFt6ARgVGFmeccYaTpiJZByHaIT9QIOosMMhBpLKw7um8jNXNmsjsPtjHwbAJURMytRjtY80cxGgAIMoouVu3bo7FAVElcBYPA+4KFSo4vi7TK3o5J810NrHxBX2mFUaufhoAZPrakwYAYZRo9okEfCRgF+YZSpyXX35ZqlSp4qgXbhfSULxB0YjFc+fOnUNrBOAkRB+8ZHHY7nWDhMUOvGeheDQqOg0NHE2qy0q6Zcro9kEeZLocvuPqXmVKxwFrfjEAwKQsXrxYzjrrLEMvfseTZlAxLIewOuTBjAOeN3hcm0UkSb4uMWdpGL0igtws4X3+j3/8Q0aOHGmIF99XRAcIY9ElU24PQpyygKcgvpUFCxZ0eokv9XR/j3QYAGCgYQwjqUOxFptEI68Qo3Cksfo0AHBnAABuUVij65QpJy+IqK7Rdb+nrFjp+nY4mQ8/6uiQqfxqAAAlJCLh4TxAd8l0AwDsC5cuXSpIEfHNN984wocIiuCN/O1ezx8c3TDEleBti/Mko3RSffv2VYYBWCNkarF6x3sZcyaHQHZ7bmnGcciQIfLiiy+qFFyZVhDFDmcd77//fq6hme3BaADg3gAA5yZwioMjCs7FaQQgyhnHLj2OrrP3KD+zQZ5phZUTDQBSnxkaAKTOjleSQOQIwHsK+ZlhLWxUYMmKvLw9e/Z0PDYvC+n27dursH8wBAjbJtbO2webdeRw9qrswmIHH3JY9RuVMB7oJ/bTD5ky4hDkQaZj4XdZ0atM6ThgtWoDxj9YWKfbs0TXwhaHkvCIhcJQZ7nrrrsEf+l+Z+mQh2QueB/NnTtXbr31VpVDy23BweSjjz4aurBZumTKCY8ZM2aoDb1RhB1Y/GNzi1yTYSy6ZMrOAAAHH/jmIdco0gAhbQS+JXhHwpMJjIxKly5d5K233kq7143u75FVDlu3chK2g1sdijUwMGMOLzWsxYwiStEAwL0BQKK8hXWNrkumnDxbUV6j635PWfHS9e1wMid+1NEhU34bAGDf+fjjj0uxYsX8QOCpTUT7wTd9+vTpntpJvDjTw7DCsOiFF16Qe++911CBbQUSayhch9RtYY+mqE0gkhpCiHLs75AOwajgWfnnP/+Z9r2aX+O3Whcl3rN79+5y+eWXS79+/ZSSMSsrS6Dg/eijj5QMmUXgwP4Z/DKtIOoInhsdJSxGyTrGktiG0Z7Zav9KAwD3BgCJvPk+z6Hh9ZxU93MQ1vaCPNMKKwM/DQCge8EZaKdOncI6fE/9ogGAJ3y8mASiQ8CJVV0qIb9SzS8aI4dFz3PPPSfnnHNOaDZpdh7tOkMRf/vttzJs2DDTDZhRrq2wSJ1fMmU0viAPMv3gq0OmdByw6mjDDz52G8/Y7269gew891IZCw5MzIyoUmkv1Wt0zyUUsNhUXH/99aah/+FJY5Y6JjYOHBLgnd62bdtUh6b9uqA2S3YHkpAbGI+k24PdDLAumbJSpiDcIQ7NateubdgNu5Cu+Gb26NFDu4y4adCP79Hu3bsF8oOCA9qyZcuqf1HwrQUXKJhgpAVDTSOPt9gYwiRnOhRrGNcnn3yiFEyJ44bR6ujRo6Vdu3aG00cDAJFMXKPrkiknz3yU1+h+vKf8/nY4mRM/6uiQKb8NAMKy9jTjb/esuJ23sBmzue2/VX0oXaFchRLWqOAAGoaRmzdvtrzt3XffrZTgqJvfipWxLUKVw3s5Ozs7o7FYveOxPkIqN0TCMzMSsUpXBiU50k2UKFEioxhir4t15OHDh9W4ML7E5wcpSvDcTZo0SZ555hmZOXOm6fgzUc7WrFmjQtPjm5hYrM6IaQAgsn79ehk+fLggKkmq5dprr5UHHnjAs3NZqvdP53U6zknT2f8g7x3UmVaQY3J7Lz8NADJ57QnONABwK22sTwIRJIDDYyxk4W1nZumry6MdeBIPq3Foi3zSVrmksUnBxwyK9XQXbAqQGxxW+UYllSgJZmNatGiRskI285gIc3ixoGUqyINM3TKoS6ZgsQ8FyGeffZaniwgfhmfILoSYLgWfbkaJ7ele2EKphrDrd955p6Oc9giBjBDt8IQ38kTG+wyh8dJddM4lDkTgLXPLLbcYDgtM8DvkbNq0afLwww9b5izVaSSlg7NumTLrk1XaiSgcFOmSKa/KlK+++kr69+9viDkMz186v0f49k6dOlWuuuoqmT9/viGjMIW+9SoLGCC+fXgnJytLbrvtNhUKGXmljQoNAIzfVFFeo2NEOmTKyXclymt0jC/I95Sub4eTefGjjg6ZWrlypZx77rkye/bsPF10mjpKhxGBH3yctolw9jfeeKPjnPYwCEQUQERySS69evVS+5qqVas6vX0k6sHLEYois70/zmOg2IcB4KuvvqoiN1qdoaTivBEJUBadtEs7ESYjSD9Ze33H43wCa0kYluaX58/NfIAPDJbxDJqVMKd1czNW1MXa8L///a/A+Six9O7dW8lItWrVDJukAYA5aTyjmzZtknHjxslrr71maVCCVhDRDI4YYXUUcCtTTurrOid1cq9MqBPUmVaYWSFaJM4AjIpTZzEdRgRhZmTWNxoARHHW2GcScEnAziof1sGwcvUrj9WqVavkhhtuMLV0x3AuvPBCefbZZ9Nq9WjnLawzWoHdAQAUaAhTBsVbGEvQMuV1k5suhjplSgcDq00awr5jMZTuTYdfC1t40I4fP155ROKQEopsFHjatGrVSrp166aUjvBgR4F3DvL7JZd33nlHRSxJd9F54I4xXXrppYZexfg+4EAgcePvxKgiTNFL/JKpRBnAgSQ27mYbEqtQ5emWpdj9dckUFCCDBw82jBbxxhtvyNChQy2HbKVICYMXpI53sdc5t5JpROoYM2ZMKKJw6FCsoY2TTz451/vJiYU+DQCcSVlU1uix0eiQKTsyUV+jY3xBvqd0fTvs5sWv33XIlA4GVgYAYTB+c8IfnrVLlixRe36ss2EYGXM+wJ4Wueuh3B84cKBUr15dGbRh/Z1cwpKWzMmYndbZsmWLMiA28vzHGQPOYmBEEov+g3btjCrsIuE47VuU6lk9J1j/fPzxx9KhQ4coDSmlvsJbHYbb2KMlF6eOAWaKFCdrrJQ6HbGLEA3gkksukU8//dSw5zgrgIFAkSJFIjayvN397bfflKMJlNWJxW7fRgMAZ1OPM0Gk1kCqRLMoblFwFnA2Wme1dJ6TOrtj9GsFcaYVdko6GJgZAGSq8WlsTmkAEHbpZv9IwCMBHMTDujfdXuYbN25Ui0pEIjAqyAOMUK4tWrTwOOLULsdBGZQ3sLo3KlAS4vAF3gpec3/jIARzYuTJjXtDAQkrUSwCw1jSIVNBHmTqYq5bpvbt26essp9//vk8XYTHJ3JjV6xY0bL7YVesofM6FnVe59BsMxsmxZqOw2Zwsno3W0UhgacADgmuuOIKw8gyYdrEBiFTq1evVt8Ho28tvh848O3Tp49X0fT1el0yZXU4a3eQhAGG/TApDN+jn3/+WRlSfPPNN4YyEYZUCeiYDsWa1fOr44GAkROMvcqVK6ejuZTaSLdMhX2NnghVh0xZTVLU1+ixsQUpU7q+HSk9PBou0iFTVlG6nIbThsIchqhGygEn304NKAJvwuz9nkmKNUDFmhnewjC2TS52ZwyIAABF70svvWQ4P/nF4z3G0chLOQYmDA4lQT5EZkoMpwYAZs8fDQCOzSLWh5dffrnhtDp9twcpE6ney2rvlmqbidflR2OlZG6IuIhUgIgsYVaiYuznVSZ0n5N67U9Urg/iTCvsLN59911lLGlUnJx/WJ2pO/12hp2RWf9oABDVmWO/ScABgbB5sFgtoDGcdHnW2oW/xsYcm2scRpiFmnUwHaqKXY4jeEeMGDEi7TmOzcaTLpkK8iDT6Vxa1fNLpryGK4Inydlnny0LFy7M0/2wHC6GYWFrxilMVqG6DtzNeDvxosGB5tNPPy3XXXed4eMQlk1sEDKFiC04CDIqp59+uorokk4Fo5P3mi6ZsjI0gvcDvqVWhQYA9rNl9U3E1WF5n+tQrPltABAGw64wrHHCukZPfhp0yJTZExb1NXriuIKUKV3fDvs3nz81dMiUDt7fffed9OzZ03CQTsOa+kPIn1axhkQaF/wll7CsH3WN3My7Fu07iRBllpsb14dpb6KLl1k7v/zyi1xwwQUyYcIEwyoffPCBnHHGGX53IzTtm3nwd+nSRTkGQOlqVWgAYD+VVt+HTFIW+W0AANJO9oD2MxLtGgsWLJC//OUvsmLFCsOBIA0M0i4WK1Ys2gO16L1f56QZCyxhYEGcaYWdo9c1+969e+Xaa69VRpnJxWnKrrAzMusfDQCiOnPsNwnYEMAiDjlT8YI0KunwMrc62EAf03FgjQUILMmhWDULx4TQXvC81qH8v/rqq+X99983nBNs0kaNGmV6+JNuoU+nTOk4WAuKn58y9frrr8uwYcPyDAVGKl9++aV06tTJcphmz6DT64NgGIaF7YcffihnnnlmqBeFOg7crcJHImLLc889p1IkWJUo5Kz1W6bsDiSjkiNSh0xBVqzagecD/qwi6dAAwP5Na2cAgO9Bv3797BvyuYbXTTq657cBAO6RbuVaGNY4YVyjG4mnDpkyahfK/yiv0ZPHFKRM6fp2+Pw6Mm1eh0xZKbPbtm2rjNzr169vOUSzNb7T69PFL9X7ImoCziqSQ+Jj3fnFF18I0uE288o+AAAXlElEQVRlSrFKjeTkew35euCBB5RDQnLJT97aVsa2iIaHZwhGffmlmK2PmjdvLu+99540btzYEgUNAOwlxer74HSvbH+X9NcIwgAgDGnc0k0aqWD++te/mhoxZboC0s9z0nTPbRD39/tMK4gxeL2HlUMbomsgra1VsXoGnVzvtf/pvJ4GAOmkz3uTgE8EEMoTIeY/+eQTwzukQ/mPjlgtoPF70AYAyFMI62hYWvqt/Ef7N998s7zwwguGcxJ25X+6ZSrIg0wvj6XfMmV1QO8kgoaZh59TTwEvbJxem+6FLfLb33TTTcqzPbmESZGr48Ad7yV8K/73v//lGavTDWjYlbUYmN8yZWYwgnvje/v2229LnTp1nD4CaaunQ6bQeSvLaieHZQjBjcMR5AZOLmHwCgzD98jq2QWzdCu0Y/OmQ7HmtwEAIwDkzFbY1uhmL0IdMpXcdtTX6EasgnxP6fp2pOvjp0umvBjpHjp0SCl34dGbXOAtiPVn2bJl04XIl/vOmDFDTjvtNIERZWLJREXuV199pdI7GBWn3+v8rqw1MxiJMYXXLCJMeU3V6Iuw+9So1bmAE8MSOMFcf/31eXqXn6JK2E2N1bPrdK9sd48w/B6EAQAjAFgbyUMOMkmmkuXa73PSMDxHfvfB7zMtv/uvo30rBb6TCBpWUTigPzv11FN1dDOUbdAAIJTTwk6RQOoE7MJXQhmBQ4RmzZqlfpMUr7TK14Img3zhwpIeShnk9DJT/sMCDJuiokWLpjjinMv27NmjFIpGudvxO5T/r776qvTu3TuUm9YwyFSQB5mpTnYQMmUVWhvWjohkUbBgQcMhWDEM02Yj3QtbHKYgr1TygWTYPGx0HLjraMNqER4WS38/ZQoHknh+zCK7RCk3qw55iL18zMKSOjGIgDLm5JNPNvw2O8ntluo73Ol1YfgerV69Ws477zyZPn16nm6HyVtUh2IN3z3k9TWLaOV03szqnXXWWQLjuHSm6AiDTIVpjW41pzpkKrH9qK/RzVgFKVM6vx1en+dUrtclU9OmTVNKXqN9pZ3xmlWIeKztb7/99lDuEVPhjWus5DMTx6tjHWpmYBK2/UmqMmF3Hc6JYERq9Hw1adJErcOzs7Ptmsmo363OBewMIqyewUzKbe9lwnG2AyMJRAI1KpnkLQp5uO222+TJJ5/0gsz0Wpx3jh49Wtq1a+dL+1Fp1OqZxRhgxITos0WKFInKkBz1M4hzUkcdiXglHWuJiCOQffv2qXeykW7FifFafjampAFA1KWf/SeBBAJQxOBlaOTNiWo4eEdIZxwOB11wwIYFzUsvvWR46wYNGqhFYYsWLXzvGhYgCDcI5T48DY3K3XffrZT2xYsX99QfjBubA/wZFSyGERVgwIABoTzYCYtMBXmQmcqEByVTkKd//OMfMnLkyDzdtFOswdoRiu0ff/wxz7Vh8mxP58LWytgFm2LkKfWaCiQV+TK6RseBu9Vz5dQDy8yDC322O/DWxcKuHT9l6uuvv5bTTz/d8EAyaocdOmQqNhdWHjNWOVoRGhApAoy+mU42dXayoOP3dH+P8L1BhJLrrrvOcDhQlj/77LNSsmRJHcP11IYuxVoqnbC6t1OPy1Tum8o16ZapMK3R7fjplKmor9GtWAUpUzq/HXbz78fvumTKKh0Q1gkIX25maARvXXj6Jys3EQ4fe9Y+ffr4MfS0tGmlCIAiFxHNgjgPCHLwVjLmZA9mFZ0sLGsjP3la7X9xX5x/IUWCV6cNP8fgR9tW0aDs3jlW5wJh2b/5wcxNm2vWrJHzzz/f0AA1E9/NbtjE6kYhEmAq4/LjGnz7cCYBQyazkonPXlDnpH7MWdja9PNMK2xjteqPVTogq3OmXbt2qXRvMKhMLmE6P/FrLmgA4BdZtksCAROwOjRHV2AdDkVz586dPfcMB8tjx46Va6+9VrDptFOSY9M6YsQI5b1g5m0f5AvXasMDOFD04c/r4TkWO9jUX3rppYbMoRxCKCxs0MIYri5ImbITyiAPMu36YvR7UDKFe1steGAxjEOQZCW1lYebneFAKjy8XKNzYbt7925lQe3EihrGQDBSSs5FirGEUZGr48DdKmctxm0mT7H5tQqbjLDaH3/8sXTo0MGLOGi5VqdMJXbI6kAW9a655hp55JFHInMgqUOmYnyswvgPGjRIfRurVKmSZ37h4T9s2DBD47ywRFPQ+T2aN2+eSsOBP6wF7NZTCJ+I3Miob2bAaLXx1fJAuWhEl2LNxS3jVfOrAUDU1+h2c61LpqK+RrfjpPM9ZXcvnd8Ou3v58bsumUIYfxiKwoM9uUBZhIN9RG5J3vNZGZ/aKfH84OG2TewXIW+lSpWy3c+iLtZkMMLftm1bnltlqiLXKmetXWpGvKsmTZokF110keF3P2prTbfyhfpWxsZh2m+kMjav15iF8Ue7cAoaOnRonufS6lwgE6MpHDhwQBkX4117xx13qLRsdmdvcILB2aWZ81IU3s1eZcvJ9fnVAAD7N5zxQpl/zjnnSKVKlSxx4T2O1HbYv82fP9+wbiY+exhokOekTmQ2ynX8OtOKGpPFixcLIvgZObYNGTJERfarXLlyrmHZRaEI0/mJX/NBAwC/yLJdEgiYgF95m2655RaBN3zMojr5QAmKMeRJOeOMM6R58+bKsyErK0vwgt2xY4fMmTNHhZKCwYBZwaEIvP/NcuPpRIl+wUIcigSdpVGjRupAIzG6glU4Ry/3xkbumWee8T1cbVAyFWOBzRkOzsyiJbhlhgMVbHwRXcLPEqRMYRx21ujIfQTLxqpVq6rn8KeffpL777/f0NIR7eH5xOGR3UZYJ8PPP/9cbZiMDv/c3gfvDxgYIbpBYtm5c6cghOHEiRMFCkdE2YABFJSOMSUbZG7jxo0qbCTCSJkp1KDExWGlWXoFt312Wh9Wqoj4YBbVxWk7sXo4rMCCuGLFivFLrTzYUemCCy5QRiV4jmLcwHbWrFmW7/agw2oHIVPJvK0OJMPqGRKETIGTlSIEv+N7DyVJq1atlIEOUinA+AZpI4yew6C9AoP6HiVu5LGegqcR1lRYU5QpU0a9l2PrKRwYvfbaa4qTmTFl0M8d5hKHYHj/Ys2go+h634bNACAImYr6Gj0mP0HIVNTX6GAVhEzF5iSob4eOd4hRG0HIFO6LtRE8+Y2+Y+XLl1fKJxi9Y78MZfjcuXPVd89on4x1BNZ/OMwMc/n0009VH7Hvwnr7xBNPlMaNGxueCSASoZGhLcYX1L4tHSztPNjxzb/55pvllFNOkQoVKqizFMjHhg0bVESERx991HDPFBUZ8cLcztg2SCcSL+Pw61orRQjk484775Thw4cL3j9Ym0NhgjRdSIVpVMIW8U4Ht2QlNZ4zGGP16NFDKW5jjgKxcwG80+BwsXDhQsPb54fnzin3/GoAkLh/gzwgSg/2YMkyhXU5zuJGjRqlzmDM9m/gnYnPXtDnpE7lNsz10nGmFWYeRn3DugAGWkh1Y1Twjse3r3Xr1soxDudMiKCLM3Gj8+d0nJ+kgzkNANJBnfckAR8IWB10erldly5d5K233lIesChWHiWp3ifIxY4f/Y+NG9788CCOFb8U6LB0HzNmjO+pHIKSqRgvqw1EqrKFQxNY5fpZgpQpjMPOa83NWM0sJN20kUpdKP6wKNNVYPSABWCxYsXiTeqSJyOlua5+27Wj+x2CDSrCzHbq1Cl+a7sc9nZ9NPo9SKOu2P2DkKnEsdopuMPqGRKETPnxDQzaUEnX+yNRZoy+R1aW/G6fPazT0F7Xrl3dXuqpvs4xoCNQIEHpZRYq22lnw2YAEIRM+bEeCXKNHpvbIGRK97sw1veg1ui4XxAy5cf7HG0arUecPtup1AtCptAvu+hpbvqOtS0MorxGpHNzz1Tq6mBrZsybSn/Ceo1VDvtU+wwjXTgFwGAwU4uVghtjzg9ee1Zzi/0I3hP4VnstWD++8cYbUrt2ba9Nhep63d9KGOeDuV3UrlBB8KkzNADQA7Z3795q71OtWjU9DYakFT/2JbGhJZ+9h2TInrsR9JmW5w6nqQG7yBJOu4XzExjo9OzZ0+klka1HA4DITh07TgK5CfilrEXqgHfffVd5o6FgkwHveVgO6yhXXHGFPPzww+ogKIji5yIEHhyJkQX8OlwEpyDy1wYlU7F51705Q7vYxCJigp8lSJmKjcMqdJ/TseLZRli79u3bO71EWz3dC9vLLrtMEAIxcSOuQ55gDYqDteQQUtpA2DT0/+3dz8sNXxwH8FmxtPMHIKUoZKuEUso/YCulbKSwUfgXZM0fwJaIEOX3zxQLbFDK0h+gb++pq+t+n+eZuc+998zc+7ymbDxz75x5nXPPnDnzmc+ZRR+yVN+xUtr11Zxr09IBq/nOps+UaFPDZWiqmzZrujad0yz+3lTu1RxzuetRU6q1tsfKckPJ3FPyIcg0+o/R81vqepTx1Wj2krYuw/vl5jXLPCXTSclsLinDNB7+DJ/LoUOH6u/MW5CTbGshAGC0Tc37GH1Q3yXa1Cz6wkH5S4zRc6xS/VSONQuvUk6l+6mVUvq37dOSJSd9+qZNm9p+pLP9Jv295s3kZAZIwHbp61dJtGncuw2Xt2npgJLnNqtjNT3cPnjwYJ3hLoFXa3mbRp+Tub5k1MsbzIu2Jdg9mQdv3rw58akdP368XiIv/ZZt5XHI6NzoInndvXt3atlr05dn3mD79u2LRFSfSxfzpPOOWHpOa169pjHPlGdQeRaV5TxKZ3rtwl0AQBfqjklgBgKvX7+ujhw5Uv38+XOq3z6aASBfnknVPFRdLl12mwKksz179mydWrpk9GxSe2VZgzwsnPY2GoW40hrIkxy71NtFJdtUPGYxkVkiA0DJNjXcbrI2XX4/q0kPn4f/mVhMSvwutmkPbJfKADDJzX76p3xn+qgub/CnPeG+3Bt3GUAnCODEiRMTpfGOVVJrZXIk6bZKbiXa1PD5rLTmZm7kk1oza0z2bSvVpgbnnbchs+5x3kxaKe3hUk5djRNKXo8+f/5cT0o+f/581U0lb2xdvny52r1796q/Y5IPTvrwZ/TYMgC0r42lxjjzPEYfnHmJNjXvY/SS/VSOVfra0f5X0G7PEm1quCTp2/OWaLIujbvl4f+VK1dmvoTZuOVabv9JAtkShJyHaXn7cZEf/g/sMg5K2toEF0+yJb1t5h1mvczdJGWcxmeb+ulkf0v2xbXQdpo8J+lzuh5HNp3bpH9PIEl+L7mvX+3W5T3Jastc4nNrNQNA5uHyAspyS9q0tU/GwMwpDLLttv3cvOzX1TzpvPgsVc7Sc1rzbDXpPFOWHs78Z+l5y67MBQB0Je+4BKYskKjypNTOG73jTrKvVJTlUlx9+/atXjM7xxtnHe8MnrM24pkzZ+r1Abu4YXv8+HF18uTJZdf1Wk3VLJV6NxekTMrnzcVxjJqOXyoleek2lZuzWF24cKGJoNXfS64lWapNjZ541j+6evVqHbnYJiBn8GA7gQPD68C3Ap3iTg8ePKj7gWn8LpZLG5qH2tevX69v9tvYDE4vv688rMzDtKzB2eWW32AmttLPTmNr6jtyM5tU63lgO07d9KFfL9Gmhusg60Omf3/x4sU/19ykDzt16lS9Hm4X17emdlK6TaU8+S2mfi5evFilr2yzZXI7v8MsV9GFY8nrUSbPsi5dHgiM01ft2LGjDgJLX1oyO8Jo/X38+LE6evRo9f79+zZV27hP0qqePn164kj8uKbNZcmkgWvGagkwyP+XvgaWbFPzPEZPAynRpuZ9jB6nkm2qi2tHY2cxxg4l2tRocXI/nrXb83Z7mzFVgijPnz9fv4nUZZ8+Bmu9a94+zrUoQRZtt/TFye5z7NixhU5fv5THnz9/qvv371d5O7btmGjwPX257ret50n3y3X80qVLdSBNgpAGW5fX8knPaZafTz+ToIi293Hpc/JiTPqcDRs2zLJonX93fndPnjypAwHGeWjbh3vczvFWKEDGIdeuXavnhd++fVvvGbMElWROb3jZwT6fx2rKlnHRjRs36t/chw8fxvqKvXv3VufOnauSxWT9+vVjfXbedu5qnnTenAblLT2nNa9Og3Jnnunp06f1taztmCrzTBlb7Nq1q5N5pq7MBQB0Je+4BBZEIFF9GfBkQJ1/uTkbDP5yikkntmXLlmrPnj3Vvn376nTj8zSpsSDV5DQWXOD379/1gOfWrVvVmzdvqmfPnv094wxs8sZ/0irv37+/2rhx44Jr/Ht6ST0Wk7wVmcHhp0+f/k4i5QZ1586d1ebNm2uf9FFJ99/FA8c+VUpuaF++fFk9fPiwevXqVfXly5f/TbzlraO0rTzwTqaYSdfr7tP5K8tsBPLALeOD27dv17/HtLHBQ5FM5qafyluA+S1m7NB1AM5sFJb/1vhkPbtHjx7VGTmG+6p8KpNoWZc1/VT+pd9aKxHrpetiUY5njL4oNek85lng169f9QPfO3fu1IFSw/fJ6dcTcHr48OEqDwTmdS33TMD++PGjvhfJ9T1zA+/evfsbIDmYD0hwdq7xGXuvW7dunqt14rLngeT379+re/fu1Uv7ff369R+z4et+xtkHDhyotm7d6ro/sfzif8Fa6HMmqcX4ZK4kffJoX5X7kdzjZs5yMHfpHncS7cX/7KAvz7VvqetfAm1yj7tt27b6Om++afHbhDMsL2CeqdlcAECzkT0IECBAgAABAgQIECBAgAABAgQIECBAgAABAgQIECBAgEDvBQQA9L6KFJAAAQIECBAgQIAAAQIECBAgQIAAAQIECBAgQIAAAQIECDQLCABoNrIHAQIECBAgQIAAAQIECBAgQIAAAQIECBAgQIAAAQIECBDovYAAgN5XkQISIECAAAECBAgQIECAAAECBAgQIECAAAECBAgQIECAAIFmAQEAzUb2IECAAAECBAgQIECAAAECBAgQIECAAAECBAgQIECAAAECvRcQAND7KlJAAgQIECBAgAABAgQIECBAgAABAgQIECBAgAABAgQIECDQLCAAoNnIHgQIECBAgAABAgQIECBAgAABAgQIECBAgAABAgQIECBAoPcCAgB6X0UKSIAAAQIECBAgQIAAAQIECBAgQIAAAQIECBAgQIAAAQIEmgUEADQb2YMAAQIECBAgQIAAAQIECBAgQIAAAQIECBAgQIAAAQIECPReQABA76tIAQkQIECAAAECBAgQIECAAAECBAgQIECAAAECBAgQIECAQLOAAIBmI3sQIECAAAECBAgQIECAAAECBAgQIECAAAECBAgQIECAAIHeCwgA6H0VKSABAgQIECBAgAABAgQIECBAgAABAgQIECBAgAABAgQIEGgWEADQbGQPAgQIECBAgAABAgQIECBAgAABAgQIECBAgAABAgQIECDQewEBAL2vIgUkQIAAAQIECBAgQIAAAQIECBAgQIAAAQIECBAgQIAAAQLNAgIAmo3sQYAAAQIECBAgQIAAAQIECBAgQIAAAQIECBAgQIAAAQIEei8gAKD3VaSABAgQIECAAAECBAgQIECAAAECBAgQIECAAAECBAgQIECgWUAAQLORPQgQIECAAAECBAgQIECAAAECBAgQIECAAAECBAgQIECAQO8FBAD0vooUkAABAgQIECBAgAABAgQIECBAgAABAgQIECBAgAABAgQINAsIAGg2sgcBAgQIECBAgAABAgQIECBAgAABAgQIECBAgAABAgQIEOi9gACA3leRAhIgQIAAAQIECBAgQIAAAQIECBAgQIAAAQIECBAgQIAAgWYBAQDNRvYgQIAAAQIECBAgQIAAAQIECBAgQIAAAQIECBAgQIAAAQK9FxAA0PsqUkACBAgQIECAAAECBAgQIECAAAECBAgQIECAAAECBAgQINAsIACg2cgeBAgQIECAAAECBAgQIECAAAECBAgQIECAAAECBAgQIECg9wICAHpfRQpIgAABAgQIECBAgAABAgQIECBAgAABAgQIECBAgAABAgSaBQQANBvZgwABAgQIECBAgAABAgQIECBAgAABAgQIECBAgAABAgQI9F7gPzsCnsnZl8uD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05" name="AutoShape 5" descr="data:image/png;base64,iVBORw0KGgoAAAANSUhEUgAACAAAAAHhCAYAAAD6J17EAAAAAXNSR0IArs4c6QAAIABJREFUeF7s3Qn8VdP+//FPuJEhQ8rYLWOlKxJFGaIQDagoQqUkqVQyD91MpYylkCEyNZEmlEIkhW7oj0jXnCHD70qGDP0f731/p9853+/Ze+199jnf7znn+1qPR4/rfr97r732c629z/dxPp+1VqUNGzZsMAoCCCCAAAIIIIAAAggggAACCCCAAAIIIIAAAggggAACCCCAAAIIFLRAJRIACrr/aDwCCCCAAAIIIIAAAggggAACCCCAAAIIIIAAAggggAACCCCAAAKeAAkADAQEEEAAAQQQQAABBBBAAAEEEEAAAQQQQAABBBBAAAEEEEAAAQSKQIAEgCLoRG4BAQQQQAABBBBAAAEEEEAAAQQQQAABBBBAAAEEEEAAAQQQQAABEgAYAwgggAACCCCAAAIIIIAAAggggAACCCCAAAIIIIAAAggggAACCBSBAAkARdCJ3AICCCCAAAIIIIAAAggggAACCCCAAAIIIIAAAggggAACCCCAAAIkADAGEEAAAQQQQAABBBBAAAEEEEAAAQQQQAABBBBAAAEEEEAAAQQQKAIBEgCKoBO5BQQQQAABBBBAAAEEEEAAAQQQQAABBBBAAAEEEEAAAQQQQAABBEgAYAwggAACCCCAAAIIIIAAAggggAACCCCAAAIIIIAAAggggAACCCBQBAIkABRBJ3ILCCCAAAIIIIAAAggggAACCCCAAAIIIIAAAggggAACCCCAAAIIkADAGEAAAQQQQAABBBBAAAEEEEAAAQQQQAABBBBAAAEEEEAAAQQQQKAIBEgAKIJO5BYQQAABBBBAAAEEEEAAAQQQQAABBBBAAAEEEEAAAQQQQAABBBAgAYAxgAACCCCAAAIIIIAAAggggAACCCCAAAIIIIAAAggggAACCCCAQBEIkABQBJ3ILSCAAAIIIIAAAggggAACCCCAAAIIIIAAAggggAACCCCAAAIIIEACAGMAAQQQQAABBBBAAAEEEEAAAQQQQAABBBBAAAEEEEAAAQQQQACBIhAgAaAIOpFbQAABBBBAAAEEEEAAAQQQQAABBBBAAAEEEEAAAQQQQAABBBBAgAQAxgACCCCAAAIIIIAAAggggAACCCCAAAIIIIAAAggggAACCCCAAAJFIEACQBF0IreAAAIIIIAAAggggAACCCCAAAIIIIAAAggggAACCCCAAAIIIIAACQCMAQQQQAABBBBAAAEEEEAAAQQQQAABBBBAAAEEEEAAAQQQQAABBIpAgASAIuhEbgEBBBBAAAEEEEAAAQQQQAABBBBAAAEEEEAAAQQQQAABBBBAAAESABgDCCCAAAIIIIAAAggggAACCCCAAAIIIIAAAggggAACCCCAAAIIFIEACQBF0IncAgIIIIAAAggggAACCCCAAAIIIIAAAggggAACCCCAAAIIIIAAAiQAMAYQQAABBBBAAAEEEEAAAQQQQAABBBBAAAEEEEAAAQQQQAABBBAoAgESAIqgE7kFBBBAAAEEEEAAAQQQQAABBBBAAAEEEEAAAQQQQAABBBBAAAEESABgDCCAAAIIIIAAAgggkCTwxx9/2IwZM2z8+PG2aNEi+/77773f7rDDDta0aVPr3bu3nXjiiVapUqW0bnHPpzMQyAeBzz77zG6//XZ74YUXbNmyZRub1LBhQzv22GNt8ODBVr169XxoKm1AAAEEEEAAAQQQQAABBBBAAAEEEEgSIAGA4YAAAggggAACCCCAQJLAhx9+aJ07d7alS5emdTn++OPt0UcftWrVqqX9fdzzK0pnfPzxxzZ69OiUALOCy0cffbT169fPateuXVEocnKfa9assfvvv9+mT59uixcv9q5Rp04dO+KII6xv377WoEED3yQWHTts2DC74oorfNv2yCOPWJcuXXLS9opa6YYNG+ztt9+2O++8015++WV7//33PQo9F6eddpr16NGDpIuKOji4bwQQQAABBBBAAAEEEEAAAQQiCJAAEAGLQxFAAAEEEEAAAQTM1q9fb8uXL/dmx+ufArmJAKN8atWqZfXr17dDDjnEmjdv7v3vVlttVTB0Crp16tTJ3nrrrbRtdiUAxD2/YKBiNFRj5swzz7RXXnklbS1KAnj44Ydtt912i3GVinvqDz/8YOedd55NmTIlLUK9evVs4sSJXhKAX7nuuuvsmmuu8f09CQDZH18K/iv56L333ktb+amnnmr33HOPbb/99tm/ODVmTUCfkatWrfI+HxcuXGiff/65rVy50j755JON19hmm23swAMP9N5xBx98sDVq1MgOOOAA+jZrvUBFCCCAAAIIIIAAAggggEDFFiABoGL3P3ePAAIIIIAAAgiEEtDM1BUrVnjBJwVmE8vihzlZgY5TTjnFLrzwQi/gsckmm4Q5rdyOiRvAj3t+3BvXFgRTp061G2+80UvUiFo0S1xJHLvuuqsXINbs4/3339/bAsFv24Oo19AKCkoACCqaud6uXbuoVXO8mZdYccIJJ9jatWt9PW699VYbOHCg7+9JACj7oXTbbbfZoEGDfC+sd+ncuXPt0EMPLfvGccVAgb/++sveffddu++++yJ/RiZX3KJFCzvnnHOsTZs2VrVqVdSLUEB/P40bNy5ldRbdpj53lQTStWtX77Nvs802y+ju161bZ3fddZe3ldGbb7658XMgsY1R9+7dY9WfUaM4CQEEEEAAAQQQQAABBMpcgASAMifngggggAACCCCAQGEJaLb2kCFDbMKECbEbfvbZZ9v1119vNWvWjF1XriqIG8CPe37c+9LWBW3btrUvv/wyblUp5zdp0sTat2/vLUWuQEWcZABXcFkXVgLD5ZdfntV7qCiVhUmw6NOnj91yyy22xRZbpGVx9RErAGR3NP3yyy9eQoaSrIIK7tl1j1ubkuOWLVvmfa5NmzYtbnUbz1cillbg6NChg22++eZZq5eKyl9g0qRJ3koffsW1ypDrDpQAdvjhh/sepiQDtUFjjIIAAggggAACCCCAAALFK0ACQPH2LXeGAAIIIIAAAgjEEtBM8smTJ3v7gCcvXRyrUjNvhptmpx122GFxq8rJ+XED+HHPj3tTruBC3Po1C7ljx45ecKp27doZVecKLqvSa6+91q6++uqM6q/oJ4VJANAWAZpxXqVKlbRcrj4iEJ3dUUYCQHY9y6I2zbTWShojR44MXG0jTlu0EoDqr1u3bpxqODePBFzvZxIA8qizaAoCCCCAAAIIIIAAAgUsQAJAAXceTUcAAQQQQAABBHIloGDUiBEj7J///GdOLpHPe1nHDeDHPT8uuCu4ELf+xPlaTviqq66y3r17+waR/a7lCi7rPNcS9dm6D1c9iS0VtLT3a6+9tjHQp0SIZs2a2bnnnpt3yymHGQOabT58+HCrXLlyWgJXH1X0BAC9I++99157/PHHbfHixRsN9VxoGfcLLrjAjjzyyNArZZAA4HoS8+v3X3zxhbdiw5QpU3LesHxPmss5QJFdwPV+JgGgyDqc20EAAQQQQAABBBBAoJwESAAoJ3guiwACCCCAAAII5KuAZjVq+XX9y1XRnvJaXSAfZzXGDeDHPT+uuSu4ELf+kuefddZZXrLIzjvvHLpqLXOuxIGgMn36dC+wXt7lu+++sy5duticOXPSNiVusCYX9/fcc8/ZcccdF1i1K8GCBIDgnnE9564VFtLVPmzYMG/FFb+yyy672MyZM61Ro0a5GDbUGVLg66+/NvWv3lFlVbQFy/jx461evXpldUmukyMB12d03M8UtgDIUcdRLQIIIIAAAggggAACBSZAAkCBdRjNRQABBBBAAAEEcimg2c7aF/yyyy7L5WW8uhcuXOjNoM634grsub6cj3t+XA9XcCFu/enOb926tY0ZM8Zq1aoVqvqVK1eaEgeWLFmS9vhTTjnF2wu9evXqoerL5UGFmACwZs0aL0Dptye5gokPP/yw7bPPPr50JAAEjyrXc55JAsAbb7zhba/ht+XK2WefbaNHj7aqVavmcshTd4DADz/84D1bZTHzv2QzTjrpJO+9uNNOO9FHBSzg+ox2/Y3hunUSAFxC/B4BBBBAAAEEEEAAgYohQAJAxehn7hIBBBBAAAEEEAglsGDBAuvatatvACq5Ei2BrkBt9+7dTUsUb7fddt5y13/99ZcpSLJ8+XJvxqKCkGvXri11fRIAqoXqk6gHuYILUesLe3zU4JTGx6hRo+zll182BVNVGjZsaEom6NWrl9WsWTPspXN6XCEmAAjks88+s9tvv91eeOEFW7ZsmWdUp04dU3CpZ8+eplU4ggoJAMHDKhcJABs2bPC2mdDWAvPmzdv4Hj700ENNz1ePHj3yIikmpw9cHlceNUFOz5j6TCuZaIWUKlWqeHeX+IxcsWKFPf3003b33Xfb999/H+rO9VwqQW+zzTYLdTwH5Z+A6zOaBID86zNahAACCCCAAAIIIIBAIQqQAFCIvUabEUAAAQQQQACBHAh888033n7mM2bMcNau5cW1XLUCtgr6B5VPP/3Um7WqmYvJiQAkAJRPAkBQcEH7kP/444/23nvv2fz5871ZrongvHNQmFkxBqcKNQEgTH8FHUMCQLBgLhIA4vYZ5+dWQDOrtR2I3woNiavvsMMOdvPNN9sZZ5xhm2++ubNRWrFD26joHFfRKitTp061gw8+2HUov89TARIA8rRjaBYCCCCAAAIIIIAAAkUmQAJAkXUot4MAAggggAACCGQioJmn9913nzfz2lWUJDB8+HBTkCNsUf2vvvqqDRgwwF5//XVv9vHkyZOtbt26Yasos+NcgT3X7Ly458e90WwGF5QQ8MQTT9j1118fKhFAe5RPnDjRjjzyyLi3kTfnkwCQviseeeQRLxhaUYvrOc9kC4CKalkI963EqH79+tmECRMCm6vVcO666y477LDDIt2WVhd46KGHbODAgWlXzEmu7Oqrr7YhQ4bYpptuGukaHJwfAtn8jE53R2wBkB/9TCsQQAABBBBAAAEEEChvARIAyrsHuD4CCCCAAAIIIJAHAl9++aVpf2ktOx1Uoi7zXrKur776yq688krbcsstvRmPiSWR84BgYxNcgb2KlACQQFG/XXLJJd6+8a5SbPuUkwCQvsdJAHjfOnXqZG+99VZaIBIAXG+Kwvq9VkTRljfptrNJ3Ilm5yuIf9RRR2V0c2G3GGjSpIk9/vjjtscee2R0HU4qXwESAMrXn6sjgAACCCCAAAIIIFBRBEgAqCg9zX0igAACCCCAAAIBAk8++aR16NAh0Kg8lx5WYGTVqlWmbQP0T//95ptvpgRjtE+29lnWzMtmzZrZQQcdlFGCAQkA6YfBunXrvCSAsWPHBo6TbbbZxqZNm2YtWrQo02du/fr13piYM2eOLV682N55552NS3WrTQceeKDttddedvjhh1vLli2tZs2atskmmzjbmA8JANozfMGCBd7MYgUitV+4xrvuQ3uM165d23kfUQ+IugWA2qhnZ+bMmfb88897K30k9jVXWxs3buwFUPV8hlkWPWp7y/p413siHxMA1EefffaZl+gV9B7VeGratKn3T6u1VK5cucx4tRXNU0895Y2jRYsWpR1DCoCXZfLYb7/95r37Ro0aFehw++23W//+/Z3b4gRVomSrnj172uzZswOvVagJOPos/+CDD2zu3LneO03bKSxbtmzjvWpboTp16ljz5s29f/vss0+o93ScAVrW79diSABI9KM+j/Scfvzxx97nbqKU/MzV564+fzfbbLM4XVWQ58pG22Dpmdbnhsa3Pge7detmRxxxROD41upZX3/9tb344ove3zYrVqxIcVZde++9t7cliJ6XQw45xLbaaquCdKLRCCCAAAIIIIAAAtkXIAEg+6bUiAACCCCAAAIIFJSAArt9+/a1Bx98MLDdZb3ssL74VHBAs87vv/9+577LJRuvLQq0nLICcdWrVw/dJ67AXkVcASCBFzY4JXdtE+EXOFTwYMaMGTZ+/PiUIJ/6TEHH3r1724knnhgqkKbxq7GrL9jVd2GLvii/7LLLrF27dilBiaVLl3pL20epy++aClRq/CqIVbKsXr3ahg4d6n2pn9hTXPev8aWfJ85REF3Pnl/ihYIId955Z8qX/np2XnrpJe+cJUuWpCRCKBCv+zvrrLMCgzFhEwB0LQXwtE2EEj9cRe433nijHXPMMaEDe+pjJT9oO4rkIFMm40Xtffrpp+3uu+9OGXtqtxIVlAh1/vnnlwqiKCAt60RSg+s+s/17BYq0aoraGLVoK49Zs2Z5z8jLL78c6XQlfmlrmO7du5u2+IhSwo5x1blmzRq75ZZbvDEbNMtex2YyhqK0u+Sxrs8EHa9kHG0PENUoXbv0eackgKCSLsFEQcKbbrrJtAR8sqGChBo/l19+ue25556RKIKeFwXr1Q4lIbkCu3qGp06d6vXx8uXLQ7dB7b700ks93yiJQ2HHXibv19CN9zmwkBMAtBWG2q/3cZR+FIWSifRu1edP1apVIzEqoezmm29O+TxTBRqDxx57rA0ePDj033l616iu5557LiX5RO86fWarLr1j/IoSgu6991574IEHUs7Xyh/a5korZVWqVMn0d46sBg0alPZzo169ejZlyhSrX79+qUvpuXv77be951mrfYQtSrzo2rWrl7CkJEcKAggggAACCCCAQMUWIAGgYvc/d48AAggggAACCHgzpU899VR77733fDWCvqjMBaFmTF177bVewMAVDHJdX8EPzcxUYFVfyrqKK9hTkRMAZKeZmx07dgzsFwXxH3vsMdMX6unKhx9+aJ07dzYF29MVl3HiHM2Gu/DCC702ZVL0Zbm+XG/duvXG04cNG2ZXXHFFJtWlPcdvpm5QEChxjmb+ad9xBQn8SjqrH374wQvw+80i1j7lkyZN8mYi+pUwCQAaB/fdd59dc801kQLjcr/qqqu8vgsT1HM9k1Fm2ysYrgSVe+65J+2tp7P59ddf7aKLLnKufpG1QeNTUZ8+fbwA6hZbbBHqUgoivfrqq15QSgG0OEXPshI3TjvtNGewN3GdMGNcbdSKEfL1204hXbs1hpQYo750BZ/j3LfOVbKSgnpBRQklGofZKB999JGdfvrpXrDTr2i2r3x33XVX75AwYzSTJD4F0hWwVXJBpu9qrcyiIH6m72ld95xzzrEbbrjBW+UnTAkz9jJ9v4a5ftAxhZgAoFUStFKU3ttxk+P0jtV7TElgYf4mk6Xr80grmmjlpzBFCTJakcCv6G9PPSt+JejzKPFZ9Le//c1uu+02r91Bf8Oma7cSDMaNG+dtl5Xp37/ankZ1RE20COPHMQgggAACCCCAAAKFI0ACQOH0FS1FAAEEEEAAAQRyIuD6MloXTTfLOCeNMfOWBdYMpsSs6GxcJ8rezK5goys4Hff8uPfr6k9X+13XD7tihII9mpmXrmTDSAkrmpUcFCRz3Yt+r6CmZsYmiivQEKbO5GNK1p/4nStAdfLJJ4faciFdf7q2LchGAoBmgGo5ed1fpkWrRCjw6wrgusZLrhMAXEkDmd5/1POi3KdmnyoorWSWTINI6dqn+vQvzDLTrjGuIPfEiRO9JJdMVlZQEoCCbAoOhw0kRjX/888/vWCgEoP8ilbrULJagwYNolaf9vgw4033rnds8ooQstBsY7/SqlUrb0WSHXfcMXQ7NUv6uOOO8z1eiUZjxowxtadkUXKHVgVRm7Lxea4Ar1ZHCEpcKov3a2g8nwNz/RntCnCHef8nN12f+XrPx3nXl6TQeFF9Wu3H9f7Xua7P5XxKAFByw/Tp0717c717S7Zb722dr9WJ4pRGjRp571ZtD0BBAAEEEEAAAQQQqLgCJABU3L7nzhFAAAEEEEAAAQsT3BBTNmc3BrH/5z//8ZY+VjAl2+Xoo4/2gh+77bZbYNWuYKMrgB73/Lj3nevggtrnuoaOufXWW73ZuelKXCPN3FQwVF+yxy3Js/30PGg2ezYDHX6zCYMMNU4VxNfMbVcprwQALXX+5ZdfupoX+HsFgTRLUatBBBXXeIkSGHcFV9MFx3766Sdvm5SHHnoo1v3GPTnsfSqIFGb2aabtCZu44Rrjm2yySaggWVA7ldylzwvtgZ2L4lpNQ9dMrISx7bbbZq0JWqFCAcSgogCfZvomigK/J5xwgm/QUc/bM888E3qmtAL4mnUfNBs66D2fi2Q+rcQgm5122inQxjX24rxf43ay6/PT9TeG6/rZTABQ8F8z0e+44w7XZSP/XuNRf1sqEciVwFNICQBnnHGGnX322aGSXpITAPS8aUWiMIkDLuyoSR6u+vg9AggggAACCCCAQGEKkABQmP1GqxFAAAEEEEAAgawIhAm4p5tpmJWLp6nEFeiLe10tV679ioOKqw2uL+fjnh/3HnMdXFD7tDetgl4rV670bW7QcuVxjPQlufpR+5Jno5QM0LsCDVGvmckKAFpmXSsbhJk1W14JAFEd/I4Pk5jjGi9hA+NqQyYJAK5zsmXhqifsfSowrOfDNfvUdT2/34dN3Ah6F2nmurafyUYbtYqEAtVhtpOIes+u7UpUn1YQ0Xtj0003jVq97/EvvfSSaU/xoFIy+P7tt996W388++yzvqdpdrESs1wBV1Xgqk9JQE899ZQ1bty41PWytUJLuhvRChRDhw4NnDkeNPbivl/jdnKuP6OzlQCghDiNMe0nn6uiBB55uJbvd30u58sKAPo803YJSn4JU5Lb/cUXX3jP7wsvvBDm1MBjSACITUgFCCCAAAIIIIBAUQiQAFAU3chNIIAAAggggAACmQkowKjZSosWLfKtwLWfe2ZXTn+WX7BFAacWLVrYqaeeakceeaTVqFHDKleu7FWyfv160xen2tN85MiRgUtJh5mp6Qo2kgBgFmZWbOvWrb0VF7bffvtSnR3HWNdWEoeWlk5XNFYUKNUsOgUXtLywvpDXecuXL/dmC2uWXWLJ8ZIJAK5ltKOO95KzdBPnu4JAYa9T6AkAuk9XYo5rvIQNjOtarmB+usCJ3jFaklljozxLmPtUUo6CSK6tMTRD9YILLrD999/fqlSpYkqs0TMxZ84cu/322+31118PvNUwiRvZGuMu81wGuxYvXuwtgR+UqJCLFXLCJFkNGTLE9C8RzA8zYz/MZ2DC+7XXXjNtReK30scpp5ziLclf8h3vesZUv5bx1/jr0KGD7bzzzqbVIHSe3tHaUmDChAm+3R5m1YdsjT3X571rbKb7vattca+ZrQQA1dOlS5fARLTE5622bdp33329v8v0efvVV1/ZE0884fWl3t9BRe+i0aNHB+5XXygJAFHHQ3ICwJNPPuk9D37lkEMO8Z73ww8/3BKrjeiZkbWSfvR3zcsvv+ydnst3YtR75HgEEEAAAQQQQACB8hMgAaD87LkyAggggAACCCBQ7gIrVqwwzYbTl+5+Je6X0VFusmRgWV/0a39oBbQU9A8qCn7Mnz/fW3rVL2ChYNfkyZOtbt26vlW5go0uj7jnR/FKd2yugwu65q+//urt3T527Fjf5rZs2dIee+wxq169eqlj4hi5AmNhlif/8ccfvQQCLWuswIKSFRJl6dKlXtDDFbQI009NmjTxkiC0R3jJ4uqnMPXrmHR7cGt5a92DgrnpSpjggCvgklyvgkAKAGnWeb169bykCz3LMlaChWslA79AYuIarvESJjCeqMsVnPSzmTlzpnXr1i2jverD9qXrONd9asauZkar7/yK+krPrRK/FHRNV9asWeM93xq7QcWVuBF1jOvdPXjwYG8MaTa9tvrQtgua3e9aKUDbgbRr185FGPn3M2bMMC07H1T8knwiXyzpBNeY16HpxoNrGwDN2tdY1h7hruJKhvJbTUCfw3qm/fpMCRV33nln2vei2hRmH3RtS6BgqN+qC1HHnp9Fuvery831+2y1zXUdv9+Hef9r6X9te/Lggw/6XkZ/nz3wwAOmZCC/FSWUkKR65s6dG/hO0meFkjz9iuvzKF9WAIjSJ/q7QAmJDRo0cG7Hpb8lxo8f770b/YoSL959911v1Qb9jabEpKpVq0ZpEscigAACCCCAAAIIFJkACQBF1qHcDgIIIIAAAgggEEXANVNMdbmCTlGu5zo2sQeqvtzXl8aa6R3lC8zffvvNW6521KhRvpfS0qxaRcCvuAIvJAD8V871hXxQkCGOcdDS2MlfqLvGWtjfu4LprvHgd50oQSAFbbWlgpJhdt11V/v9999NyTsKmshZAcrkAIyrzWECQK7+TdyXgkBaeUMzF9MFlMPsA+7am9w1XqK8ozJNACjZj9lsU6LuuHV+9NFH3n7aQbP/R4wYYYMGDXIuV69ZpT179rTZs2f7PiquxI2wYzxoDIXdF7vkSh5hn2/XcWHuIUrw0XW9xO9dz7DfZ7Nr2X6dF2bFAtf2QH6JBK7P4DCz99VGBaC1VcG9996blsy1MlGYfktUHPX9GrYPs/Huj3utdOeHef+7Vn8Iuw2Irq/tIPReeuutt3xvp3///qZ3k982Hq7PoyjPoOvvXte7xPWeLnmTbdq0sWuuucYaNmzofUbq3Tpr1iwvSU5/52611Vb2888/24UXXuithpOu5GKbkVyMLepEAAEEEEAAAQQQyC8BEgDyqz9oDQIIIIAAAgggUKYCri9C1ZgowbUybbzPxbR0sGYj+5VHHnnEmx3tV1xf7roCvnHPj2voCny42h/2+sOGDTPtxexXcpUAEHR/xZgA4Aqwp/N3BQ/DBIBcARddV23TDO2gvcoVwFVQQ6sDBJWS+5knH+t6pqK8o4o5AUDLsSto71c0Q14BVddqKonzXUtSu2aTu95FiTF01113WatWrXxnEWvFDiW/BC0LH2UMhH3H6bgw9xAl+Bj22q5n2O+zOcw2AFrJQjPwFXj0K66VVvy2EnjnnXe8rXoU9E1XXDP3k8957rnnvO0X/EpQMl+YfkuMv6AEprD9FeW4sG2LUmeUY13v/zAriUR53jQY7wViAAAgAElEQVQmtZqEVhXxK66EDtfnUZRn0PV3bzYTALR1jP5OUsJEUHE97yQARBnhHIsAAggggAACCCCQECABgLGAAAIIIIAAAghUYIFJkyZZ586dAwWifNGbD5SuoAEJAMd7Qa1q1arF6i5XECNXCQBBKwDohhQo0JfuWoY+G8X1xXymCRUuP7VdQQPN1tXsSb8lltPdo6vNrgBQwlGzFv1KlLZ9/vnn3pLzif2J09WpFQ60pPgWW2xR6tckAPyXJOhdHGbJ7jAzv5PxV69e7SVLvfjii77jIKhO1xiPMobuuece6927t287crFUe5jnQMdECT6GfSe5nuGg8eDaBiDM8+9KJvFL2Anqc9dKHyVttHWI3huLFi1KyxaUNOQae3Her2H70O+4MG2Le42g8139ry2UtB3HvHnzfKvRkv7HHnts6Ga6EkpUUVCdhZgAoM80rWoQlGiTAHStAKA+e/zxxwO3AAjdGRyIAAIIIIAAAgggUGEESACoMF3NjSKAAAIIIIAAAqUFwnwRXWgJAK7ZXSQAZCcBwLXSQq4SAJYuXWpt27Y1BSn8ivYR11YQ1atXj/3YuwJxuUwAyDSZwdVmVwBIaK6AS5S2aUapZv5q1Qi/EuRIAsB/1YLexa5gqWu2frp+Wb9+vZdMo9m7fiVoZqrr80XP6A033BAqWWfx4sXebHC/feUzfQ5dLwjXc6Dz8y0BIMw2AEGfg65VMvzGkmu8NGrUyCZOnGh77723i937ves9FmfsJd5x2UwWC3VTIVeVCFtXJse53v+uz1jXbP10bXJtKaFzgpKJXM9hlGfQ9TdiNlYAaN26tbfyzc477xyqi1zPjipRv2m1ihYtWqTdbifUhTgIAQQQQAABBBBAoEIJkABQobqbm0UAAQQQQAABBFIFinEFANeXuyQAZCcBwPWFfK4SAMLMTtQo1/L0PXr0MM0M1n9HmUGf/JS4glCZBh5dwdGTTjrJNOt5p512ivzacrXZFQBKBMeCVgBwPUclG+161wQFB0kA+K9mUAKA673XsmVLe+yxxyInxcSZee8a465AW/IYco2BTJ9D18Pl2upE50cJPrqul/i96xkOGg9htgEI2nPdZe23/L8ryBu1j1yzooOeB9fYi/N+DduHfse52ha3ftf5rve/q33aZuSOO+6wLbfc0nWpjb8PkwQWlNDh+nsjyjPoele63kuu5yPM1jjp4FyrbiTOadOmjWl1gebNm1uVKlVC9wEHIoAAAggggAACCFQ8ARIAKl6fc8cIIIAAAggggMBGAdcXoUFBhrJk/OOPP0zLiC9btsw0O+3NN9807Qut//WbEerXPlfg0vXlriuIEff8uK6uL+9d7Q97fdcX8vpyWm3ZddddS1UZxyjMfsIlLxjnC3NXIC5TT1c/uYIQQf3karMrAKS6Xf3reo5Kts/1rtl///1t8uTJVrdu3cjjJcoqJa7ZzWFs1EDXGI7SpsQNx6nTNZ4yCdqpXTNmzDAFS/1K0Ph3tSnKGHfZZPocut53rnvQ+VGCj67rJX4fZvsFV0LICSec4Pv5GDSL29Xnfkvvu1ahCHvvYY/TLOuHH37Ytt9++1KnuPotytgL256wx7naFraeTI9zveNc7/4hQ4aY/kVNqtNKIoMGDfJtdtB4drUpyjPo+ixyjY1cvYs++ugjb7ufJUuWhOrabCU5hroYByGAAAIIIIAAAggUpAAJAAXZbTQaAQQQQAABBBDIjoDri1BdxW+2X3Za4F+LAr0KKOgLfs2M0n9no7gCl3G/3I17ftx7dAUXshEocwVRdQ9xlnR3tfHjjz+2M8880zR+o5Q6depYv379rFu3bqH25VXdrmC6q61+7XP1kysIEXTfrja7AkCq2xVwcT1HJdvnei50vF8Qx3VulGC7a+yGsVFbs9mmhFWcOl3BtYEDB9rw4cOtcuXKUR4Z7xk7/PDDfc8JSvTJ5hh32WT6HLowXPeg86dPn27t2rVzVRXp9677VWVB74gw2wCka7drKfKgrSTCtDkSguPgsko+yWabVZdrTMUdy65nNugd5+p/td8vAcTl5LpvrdYzZswY22abbUpV5fo8KoYEAP3NO2rUKBswYICLstTvlThw6aWXWoMGDSInZkS+GCcggAACCCCAAAIIFIwACQAF01U0FAEEEEAAAQQQyL7A22+/7QX4V65c6Vt5pktHx2nt999/byNGjLCxY8dGnuHvuq4rcOkKYri+nI97vqv9rt+7vmR3td9Vv37vCjDrmKCgbDaMXnrpJevVq5cXiI1alAhw/fXXW/v27Z176bruNVNPVz+RAPB/veoaLyQAuBM2Mh1PcYKJ2RzjrjGQ6XPoenc899xzdtxxxwUe9tBDD9nZZ5/tqirS7xcvXuxdN2iFm6A908NsA5BuyXXXygNBCYFh2hwJwXEwCQDpgeI8s64EKV3R9TeUX7e53gdB/VkREgDktm7dOrvyyiu9LRYyKeecc47dcMMNtvPOO2dyOucggAACCCCAAAIIFJkACQBF1qHcDgIIIIAAAgggEEXgww8/tM6dO3vL6vuVffbZx6ZOnerNLCqLopn+F1xwgc2ePTsnl3N9eR030BT3/Lg3HedL9rDXDpM4ErRMcLaM/vWvf5n2so66EoDuU7MMr7rqKrvwwgtt88039711EgDS07ieo5Jnufpcx7MCwPvWqVMne+utt9Kix1kimwSAsG+31OPCBLUztQ1q0aRJk7zP5qDiWnlA78WgbQDSrd7gSngImv3tCjxn1gP+ZxXrFgBxk1lc/RC0AgAJAMEra2g0uj7L4vaf+uCWW27xkmCjbnGl9jVr1szuueceq1+/frYfOepDAAEEEEAAAQQQKDABEgAKrMNoLgIIIIAAAgggkE2BH374wbTsqivY7go0ZKtNX3/9tTdzXNfLVXEFLuN+uRv3/Lj3XRYJANqSQXuKB5WJEyd6wcx0JZtGmjE3btw4b0a/Vo6IWvQlu/Yl3nTTTdOeSgJAelHXc1TyLFef63gSAAovAaBRo0amZ33vvfcuNVBc76IogXPX+IkbdPN7b7iuq/P0LtSM3S233DLq6yft8WFm74dJzHNtA6AkqGnTplmLFi28dvz55582dOhQb/uPdCVo+X8d7wo8ZwUnqZKrr77a24s+3bs7m2Mv2+12tS3uWHb1Q74mAAQldFSUFQASY03vgGXLlnnje9asWZGHYJMmTbzts/SeoCCAAAIIIIAAAghUXAESACpu33PnCCCAAAIIIICAhdnvVUzplgrONl+c/U+jtMUVuHQFfFxfzsc9P8q9pDs218GFH3/80fr162cTJkzwbaorOJULIwXqH3zwQRs9erRpFYmwpVatWt4KFwcffHDaU0gASC/peo5KnuXq86Ax4zqXLQDcWwAMHDjQhg8fbpUrVw77aHjHuYKJZbUMu2sMuN7LkW466eAwSXJNmza1xx57zPQuyUb5z3/+4yUV6L3kV1q1auUF+HbccUffY8IkEiiwqiXHK1WqZK6EgaA92tWIMCvDZMNHdZx22mneDGk/c9fnYJTkk2y1OVGPq21xx7LrmY2bABC0CkSQleu+46xw4pc8lq49Lh/X2CjLd9Fff/1lixYtMpkrWSdKueiii7ztAIJWOIpSH8cigAACCCCAAAIIFJ4ACQCF12e0GAEEEEAAAQQQyKqAlgrt3bt3YJ3plgrOaiPM7Msvv/T2UZ43b15g1aeeeqqdeeaZdtBBB1mNGjVKBbRcX+66Apdxv9yNe35cV9eX7HGDC3PnzjXtAx20NG3QPtG6v1waafncl19+2UsG0My5MEvoBs0kJQEg/Yh0PUclz3I9l0FBKdd4iTID27XEdVA7ku/J1aYoSQmJeuPU6XqPZ9IetWvGjBl20kkn+b6Wgp5117vIFWiL4h33veZ3g2GT5PRePPbYY+O+vr3zX3vtNTv55JO9z0S/EjYpz1VXciKB69i7777bW6HHr7jGb676KF17sjn2stKpSZW42hbXKc67VqtA6PNw2LBhvrcd5blNruS2227zVtvxK0FJSq4VABYsWGBHHnlkqK5y+bjurzzGuZJ5lNg4efJk02fv8uXLnfdar149mzJlClsBOKU4AAEEEEAAAQQQKF4BEgCKt2+5MwQQQAABBBBAIJTA0qVLrW3btoHBBlUUNeAX6uJJB7n2HtZMvzFjxnh7Gm+yySa+1bu+3HXdR9wvd+OeH9Wt5PG5DC6E3aLBNUOwLIz0hflHH31kCjo89NBDgYkAQQkuJACkH5Gu56jkWVoxomvXrr7Du2XLlt4s6urVq5c6JpvjpVgTAFx7xmcaVHQlFgQF7VzvIlegLXkgZHMMRH3HugxUX//+/b0Z6XFn2/7xxx/est833nhjYDPDbsujFQx69OjhO3tYy/o/9dRT1rhxY+9d6Regda3qosauXr3aunTpYi+++GLatgc941H7xHV8Nsee61pRf+9qW6bPaqIdrr+BXElOCv5fccUVvreVSTJRmMSCoL8bXAkAUT6PXD6u91J5vovUKfoMU3LjyJEj7fXXXw8cfq6knahjl+MRQAABBBBAAAEECkuABIDC6i9aiwACCCCAAAIIZF3AFSBIXPDoo4/2lhzebbfdst4GVegKstxyyy2mYJOWKg4qri93XV8Ux/1yN+75cXFzFVxYt26dXXLJJTZ27NjAJoaZdVaWRlpCV4HlPn36+CYBBAW3SABI390aB1o5xPU86uzffvvNGzujRo3yHTtBs/hd4yXKCiUff/yxt4KI3hPpiis4ljjH1aZMgmRx6ly8eLEdd9xxGY1xv04JM/s9KMDkehe5Am3J7XLZxA2aBr3Uwixt79pKJOx7XeNSQfSgbUwUSFdCjYL3rqJEKAX2tRy4X1Hg9ZxzzgncdsC1/L/qdm1dsP/++3szmOvWretqduzfZ3PsxW5MiQpcbYs7ll1/A7neca5koijv28Stu8aGjgtaRcOVABA20B1mqynXe6k830XJQ+mLL76wCy64wJQM5FfCrhSS7TFOfQgggAACCCCAAAL5IUACQH70A61AAAEEEEAAAQTKVeD+++/3vvx3Fc0KGzp0qG222WauQyP/3vUFb9g9Xl1ffpMAcLwpAFGtWrXQffT99997ywK7gv+qMGg5/cQFy/oLdM2q1T7XmqHrV/zGlysBwBVM8bueKwjkCkIEdV422ux6HhXw1MoKRx11lHMcvfPOO6atO9577z3fYzXjWcGKdMU1XhQInTlzpjVq1CiwLWGSWML2p6tNmQTxXHUGJRUoYHzGGWd4+0X7Fde7r+R5WkHj9NNPtyVLlqStcptttrFnnnnGmjVrlvb32RzjLptMvJ0D938P0Ljp27evt61IUNEWNqNHj7aqVauGrTrluLArrIRNhktU7lraX9s49OvXz/sbYOXKlWnbHibAGmaW9xNPPGHt27fPyCfKSdkce1GuG+ZYV9vijmXX30Cud5xrVSjXc5/OwDUGXW1yfR4FrUSS3B5tFaCVaIISbFyfveX5Lippu2zZMuvUqZPvc5tJIlqYMcwxCCCAAAIIIIAAAoUhQAJAYfQTrUQAAQQQQAABBHIq4Ar0JF9cgTotE5zJUsfa0/iOO+7w9jhWMOXvf//7xqpdX/CGTQB46aWXAoOSriBY3C93454ft6OzGVzQzO158+Z5SR+upWbVbteX+Il7Kw8j1xL0mSYAhA0+l+xXVz+5ghBB46QsEgB0/TBJAGGXNA+a/blmzRovuK2x6Ff0XtIqA5tuumnaQ8IE/7M5hps2beqtPCGjsMX1XAQFc1xbG6gNUQPUrsSw5P3j091jNse4yyZu0NTVR08++aR16NDBdZi3dLr+bbXVVs5jkw/QGNcsfa2yE1TCvmOT63Ct8qMVULTCz7hx49JeOszy/4kTXX3erVs3u/POOyP7RMI085LctNKHX4nzfo3alqjv/rhjOW4CwLfffmta8eHZZ5/1vdUoyaBKDNHfEPobz6+4AtWuz+8wz0WY4L/a5xob5f0uKvneCPpsdLnGHcucjwACCCCAAAIIIJDfAiQA5Hf/0DoEEEAAAQQQQKBMBMIsi5rcEAWS9IVu7dq1Q7VPgX8Fk7QUsWaTq5QMuLoSAMLseawvZrXfsd/y3rouCQD+KwBoyW8FizRTe/78+TZlyhSTaZiiWYGaJaoZw65l4eN8gf7GG294y/kPGDDAC8iFSUTR+NZ41b90JWhpalcwXfVFnZGrc3IZoHK1OUywxPU8Jhzr1Kljt99+uyloVbLfw2y/oHpcS0qvXbvWW+o4KDgalIwQZQWLMDZqs2sM65ios51ddbqCOa6AfZRnVO+A7t27+87+DzPusznGXTZxg6aud9w333xj5557rs2YMcN1qPcOVEJKmM9HvZs041rvs6DPrcRF9az179/f+Y5NbmSYbQCCbirM8v+J8139FGUMOqEDDsjm2IvTjnTnutoWdyzHTQAIE7APk/yVuPcwgXfXu/K5557ztjgJKvq7QKv8lEy+0fifM2eO94yF+XumPBIAlGypVYqUCBTlb+sVK1bYaaedZsuXL09LM2TIENM/199k2R7j1IcAAggggAACCCCQHwIkAORHP9AKBBBAAAEEEECg3AW++uorbwng2bNnh2rLDjvs4M0S09Le++23n2233XYbv2TUbFTVpyC/Zk4qmKwgXnIpGdB37TurZYrvuece03VLFn3Bq6WvFSR86623Attf0RMAQnVuBgf5ffmeripXkCgoAJI8E1DHXXrppd6KD5tssolvqxXMVFDOb2wEzWT++eef7cILL7T77rvPt34FQ66//no75ZRTvOCDxr+Cek8//bS3t/bee+9d6lxXEMgVhAjqorJMAFA7FNRTcPr888/3gp4KNqxevdpbDl3bRpR89ku23bVthCuBI1GfkhE0Hk4++WTbfvvtvX54/vnnQ69goXrCJgCEWZVAdSkgdcwxx3jbpmgfbL2n9F7UKiolt+FwPReuBIAwK7lorD7wwAPejG+/oJCWx9a7NOizoEmTJvb444/bHnvs4TsUsznGXTZxg6ZhXnn6zNJnnms8J54JvQ+6dOnijSn1dWLrHK2KoWdUWyvce++9NmvWrDCX994v+gysXr16qOOTD3ItwR5UYZjl/xPnK5CplThGjRoV+L4cOXKkl8AV9N5OrkDJaboHeb366qs2fvx4360ndF42x15kbMcJrrbFHctxEwDU/DDjRe8AfS7+4x//8L1jfQ7qXeK3jYhO1LhW8pLe2X7FFehOnKfk1MGDB1u9evW81WD0LhszZoz33IR5blWP67M3F++i5M8T/Y2rLQ30vg961vUeGT58uLftkl9x/b2b7bFNfQgggAACCCCAAAL5JUACQH71B61BAAEEEEAAAQTKVSDMTK1sNbDkF5OufWd13TZt2tjFF19shx56qFWuXNkUFNAXwwoKaD/yMF/wur4Qjfvlbtzz4/q6ggtx6093fpTgv86PY5RuZvoRRxzhzc5VUHPnnXf2Am2afa4gm4JrN910U+DMv6AAdJh9rYNM/cabq59cQYiga5Z1AkCcMaVAzcSJE61BgwaB1YSZARqnHYlzwyYAhFmVwK89fttGuJ4LVwJA2JVcEgkb2gt733339d6lel6UtKWZuAqYuWbKhpmJns0x7rKJGzQNM3aUUKLgtpawL+uiYKuC3npeMimubQD86oyy/H+iDq3SooS9oH3WE5/nem/r3pITJDQWlSyj8ag9zrUUvZJREqsH6VzX53g2x14m3kHnuNoWdyxnIwEgMSNdq9sEFQWr9TdZ586dbffdd/c+exWYVt/rPrXlU3K/laxL7yKt7HLSSScFXifO+zZq/7k+e3PxLkpXZyLJVkv8K8l266239m5F76GVK1d6Kw8pIdKv6F2hVZzq168flYDjEUAAAQQQQAABBIpEgASAIulIbgMBBBBAAAEEEMiGgAJImtXZu3fvUMH0ONcsuQKA9uju27evPfjgg3GqdZ7rChzE/XI37vnOG3Ac4AouxK2/5PmZ7Hkdxyjs0vRh71MzoqdOnWoHH3yw7yla9tsVoPA7WUuBX3755aV+7eonVxAi6P4KKQFA/XnZZZdtnB3td1/aRkSzO+fNmxe2a32PU8BRs03T7XEdNgFAlWtLE83kz6SU3AJFdbieC1cCgOr4+uuvvZmjer/mqqgftLpD1apVAy+RzTHusokbNA1rVRa+JdsSZbl1v/vIdBuAKMv/J66tALCCk3quc1Vcn+PZHHvZvgdX2+KO5WwkAOiew2wDEtdGfz9oyfvE6hhB9bm2OInSlvbt23vL5iuQXrK4Pntz8S5y1Rnl3hLHXnTRRXbDDTeE2iYpk/o5BwEEEEAAAQQQQCD/BUgAyP8+ooUIIIAAAggggECZCujLe82m1xKkYWbUZ9q4dAGwuXPnejMH4163YcOG3uxBBQ1LFlfgwPVFrOvL+bjnZ+qZOM8VXIhbf+J8LbeuZe/1RXrYZZwT58YxSt4CIBv3oiV09UV5UADi448/tjPPPDPUHt0l2+QXTHD1kysIEXTvuU4AuOuuu7xEnaBlncP0jZIqtDTzTjvtFOZw57LeYSrRuB03bpxptZNrrrmm1ClREgDCznRO165cJQDoWrkM3Gkfbs2A18xwV8nmGI/zznC1M+rvv/jiC29Z81wmWSS/Z7UEv7Y5ibuPd5hl3UtaRFn+P/lcJUr069fPm4Gci+L6HM/m2Mt2+11tc/2N4WpPthIAdJ1crgql5BIlioTd0uKbb77xVvpRQl6coi19dO0ePXqk3RbI9dmbi3dRmC1lotxz3BVDolyLYxFAAAEEEEAAAQTyV4AEgPztG1qGAAIIIIAAAgiUm4BmC86ZM8cGDBjgXAo6k0a2bNnSW7pUS2Enl2zMHNQXxN26dTMtS59uz3dX4CDul7txz8/EM/mcSZMmecvx5qqE3Z826PpxjObPn+/tGRw3SUTtC7t1gZ4H7XXcq1evyKy33nqrl0xTsriCQK4gRFBDcp0AoOD1Flts4dzbOaiNmQQotEqIlmAfO3Zs5H7QCQruK3nhsMMOM7+VJKIkAOh9NWTIENMqD1FLLhMA1Bbtk37++eenfQdGbWvi+NatW3vbA2hGepiSzTEe550Rpq1Rj9Gy5sOGDbObb7456qmhj9d7TvXvueeeoc8JOjDqNgBxlxBXUFPJVVriPdvF9TmezbGX7ba72pZPCQD67Js2bZq30olrS4coTvo7Tcl3+nsiSombkJBYsejzzz+3Tp065U0CQDZXwMrGiiFR+oRjEUAAAQQQQAABBPJXgASA/O0bWoYAAggggAACCJS7wGeffWYjRozwVgTIRsBVN9SmTRsv+HbggQemvT99EaqAWtSgmvaSVTBOQd1PP/3U98tdV+AgbqAp7vlxO33p0qXWtm3btKsfZFq3bFu0aOGZnnjiic6lv13XiWOk8aHAgfYWznRM6n4USFZwqkqVKq7mer/Xda+88krvulFKya0uEue6gkD5ngDQrFkzb/lkbduhlTuiFJ07atQoO+igg6Kc5h2baVBR752RI0da3bp1vXqykQCgejKZ6ey3r7rruQizBUAyqN7fV111VeA+0WE6QM+LZnNrSXf9d9iSzTHusokbNA17T8nHaa/6559/3hRUfP311zOpIu05WqVCq1N06NAhq8t3R90GQIl0Wu1hq622yvje9N5U0o3eZ5m+r0teXMlDSioIWoUim2Mv45v3OdGVpBd3LGdzBYDELbz55pt29dVX26xZs2JxKOCvsdCzZ8+MxnamCQklrxv0PnF99ubqXbR48WLr379/rHdJnM/WWB3LyQgggAACCCCAAAJ5KUACQF52C41CAAEEEEAAAQTyR0BfuH700UdeIODJJ5/MaBaYZiRpqfguXbqYlud3LRkfNbCi4J72kVXdWiZZQQfNnBw/fvzG9ipwpS9HFfgL2u9ds3oVXFAAQUsmJ4IWOr9x48beF9fapsBvyfi458fteV1fe9orgUJ73EYp+pJcM6C33HJLL0Fjv/3280xr164dOlAe5npxjTQ+FJBQMF6zE8MGltSHmlWr2YwNGjSIvKT2L7/8YloSW1sfaAawqwQtca9Atsboc889Z8uWLdtYlZ6Vww8/3AYPHuybJOO6rp7Zp59+2mvrokWLUtp66KGH2umnn+4tpRyU/PCvf/3Le1a04kLCV23TLPB//vOfG5dt1rOmJfXDmGh89e7d20u8iDrzM/meo/SD2qwVGLR6Q/L9Ktiid4aCZYn7U+BV7yiNjyhBT40FJUppZYIwY1FJEzq+pH8iWPrEE0+Y2pcosmratKlnpwScKEvB61nRrFmtRBE1eKfraqlsBaX22GOPSNdV27M5xl3vDCVH6DNm0003dT0eWf+92qYVHfQcyDjMGEjXCH2OKYGtefPmWX3fJl9LY1Wfi3rvKGkh3XtM7wiNN60AVLNmzax4aRuV22+/3ftsDfPuLHnR5CQ0Jbi5ns9sjr2sACRVovvXWFFyWLrnvHv37tauXbvAbWmC2pSoX58B+pxMjMfEeyTT+n/77TdvfOtz9+WXX47Eovew3sG6dsmVnyJV9L8HR0lI0Ge+EmqSk071rtU7UX/nKaCvkvgbUYmkegb8iutd5PobMeh+f/zxR69NSpqJ8vfb/vvv7634cvbZZzufjUy8OQcBBBBAAAEEEECgMAVIACjMfqPVCCCAAAIIIIBAuQisX7/eVq1a5QUVFfDQfyd/waxGKYimL3sVSNYXrgok7L777hl9ma0vWhUcffbZZ71AXXLAQl/QaiuBk08+OVRSQbmAcdGcC2hZa41HBTm1J7u2fUgEmBIJDUr40B7aGovbb7997DZpL2LN/NU2GbpeIoCvAILGvAL42itdM1XDrjAQu1HlXIG2HZDHzJkzPY9EUEXvAyWRKGin57VGjRpZa6mCJbqmAl3J/aBrapl/Bcs1m7Zq1apZu2Vd3EAAACAASURBVKZfRUq60LLSCpBpRYT33ntvo4Heh/Xr1/eCSq1atfI8/BKIctVQtU+rFSipSe9u9ZFWcEhe1lvtUltlp2QpjWVXoDVX7S3UepWc8u6779qSJUu8zyuNiZLOifdEtWrVPGsllunzMhvvpnx3098QCmzqna1/SgxIDoKn+xsiF0lo+e6Uz+1TUpFWF9HfZPqnd13y567arnedEgf1mat/ClBXrlw5q7elduhZUxJg8t+HiWRNfeYr+K9ERlfSaVYbloXK9LfvBx984CXg6TnR52lyoqCeCX3OyVarM+27775l/pmShdukCgQQQAABBBBAAIEcC5AAkGNgqkcAAQQQQAABBBBAAAEEEEAAAQQQQAABBBBAAAEEEEAAAQQQQKAsBEgAKAtlroEAAggggAACCCCAAAIIIIAAAggggAACCCCAAAIIIIAAAggggECOBUgAyDEw1SOAAAIIIIAAAggggAACCCCAAAIIIIAAAggggAACCCCAAAIIIFAWAiQAlIUy10AAAQQQQAABBBBAAAEEEEAAAQQQQAABBBBAAAEEEEAAAQQQQCDHAiQA5BiY6hFAAAEEEEAAAQQQQAABBBBAAAEEEEAAAQQQQAABBBBAAAEEECgLARIAykKZayCAAAIIIIAAAggggAACCCCAAAIIIIAAAggggAACCCCAAAIIIJBjARIAcgxM9QgggAACCCCAAAIIIIAAAggggAACCCCAAAIIIIAAAggggAACCJSFAAkAZaHMNRBAAAEEEEAAAQQQQAABBBBAAAEEEEAAAQQQQAABBBBAAAEEEMixAAkAOQamegQQQAABBBBAAAEEEEAAAQQQQAABBBBAAAEEEEAAAQQQQAABBMpCgASAslDmGggggAACCCCAAAIIIIAAAggggAACCCCAAAIIIIAAAggggAACCORYgASAHANTPQIIIIAAAggggAACCCCAAAIIIIAAAggggAACCCCAAAIIIIAAAmUhQAJAWShzDQQQQAABBBBAAAEEEEAAAQQQQAABBBBAAAEEEEAAAQQQQAABBHIsQAJAjoGpHgEEEEAAAQQQQAABBBBAAAEEEEAAAQQQQAABBBBAAAEEEEAAgbIQIAGgLJS5BgIIIIAAAggggAACCCCAAAIIIIAAAggggAACCCCAAAIIIIBAxgJ//fGn/XvJ/4t8/t7NDoh8TiGfQAJAIfcebUcAAQQQQAABBBBAAAEEEEAAAQQQQAABBBBAAAEEEEAAAQQqgIASAC6t3TrSnba5+lw76rwOkc4p9INJACj0HqT9CCCAAAIIIIAAAggggAACCCCAAAIIIIAAAggggAACCCCAQJELkAAQroNJAAjnxFEIIIAAAggggAACCCCAAAIIIIAAAggggAACCCCAAAIIIIAAAuUkQAJAOHgSAMI5cRQCCCCAAAIIIIAAAggggAACCCCAAAIIIIAAAggggAACCCCAQDkJkAAQDp4EgHBOHIUAAggggAACCCCAAAIIIIAAAggggAACCCCAAAIIIIAAAgggUE4CJACEgycBIJwTRyGAAAIIIIAAAggggAACCCCAAAIIIIAAAggggAACCCCAAAIIlJMACQDh4EkACOfEUQgggAACCCCAAAIIIIAAAggggAACCCCAAAIIIIAAAggggAAC5SSgBIAnLh/tXf27j1fbqlff9v57p33+brUO3i9tq2rsXdOOOq9DObW4fC5LAkD5uHNVBBBAAAEEEEAAAQQQQAABBBBAAAEEEEAAAQQQQAABBBBAAIEMBO7qMNj+veT/eWeeefcVdkCbIzOopThPIQGgOPuVu0IAAQQQQAABBBBAAAEEEEAAAQQQQAABBBBAAAEEEEAAAQSKUuDi3Vt596XZ/72njLCtd9yuKO8zk5siASATNc5BAAEEEEAAAQQQQAABBBBAAAEEEEAAAQQQQAABBBBAAAEEEChzgTenL7BHLxjmXfews1pb+2H9yrwN+XxBEgDyuXdoGwIIIIAAAggggAACCCCAAAIIIIAAAggggAACCCCAAAIIIIDARoF7Ol1mH77ypvf/u4y53A486Sh0kgRIAGA4IIAAAggggAACCCCAAAIIIIAAAggggAACCCCAAAIIIIAAAggUhEBi+f/qe+3uLf9ftcYOBdHusmokCQBlJc11EEAAAQQQQAABBBBAAAEEEEAAAQQQQAABBBBAAAEEEEAAAQQyFlg+e6FNOO967/wmXU6wjjddmHFdxXoiCQDF2rPcFwIIIIAAAggggAACCCCAAAIIIIAAAggggAACCCCAAAIIIFBEAvd2udI+WLDUu6MzRl9qDU85uojuLju3QgJAdhypBQEEEEAAAQQQQAABBBBAAAEEEEAAAQQQQAABBBBAAAEEEEAghwKJ5f933GNX6z15hG27y445vFphVk0CQGH2G61GAAEEEEAAAQQQQAABBBBAAAEEEEAAAQQQQAABBBBAAAEEKozAO3NetQd7DPXut/HprezUkQMqzL1HuVESAKJocSwCCCCAAAIIIIAAAggggAACCCCAAAIIIIAAAggggAACCCCAQJkLPND1Gntv/mvedTvfcbE16tCizNtQCBckAaAQeok2IoAAAggggAACCCCAAAIIIIAAAggggAACCCCAAAIIIIAAAhVYILH8f7W/72K9p9xk2+1WowJr+N86CQAMCwQQQAABBBBAAAEEEEAAAQQQQAABBBBAAAEEEEAAAQQQQACBvBXQzH+tAKBySKfj7LRbBuVtW8u7YSQAlHcPcH0EEEAAAQQQQAABBBBAAAEEEEAAAQQQQAABBBBAAAEEEEAAAV+BB3sMtXfmvOr9vtNtF9nBpx6Llo8ACQAMDQQQQAABBBBAAAEEEEAAAQQQQAABBBBAAAEEEEAAAQQQQACBvBVILP+//e47ecv/71Bz57xta3k3jASA8u4Bro8AAggggAACCCCAAAIIIIAAAggggAACCCCAAAIIIIAAAgggkFbggwVL7d4uV3q/a9SxpXW+fTBSAQIkADA8EEAAAQQQQAABBBBAAAEEEEAAAQQQQAABBBBAAAEEEEAAAQTyUuDh8663t2cv9Np22s0D7ZDOx+dlO/OlUSQA5EtP0A4EEEAAAQQQQAABBBBAAAEEEEAAAQQQQAABBBBAAAEEEEAAgRSBxPL/2+1a3XpPGWHVau2CUIAACQAMDwQQQAABBBBAAAEEEEAAAQQQQAABBBBAAAEEEEAAAQQQQACBvBP48JW37J5Ol3rtOqj9MXb6qEvyro351iASAPKtR2gPAggggAACCCCAAAIIIIAAAggggAACCCCAAAIIIIAAAggggIA9esFwe3P6i55ExxEDrMkZrVBxCJAAwBBBAAEEEEAAAQQQQAABBBBAAAEEEEAAAQQQQAABBBBAAAEEEMg7gcTy/1V32sF6Txlp1ffcLe/amG8NIgEg33qE9iCAAAIIIIAAAggggAACCCCAAAIIIIAAAggggAACCCCAAAIVXOCjJf/PxnYY7Ck0PLm5nXHnZRVcJNztkwAQzomjEEAAAQQQQAABBBBAAAEEEEAAAQQQQAABBBBAAAEEEEAAAQTKSODxC0fav56Y712tw/D+duiZJ5bRlQv7MiQAFHb/0XoEEEAAAQQQQAABBBBAAAEEEEAAAQQQQAABBBBAAAEEEECg6AQuqXmCbdiwwbbcvqpdMO0Wq7F3zaK7x1zcEAkAuVClTgQQQAABBBBAAAEEEEAAAQQQQAABBBBAAAEEEEAAAQQQQACBjAQ+Wfqe3XnSQO/cA9odZWeOvTyjeiriSSQAVMRe554RQAABBBBAAAEEEEAAAQQQQAABBBBAAAEEEEAAAQQQQACBPBWYfNGt9vqkuV7r2t/Y1w47u02etjT/mkUCQP71CS1CAAEEEEAAAQQQQAABBBBAAAEEEEAAAQQQQAABBBBAAAEEKqzAZXu0sT9//8M237qK9Ztxu+20b60KaxH1xkkAiCrG8QgggAACCCCAAAIIIIAAAggggAACCCCAAAIIIIAAAggggAACORH47K0PbFTr/l7dDVofYWfdc2VOrlOslZIAUKw9y30hgAACCCCAAAIIIIAAAggggAACCCCAAAIIIIAAAggggAACBSYw9dI7bMmjz3itPvm6Ptase7sCu4PybS4JAOXrz9URQAABBBBAAAEEEEAAAQQQQAABBBBAAAEEEEAAAQQQQAABBP5X4Iq9T7Lff/3NNqv8N+v/9Cjbpe4e2EQQIAEgAhaHIoAAAggggAACCCCAAAIIIIAAAggggAACCCCAAAIIIIAAAgjkRmD1O6vstuMv8Crf/4Rmdva9V+fmQkVcKwkARdy53BoCCCCAAAIIIIAAAggggAACCCCAAAIIIIAAAggggAACCCBQKALTrrzTFj00y2vuSUN72+E9Ti6UpudNO0kAyJuuoCEIIIAAAggggAACCCCAAAIIIIAAAggggAACCCCAAAIIIIBAxRW4qm57++2nn80qVbKBz46xXevvWXExMrxzEgAyhOO0zAX+/PNPmzNnjk2aNMneeOMN++KLL2z9+vVWvXp1q1Wrlh177LHWvn17q1+/fuiLrFu3ziZPnmwzZsyw5cuX29dff20bNmywnXbayerWrWtt27a1Tp062fbbbx+6znQH9u/f30aPHp3yqwMOOMDefPPNyPV+9tlnNmvWLHvmmWfso48+8tr83Xff2apVq6x27dqR6+MEBBBAAAEEEEAAAQQQQAABBBBAAAEEEEAAAQQQQAABBApV4Kv3P7FbWpznNb/+8YdZt/uHFOqtlGu7SQAoV/6Kd/GlS5dar1697F//+lfgzVeqVMm6du1qN998s1WrVi3w2OnTp1vfvn3t888/Dzxuxx139OpTvZkUBez//ve/lzo1agLAv//9b7viiiu8hAUlKZQsSgYgASCTHuIcBBBAAAEEEEAAAQQQQAABBBBAAAEEEEAAAQQQQACBQhWYPuRuW3j/U17z2w7pZUee275Qb6Vc200CQLnyV6yLP//883biiSfab7/9FvrGDzzwQHvhhRdsu+22S3vOlClTrHPnzvbXX3+FrvOuu+6y3r17hz4+caBWJZg2bVqp86IkAIwdO9YGDhzorXjgV0gAiNw1nIAAAggggAACCCCAAAIIIIAAAggggAACCCCAAAIIIFDgAkP+car9/D9rvbsY8Mydttv+exf4HZVP80kAKB/3CndVzXpXoPynn34qde9alr9q1aq2evVq+/3330v9vkOHDjZ16tRSP//000+tTp069uuvv5b6nZb+33TTTb06Sxb9XEv2/+Mf/wjdD1qmX8kL6UrYBIBLLrnERo4cGXjNKlWq2IoVK9KuNBC6sRyIAAIIIIAAAggggAACCCCAAAIIIIAAAggggAACCCCAQAEJrFn1uY04qqfX4v2ObWLdxw8toNbnV1NJAMiv/ija1vTo0cMeeOCBlPvbZZdd7P7777dWrVqZlvz/8ccf7YYbbrARI0aUcli1apXtueeeKT+/6qqrvOOTS40aNbxkgSOOOML78RtvvGEdO3a0Tz75JOU4rQCglQDCFCUY1K9f35TEkK6ESQDQtfr06VPq9N122837+XHHHWf77befbbnllmGaxDEIIIAAAggggAACCCCAAAIIIIAAAggggAACCCCAAAIIFI3ArOvutQX3POHdT5urz7WjzutQNPdW1jdCAkBZi1fQ61WvXt2+/fbblLtfuHChNWvWrJRIy5Ytbf78+Sk/V6LAOeeck/Kz5s2b24IFC1J+Nn78eOvWrVvKz2bPnm1t2rRJ+Zlm/y9fvjxUb1xzzTV23XXX+R7rSgDQdRo3blxqpYLBgwd7CQyVK1cO1Q4OQgABBBBAAAEEEEAAAQQQQAABBBBAAAEEEEAAAQQQQKAYBYYe2Nl++vZ/vFvrP3uU1Txg32K8zTK5JxIAyoS5Yl/kf/7nf0zL/CcXzXz//PPP08LcfPPNdvHFF6f87tprr7Wrr7465Wf16tXzlstPLh9++KHttddeKT/TDH4trZ9clJDwzTffODtm5cqVtv/++9tvv/3me6wrAaBdu3Y2c+bMlPOHDx9ul156qfP6HIAAAggggAACCCCAAAIIIIAAAggggAACCCCAAAIIIIBAMQt898mXNrxZd+8W6x7T2HpMuLaYbzfn90YCQM6JuUBUAQXHL7/88pTTbrvtNhswYEDKzw4++GBbunRpys8++OAD22effVJ+9vPPP9tWW22V8rPatWvbRx995Gza8ccfb3Pnzt14nFYDUDJCcglKAHjnnXe8BIINGzZsPOXoo4+2559/3nltDkAAAQQQQAABBBBAAAEEEEAAAQQQQAABBBBAAAEEEECg2AWeHvaAvTBmsnebra/sYc3PP7XYbzmn90cCQE55qTwTgSOPPNJefvnllFOXLVtmBx54YMrP+vbta2PGjEn52dixY+38889P+dm0adOsffv2KT/r1KmTTZw4MbB5kydPNh2XKA0bNrSnnnrKatWqlXJeUAKAZvmPGDEi5Xhtb7D55pvbuHHj7KWXXrKvvvrKttxyS9t7772tY8eOXvu33nrrTOg4BwEEEEAAAQQQQAABBBBAAAEEEEAAAQQQQAABBBBAAIGCEriuURf78evvvDb3m3m7/b1h3YJqf741lgSAfOuRCtyedevW2ZVXXml33HFHikLbtm1txowZpWTeffddU/D9jz/+2Pg7bTUwadIkO/bYY72fvf76617wP3m7gUqVKtnChQutadOmvtpr1641bTHwxRdfbDxGSQlaOaBmzZop5wUlABxyyCH2xhtvbDxeWxGcdtpp9tBDD/leWwkGSlpQwgEFAQQQQAABBBBAAAEEEEAAAQQQQAABBBBAAAEEEEAAgWIV+OGLb+zGJmd7t1en+cHW85Hri/VWy+y+SAAoM2ouVFJAS/q/+eab3o8VcH/vvffsl19+STlMy+drufwdd9wxLeADDzxgPXv2TFliXwfWqFHDNttsM1u9enWp82666Sa75JJLAjtk0KBBpm0HEuX000+3xx57zEskCJsA8NNPP9l2221nf/75Z+TOr1atmpc4oIQDCgIIIIAAAggggAACCCCAAAIIIIAAAggggAACCCCAAALFKPDsiIds/qjHvVs74bLudkzf/1uduxjvtyzuiQSAslDmGmkFNBM/qPTo0cNuvfVWq1q1auBxU6ZMsd69e9v3338feNzf/vY3u/POO61Xr16Bxy1fvtwOOuigjSsLaHn+999/33bfffdICQAffPCB1alTx/da2267rZcgoKSCdEkCJ554os2ePZvRgwACCCCAAAIIIIAAAggggAACCCCAAAIIIIAAAggggEBRCmj2v1YBUOn71K1W6+D9ivI+y/KmSAAoS22ulSLgSgDo06ePXXvttabZ8EFFM/O1CkDJ1QNKnqPr3Xfffda9e3fzu/aGDRvsiCOOsFdeeWXj6dddd51dddVV3v+PsgLAokWLrFmzZqWavscee9i4ceOsZcuW3u+++uor071q2f+SRasi1K3LPic8OggggAACCCCAAAIIIIAAAggggAACCCCAAAIIIIAAAsUl8OPX39l1jbp4N7XvkQfZuY/dWFw3WE53QwJAOcFzWbPmzZvbggULAil22mknmzt3rjVo0CDtcVrKf+TIkZE4zz//fBs7dmzac7SlgFYeSBQtwa8g/BZbbOH9KEoCwNNPP22tW7cudZ1PP/201DYCf/zxh9WvX9+0akBySU4+iHSTHIwAAggggAACCCCAAAIIIIAAAggggAACCCCAAAIIIIBAHgs8d+sjNvfWR7wWtrqkq7Xof3oet7ZwmkYCQOH0VVG3dO3ataal90ePHm0TJ05MuddddtnFVqxYUWorgEceecTOOuuslGNr1qxpt912mze7fpNNNrEXX3zRBg4caKtWrUo5bsSIEXbxxRen/ExbCGjJ/m+//Xbjz5944glr3779xv8fJQFg1qxZ1rZt21L9plUG0hWtTnDuueem/KpNmzY2c+bMou57bg4BBBBAAAEEEEAAAQQQQAABBBBAAAEEEEAAAQQQQKDiCQxv1t2+++RL78b7PHmL7dG4fsVDyMEdkwCQA1SqjCegJfoffPDBlEpuvPFGu/zyyzf+7K+//rJatWp5M/ITZfPNN7e3337b9t1335RzP/vsM292vZIMEmWbbbax1atX29Zbb73xZ7169bJ777134/8/5phjbP78+Sl1RUkAmDNnjrVq1Srl/EMOOcRee+21tEBvvfWWHXjggSm/0/9ftmxZPFDORgABBBBAAAEEEEAAAQQQQAABBBBAAAEEEEAAAQQQQCCPBH767j829IBOXov2PvxAO2/i8DxqXWE3hQSAwu6/omy9gvgHHHBAyr01bdrUXnnllY0/W7JkiR166KEpxwTNlu/atatNmDAh5fgZM2ZsnKGv+g477DBLnp2v7Qe22267lHOUALBu3bpS7lo5QKVdu3am1QVUXn/9dWvcuHHKsR06dLCpU6em7bc1a9ZYjRo1Un63zz77lNoWoCg7nZtCAAEEEEAAAQQQQAABBBBAAAEEEEAAAQQQQAABBBCoMALzR020Z0f8d0Lw8YPPspYDulSYe8/1jZIAkGth6o8s8NNPP5lm6CeX3Xff3TSTP1G0TcDpp6fuA9KvXz8bNWpU2usNHTrU/vnPf6b8TlsFDBgwwPvZtddea0OGDInc1pIndOnSxbQ1gcpXX31l2r4guSjJYNGiRWmvk24FgCZNmtjixYtjt4sKEEAAAQQQQAABBBBAAAEEEEAAAQQQQAABBBBAAAEEEMgXgRFH9bQ1q/670vf5U0fanofuny9NK/h2kABQ8F2Y/zfw0EMPWbdu3VIa2qdPHxszZkzaxn/yySdWu3btlN9phv2KFSs2/uzRRx+1M888M+WYTp06mRID0pW+ffuWut4dd9xh/fv39w5XW3RM3JKcAKC6NIP/ww8/3FjtFltsYd98802pBAcdcN9999m5556b0oSzzjqr1MoFcdvI+QgggAACCCCAAAIIIIAAAggggAACCCCAAAIIIIAAAgiUl8Av//nJrqnf0bv8Xoc1sN5T/ru6NiU7AiQAZMeRWgIEFixYYM2bN085QjPjFdCvWrVqqTM1U18z9pNLyeX9NYu+WbNmKceorlWrVtmOO+6Y8vOff/7ZlECg5fuTS/IWAJMnTzYlEMQtJRMALr300o1bAiTqvummm+ySSy5JudTvv/9u9evXt5UrV6b8/OGHHy6V6BC3jZyPAAIIIIAAAggggAACCCCAAAIIIIAAAggggAACCCCAQHkJvDh2is2+8X7v8scOOtOOG5Q66be82lUs1yUBoFh6Mo/v448//rDddtvNm/meXBo3bmxjx461Ro0aeT/W0v933XWXXX755fbnn3+mHDthwgTTbPhEWb9+ve2666723XffpRynJfMfeOAB22+//byfazWB3r1727PPPptynGbia4n+bbfdNpKckghq1qyZcs4BBxxgb775Ztp6Vq9ebXvssYepvYnyt7/9zUaPHm3nnHOO6b/VDrVx+vTpKXXsvPPO9u9//9uqVKkSqY0cjAACCCCAAAIIIIAAAggggAACCCCAAAIIIIAAAggggEC+Ctx8zHn29QefeM07b/JNtnfTA/K1qQXZroJPAJgyZYoXPP3+++8jdYD2mH/88cetdevWzvM2bNjgBZKfeuope+GFF0x7tev/qzRs2NAUAO7YsaMdccQRaWe0B11AQfGZM2favHnzbNmyZfb+++97h2vGuupu27attWzZ0mrUqOFsZ/IBCrovWbLEZs+ebQsXLvQC1GvXrvWWnj/wwAPtqKOOsnbt2nnX2GyzzSLVncnBd955p/Xr1y/tqZqxv9VWW9mXX36ZEihPHKz2vv7666XaOXLkyFIz6RPnKHiu+/riiy9M/VeyXHTRRXbzzTdHvpWoCQC6gK5z8cUXl7rWlltuadWqVTMlCZRMeNDB48ePL7V1QuQGcwICCCCAAAIIIIAAAggggAACCCCAAAIIIIAAAggggAACeSLw27pf7Ko6p3itqX3IftbniZut0iab5EnriqMZBZ0A8Msvv9jAgQPtnnvuyag3brzxRm+2eVBRYsGIESO8meoKoAcVBe2vv/56a9++vW3iGKhq+9133+0d70pe2GGHHezaa6+1nj172uabb+68VwX7r776aps1a5bzWC2tr0B63bp1ncfGPUDtv//+/y7nEbb8/e9/t+eff9722muvUqcosN+tWzfT6gBRyoknnuglc2j2fdSSSQKA2tm9e3d76KGHQl9OyRKjRo0KfTwHIoAAAggggAACCCCAAAIIIIAAAggggAACCCCAAAIIIJDvAi+Ne9JmXjvOa2bLC8+w4y8+O9+bXHDtIwEgIAHg66+/tvPOO6/U0uxBvawZ9kos0KoEfjPr161b581cV1JBlHLFFVeY/mm2vF9ZsGCBde3adeMKBWHq1woGWnr/sMMOC3N4rGPGjBnjJSf88MMPznpOPfVULwiu2fx+RTPnb7rpJs9crkFFAf8BAwbY0KFDM15WP5MEALVJSQDDhw/3Ej5+/vln32aqb5XsMWjQIKcPByCAAAIIIIAAAggggAACCCCAAAIIIIAAAggggAACCCBQSAK3HdfHVr/7b6/JvSYOs30Ob1hIzS+ItlbYBAAF6qdNm2YtWrRI21EKJmt1gXvvvTdyR6ruqVOn2nHHHVfqXC3Nr0CwguCZlHHjxnkrAVSqVKnU6e+9956dfvrp3hYFUcvRRx9tDz/8sO22225RT418/I8//miTJk2yp59+2tv2QNsgKJCvlQ60isLhhx9uZ511lvffYYu2D5C56vzggw9MyRt//fWXt3XCnnvuaa1atTIlFOyxxx5hq0x7XKYJAInKdP6DDz7otXPVqlVeIsT222/vrXBwwgkn2LnnnhuY8BCr8ZyMAAIIYc8b7wAAIABJREFUIIAAAggggAACCCCAAAIIIIAAAggggAACCCCAQDkJ/PHbert8r3be1WsesK9dMP1W27QMtiovp9stt8sWXQKAZuzfdtttGc/wTvTEo48+ameeeWZKxyiwf80111iPHj28oK2SBJREcNVVV5Waca9gs7Ym0HHJ5aWXXrLOnTt7+90nl8GDB3uz03fddVf7/fffvWXvL7vsslLB/GbNmtkjjzxitWvXTjnfbzsEze5XwsExxxzjLXmv/eZvv/12b1/6kkU/79+/f9rkgnIboVwYAQQQQAABBBBAAAEEEEAAAQQQQAABBBBAAAEEEEAAAQQKXmDhA9Nt+jV3effRol9na3Vpt4K/p3y8ARIA0vSKgvNnn322zZs3L+W3CqRfdNFFKUv7a2n3++67z3r16pVybLoVBpQw0LdvX28GeHLp06ePjRgxotTS/nPnzrWOHTva2rVrU47X9ZSEkFzmz59vp5xySsqxtWrV8vadP+qoo1KO1Qx87TE/YcKElJ+3bNnS+9kuu+ySj2OVNiGAAAIIIIAAAggggAACCCCAAAIIIIAAAggggAACCCCAQIEK3HFiP/v87ZVe68999Abb96hGBXon+d1sEgDS9M9zzz1Xavn+Jk2a2OOPP552CXnNqu/SpYu9+OKLKbVdd911duWVV26cUf/22297Af2VK/87sFUUbH/qqaescePGpVqiwP8FF1zgLc2fXEqucqDl87WlwLBhw1KO02x+JRZsvvnmpepOd49KWnjmmWdMqwxQEEAAAQQQQAABBBBAAAEEEEAAAQQQQAABBBBAAAEEEEAAgWwI/PXnn3ZprdZeVbvst6f1n3mHbbb537JRNXWUECABoASIZvTfcMMNXkA9uQRtLbB+/XpvuX5tPZBcFOzXbP1tt93W+3G6bQW0N70C/DvuuGPawak6Bw0alPK7pk2b2mOPPWaa4a/y7bff2llnnWXPPvtsynHaKkCJCenKJ598YmeccYYtWrQo5de33nqrDRw4sMI8KEqe0PYJSpLQFgkUBBBAAAEEEEAAAQQQQAABBBBAAAEEEEAAAQQQQAABBBDIrsCrE2bZk1fc6VV69AWn2YmXn5PdC1DbRgESAEoMhv/85z/Ws2dPmzp1aspvXIFxV6DeL0lAwXZtLVC5cuW0w3LGjBl20kknpfxOqwbMnDnTGjX677IYS5cutbZt25q2LkiUkseUrNzvPl3tKbZnRwkA2hJh6623JgGg2DqX+0EAAQQQQAABBBBAAAEEEEAAAQQQQAABBBBAAAEEEMgLgdHtBtin/1rhtaXHw9db3aMPzot2FWMjSAAo0at+M+ODZtOrikmTJlnnzp1Tattnn328RIIGDRqYX8D92muvLbXaQHIlixcv9rYj0HYAyWXu3Ll27LHHej9KlyRwwAEHeG2qU6dO2nH766+/2kUXXWRjx45N+b1WEhgzZoxpO4CKUEgAqAi9zD0igAACCCCAAAIIIIAAAggggAACCCCAAAIIIIAAAgiUp8DFu7fyLl9j75o24Jk77W9VSm9hXp7tK6ZrkwBQojdXrFhhp512mi1fvjzlNwsXLrRmzZr59v0rr7xihx9+eKnfJ85bs2aNt+T+vHnzUo5xJRa8//771qlTJ3vrrbd8z5swYYJ17do15ffHH3+8t+VAtWrVfNt83XXX2TXXXBP5vGJ6AEgAKKbe5F4QQAABBBBAAAEEEEAAAQQQQAABBBBAAAEEEEAAAQTyTWDJY8/a1Etu95rV/PyO1vrKnvnWxKJqT9ElAGjpe5Xk5fBr1apl9evXt6OOOspbKl+z4jfZZJO0HekK5Pv1vuu8MIH8dHWHOS/TQH6m5xXTE0ACQDH1JveCAAIIIIAAAggggAACCCCAAAIIIIAAAggggAACCCCQbwJjT7nIPnr9Ha9Z5zx0rdVr0TjfmlhU7Sm6BIAwvdOmTRsbOnSoNWzY0CpVqpRyiiuQ71f/0qVLveSC5MQDHZuY4R8mkJ+ubr8tCZK3Dsg0kH/bbbfZoEGDUi7r2jogjG8hHUMCQCH1Fm1FAAEEEEAAAQQQQAABBBBAAAEEEEAAAQQQQAABBBAoNIHE8v/Vau1iA+eOtc23qlJot1BQ7a2QCQDqIa0KcNddd1mrVq1SkgAyTQBwBfhdv/cbNd9995116dLF5syZk3JINhIAtEXAmWeemVIvCQAF9fzSWAQQQAABBBBAAAEEEEAAAQQQQAABBBBAAAEEEEAAAQTyVuCNyc/ZpEG3eO07slcHa3vNuXnb1mJpWEEnAGj2tmbyawZ8JkXB7scff9zq1au38XQSAA6wSZMmedskVITCCgAVoZe5RwQQQAABBBBAAAEEEEAAAQQQQAABBBBAAAEEEEAAgfIQuPvUS2zVq297l+4+/p+237GHlkczKtQ1CzoBQD21fv16W7t2rddpW265pVWp8n9LRvz000/27rvv2pgxY2zChAlpO/bqq6+2IUOG2Kabbur9PtMEgBUrVthpp51my5cvT7nO9OnTrV27dpbpCgBr1qyxM844w+bNm5dS76233moDBw70fpbpFgAy6dq1a0q9TZs2tccee8xbIaEiFBIAKkIvc48IIIAAAggggAACCCCAAAIIIIAAAggggAACCCCAAALlIZBY/n/bXXa0wc/fY1tss1V5NKNCXbPgEwDC9NYff/xh48ePt169epU6vHnz5qal8HfddVfvd5kmALjOyzQBIMx5mSYAZHpeGPNCOYYEgELpKdqJAAIIIIAAAggggAACCCCAAAIIIIAAAggggAACCCBQSAL/evJ5e7z/CK/JR/Q8xdr987xCan7BtrVCJACod3744Qfr0aOHTZs2LaWz9tlnH5s6dao1aNDA+/nixYvtuOOO27iqQOLghQsXWrNmzXw7Ol0CwC677GIzZ860Ro0a2YcffmidO3e2pUuXptTxyCOPWJcuXXzr9UsASKwsoBOHDRtmV1xxRUodxx9/vJfYUK1aNd+60yUAdOzY0e677z7bdtttC3ZQR2k4CQBRtDgWAQQQQACB/8/eXYBJWXUBHD90dwrSIA2iNCICokiHSEg3CEgI0iUNUgJKdyMipTQo3YIKiMTS3Z3fc+5+u847O7s72zOz//s8Puo7973xe4fdYe655yKAAAIIIIAAAggggAACCCCAAAIIIIAAAgg4JzClbg85+fshU7nRtL6Sp3xx526kVogEIk0AwOvXr2XAgAHmH/tiu7jvzI57R+IrV66UqlWrWl7Shf9FixZJ1qxZ5ebNm2ahf926dZY6AwcOFD2GwL+iAQOVK1eWy5cv+1ZJkCCBrF+/XooW9T4jQxf669evb2kif/78snjxYsmePbvDpvXohO7du8uYMWMsr7dt21a+/fZbiR07dojeWO5yMwEA7vKkGCcCCCCAAAIIIIAAAggggAACCCCAAAIIIIAAAggggIA7Cfik/4+fPLF02zpV4iRO4E7Dd9uxRpoAAH1Cjna863XbAIDr169LvXr1ZOPGjZaHOnr0aOnUqZO/D3ry5MnSunVry+sVK1aUuXPnSpIkSeTRo0fy5Zdfmt31tkXbHDZsmMSMGdNh2xs2bDAZCWyLbWCBXv/tt9+kVKlSljq22QccNXz//n354osvzPhsy5AhQ6RHjx5u+4YO6sAJAAiqGPURQAABBBBAAAEEEEAAAQQQQAABBBBAAAEEEEAAAQQQCFjg8MptMr/tUFPpvaZVperANpCFk0CkCQDQhV7daa/p8m2L/U55/xbqA9oZ799uel1I16CDaNGiiX8ZCGyDBBw9c92h37lzZ8tLDRo0kIkTJ4pmAtBy/Phx+eyzz+To0aOWepp9oHbt2g7fSl5eXibQYefOnZbXNbNAuXLlwuntF/HdEAAQ8c+AESCAAAIIIIAAAggggAACCCCAAAIIIIAAAggggAACCHiWwLQGveXElv1mUg2n9Ja8Fd7zrAm68GwiTQCAptBv2LChn539js68d7ToXrx4cVmwYIFkyJDBz+M8c+aM1K1bV/bs2WN57eeff5YqVar4XnN0TEBAO/Vv374tzZo1k59++snSrn02grt370rz5s1l2bJllnoBZRdYvny51KxZ01I/oDm68Hs4REMjACBEfNyMAAIIIIAAAggggAACCCCAAAIIIIAAAggggAACCCCAgB8Bn/T/cRLGl6+3z5B4SROiFE4CbhsAoLvu+/XrJ3HjxjU75OPFi+cv2dOnT0UXzXv27Omnjp53rwvlUaJE8X1t7969Uq1aNdGgAdsyZcoUs9BuW1d39o8fP146duxoqfvhhx/KnDlzRBf4fYp/gQI6rgEDBkj06NEtbWgAge7213T9PiVnzpyydOlSyZ07t+81HYMGLXTp0sVyv9bVLAD58uWzXNfAglatWpl2bItmSFBTzVgQWQoBAJHlSTNPBBBAAAEEEEAAAQQQQAABBBBAAAEEEEAAAQQQQACB8BA4una7zGk5yHRVvHFlqT7oi/Dolj7+L+C2AQC6iK2L42vWrDG78nWnvO7CT58+vcSMGdNM78GDB3L48GGZNGmSLFy40M9DL1GihMybN08yZsxoee3hw4fSrl07mTVrluW69jNo0CCpXr26CTjQMUyfPl0GDhxoWaTXm8aOHSsdOnSwBAvoYrMu9OuxALZFU/n37dvXzCFJkiSi/euu/969e4um6rctusg/ePBgiRUrluX6X3/9JbVq1ZJjx45Zrn/00UdmzAUKFJCoUaPKqVOnzCK/vYfOTTMIFCxYMFL94SAAIFI9biaLAAIIIIAAAggggAACCCCAAAIIIIAAAggggAACCCAQxgIzG/eTvzd6Z05v8EMvyVepZBj3SPO2Am4bAOBf2ntnH68ueM+ePVtKlSrl8JYdO3bI559/7mcB3pn2NUBg8uTJkiJFCj/VT548aQIX7I8LcKbdIkWKyNy5cyVbtmx+qutCtmY56NatmzNN+akzYsQIk0nBk3f/b5++ws+8X716LU+ePpFYMWM6nPt7zaoFy5ObEEAAAQQQQAABBBBAAAEEEEAAAQQQQAABBBBAAAEEEIiMAj7p/2PEiSU9d82W+MkTR0aGCJuz2wYA6IK37oTX3exBLdmzZzc79D/++GPLDn3bdjStvu6Sb926tZ/d/QH1pzvuJ0yY4HCR3ue+bdu2SaNGjYIUXJA/f375/vvvpVixYv52r5kDNABAMx4EpegRBPpPQMcoBKU9V607p8U3cvSXHU4PL32BHNJ+1Vin61MRAQQQQAABBBBAAAEEEEAAAQQQQAABBBBAAAEEEEAAgcgs8Nf63TKraX9DUKxBRakxtH1k5oiQubttAIBqPX36VFavXi3Dhw+Xffv2BQqoqfZ14V3T6Nun/Xd0swYBrF+/Xrp27SpHjx4NsH1tu3HjxtKnTx+HO//tbz548KBZrN+0aVOg4/7ss89k6NChkjlz5kDrPn782AQ3jBo1Sm7duhVgfc2CoEcS1KlTx8+RAoF25IYVCABww4fGkBFAAAEEEEAAAQQQQAABBBBAAAEEEEAAAQQQQAABBNxGYHbzgfLnrzvNeD+f1EPeruI4G7vbTMgNB+rWAQA+3i9evDAp9desWSPbt2+Xw4cP++7aL1q0qOTIkcPs9i9TpoykTJkyyI9JF9V///13kxHgjz/+kEOHDpk2kiZNKoUKFTLt6iK9LqhHiRLF6fZ9xr1kyRLZu3ev7N6929yrwQRvv/22OZ6gdu3akitXLokaNarT7WrFa9euyYoVK4yJjtnLy8vcr9kPChQoIFWrVpUKFSpIwoQJg9SuO1cmAMCdnx5jRwABBBBAAAEEEEAAAQQQQAABBBBAAAEEEEAAAQQQcHWBrzNUkFcvX0nUaNGk1765kjBlUlcfsseNzyMCADzuqTChMBEgACBMWGkUAQQQQAABBBBAAAEEEEAAAQQQQAABBBBAAAEEEEAAATm+eZ9Mb9jHSBT9vILUHN4BlQgQIAAgAtDpMmIECACIGHd6RQABBBBAAAEEEEAAAQQQQAABBBBAAAEEEEAAAQQQ8HyBua0Hy5HVv5uJ1vvuaylQvbTnT9oFZ0gAgAs+FIYUNgIEAISNK60igAACCCCAAAIIIIAAAggggAACCCCAAAIIIIAAAggg0CNLZXnx9LmB6L1/niRKnRyUCBAgACAC0OkyYgQIAIgYd3pFAAEEEEAAAQQQQAABBBBAAAEEEEAAAQQQQAABBBDwbIF/fjsoU+v1NJMsXOdjqTWqk2dP2IVnRwCACz8chha6AgQAhK4nrSGAAAIIIIAAAggggAACCCCAAAIIIIAAAggggAACCCCgAgvaDZNDK7YajDrjusq7NcsCE0ECBABEEDzdhr8AAQDhb06PCCCAAAIIIIAAAggggAACCCCAAAIIIIAAAggggAACni/Q661q8uzREzPRXnvmSOK0KT1/0i46QwIAXPTBMKzQFyAAIPRNaREBBBBAAAEEEEAAAQQQQAABBBBAAAEEEEAAAQQQQCByC5za+Yf88NnXBuGdmmWl7riukRskgmdPAEAEPwC6Dz8BAgDCz5qeEEAAAQQQQAABBBBAAAEEEEAAAQQQQAABBBBAAAEEIofAoi9HyoEfN5nJ1h7TRQrWKhc5Ju6isyQAwEUfDMMKfQECAELflBYRQAABBBBAAAEEEEAAAQQQQAABBBBAAAEEEEAAAQQit0DfXDXl8b2HBqHHrtmSNF2qyA0SwbMnACCCHwDdh5/A8yfPAuxs84TFsnHsfFMnU6Hc0mLhUIkRO2b4DZCeEEAAAQQQQAABBBBAAAEEEEAAAQQQQAABBBBAAAEEEHAjgTN7/5RJNb4yI85f+X2p/31PNxq9Zw6VAADPfK7MKhgCzx49kdHl2shNr8vm7hpD2kmxhpWC0RK3IIAAAggggAACCCCAAAIIIIAAAggggAACCCCAAAIIIOD5Aku6jJZ9i9ebiX72bScpVPtjz5+0i8+QAAAXf0AML3wFds5aJT/1nmg6TZ0jo7T9cZTESRQ/fAdBbwgggAACCCCAAAIIIIAAAggggAACCCCAAAIIIIAAAgi4gUD/fJ/Jw1v3zEi775gpyTK84Qaj9uwhEgDg2c+X2QVDYHylDnL+8D/mzvLdGknZDnWD0Qq3IIAAAggggAACCCCAAAIIIIAAAggggAACCCCAAAIIIOC5Al4Hj8mEKp3MBPOULy6NpvX13Mm60cwIAHCjh8VQw0fg8M9bZf4Xw0xniVInkzY/jiJaKXzo6QUBBBBAAAEEEEAAAQQQQAABBBBAAAEEEEAAAQQQQMBNBJZ9PU72zP/FjPbTER2lSL3ybjJyzx4mAQCe/XyZXTAFptXvLSe27jd3l2pVUyr1aRHMlrgNAQQQQAABBBBAAAEEEEAAAQQQQAABBBBAAAEEEEAAAc8TGPhOXbl/7baZ2Ne/T5fkmdJ63iTdcEYEALjhQ2PIYS9wYtsBmfZ5L9NRjNixpM2PIyVd/rfCvmN6CFWB3bt3y7x582Tx4sXyyy+/SMGCBZ1u//z587Jo0SJZuXKlnD17Vq5duyYJEyaUFClSmHYqVqwoVatWldixYzvdppeXl8ycOVPWrFlj2rx//76kTJlS8uXLJ7Vq1ZJ69epJjBgxnG7v9u3bMmvWLNPen3/+Kbdu3ZI4ceJIqlSp5K233jLjq1mzpiRNmtTpNqmIAAIIIIAAAggggAACCCCAAAIIIIAAAggggAACCAQmcOHISRlXob2plqNMIWk255vAbuH1cBIgACCcoOnG/QQWtBsuh1ZsMQMvVPsj+ezbzu43iUg44pMnT5pF//nz58upU6d8Bfbt2+dUAMCzZ89kyJAhMmzYMHn69GmAghkzZpQxY8ZItWrVAqz3+vVr0+agQYPkyZMn/tbNlSuXzJ07V955551An5wGNbRq1Uru3r0bYN1kyZLJ2LFjpX79+oG2SQUEEEAAAQQQQAABBBBAAAEEEEAAAQQQQAABBBBAwBmBn3pNkJ2zV5uqNYd1kKL1KzhzG3XCQYAAgHBApgv3FDj/xz8yvmIH38G3WDBE3no/8IVZ95yte49ad+frbn1d+NeFfkfFmQCA58+fm8X8tWvXOg0SJUoUmT59ujRp0sTfexo3biyzZ892qk3NMvDrr79KsWLF/K3fs2dPGTp0qFPt+VTSMTZt2jRI91AZAQQQQAABBBBAAAEEEEAAAQQQQAABBBBAAAEEEHAkMKhQfbl7+YZ5qevWqZIyazqgXESAAAAXeRAMwzUFVvSeJDtmrTSDy/1xMWk8vZ9rDjSSjmrTpk3y7bffyoYNG+TFixcBKjgTAPDFF1/IpEmT/LQTLVo0efPNN+XBgwdy8+ZNh6/v379f3n77bT+vaYaAzp39Zo/QVP2amv/SpUuiGQJsS9q0aeXo0aOSJEkSP+1poEPdunUdjiFNmjTmWIE7d+74eT1mzJii2RHSp08fSd8tTBsBBBBAAAEEEEAAAQQQQAABBBBAAAEEEEAAAQRCQ+DS36dlzEdtTVPZShaQlguDtmkxNMZAG/4LEADAuwOBAARuel2WMR+3lacPHptan0/qIW9XKYWZiwgEZWd9YAEAZ8+elSxZssirV68ss2vWrJnZbZ8iRQpzfdeuXSad/unTpy31GjZs6GeXvwYL6DEBGjhgW7766isZMGCAxI0b1xxT0KhRI9mxY4elTvv27WX8+PGWa7q4r+3dunXLcr1evXoyevRoSZUqlQkmWL58uclIoPVtS69evcwxBBQEEEAAAQQQQAABBBBAAAEEEEAAAQQQQAABBBBAILgCP/f9XrbP+NncXmNIOynWsFJwm+K+MBAgACAMUGnSswTWj5orG8bON5PKXDSvtFk20rMm6MazcRQAoGfea7HfqR9YAMCECRNEF91tS7ly5WT9+vV+hLZv3y4lS5a0XE+XLp2cO3fOcm348OHSvXt3y7Xy5cvLL7/8Yrl29+5dyZEjh1y5csX3evz48eXChQuSKFEi32szZswQDUiwLUWKFDFBCXoUgW3R4IEvv/zScq1EiRKiY6cggAACCCCAAAIIIIAAAggggAACCCCAAAIIIIAAAsEVGFqskdw6f9Xc/tXmyZLqrQzBbYr7wkCAAIAwQKVJzxJ48fSZjCjVXG5fuGYmRiST6zxfnwAATZlfrVo1qVGjhpQqVUoqVqwo69atsww0sACAjh07yrhx4yz3TJ06VZo3b+5wwrpA//DhQ9/X9JgA+2MIypQpI1u2bLHcr8cVfPjhh37a1N35Q4YMsVxftmyZ1KxZ0/eaZhmYO3eupY7+v2YksC8XL140xxbYFk3/7+Xl5ToPkJEggAACCCCAAAIIIIAAAggggAACCCCAAAIIIICAWwlc/cdLRpVpZcacuUheafMjG2dd7QESAOBqT4TxuKTA79NXyMp+P5ixpc6RUdqvHCsx48Z2ybFGpkGtXr1akidPLroL3nYHvO6yD2oAQFDcNM2+pu9/8uSJ7226U//OnTuWZlKmTCnXr1+3XHv8+LHEju33vfPrr7/KJ598YqmrO/jHjh3re02DG3777TdLncOHD0v+/Pn9DP/Zs2cSK1Ysy3UNlNCsAhQEEEAAAQQQQAABBBBAAAEEEEAAAQQQQAABBBBAIDgCqwZOkd+mLDe3VhvUVko0rhKcZrgnDAUIAAhDXJr2LIGx5b+Qi3+eMpMq/3VjKdu+jmdN0INmE9YBAJs2bfKzi79q1aqyYsUKi6JmBXj16pXvNT2e4MaNGw6ljx49Kvny5bO8VqVKFfn5Z+8zdIJa/vrrL8mTJ4/lttKlS8vmzZuD2hT1EUAAAQQQQAABBBBAAAEEEEAAAQQQQAABBBBAAAEjMLxkU7lx5pL57y4bfzAbZymuJUAAgGs9D0bjwgIHftwki770TmOSKHVyafvTt5I0XSoXHnHkHVpYBgDs2rVLateuLefPn/cF1oX+nTt3SuHChS3oceLEsWQJiB49uvl/rW9f/v33X8mWLZvl8nvvvSe///57sB5kly5dZPTo0ZZ7R44cKV999VWw2uMmBBBAAAEEEEAAAQQQQAABBBBAAAEEEEAAAQQQiNwC109fkBHvex+dnP6dHCZjNsX1BAgAcL1nwohcWGBKnR5ycvshM8JSrWpKpT4tXHi0kXdooRUAoOn1O3bsaCBfvHhh0ud7eXlZYPXogUmTJknr1q39gGfJkkVOnz5tua4783PlyuWn7okTJyRHjhyW6++++67s378/yA/y5MmTkjdvXnn69KnvvfHjx5czZ86YIxPsy+3bt2Xp0qUyb948SZw4saxcuTLIfdrfsHv3btPe4sWL5ZdffpGCBQs63ebDhw9lyZIlZhyaGeHq1auixy6kSpXKGFWuXNkEYSRJksTpNjVgY+rUqbJhwwbzTHTO8eLFE31GmhmhWbNmfvydbpyKCCCAAAIIIIAAAggggAACCCCAAAIIIIAAAghEAoG1Q6bLlklLzUyrDmgt7zWrFglm7X5TJADA/Z4ZI45AgWOb9sqMRn3NCGLEiSVtfxwlb+az7tqOwOHR9f8FQisAYPr06dK8uXckm6OSMWNG+f7770X7c1Tq1KljFsBtS9u2bWXixIl+qjvasV+oUCHZu3dvkJ6rLvqXKFFCDhw4YLlvyJAh0qNHD99rWm/16tVmkX7t2rXy7Nkz81rFihXN9eAUDTzQ9ubPny+nTnkfl6Fl3759TgcA6JEH7dq1M8EWARUNZBg1apQ0atQo0KHq3AcOHGgJiLC/SbMyaHYErRs1atRA26QCAggggAACCCCAAAIIIIAAAggggAACCCCAAAKRTWBk6RZy7aR3huRO6ydJmlyZIxuBW8yXAAC3eEwM0pUE5rUeIn+s/s0MqVDtj+Szbzu70vAYi4hZkF+3bp3FIiiL0D43Dhs2zLJobo/79ttvS79+/aRaNccRbrqr/rPPPrPcpscAzJ07VzQ4wKc4qqev6c70zZs3B+mZNmhAhHvFAAAgAElEQVTQwCzC2xYNJNAjCrRvzQKg89LAhLt37/ppO6gBANeuXZNFixaZPtXYUXHWXh3U5dWrV07PWQMwHGVf8GlAMziMGzfO6fYaNmwos2fPdro+FRFAAAEEEEAAAQQQQAABBBBAAAEEEEAAAQQQiAwCN89dlmHFm5ipps2TVTr+OiEyTNst50gAgFs+NgYdkQJeB47JhKqdfIfQYsEQeev9dyJySPRtJxBaAQBbt241i/CBlTZt2phd/XocgG3RYwPy5Mkjmt7fvuTOnVsyZ84sZ8+eNWnuHRUNLPjpp58C6973dd3hr4v7tiVlypTmGIF06dKZIIBatWrJpUuX/G3T2QCATZs2ybfffmtS6us8AyrOBACcO3dOsmfPLk+ePPHTlKb+1x36jsat1/WoBnW2L2vWrJFKlSr5uR47dmxznMDFixcdjl0DADQQgIIAAggggAACCCCAAAIIIIAAAggggAACCCCAAALeAr+OmCWbxi8y/12lXysp2aI6NC4qQACAiz4YhuXaAj/2+E52z11jBpmnfHFpNM37WACKawiEVgCA7Wx0kfvy5cvmPHvd9X/lyhXLZEeOHGlSyNuX3bt3myACRwvbgWl16tRJRo8eHVg18/rQoUOlZ8+elroJEyaULVu2yDvvvGMCDerWrSs6noCKswEAjRs3dnqnvDMBAL1795bBgwdbhqbBC8uWLZOSJUua6xrI8Omnn4qXl5elnmYA0EwA9kXnfejQIctlPV5AgyTixYsnjx8/ll69esmYMWMsdfRoBz3OQDMmUBBAAAEEEEAAAQQQQAABBBBAAAEEEEAAAQQQQEBk9Iet5fLxs4ai4y8TJG3erLC4qAABAC76YBiWawvcOn9FRpVuKc+feJ+bXn9SD8lfpZRrDzoSjS4sAgBs+XRHf/78+S1nyuti+9WrV0V3l9sX3S2vi+/Xr193+BQSJUpkUt9PnjzZ8rqzO9EnTZokX3zxheXeOHHimGMQdPFcU+rXrl1bli9f7pteX7MVZM2a1Sx025aQBAAkS5bMNHXz5k1Lm84EAHzwwQeybds2y30zZ84UDTSwLY529evuf/ssChosoEcf2JbChQubAAj7TA0fffSRyWRgWzZu3Chly5aNRH9qmCoCCCCAAAIIIIAAAggggAACCCCAAAIIIIAAAo4F7ly6LoMLNzAvps6eQbpssq5n4OZaAgQAuNbzYDRuJPDL8Fmy+TvvVCeZi+aVNstGutHoPXuoYR0AoHo1atTwk55//fr1Uq5cOYe4t2/flgkTJsjKlSvl1KlTZve57jSvWrWqdO7c2aTTHzFihOVe3bWfIUOGAB/W3LlzpVGjRvL69WvferpzXfv55JNPzLUbN25I6tSpzcL3+++/b8ZevXp10bT7xYoVs7Qf1ACAtGnTih5VoG2WKlVK9H4NPLAtzgQA5MyZU44fP265799//5UsWbJYrmkmBQ1usC0pUqSQa9euWa5pRoZu3bpZrmmghB7XYF8WLVpkAjRsS5cuXWTUqFGe/QeF2SGAAAIIIIAAAggggAACCCCAAAIIIIAAAggg4ITA+m/nyoYx803NSn1aSKlWNZ24iyoRJUAAQETJ06/bC7x6+VKGFGkod69473auMbS9FGtQ0e3n5QkTCI8AAE33r4v2tmXatGnSrFmzIBM+ffrUBAPYHiugu9X37NkTYFs//fST1KpVS16+fOlbTxf5NXNAgwbekXhaNPhgxYoVUqVKFfHZpa/XdTd8cAMAVq9eLcmTJ5ciRYpYdtQH175gwYJy4MABy3z/+ecfyZYtm+Xao0ePTPp+26J2Z86csVzTjAqLFy+2XFNPdbUvem/mzJktlzUrgH0gQ5AfLDcggAACCCCAAAIIIIAAAggggAACCCCAAAIIIOABAmPLt5OLf/5rZtJhzXhJl/8tD5iV506BAADPfbbMLBwEtk3+UVZ/M9X09EaOjPLl2gkSLSbnhocDfYBdBGcROlOmTKI77m2L7irX3eWOSpMmTWTWrFmWlxYuXGhS+Qe16G7z0aNHW24LLP2/pqyvVKmSPHvmfQyFT9EsAl27dnVqCCEJAPCvg+DYa1vt2rWTiRMnWpp1tGNfgx4024Bt0eMNdBe/bXnvvfdkx44dlmsXLlwQzVhgX54/fy4xY8a0XHZ0PIJTqFRCAAEEEEAAAQQQQAABBBBAAAEEEEAAAQQQQMCDBO5dvSXfvFvPzCh5prTy9e/TPWh2njkVAgA887kyq3AUGP1ha7l83HvhuPzXjaVs+6AvAIfjcCNFV8FZhC5durRs3brV4uPfYvqtW7fMznT9t23Rc+ffffddp4118b5Hjx5+Fv81Hb6eaR8tWjSHbenCtu5Q193wtqVTp05+2gpoMK4UAPD3339L/vz55cWLF75DTpIkidnF73Osgh4loIv/upDvUzTjwfbt26V48eKWqebNm1f+/PNPy7WbN29K0qRJHZJoAIAGAviUlClTytWrV51+llREAAEEEEAAAQQQQAABBBBAAAEEEEAAAQQQQMATBTaOWyDrRs4xU6vYq5l80KaWJ07To+ZEAIBHPU4mExEC+xavlyVdvHdvJ3ojubRfNU4SpU4WEUOhz/8LBCcAYNy4cdKxY0eLYfTo0WXo0KHSunVriR8/vnnt4MGD0qpVK9HFftuiKeRPnToV4DPQVP937tyRY8eOmWCDqVOnyqVLlyz3xIoVS3bt2iUFChRw2NahQ4dEgxXu3r1reV3PsJ8/f74lHX9gbwhNua+p921LxYoVRdP7B7cEx96nrxkzZkjz5s3l9evXlu51MV6fhb2VVho+fLh069bNz3AdZXTQoxASJ07scGqxY8cWfT4+RZ/3/fv3g8vAfQgggAACCCCAAAIIIIAAAggggAACCCCAAAIIeITA+EpfyvnDJ8xc2q8aK+kL5PCIeXnyJAgA8OSny9zCTeD7T7vJ6d1HTH+lWtWUSn1ahFvfdORXIDiL0LrYqzvQ7c+S19Z1d3iaNGnMgrDuIndUli5dKp9++qm/j2PFihVSvXr1AB+XLnLPnTvX32MEzp07Zxbsr1+/7qcdDUCIESNGoG8H3SmvC+1aDh8+7CfQICIDAHRM6qgBF/bZFewnpnOdMGGCtGzZ0uGcM2bMKF5eXpbXghIAEC9ePHnw4EGgnlRAAAEEEEAAAQQQQAABBBBAAAEEEEAAAQQQQMBTBR7evCv989c200vyZirpuXu2p07Vo+ZFAIBHPU4mE1ECf63bJbOaDTDdx4gTS9qtGCNpcmeOqOFE+n6DEwCgaLq7/uOPP3a4wB4Qas+ePWXw4MEBugcWAJAsWTKZM2eOVKhQwd92fv31V/nkk09C9HzLli0rGzduNG24YgDAggULTBaAx48fBzhPTf0/bdo0adKkicOsBwQAhOhtws0IIIAAAggggAACCCCAAAIIIIAAAggggAACCMiWiYtl7dCZRqJ8t0ZStkNdVNxAgAAAN3hIDNE9BGa3+Eb+/GWHGWyhOh/LZ6M6ucfAPXCUwQ0AUIrTp09L27ZtZd26dYHKpEqVSsaMGSOafj+w4l8AQJw4caR+/foyZMgQSZ48eYDNeHoAgKbyHzlyZGCUltfbtGkjkyZN8nMPAQBBYqQyAggggAACCCCAAAIIIIAAAggggAACCCCAAAJ+BCZU6yxe+/8219v9PEYyvJsTJTcQIADADR4SQ3QPgbP7/5aJ1Tr7DrblwqGSraTjc9zdY0buO8qQBAD4zHrfvn0yf/582blzp5w6dUru3bsnmhY+derUJg2/psqvUaOGxIoVyykoDQCoXbu2OYNez7R/5513pESJElKrVi1JkiSJU214cgDAvHnzpEGDBhaHdOnSmQCLDz/8UKJGjSpbt26VTp06medhW0aMGCFdu3a1XNMjEeyPcwjKEQAJEiQwz5yCAAIIIIAAAggggAACCCCAAAIIIIAAAggggEBkFHh894H0ze199HHCVEmlz4EFkZHBLedMAIBbPjYG7aoCS7uOlb0LfzXDy1O+uDSa1tdVh8q4EJCDBw/Ku+++a5HQwIbVq1cHWyc4wRevXr2SDBkyyIULF3z71cCKI0eOyFtvvWUZy/nz5yV37txy//593+u6WH/p0iWJHz++7zWt8/ff3lGJPuXmzZuSNGlSh3OLESOGvHjxwve1NGnSyMWLF4PtwI0IIIAAAggggAACCCCAAAIIIIAAAggggAACCLizwLbJy2T1N9PMFMp1+lw+6mLdxOfOc/P0sRMA4OlPmPmFq8CdS9dlWPHG8vLFS9Nv/e97SP7KpcJ1DHSGgLMCe/bskaJFi1qqR0QAgKNxVKpUSVatWuVwKo0aNZI5c+ZYXlu5cqVUrlzZ91qxYsVk9+7dljoaPPDmm2/6afPZs2d+MjnkzJnTTwCBs67UQwABBBBAAAEEEEAAAQQQQAABBBBAAAEEEEDA3QW+r9lVTu85aqbRdvm3kqlwbnefUqQZPwEAkeZRM9HwElgzeLps/X6p6S5z0bzSZlnQzjQPr3HSDwK6QK4L5bYlIgIAFi1aJHXr1rWMo3379jJ+/HiHD2nAgAHSv39/y2t6VEDHjh19r9WvX98c4WBbdL5FihTx06YeKZA1a1bL9Y8//lj0yAUKAggggAACCCCAAAIIIIAAAggggAACCCCAAAKRTeDZw8fSK3t1M+24SRLKgKNLIhuBW8+XAAC3fnwM3lUFBrxdRx7cuGOGV2NoeynWoKKrDpVxhbKAppF/8OCBSUcfPXr0UG49dJtzlQAAXajXBXvbUrt2bdHAAEelXbt2MnHiRMtL48aNkw4dOvheGzFihHz99deWOvZBAj4vLly4UOrVq2ep26dPHxk4cGDogtMaAggggAACCCCAAAIIIIAAAggggAACCCCAAAJuIPD7tBWysv8PZqSlv/hMKvRo6gajZog+AgQA8F5AIAwEtkxcImuHzjAtv5Ezk3ReP0kkSpQw6IkmXU1AAwD0fHo9l54AAO+ns2/fPilYsKC/j2rnzp1SokQJy+sJEyYU3ZmfPHlyy/VHjx5J9uzZ5cKFC5br9kcA/Pnnn5I3b15LnRw5csiRI0ckRowYlusfffSRbNiwwXJty5Yt8sEHH7ja24vxIIAAAggggAACCCCAAAIIIIAAAggggAACCCAQ5gKTa3eXf3ccNv1opmvNeE1xHwECANznWTFSNxMYWbqFXDt53oz6k68bS5n2ddxsBgw3OAIEAJSXdevWWegCCwB49uyZpEmTRm7evGm5T9P1z5gxQ3LlymWue3l5SevWrf2k5o8dO7ZcuXJFEiVKZLm/cOHCJvjAtjRs2FAmTJhgAjSePn0qepzA0KFDLXWyZcsmJ06ckCgE7QTnjwD3IIAAAggggAACCCCAAAIIIIAAAggggAACCLixwIunz6VHlspmBrHix5FBx39y49lEzqETABA5nzuzDgeBPfN/kWVfjzM9JXojuXT8dYLET5Y4HHqmi4gUIAAg6AEA+rxGjhwp3bp1c/joUqdObbIpXLx4UV6/fu2nTpcuXWTUqFF+rm/cuFF0d7/9PdpW2rRp5fr166IZBeyLHj2gRxBQEEAAAQQQQAABBBBAAAEEEEAAAQQQQAABBBCIbAI7Zq2SFb29j+F9v2UNqdy3ZWQjcPv5EgDg9o+QCbiywMTqXeTsvr/MEEu1/lQq9W7uysNlbKEgQABA8AIAdJG+cePGMmfOnCA9hQoVKsiKFSv8pPX3aaR3794yePBgp9ts2rSpTJ8+3en6VEQAAQQQQAABBBBAAAEEEEAAAQQQQAABBBBAwJMEpn7eS/7ZdsBMqfWS4ZKleH5Pml6kmAsBAJHiMTPJiBI4una7zGk5yHQfM04s6bBmvKR6K0NEDYd+w0GAAIDgBQDoo3n58qUMHz5chgwZIg8fPgzwacWIEUM6duxoUvjHiRMnwLojRoyQvn37mpT//hXNCqCZBPQ4AFL/h8MfFLpAAAEEEEAAAQQQQAABBBBAAAEEEEAAAQQQcDmBVy9fydcZKphxRY8ZQ4b8+7NEiRrV5cbJgAIWIACAdwgCYSwws0l/+XvDbtNL4TofS61RncK4R5qPSAECAIIfAODz3C5fvizLli2TtWvXyj///CNXr16VV69eScqUKSVz5sxSvnx5qVWrlmTKlMnpR3327FmZNm2abNq0SU6cOCH379+XRIkSScaMGaVs2bLSvHlzyZYtm9PtUREBBBBAAAEEEEAAAQQQQAABBBBAAAEEEEAAAU8T2D1vrfzYfbyZVonGVaTaoLaeNsVIMR8CACLFY2aSESlw/vAJGV/pS98htFk6QjIXyxeRQ6LvMBRwpwCAMGSgaQQQQAABBBBAAAEEEEAAAQQQQAABBBBAAAEEEHAzgRkN+8qxzXvNqFsuGirZ3ivgZjNguCpAAADvAwTCQWBxp29l/9INpqc85YtLo2l9w6FXuogIAQIAIkKdPhFAAAEEEEAAAQQQQAABBBBAAAEEEEAAAQQQQCCkAl3fLO/dRJQoMuzMaokWPVpIm+T+CBAgACAC0Oky8gncu3ZLvnmnnu/EG0zuJfkqlox8EJFgxgQARIKHzBQRQAABBBBAAAEEEEAAAQQQQAABBBBAAAEEEPAwgb2L1snSr8aYWRX5/BP5dPh/2a09bKoePx0CADz+ETNBVxFYNWCK/DZ1uRmOHgGgRwFQPE+AAADnn+mjR49M5bhx4zp/EzURQAABBBBAAAEEEEAAAQQQQAABBBBAAAEEEEAg1AVmNR0gf63fZdptMX+IvFXqnVDvgwbDR4AAgPBxphcEjEC/vLXk0e375r9rDG0vxRpURMbDBAgAcP6BPnjwQF6/fi0JEiRw/iZqIoAAAggggAACCCCAAAIIIIAAAggggAACCCCAQKgLdEv3ifnOXsvQ06skeswYod4HDYaPAAEA4eNMLwgYgU3jF8qvI2ab/34jZybpvOF7ZDxMgAAA5x8oAQDOW1ETAQQQQAABBBBAAAEEEEAAAQQQQAABBBBAAIGwEti/dKMs7jTKNF+wVjmpPaZLWHVFu+EgQABAOCDTBQK2AsNLNpUbZy6ZS590byxl2tUByIMECABw/mESAOC8FTURQAABBBBAAAEEEEAAAQQQQAABBBBAAAEEEAgrgTktB8nRtdtN883mDpIcpQuGVVe0Gw4CBACEAzJdIGArsGvOalnec4K5lOiN5NJl4w8SJ1F8kDxEgAAA5x8kAQDOW1ETAQQQQAABBBBAAAEEEEAAAQQQQAABBBBAAIGwEuieqZK8fP7CND/k5M8SI06ssOqKdsNBgACAcECmCwTsBb6r3FHOHTpuLpdq/alU6t0cJA8RIADA+QdJAIDzVtREAAEEEEAAAQQQQAABBBBAAAEEEEAAAQQQQCAsBA79tEUWtB9umi5Q7QOpN6F7WHRDm+EoQABAOGLTFQI+An+t2yWzmg0w/xszbmzptG6iJM+UFiAPECAAwPmHSACA81bURAABBBBAAAEEEEAAAQQQQAABBBBAAAEEEEAgLATmtR0qf6zcZppuOnug5CxbOCy6oc1wFCAAIByx6QoBW4HpDfrI8S37zKXCdT6WWqM6AeRmArOaegdx2JbXr1+LBgFEjx5dokSJ4uf1xjP6udksw264BACEnS0tI4AAAggggAACCCCAAAIIIIAAAggggAACCCDgjEDPrFXl+ZOnpuqgEz9JrHhxnLmNOi4sQACACz8chubZAheP/itjP2nnO8kvVoyWjAVzefakPWx2Mxr1lWOb9jo9q8xF8kqbH0c6Xd/TKxIA4OlPmPkhgAACCCCAAAIIIIAAAggggAACCCCAAAIIuLLAH6t+k3lthpgh5q3wnjSc0tuVh8vYnBQgAMBJKKohEBYCC9uPkIM/bTZN5/mkhDSa2icsuqHNMBIgACBksAQAhMyPuxFAAAEEEEAAAQQQQAABBBBAAAEEEEAAAQQQCImA7TpVk5n9JVe5oiFpjntdRIAAABd5EAwjcgo8vHlX+uev7Tt5TQ+f+6NikRPDDWdNAEDIHhoBACHz424EEEAAAQQQQAABBBBAAAEEEEAAAQQQQAABBEIi0DtHDXn64JFp4ptjP0rsBPFC0hz3uogAAQAu8iAYRuQV+Lnv97J9xs8GIEuxfNJ66YjIi+FmMycAIGQPjACAkPlxNwIIIIAAAggggAACCCCAAAIIIIAAAggggAACwRU4+ssOmdPiG3O77vzXDAAUzxAgAMAzniOzcHOBPjlryJP73hFWtUZ2lMJ1y7v5jCLH8IMaAJChYC5pt2J05MBxYpYEADiBRBUEEEAAAQQQQAABBBBAAAEEEEAAAQQQQAABBMJAYHGnb2X/0g2m5UbT+kqe8sXDoBeajAgBAgAiQp0+EbATWD96nmwYPc9cfSNnJum84XuM3EAgqAEAOqWo0aNJisxvSorMaSVFFv23938ny5hGEqRI4gazDr0hEgAQepa0hAACCCCAAAIIIIAAAggggAACCCCAAAIIIIBAUAT65aklj+7cN7cM/GuZxEkUPyi3U9eFBQgAcOGHw9Ail8DQYo3k1vmrZtKfdG8iZdrVjlwAbjjb4AQABDbN5JnS+gkOSJo+tSR5M1Vgt7rd6wQAuN0jY8AIIIAAAggggAACCCCAAAIIIIAAAggggAACHiDw94bdMrOJd8r/7KXelebzB3vArJiCjwABALwXEHARgV1z18jyHt+Z0SROk0K6bp0qMePGdpHRMQxHAkENAIgVL47JAPD47oNggWoQQIosGiDgnTlAswYkTZ9KkqZLLdFjxghWmxF5EwEAEalP3wgggAACCCCAAAIIIIAAAggggAACCCCAAAKRVWBp17Gyd+GvZvoNp/SWvBXei6wUHjlvAgA88rEyKXcVGPdJe7lw9KQZ/getP5WKvZu761QixbiDGgCQuUheafPjSHn68LHcPHtJbpy5JDfOXvT+9xnvf9+/fjtYdglTJfv/kQLeAQKaNcD8ky61xE4QN1hthvVNBACEtTDtI4AAAggggAACCCCAAAIIIIAAAggggAACCCDgV2DA23XkwY075oX+R5ZIvKQJYfIgAQIAPOhhMhX3Fzi2aa/oorIW3f3/1ebJHpn63f2flPcMbI9tcGZOPgEAAdV9/uSZ3Dp3RW56/T9A4P+BARogcPviNWe68VMnXtJEvsEBesRA0nSpfIMD4idPHKw2g3KT14FjcvfyDT+3PHnyRF7La4kTO46f13RcmYvmDUo31EUAAQQQQAABBBBAAAEEEEAAAQQQQAABBBBAAIFABI5v2SfTG/QxtbIUzy+tlwzHzMMECADwsAfKdNxfYGq9nvLPbwfNRArX/Vhqjezk/pPywBms6DNJdsxcGaSZORMAEFCDr168lJvnrsitc5fl5tnL3lkDTCYB7+wBr1+/DtJ4tHLsBPF8gwOSZXjDZAzwOVYgcdqUQW7P0Q0aADChatDex22WjSQAIFT0aQQBBBBAAAEEEEAAAQQQQAABBBBAAAEEEEAAgf8E9DhqPZZaS70J3aVAtQ/g8TABAgA87IEyHfcXuHzsjIwu18Z3Ih3WjJd0+d9y/4l50Ax+6jlBds5Z7Tsj3VUfL1miQGcYLVo0cwRAWBWTOeDcZe8MAj5HDPw/OOD502dB7jZGnFjmOIHkmdL4ZgzwOVZAswhEixHdqTYJAHCKiUoIIIAAAggggAACCCCAAAIIIIAAAggggAACCIS5wDfvfi73rt40/fQ7vEjCI1NwmE+KDiwCBADwhkDABQXmtR0qf6zcZkaW55MS0miqdyoWSsQL/Nh9vOyet9Z3IJ9P6iFvVykV8QMLZAR3Ll73zhxwXjMIXDEZA3yyBzy59zDI448aPZoJDjBZA9Kn9j5WwGQP0P9OLbHi/5fWnwCAIPNyAwIIIIAAAggggAACCCCAAAIIIIAAAggggAACoS5w8veDMqVuT9NuxkK55IufRod6HzQY8QIEAET8M2AECPgReHz3gfTN/anv9WZzvpEcZQohFcECS7uOlb0Lf/UdRYMfekm+SiUjeFQh714j/TQowDuDwP8DBP5/tMCDG3eC1YHJGvD/gICoUaNaMiY40yBHADijRB0EEEAAAQQQQAABBBBAAAEEEEAAAQQQQAABBJwXWNF7kuyY5X28ce0xXaRgrXLO30xNtxEgAMBtHhUDjWwCy3tOkF3/TzOfpVg+ab10RGQjcKn5LukyWvYtXu87poZT+0jeT0q41BjDYjAPbt7xDQ6wBghcFM0qEFaFAICwkqVdBBBAAAEEEEAAAQQQQAABBBBAAAEEEEAAgcgqMKRIQ7l98ZqZft+DCyRByqSRlcKj500AgEc/Xibn7gK9slWVZ4+fmmnUGfuVvPvph+4+Jbcc/6KOo+TAso2+Y288vZ/k/riYW84lNAf96M79/4IDzv+XPcD7iIGLIeqKAIAQ8XEzAggggAACCCCAAAIIIIAAAggggAACCCCAAAIWgVM7j8gPn3Uz19Llf0s6rBmPkIcKEADgoQ+WaXmGwPpv58qGMfPNZN7ImUk6b/jeMybmRrNY2H6EHPxps++Im8waILk+LOJGM4iYoT598Mj3OIFTO/+Q7TN+DtJACAAIEheVEUAAAQQQQAABBBBAAAEEEEAAAQQQQAABBBAIUGBl/8ny+7SfTJ1Ph38pRT7/BDEPFSAAwEMfLNPyHIFBhRrI3cveqdYr9WkhpVrV9JzJufhM5n8xTA7/vNV3lM3mfCM5yhRy8VG73vC8DhyTCVU7BWlgBAAEiYvKCCCAAAIIIIAAAggggAACCCCAAAIIIIAAAggEKDCsRBO56XXZ1Om9f54kSp0cMQ8VIADAQx8s0/IcgT0LfpVl3caaCSVOk0K675gp0WJE95wJuuBMXr96LfPaDpEjq3/3HV3z+YMle6l3XXC0rj+k4AQANJrWV/KUL+76k2OECCCAAAIIIIAAAggggAACCCCAAAIIIOjGsE0AACAASURBVIAAAgi4uMCZvX/JpBpdzCjfyJVZOq+f5OIjZnghESAAICR63ItAOAmM/qitXP77tOmt9BefSYUeTcOp58jXzcsXL2V+2yFydO0O38m3XDhUspUsEPkwQmnGwQkASJbhDak5rAPuofQMaAYBBBBAAAEEEEAAAQQQQAABBBBAAAEEEEAg8gqsHjRNtv2wzABUG9RWSjSuEnkxIsHMCQCIBA+ZKbq/wImtB2Ra/V5mIjHjxpavf5suCVMnc/+JudgMXjx9bnb+/7Vul+/IWi0eLllL5HexkbrXcIITAKAzjBI1ilTu01JKtqjuXhNmtAgggAACCCCAAAIIIIAAAggggAACCCCAAAIIuJDAiFLN5fqpC2ZEvfbMlcRpU7jQ6BhKaAsQABDaorSHQBgJ/PDZ13Jq5x+m9cJ1y0utkR3DqKfI2eyzx09kfpuh8vfGPd4AUaJIm6UjJHPRvJETJBRnHdwAAJ8hFKrzsdQY0k6ix4wRiqMK26b27NkjRYsW9dPJ7du3JXHixJbr5cuXl3Xr1oVoQFmyZJF///3X6Tb++OMPWbVqlWzatEkuXbokV69elSRJksiZM2ecboOKCCCAAAIIIIAAAggggAACCCCAAAIIIIAAAq4vcO7gcfmuiveaUsqs6aTr1qmuP2hGGCIBAgBCxMfNCISfwNV/zsmoMi19O+y0fpKkyZU5/AbgwT09ffBI5rUdKsc37zOzjBotmrReOkIyFc7twbMOv6nd9LocpM40CnHzhEWiZxL5lHRvZ5fKfVpIpiJ5gtRWRFR++fKlFCpUSA4dOuSn+4gOANi2bZt07dpV9u3zfq/blgwZMsjZs2cjgow+EUAAAQQQQAABBBBAAAEEEEAAAQQQQAABBMJI4JdhM2XzhMWm9cp9W8r7LWuEUU806yoCBAC4ypNgHAg4ITCn5SA5una7qZn3kxLScGofJ+6iSkACj+8+MIv//2w7YKpFixnD7PzP8G5O4CJYYGX/yfL7tJ98RxEjdiyp3LeFFGtYKYJHFnD348ePly+//NJhpbAKAMiVK5f89dd/ARP2nT9//lxatWolM2fO9HfwBAC49NuKwSGAAAIIIIAAAggggAACCCCAAAIIIIAAAsESGFWmlVz9x8vc22PXbEmaLlWw2uEm9xEgAMB9nhUjRUB0p3rvHP9FZrVcOFSylSyATDAFHt2+J3PbDJF/tx82LegCs+78T18gezBb5LbQFtiz8FdZNWCKee/7FA0A0CMBXLFcuXJFsmfPLvfu3XM4PEcBAE2bNpXffvvN6encv39frl27Zqnfr18/6d+/v8M2tH61atVk8+bNAfYRWBCB0wOkIgIIIIAAAggggAACCCCAAAIIIIAAAggggIBLCFw4clLGVWhvxpIswxvSfYf/m8RcYsAMIlQECAAIFUYaQSD8BJZ1Gyd7FvxiOsxSLJ9ZsKYEXeDBjTsyt/VgOb37qLk5Vrw40nrpcHkz31tBb4w7wlTA68AxEwTgdfCYbz96FIAeCaBHA7hSqVevnixcuNDfITkKAAjq+Js0aSKzZs3yvS1mzJji5eUlqVOndthUnTp1ZPFi7/ROtqVgwYLSokULKV26tGTMmFFixIgR1KFQHwEEEEAAAQQQQAABBBBAAAEEEEAAAQQQQMCFBdaNnCMbxy0wI6wxpL0Ua1jRhUfL0EJLgACA0JKkHQTCUaB7pkry8vkL0+PnE7rL29U+CMfe3b+re9duydyWg+Ts/r/NZGIniGcW/9Pmyer+k/PgGSztOlb2LvzVd4ZxEsU3QQCF6nzsErPWHfZly5YNcCwhDQC4fPmyWax/9uyZbz/169eXuXPnOux36tSp0rJlS8trcePGlcmTJ4veR0EAAQQQQAABBBBAAAEEEEAAAQQQQAABBBDwXIExH7WVZ4+fSrlOn8s7Ncp47kSZmUWAAADeEAi4ocDGsQtk3ag5ZuRv5MosnddPcjiLKFGi+LmuZ5OPHTs20FkfPHjQ7GTetGmTXLx4Ue7cuSPJkiUzu4xLlSollStXljJlQv7LIiRjDHQSDircvXxD5rT8Rs4dOmFejZs4gbReMtw4Ulxf4Lepy002ANtSskV1qdKvVYQOXhfk8+fPL8ePHw9wHCENAOjevbsMHz7c0sfevXulUKFCfvp98uSJZMiQwXJcgO7y1z/TJUuWjFAvOkcAAQQQQAABBBBAAAEEEEAAAQQQQAABBDxRQI+HTZQokZ+p/fTTT+ao1oDKy5cvZd26dSaj6/79+83ajH73nCJFCvNdb7ly5aRGjRqSO3dup+iuHD8jh1f+JmU71JUYsWOae86fPy+rV6+WX375Rc6cOSNXr16VmzdvyqlTp8zmM4pnCBAA4BnPkVlEQoGB79ST+9dumZlXHdhG3mta1aKwfPlyqVmzph+ZwAIA9Azzjh07OkwZbt+YLiJOnDhR8ubNG6wnENwxBqszEbl94ZrMaTFQLhz91zQRL2kis/M/dXZ+qQXXNCLu+2fbAVk1cIpcOeHl2322kgWkxtD2kjxjmogYkgwZMkR69erl27ceBbBnzx7zocm2hCQA4MGDB5IuXToTjONTihYtKrt27XI450mTJskXX3xheW3AgAHSt2/fCDGiUwQQQAABBBBAAAEEEEAAAQQQQAABBBBAwNMFOnToIN99952faQYWAHDgwAGTzVU3ZwZUdFNlo0aNZNSoUWbTZkDlwpGTJvNxlKhR5PTp09KzZ09ZsmSJvH792s9tGgxAAIDnvDsJAPCcZ8lMIpnA/iUbZHHnb82sE6dJIb32/pcC/OHDh5IzZ04TyWVfAgoAuHTpkpQoUULOnj3rtGbixIlly5Yt8vbbbzt9j1YM7hiD1IlN5VvnrsisZgPk8rEz5mqCFEnMzv+U2dIHt0nui0CBpw8ey9KuY+SPVb/5jkKfaeW+LaVA9dLhOjIvLy/JlSuXPHr0yPQbL148OXHihMmUEZoBAGPGjJHOnTtb5qZZOurUqeNwvkWKFBHNDuBT4sePL+fOnZNff/1V5s+fL/qB8tatW5I0aVKTvUA/NGpbjrJyhCsonSGAAAIIIIAAAggggAACCCCAAAIIIIAAAm4ocOjQIZOtVXfy25eAAgD0eNkKFSrI06dPnZ61rsno2oyu0QRWdLNYp06dLEfL2t9DAEBgiu71OgEA7vW8GC0CFoFRZVrJ1X+8d0F/9m1nKVT7I/Pf3bp1k5EjRzrU8i8A4MWLF1KwYEH5448//NwXJ04ck/r/2rVrZuHevuiuZE19rmeLO1uCM0Zn27avd+PMRbP4f/Wfc+alhKmSmZ3/KTK/Gdwmuc9FBDaMmS/rv/0v+EWHVfqL2lKhR5NwG2GVKlVk1apVvv0NGjTIZAPImjVrqAUA6J/PLFmymAV8n5ImTRoTrKNp/e2LppnShX3bD5rvvPOORI8e3RIUYH+fBi3oB9EkSZKEmx8dIYAAAggggAACCCCAAAIIIIAAAggggAAC7i6gu+qLFStmMsM6Kv4FAOjOfN2gpRlg7Yt+T5swYULRzZvPnz/387pmgV62bFmAdAGtxfjcqGtAusaTPj0bJt39fegzfgIAPOVJMo9IKXBy+yGZUqeHxE2SUOqM/Upyli0sf//9t9mN7+iXgSL5FwAwd+5cadiwocVRFwtHjx4tLVq0kNixY4suQi5atMikoXn8+LGl7owZM6RJE+cWXYM7xuA85GunzsusJv3l+umL5nbNlqA7/5NFUKr44MyBewIWOLp2u6wcMEXuXLzmWzHnh0Wk7riuEidR/DDl04V/DQDwKZkyZTJ/BvXPS2gGACxYsEA+//xzy1x8Ag0cTVDPb9KI0eAUzRywfft2EyxAQQABBBBAAAEEEEAAAQQQQAABBBBAAAEEEAhcYMqUKdKqVSt/K/oXANCsWTPR9RXb8sYbb8j06dOlfPnyJmOrbvgaPHiwjBgxwk/7moU2c+bMDvv9/vvvpW3btn5eS5s2rbn+0Ucfmey2QdncGbgENVxBgAAAV3gKjAGBEAh8/2k3SZUtnVQZ0Fqix4whH3zwgWzbts3fFv0LAPj000/lxx9/tNynv1D0TBj7oguPffr0sVxu0KCBzJkzx6mZBHeMTjVuU0mzI8xs3F9unrtsriZ5M5XZ+Z80XeqgNkV9Fxe4d/WWLP1qjBzfss93pPq8K/dtIXkrvBcmo9cgGP1wZHtkxvLly6V69eqmv9AMANDd+5o+yqfEihXLHPGRIkUKh3ML7MNmqlSpJGrUqHL5svefDfuiHyS7du0aJm40igACCCCAAAIIIIAAAggggAACCCCAAAIIeJLAjRs3JHv27ObIVf+KfwEA+h2v3m9bdIOWHtdsXz788EPZtGmT5bIGCjRt2tRP3aNHj0rhwoXlyZMnlte++uorE0wQM2ZMT3oEzMVOgAAA3hIIuLnArfNX5MXT55IyazqzAK/neAdU/AsA0KwB9un/T548aRYx7cv+/fvNOTa2pUyZMn5+8TgaR0jGGJRHdfnYGZnRuJ/vrvBkGd4wO/8Tp00ZlGao62YCqwdNk20/WFMeletcXz7qXD/UZ6LBMUOHDvVtt2zZsrJx40bf/w+tAAD9QKcf7GxL48aNZebMmf7OaciQIeYYAvtSrlw5GT9+vOTIkcO8dPDgQdHgHc1aYFs0AtTLy0uiRYsW6m40iAACCCCAAAIIIIAAAggggAACCCCAAAIIeJKALsAH9H2tztVRAMCdO3f8HMeq381euHDBIc+oUaP8bNwaOHCgnw2berP90bV6bdiwYfL11197Ej1z8UeAAADeGgh4iID+otAIs2vXvNOga/pu3cFru0Cp1/0LAAgKw+7du81ZNralatWqsmLFigCbCa8xXvrrlExv2FfuXb1pxpM8c1ppvXi4JHojeVCmSV03Fdi3ZL2sGjBFHt/978wkzQLQcErvUJvRiRMnJF++fPLs2TPfP2+HDx+W3Llz+/YRWgEAmuZp3bp1lrHrwn2BAgX8nY9/5zrp0SD2qf31jCn92aFHfNiW33//Xd57L2yyJ4Tag6AhBBBAAAEEEEAAAQQQQAABBBBAAAEEEAhVgZcvX5rvIxcvXiy6GfDixYvme1DdqZ4hQwbRTUY1atSwfBca2ABev34tmj11yZIlsnfvXrl69apoltN06dLJxx9/bHaw58yZM7BmAn1d1y7mzZtnxq7HpBYsWDDQe0JaYefOneZ7VJ2jFk3HX7x4cTMO2+JfBoCg9K8L+D169LDcMmbMGOnYsaPl2l9//SV58+b1HZO+WLp0adm8eXNQuqOuGwsQAODGD4+hI2AroOe16HkuPkUX+vWXm+7utS2hEQCg6f/1GADb4uiXjP0TCo8xXjhyUqY36CMPbt4x3WtmhFZLhkvClEl5w0QigeunL5gjAc7s/ct31imyvCk1h7aXLMXzh1hCd/vbflhq37692VlvW0IjAEDTNGmggW0pWbKk/PbbbwHOQdM4ffvtt5Y6+qHc/pgPnwr169eX+fPnW+prNGmXLl1CbEUDCCCAAAIIIIAAAggggAACCCCAAAIIIOAeAgcOHJCWLVuazKEBFT2XXrMR63eIyZIlC7Du8ePHzTqFBhP4V3TTUufOnUUzmwY1K6lmMtbFdv1+89SpU75d7Nu3L8wDAHRT1bvvvitHjhzx7VcX+levXi2amt+2hEYAwPvvvy+6ccu26NGxmuHZtugufz3m1bZoplkNutDjY/X75StXrkjcuHFNFmg9IrpNmzYSP35893ijMspABQgACJSICgi4voD+4ixSpIi8evXKDDZ58uSiv/T0l0xoBgBo5J/+Em3RooXvzmft78033xSNKEuYMKG/WOExxnOHTsj0Br3l0Z37Zhyps2eQVouHS/zkiV3/ITLCMBH4sft42T1vraXtCj2aSOkvage7vwULFsjnn3/ue79+wNU/b0mSJLG0GRoBAPohWo/NsC1Lly41H8gCKhoFqtGgtmX06NHSqVMnh7eNGzfOT5SoRo1qYA8FAQQQQAABBBBAAAEEEEAAAQQQQAABBDxfQDc8VahQQZ4+fer0ZHXhecuWLZI4sePv4DWg4KOPPpJbt2451Wbt2rVFv3+NGjVqgPU1E/KiRYvMwr8u9Dsq4REAoN+52m6i0qNcN2zYIM2bNw/VAICHDx+aI1/1e1zbUrlyZVm5cqWf6esRzrYBF3HixJHPPvtMZs+e7a+rZnfQIIWAMs869RCp5BICBAC4xGNgEAgEX0AX/XXx3/aH+eTJk02Unv7yC0kAwKxZs0T/0fLkyRMTPXfjxg3LYBMlSiTr16+XwoUL+zuJsByjT6deB47J1M97ydMHj8ylN3JmMjv/4yXxPygh+Orc6U4C22f8LKsGTpFXL176DrtA9dJS77ugn3V07949yZEjh1y+fNm3rQQJEkiaNGn8kOgxAfYlVapU5sNw6tSpZevWrQEyamqtTJkyiabt9ynp06cXTdkfWBTsyJEjRY8BsC3fffedtGvXzmGfGlSgHwBtiwb6aDQoBQEEEEAAAQQQQAABBBBAAAEEEEAAAQQ8W0C/c8yfP788ePDfsao+M9aNT7r579KlS5bvKn1er1mzpixbtswPkB4JrAECXl5efl5744035P79+w77053reryxo6K72DXzqS6y2x9pal8/rAMA1EO/K9Z5aNEsBj7HxIY0AEA3Z2lbWrT9Y8eOyePHjy1T1BT/GrShG0Jtiz5D/Q5aN3QGtehmN11rypgxY1Bvpb6LCRAA4GIPhOEgEFSBSZMmyRdffOF7m/5C1ag6jZALaQCAnlOza9cuf4ek6WamTp0qb731VoDDDssxasea5n1qvZ7y/Il3ZGLaPFnMzv84iUhXE9T3k6fW16Mh9EiAS3+f9p2iBonUHd/NBIs4WzQ1UqlSpZyt7m+9tGnTyoULFwJsRxfwdSHftuiufk3fFFjR6Ne6detaqmlWAE2h5ag4ygCg/dhnEQisX15HAAEEEEAAAQQQQAABBBBAAAEEEEAAAfcTaNasmcyYMcMycF2k1zT25cuXF035r5ujBg8e7Ce1vN6kmwczZ87s5/tI++8XdZe5Bgvo8cW6gK/t66Yl28V8TVN/5swZ0f7tS+PGjQPcxW5bP6wDAHRDlW6s8ikdOnTw3aEf0gAA9Q6o6PPS7AOOsjL/888/kj17dn9v102dGiCg3087ChLQLBBr1qxxvzcxI7YIEADAGwIBNxbQNDf6g1wj6XyKLlDqGeFaQhoAoL8E7t6966+QppfRX/gaaeZfCesxnt59VKbU7SEvn78wQ3gzXzaz8z92/Lhu/GQZelgJLGg3XA6t2OLbfJSoUaRyn5ZSskV1p7rUoy7y5MnjVN2AKgUWAKBRnenSpbP8+dM0TfqhLGnSpIH2r9Gn2odtKVGihGzfvt3hvfXr1zfHe9gW/fDdtGnTQPuiAgIIIIAAAggggAACCCCAAAIIIIAAAgi4t0CKFCn8ZP/V7xL1O0X7omnudSd+QN8lPnv2TLRNDRqwLbt37zYZjW3L8OHDpXv37pZrffr0kYEDB/rp21EAgO5a13Lz5k1L/bAMANAMBHq0gU/RXfi68O5zTGxYBwC0bdvW+PjM3XbiO3fudPjcNNusZnzV56flypUrou1o2n/7ohkHNLsBxX0FCABw32fHyBGQhg0byty5c30l6tSpIwsXLvT9/5AGAPTv318GDBgQoHSMGDFMlJ79UQM+N4XlGP/dcVim1Okhr1+/Nt2lL5Dd7PyPGTc27w4E/BXY9N0i+XW499EWPqVQnY/ls1GdAlXTgBZN4x/SElgAgKax+uqrryzdBDUlv36Q3rt3r28bGjWqGT3sP2D/+++/kjNnTj8ps86dO2eCECgIIIAAAggggAACCCCAAAIIIIAAAggg4LkCusHQZ+HaZ5YBfX85atQoPyn6dTFaF+19iqNMqv5tUNLNUClTpjTHEPsU3YR19OhRP+g+AQA6vmrVqkmNGjVMxtaKFSvKunXrLPXDKgDg6dOnZlPkyZMnffv74YcfpFWrVr7/H9IAgA8++EC2bdsW4JtOv6fW45nz5ctnqbd27VrjYV8cfd+rmRdy585tghdsyzfffCO9e/f23Dd9JJgZAQCR4CEzRc8UsP8FGjduXDl+/LhlwS6kAQC2cvrLV9Pu6C5h/QWvv+R8ih43oAuLhQsXtmCH5Rj/+e2gSfvvUzK8m9Ms/seIHdMzHzizClWBU7uOyNIuY+Tmucu+7aZ7O7s0ntZXEqb2jhgNacmaNatJfWVbbt++bdIrBVT0Q5emyzp//rylmn7gDUr2gR9//FE+/fRTSxtp0qQxmUFKly5trh86dEjq1atnfnbYlipVqsjPP/8cUgLuRwABBBBAAAEEEEAAAQQQQAABBBBAAAEPE9C0/nrcqG0ZM2aM6Ln1PsX+WGC9rrv8hw4d6lCjaNGismfPHt/XdDOT7ui3D0xYvXq1OfNeNznZpsnXYwrCKwBAgx369evnO1bbY5l9LoY0AMAWSQMk9Lvh7777TvToV9uixyTod7u2RwGokWZvti8+Gyntr0+bNk1085ltqVSpkqxatcrD3rmRazoEAESu581sPUTg+fPnUqBAAdF05D7FPsJOr4dmAIAt3ezZs0Uj7WyLprux/QUblmM8sXW/TKv/X/RZpsK5zeJ/tBjRPeQJM43wEpjZpJ/8veG/D5YxYseSmsPay7ufeqdBCkkJbgCAoz+3umC/efPmIA9HP+jpBz77oh+c9SwtTfNkXzSYSKNjc+XKFeT+uAEBBBBAAAEEEEAAAQQQQAABBAIW0POW9Tu0xYsXy/79++XixYvikypbz8YuV66c2dGqOzJDUjTttp7zbF801bPumg2s6MaEqVOniqa5Pn36tOimhnjx4kmWLFnMxgI9f5r00IEp8joCninw/vvvy++//26ZnG400oVwn2K/SK7XdQG7Xbt2DlFq1qwpy5cvt7x28OBBsw7iTAmvAAD9eag/n22zFehOfTWxLaEZAGDbbpMmTWTWLGt22yFDhpiAjNevXkmUqFHN7xj1sC2FChWyZIu1fe2PP/6wPDt9TZ+lPlOK+woQAOC+z46RR2KBESNGyNdff20R0PNbYsa07n4/ceKEQ6Xs2bOb64MGDfKzQ9gZVv2LSurUqS1nAkWPHt2cV66Lh1rCaozHNu2VGY36+g4zc9G8ZvE/arSozgydOgj4EVg7dIZsmbjEcr1Yw0pSY4jjD6POEgY3AEA/XOmHLtuyYsUKqVq1qrNd+9bTKFn94sDZD2v651gDEGrXrh3kvrgBAQQQQAABBBBAAAEEEEAAAQQCFjhw4IC0bNlSdFEroKK7Whs1amSycDo639kZ5w4dOpjFNvviTACALibp4p1tBlD7dqJFi2aOL9S6mh2UggACni/w8OFD6dWrl4wbN84yWd2EtHLlSsu14cOHmx3/tkWPG+7b97/v9m1fK1mypGzfvt1Sf+PGjVK2bFmnYMMrAEBT62uKfZ+iPwv1e2D7EtjajKbuT58+vVNzs6105MgRyZ8/v+W+4sWLy44dO+TF0+cSLUY02X/ggJ9szRpgsWzZMof9Xb9+3RzBYFuyZcvm51iAIA+WGyJUgACACOWncwSCJ1CmTBnZsmVL8G62uUujeDUSLTilYMGCon9psS16lrhGAWsJizEe37xXpjf87wNC1hJvS6vFw4IzfO5BwCLw98Y9sqTLaHl4867v9UxF8kjLhUMleswYwdIKTgCARtVrNg3bosE9+mcruH+Z1hRRbdu2Ncd3+JfmSftLly6dzJgxQz78MOTZD4IFxk0IIIAAAggggAACCCCAAAIIeLCAZvarUKFCgIvq9tPXTQL6HWBgxwna36cbAXS3p27isS+BBQBoCm/7xb2AHkvDhg1Fs4VSEEDA8wT058Hhw4fNxPQ7xmPHjsnjx48tE82bN6/JXKpp+W3L3LlzRX8+2JZatWrJkiXWjVg+r9um8/e5pinoNRW9MyU8AgD0u9UYMWI4/NnqzBht65w8edJh4EBg7Tx48EASJEhgqfbmm2+a42SfPX4q0aJHk+s3b4geDWBbihUrJjt37nTYvKMMAHrEwu7duwMbDq+7sAABAC78cBgaAv4J6C9K/6K1gqLmEwDg5eUlGTNmtNyq6b9tjxiwb1cXJc+ePWu5fPnyZZMZQEtoj/HOxWsy4oMW8vzxU9N+tpLvSMuFQ4IyXeoiEKDAi2fPZdrnveTUriO+9eIkii91x3eTnGULB1kvOAEAuvivQQC2RaP9u3TpEuT+7W/QtIK6u3/Tpk1y4cIF82FdP5hrxGiVKlXMzoLYsWOHuB8aQAABBBBAAAEEEEAAAQQQQAABq4CmjNa/f+vCjX3RY/r07OZLly6JHqlpXwLatenIWReodKHH9ixt23oBBQCsWbPG4WKbfl+QKlUqc1zBixcv/HSrAQD2C328BxBAwP0FHC3K285KjwIZPXq05fx5n9f1XPqcOXNaEHTx/MyZM5I2bVrLdf2e0iezsO0L+jNJA6ecKeERAKDjSJEihSUzsjNjc1THJwDA0XHLuplr4sSJDpt2tJajGZ/V+/Fd798x+p227uDXTWU+RX+OX7t2zU/wgL4+bdo0adGihaW/Bg0ayJw5c4I7Pe5zAQECAFzgITAEBIIqoL8Avv/++6De5qe+TwCA/uVCz/Cy/0vG3r17TbSwfdm6das568u26Jlit27d8t2lHNpj3L90gyzvOcEEAGT/oKA0nzcoxPOnAQQcCfzUa6LsnL3K8tL7LWpI5X4tAUMAAQQQQAABBBBAAAEEEEAAAQSCLKCLZJp1z7bo7szp06ebc5p1ke3evXsyePBgc6ymfTl16pRkzpzZqX6nTJkirVq18rduQAEA77zzjp9jBPW87mHDhpnvDnWRTtN/jxkzxtK+bizSxSw9WpAS/gKa6UHP/F68eLHoBhAN1Hj27JlZqMyQIYM5HrJGjRrmM9e7QwAAIABJREFU3HJny+3bt80547oA++eff5rvfePEiWMCQd566y1zVKUGpyRNmtSpJsNijE51TKUQCQQWAKBrAHpciH9HleTJk8fPJsNSpUrJjz/+6HuPHmGqAUS2afV9Br1t2zZ5//33nZpDeAUA6MZJzYQQ0uITAKBz/OCDD/z8ftAFfQ0Osy/9+/cXPUrBtmiWBM2WcNPrijx79FjeyJnJHCFt//tEj2Xo1q2b5V5dE9KfDToe26IZHOrXrx/SaXJ/BAoQABCB+HSNQFgL6G5fjdSyLV9++aWMHTvWT9fVq1cXPWfctuhu/kmTJpndwXqWjX5Q018k+pcIjRazLU2bNjV/aQlqcXaMWyYulnUj58pbpd6RprMHBrUb6iMQJIHDK7bK4i6j5cXTZ773ZStZwBwJQEEAAQQQQAABBBBAAAEEEEAAAQSCIuBox6iedV2iRAk/zejRfJq9z7bod2763Vtg5caNG6I7QXWx1r/iXwCALhzbbwQqXLiwSQFtvwjoKINhUM7qDmwevO68gB7R2rJlSzl48GCAN+kz1OyPmmnSv8VanwY0kEC//71797+jMh01ru3o98yBLRKGxRidF6JmSAR0YVoXqAMqGhSi59nny5fPTzVHxwBoJQ0o8vn5t2vXLnO8gKOixw/Yn3fv31jCKwDAWU89etl+vcTRz1/NqqIZEezXW/Tnr67NvPvuu6ZLzSCjm0J79Ojh5wgC3amv60DHN++T66cuSMkW1U1WGc3irMFAPkUzMHz33Xfm94n+95UrV6R169by888/W6al60KauUaDfijuK0AAgPs+O0aOQKACzi6ua0P6IbFo0aIOU43Fjx/fRIxev37dYaoy/YWtxwVoRGlQizNjvPTXKVnQfoQky/CGNJnZP6hdUB+BYAk8vHXPHAlw4eh/0Y8JUiSRxjP6SfoCOYLVJjchgAACCCCAAAIIIIAAAggggEDkErhz545omn/boos9ejyfo6ILtF27drW8pDts+/TpEyicLurMnDkzwHr+BQCMHDnSz85QXXxq06aNn/YWLVokdevWtVzX4wt17JTwE9Bz1zU9+tOn3kemOlPefvtt2bJliyROnNhh9Z49e8rQoUHbABNQgEpYjNGZeVIn9AV0kf7o0aNmAVl/BtgWzWji3451RxsPnR2d/vzUzMPOFHcNANC5TZgwQdq3b+9wmnqEq66/6PHLtov5PpX1z/S+ffskiois7D9Zzh86IR3WjDcvO/p9otf1uAUN4NEgAd30aV/090jjxo2dYaeOCwsQAODCD4ehIRBSAWcW12370LROGpnm6Ie+f2OJFSuWLF26VCpXrhys4QY0Rl34/7nvD+J14Jjk/LCwNJrWN1h9cBMCIRFY1HGkHFhmjbwv362RlO1g/YtuSPoI6F6NAtW/yOmfNVLphZUy7SKAAAIIIIAAAggggAACCCDgGgKabl93eNoWTbnfsWPHAAe4c+dOee+99+T169emnh4ZULx4cdHv3myLfwEAderUMSnkbcuePXtEd6HaFz3D2/5IAs0KoGnoKeEjoLtzdWe07gq2LxpwoqnDdXHP/shXraup+5ctW+bnPkeBHVpJM8OmSZPG7NLWBVn7EjNmTJM+PH369JaXwmKM4aNLL4EJNGnSxBwRYVuGDBni52eXvq7fa+pisn3QgO291apVM2n1T5w44XtZd6/re8jZ4s4BADpHRxkDApu7/pnTIJssWbLIvzsOy4J2wyVrifxSb0J3c6v+PtBnNXv27MCa8n1dAxHGj/cOIKC4twABAO79/Bg9AgEKBDUAQBvTXxh6do/tL1v/OtFzwSZPniwFCxYM9pMIaIz//HZQ5rUeIlnfe1saTukd7D64EYGQCuyZ/4ss+3qcpZmcHxaRprOs5y2FtB9H92sAgP4FK0GCBAQAhAUwbSKAAAIIIIAAAggggAACCCDgQgJ63vXvv/9uGdGhQ4dEd3n6V/S7A00TfeTIEd8qutC/evVqp1JQ600aPLBjxw5LF5qlQLMV2BddVNZFX9uSNWtWP2dIuxCrxw2lWbNmMmPGDMu8dBe27sbXhVBN+X/v3j0ZPHiwn3PA/8femcDNVP1//KSfXWSvLJFsiSwhyZK1lCJbWlRE0q5SoRDak0qpkPbtnwhRorK12rckUfqJREm2Nr//630ed5x7587MvTN3nmdmnu/39XpeZebcs3zOmXPvPd/P9/Plou+++85G4uDsqVKlSmHpIy655BI1ZswYhcw7zsR33nlHOxSdku1DhgxRo0aNsvUn6D5m3CSm8YDYa5zS/BCOnHuIOcQPP/xQr1nKIHfPWScEI9JNnH322VopxQxMZJ0513g0yNKdAMDYnnrqKa328ttvv8VcHd26ddOOeuT69//2h3qx771q0+erdQpbUtlaxu8WYhm/z/3790esF5UB1GYGDhwYs20pkB4ICAEgPeZJeikIxIVAPAQAGuKlYfbs2ZoJinwMD/sHDhzQcjvI/JMqgBsMOYAStVgEAHKxdx8jN51EcZbrE0fg1x9/VhMvHax+2bQ1VFnx8mVVvzfuV6UqnZB4AxFqEAJA0qCVigUBQUAQEAQEAUFAEBAEBAFBQBAQBASBlEFg3759Cifq44/bAxBQ3Zw+fXrUfuKgRYLfsjZt2iicbV5zUHNd7dq11Zo1a2zt7Nq1S5UoUcK1bQgAZnR5mTJl1M8//5wyeGZ6R0jXunPnTtswFy1aFMqrbn7Bepg3z65u6ZTtx9GKw960xo0bK/KzQyYwDafjTTfdZPuMfO60b1rQfcz0OU2n8aE8gQPftPLly6sff/wxrmGw7zlVTmbNmqXOPfdcz/VlAgGAwULcQY2F8UP+giwBMYK9uHr16pqsdfnll+v/x3DwT7p8qNowf5n+/4f/+74rZvh4UG2gXghAkAwgXaAeAM59+/bVZAKxzEFACACZM5cyEkHAFwI7vt2iylS1yzL5qiAbCiP9f2KDmtnQkjQhCHhH4MWr71Vr3v/UdkGXB25QZ1x2nvdKfJQUAoAPsKSoICAICAKCgCAgCAgCgoAgIAgIAoKAIJAmCODsWrFihe4t0dTIXxOAYxpOedQ6yQEdyZB5r1GjRigim/SB1FurVi1fBADktr///ntbMziIIuWKL1CggC33fJEiRcKiwtNkKtKum8jw47gzDaUGHHxu5pYHnEhfIo0t69Wrl3r55Zdtl/Pvyy67LKzKrVu3Kpy9piFF/sMPP4Q+SkYf026i0qjDSMQ7c76jEkxEupsx1yhGmIZDev369b5Hzb6DwjCEI8uqVq2q1q1b50sNNdUIAL6BiPMCzqk5r8ZOPedMSaMcJ46ZeJkQADJxVmVMgkAMBH777w41dfA4ddmzg1W+ggVSEq99v+5RhUsUTcm+SacEgQXPvaNm3PucDYg65zVTlz87JHBwhAAQOKRSoSAgCAgCgoAgIAgIAoKAICAICAKCgCCQ4wg4o6qdHSIam8h+crlHs+7du6v/+7//CxW58cYbQyoCfhQAcOaZDlwq9EMAQD7aLR99jgMtHdDy33fddZcNiccee8wWcd2iRQu1YMECWxmIJE6Zdwr89ddfKn/+/Lay0QgIXqbASx+91CNl4kNg/vz5YWq/pJTAoe+2Bw0fPlyNGGFPjXr++eerGTNm+OrAkiVLFHvY5s2bbde9/vrr6uKLL/ZVV24lALzcf7RaNTMrbUyfl0aqGq0a+sJNCmcuAkIAyNy5lZEJAq4IvHXrGLXi3U/U3wf/Us37XaQ63tMvx5FaPWuR+uzl97L68b//qcqNaqu2Ay/N8X5JBwSBaAhsW79ZTbhkiPpjx6+hYqWrlFc3TB+rChYrEhh4QgAIDEqpSBAQBAQBQUAQEAQEAUFAEBAEBAFBQBBIGQRiEQCIviVKu2TJkhH7jMx/u3btQt+jFLBhw4ZQdLgQAFJmunO0I82bN1cLF2Y5CC1DWrxu3bpx9Wvt2rXq1FNPtV1LDnfUKuK1oPsYbz9y63WcP0LiQG7etEaNGqmnn35aNWjQQH8MyWf8+PGaUIIsvWkvvfSSlqaPZMjTI2+/fft29eWXX+r0wxAG+Nw0CAFI4Pu1TCYAHDp0SON09NFH22D556+/1d01L1L//Pm3/jyS/L9fLKV8ZiAgBIAI87hx40YtebJ48WLfMz1o0CA1cuRIRR6kWMaGyiY3d+5cnc/jm2++0Zcgl1KvXj1Fjidy9JBDyY+xYX/xxRfqvffe07l3YOshJUVeFm7sMPouuOAC3QayUGK5B4Hftu5Q9zXuFRrw4M9fVOQxj2Xc3LnJOHP7xLou1vefPPO2em/UxFCxhj3aqe6PDox1mXwvCKQMAs9dfJf6dtFyW39QAkARIAgTAkAQKEodgoAgIAgIAoKAICAICAKCgCAgCMSPAJGRr7zyivr000/Vli1btOw5jlZy5eL06tKlizrzzDM9N0Cu97feekvndV+9erXOm86ZS9myZbWUO+eBPXr0CJP4jtYAeZcnTJig875v2rRJR24TkU1uX/pINDl1i6UOAi1btlSsrWjGmpgzZ46qU6dOWDHWISkCvv3229B3zzzzjLrmmmtC/xYCQOrMd070hL1myJAhIUUIqw/sMew/8dqtt96q1SlMe/jhh9Vtt93mu8pk9dF3R+QCNW7cOHXDDTe4IsE9j3vKtm3btAKE0/A5ffXVV1F9TZRZuXJlVKS5l77//vtx+SAymQDAPb1gwYKK1CumEej56nUP6I+I/EcBQEwQsBAQAkCEtfDqq6+65rfxsnTOO+88nS/HmYfHvJZ8TjyQjRo1Sv3665HoUbf6S5QoodmePLA5pXXcyuPsJ3/PzJkzY3YXWRZuzvICEBOqjCrw0jWj1Or3FukxNejaWl089vaY40sGAeCjcW+q2Q9MDrXdqOc5qtvDN8fsixQQBFINgQ/HvKLmjHnF1q0zLjtPdXnA/aHZT/+FAOAHLSkrCAgCgoAgIAgIAoKAICAICAKCQHAI7Ny5U1111VWeztg6deqkoyIhBUSzd999V11//fURc3Vb1+JsIW/3FVdcEXNA9913nz47xCEcyYgaxDlH2Tx58sSsUwpkLwIEbkEGefLJJ9Ubb7xhazySDDdzPmzYsFBZnGtLly61za8fAsBJJ50UJsPtJwUAQUNE94rlHAI333yzDgTEWFNff/21wg9hGqQRIvXZY+IxCCfUYe43RYoU0WvHS53Z0cd4xiXXZCHgtmfEwqZixYp6TUE4i2axCACQ6VARKFSoUKwmXb/PjQSA165/QC2f9onG44qJ96hTz/FORowLZLkorRAQAkCE6UomAQBWGyoBSKf4scGDByv+YFpFMlijvBg48zVFa4c8PrygNGnSxE93pGwaIwCrfFCFc0MjuOm9J1T506pFHVHQBIC5Y19THzzyUqjNMy7roLo8cGMaoypdz+0IfL9knZpwyWD11/6DISiOr1lZDfxwfELQCAEgIfjkYkFAEBAEBAFBQBAQBAQBQUAQEATiQgBn1llnnaV++uknz9fXqlVLffbZZxEjF8nTTk5jpHy9Gmd2/fv3j1gcZ9rjjz/utTrVq1cv9eKLL3ouLwWzHwFIJy+88IKtYYgbZg53VB5YbwcPHjmD4FwYGXXT/BAAqG/dunW263ft2qUITnOzvHnzKs4sLDvhhBPU1q1bsx8waTGEQKy0EiiBELnvltPdC4w4/Zs2baqJJqY512e0upLdRy/jkDLREXjqqad0gCkEoFjWrVs39cQTT8Qkv1FPJAIAew+K2p07d47VXNTvcxsB4H+HDqmhNS4KnUWL/H9CyycjLxYCQIRpTYQAwOYI+9KZj4OmeCh64IEH9AYajz333HOaheV2o4TR17Nnz5gyKm7tIgWGagF5XsRyBwLTRzyrFk6Yqgdb4+zTVZ+XR0UdeJAEgDmPvqw+fOzVUHtn9jpfdb7v+twBvIwy4xF4suNNasvyrHQu2FF5jlLXvPGAqnLmaXGNXQgAccEmFwkCgoAgIAgIAoKAICAICAKCgCAQNwI4VQmUsSJpzYqKFSum+MPR6cx/TDnk11H9dBqpA0j5aTpsrTLIvHOO6EY24HP64cy3zbWk/kTd02lIBFMnfTQdtFY5CAAQAcRSE4FVq1YpArZMQxbbTFWLAu2sWbNCRVgnJ598ctiArHSzzi9YixjpBYjexVjzn3/+ua0oqSXKly8fVi8S4E6l2po1a4YRCFIT4cztVSzn+oABA7RaSMmSJeMCgfzupEMxrWHDhjo9itc0w8nuY1wDk4vCEEDN480339T7DKmrSWXNPQ9CEPsHBDnWg7WXeIGwfv366rvvvtPK2exXjRs3Vh06dNCkkiAstxEAVr23UL18zWgNXdVm9VS/1+8PAkapI4MQEAJAhMl0EgB46GLD87OhuVW9YMECzfQlV4ppSHDB2IUp+ffff2vJlDvvvDPMmc9myE22UqVKtuuR8rnlllvUs88+a/ucfkM4aNWqlYKVyYvE2LFjtYSY0/j8xhtvdCUXZNCal6EYCNxe/pzQv/q8PFLVOLthRHyCIgDMfvAF9dGTR6TMml51geo0coDMiyCQUQjMHDlBzX92im1MrW/sqc4ZFFu60QmEEAAyamnIYAQBQUAQEAQEAUFAEBAEBAFBIA0QGD16tBo6dKitpzg9Jk+erMidjQPr559/1pH506ZNs5VDupjzN0gCplEf9ZpWpkwZ9fbbb6tmzZrpj5csWaK6du0apuxJOygBOA1nCo4Z00gvwFkgCqKcF5L/+7HHHrOV4VwRGW+vDrs0mLKM6iJncMjpm4YTHmc8hrIn57xuBBS/QLAOLOLAZZddpjgTNw1CAE46p+HEcxIO2rdvr3N3i+UcAi1btlQoQUQzyEEQP+rUqeOroyhQsLc49zD2rQoVKniuK5l99NIJotpR2IBAtWbNGp2emdzq4FKtWjV14YUXKqToIylfxGoD387ChQvVjBkztCIM9wr+unfvHqbsEasu83v6jYoMvqFjjz1WTZ8+3c/lUjbNEWD+WacQ/Cx746aH1dIp8/Q/Lxs/WJ3W0a4Ak+ZDlu4HgIAQACKAmAwCANL/PIQ7JZxg3j300ENh0v7ciHnoJ1+PaRMnTlTI9Zg2b948LZFilj3xxBO1pFeLFi1sZWFv3XDDDTqfimlt2rTRn5FXSix3ILDguXfUjHuf04MtX6equmnWkxEHHgQB4L3Rk9Qn4/8v1EazPp3UBSMiy9jljlmQUWYqAhvmL1UTLh1iG17FejXUDTPG+hqyEAB8wSWFBQFBQBAQBAQBQUAQEAQEAUFAEEgYAc7UiNg3jSjIc889kk6R73Cw4wR1Ru5/+OGHinM209ycXhAKrrzySls5t6h+ov/JD28aTjcib01r1KiRjuB2Rti2a9dO0SfT5s6dq1q3bp0wVlJBbAQ4n3XOM+fByGy7GaldncFfBKWtX78+VLx06dJq586dsRuPUcIkAHA+fccdd9iugDxC0JrTXn/9dXXJJZfYPkbxluhysdRAAD8B+8aTTz6p3njjSDAWveP8n/XkNRXA/fffr1MTm8a1H3/8sYKIFK8F2UcvfSDAE5WW33//PWpxFBIIloQU49VI7YLf55577nFNhUHaZqdfKFbdpFyYOXOmdvpzD0J5A0MBhM/Fcg8CbgSAe07pog7s2adBEPn/3LMW/IxUCAAR0EoGAQD5Jhz6PFhZxs0WpjAP6E7jBnjddddpaX7TuEnx8AXjB4PtyQMWN2LTiObnwc0px0QZHvp5+DcNZuns2bMDk1zxsxClbM4hMKR6Z/XXvgO6AxePvU016Gp/QbV6ligBAKIBhAPLmve7SHW8p1/ODVxaFgSyAQFY+Y+2ukb9/O2Rg6O8BfJrEsDxNSt76oEQADzBJIUEAUFAEBAEBAFBQBAQBASBEAJEP3JYjiQxTlwO0EuVKqXz05ICkcg+5LRjGXLbSNz6NdQY3aTjY9XzxRdfqDPOOCOsGIe+RPuJZQ8C5FavUqWKrTH+vXHjRtcO9O3bVxGsY9rzzz+vyONuGvLopgOX76jT2RYpAqwzP+t6nL3IL5v28MMPq0GDBtk+e/rpp9W1114b1k+cf6QNNe3WW291VQjNHpRzVyvsSRBATIvmgB0+fLgaMWKErTypHogotuyUU05RpINN1EwCANHQtWvXtlVZo0YNxZk2igOmuZFKcAY7x5lo/+T6YBBgP3I6n++77z5FVH8sY1/BR2Eae9QHH3wQUi+JVYeX7xPpo5f6ITA4/Sexrps0aZLq3bt3rGJa7RnlgK+++ipiWa8EAM4SrecYFGLcyAqZQgCwCA358uWLiXFuL+AkAKx5/1P14tVZhKuTGtdW1055OLdDJON3QUAIABGWRTIIAM46aZq8JDj4eRF1Mxz9AwcOtH3FS+prr72mYCNjsD3Jt+KUWOJl99JLL3WtFyYpLE1ehk0bM2aMTiUglnsQWDVzoXq5f5YEXfHyZdTgz+3KEBYSiRAA3r1nvFr0/LshUFv276rOG3p17gFZRprrEZhy5xPq81eO5OYDkI7D+qnmfS+KiY0QAGJCJAUEAUFAEBAEBAFBQBAQBASB0PkIDgQvUXGdOnXSkuqQAiKZW4SrF6jjIQAQ3EE0t1POnfaEAOAF9eDK4MQklaZprJepU6e6NuLmVJowYYK6+mr7ucfpp5+uli5daqtjw4YNqmrVqrbP9u/fH6YSSjT45s2bbeVIMUo0q2mQSNyCjLj2pJNOspXFgYsDTyz5CPBeX65cuTASB3OFc7VBgwa6E5y9sS/hlHXK+6PayvmvX2Md4sQ0jbXMmnYz+uR0Yvbq1UuNGzdOpyWAUAU5welIZR1/8803klrW7wRlU3lIHNybTMPHANEtmuG3wHGNU9oyUocgP+9UREl0KPH20Uu7biQorjv66KN1SmYCMXfv3h1WFY5pSDIVK1aM2AxEHHw8TtUY84I8efKofv36uaZyscqx9/Pbwu/z3//+N+qwMoUAAOENJZ3ixYt7mcZcXcZJAHjr1jHqqzfnaEx6Pn67qt9FFH1y9QKJMHghAEQAJmgCAGymO++8MyznFs52cudEYjlxM4U9ZhoMURif1sMhLw/kH4NpZpmzjHOYMMd4AIRFZlqs/siPKDMRGN24l9q9NYtJ3vGevqp5vy5hA42XAPDO4HHqs5eOSBKdfV131eGu2MzJzERaRpWbEVg9a5F6qd8oGwQ1WzdSvV+MLo8nBIDcvGpk7IKAICAICAKCgCAgCAgCXhHAwUm0vlOKPdr1tWrV0vl5nbm2rWsefPBBfZbj1+IhADzxxBPqpptucm1KCAB+ZyB7y3fr1i3sfI3ozebN7bl4SQvqlHx3i9jHOXvRRXayeI8ePcIkvFnvTucdTiMczU4jJ7Xz7JHUBaZKafailvtaw4FOSlY3IzCscOHC+mzXiog1y9WtW1c75XG8+jW/BABSQ0AOMR2+tEnbrK1ffvlF4ah0Gg5W1qlYaiLAua7zXle+fHn1448/RuwwexH7m0lGIb0IKS3iIaPEQiaePsaqk+9x7kOi+vXXX23FCY4kGLJs2bJ6vb/zzjtaucWZjnnIkCFq1Cj7eZ5VEWVJgeBUiAEn0jXzm2jWrJluAxJANPv+++9V5cre1EKFAOBl5jOrjJMAMLxOd7Xv1z16kA9tma2OynNUZg1YRhMIAkIAiABj0ASASA538iIh3x/JyNvFQ5fzxjNnzhzVtm1bfZkbSYCXTVjA5IdyM9hVSH3xomEaN29eRiK9/Aay6qSSlENgy7L16skLsvJ55S9cUI1Y83/q6Lz2l4p4CABv3/G4+uLV2aHxtr7xYnXOIHtuu5QDQzokCCQRgYN796tHzu6nft92JE9fwWJF1G3znlVFjyvp2rIQAJI4IVK1ICAICAKCgCAgCAgCgkBGIMAZR5MmTVxl94sVK6b427p1a1hELYMnzeIzzzzjigOSx85zE6IFYxnOOvKze7Xt27fr85s9e7IOcp0mBACvSGZ/OWT5cSwRwWgZkYzMqdPhvm7dOh2ByzueWZbzO+uMDycvzn8z+hNH0qJFi8LSViDVjmS7abt27VIlSpRwBYL+QASwrEyZMurnn3/OftBycYtuzvhYcBB5/NFHH4Wlioh1nfW9XwIA1w0dOlSNHp2lFurFkEh3qgx4uU7KxI8ATvgrr7SfsQ4YMCCMZGS1gBowe5Vp3HecaUms70kfTNoJJyGFdMO33367p44nu4+eOqGUIiVLnz59bMUbN26sCYDsr6a5kfGaNm2q92A3Q32ZiH3TcOL/3//9Xyh402s/3QgA9M+NrCUEAK+oZk45kwDw9dwv1PNXDtODq1i/hrph+tjMGaiMJFAEhAAQAc6gCQCwI2GVwaI0LZpMP+WQToIptnLlyojXIQGFFI9p7du3V4yhZEl3hxJlR44cqe655x7f1wW6AqWylEHgqU4D1fdL1un+uEXp+yUAmDI01Nnm5ktU+9t6pcx4pSOCQE4i8Nr1D6rl0z62deHisbepBl3bhHVLCAA5OVPStiAgCAgCgoAgIAgIAoJAOiCAowqHlWk4QSdPnqwVEzlAx9HZv39/NW3aNFu5QoUKadUASAJO41ozncCpp56qVq9eHTgknBeRbiCSCQEgcMgDqxDHJ+vMtDvuuEOrfboZjigcss7oapzxRFi7KVigRDFo0KCw6nAy4TAyLdpaKVCggJZvt6xIkSJhAUeBASMVRUSAwCuCwZirWEb0NQ7JaKlKYtURDwGAOnH0cm5srhlnW6xZAsxIB+B0pMbql3yfGAKojLRs2dJWCYrAOPSLFi0aVvnw4cO1vLxpOPhRGXYayiIEJDqVHlAOJmLeqyWzj177QDlSWJDKwDT+fdlll4VVA1kQZQTTIOFAoHDasmXLwpz8lIXIxZ7u1ywCAL8rFGQgg6EiQGoBSI6mCQHAL7rpX94kAJhBl90euUU1urh9+g9QRpAUBIQAEAFWJwGAiPj4zC78AAAgAElEQVTSpUurTZs2ha7gM1jd9erV05sxzLGCBQu61ujFke92oZfr4nXkx3tdUlaiVJrjCPy+fZcadfqloX7cvfRVVbTsEQKJHwLAGzc9rJZOmReqq92tl6u2txypO8cHKx0QBFIAgSVvfajeHPiorScnNqgZ9tD277+H1ME/D6oC+Quoo48Olwtr1POcFBiNdEEQEAQEAUFAEBAEBAFBQBDIOQROPPHEsNy7s2bNCstPTJQ2kXROJyuRjm3ahJNxOfMxAzIiOUsSGTmRva1bR8/bKgSARBBO3rVTpkxRXbt2tTWA04ezvGOPPTZiw0SGQkZxylE7L8ibN6/Ou07eaDcjmtfplPJDAEBynrMesexHALUPlB/Yp5YvX65QkkBmHeISUdmkd0ClNZKyq58ex0sAoA0ckhMnTlTz5s3T6xqFWshSrD32LequWrWqn+5I2YAQIFiElAysHdMaNWqklWus1MH8xsePH6/uuuuuMBUcggqdUv6sx7PPPluhZmxaz549dbChH6JHsvroF8IWLVqoBQsW2C5bsWKFVmRxGooH+fPnt30MzqYqi/Vl9+7ddaS/aW7pX7z2l/0bkuIFF1xgC+pEIVoIAF5RzNxyJgHg3vo91R87skhkD37/nsrzn9jqVJmLjIwsGgJCAIiAjpMA4GUZ8VAGM7JLly5hNwovjny3NniQhwn+6aef2r42UwfE68h/7LHH1MCBA231xkod4AUHKZO+CLw64H61Yvp8PQCYYzDILPNKAHj1ugfUinc/CV3X/vYrVJubeqYvKNJzQSCJCOzZvks93KqfOrhnX1ytVG1WX/V7/b64rpWLBAFBQBAQBAQBQUAQEAQEgUxAgECNKlWq2IbCv535eK0Cffv21Q4t04jKJu+v03DGmVG65HB/8sknA4MNRwPnMJEkmK2GhAAQGOSBVYTziLzOTgc6zpsLL7wwajvIReM4NdMGuF2Ao421ytp0c7oJASCw6ZSKBIG0RACC0A033ODa91KlSilIPtu2bQuT8ecCCG5EqhNtbhmR5qeffrpCydhpJ510koKUFMvOPPNMLblvWdB9jNV+ot+vXbtWofZjGoQIyHqmQYbhGcFM6cI94b333tNphaZOnapJM/v27dMKHkT0k3KIdAJ+TQgAfhHLzPIWAeCHz9eoiZdlqV6VO/VkdfP74zJzwDKqQBAQAkAEGOMhAFhVIamDNJepBhAvAYDcXeSS+eCDD2w9DYIA4DZGIQAE8rtK60puL38kmviWOU+rE045SY/HCwHg5f6j1aqZC0PjP/fOq1Sr63ukNR7SeUEgOxCYfNVwte7Dz303JQQA35DJBYKAICAICAKCgCAgCAgCGYbAxx9/rFq1amUbVadOnfThu5sNHjxYy1WbNmHCBO2QNY1DeyTSTXvkkUe03HVQdt9996khQ4aEqiMA5IsvvlDfffedrQkhAASFeDD1QDrB0eNUkiDCljmNZpwXPvzww746cu211+qIXqcJAcAXjFJYEMhIBNwUHmINFJl6HNpO8tz7778fppwTqy7n9yhDOFMgB9lHv/3xW557vDPNAXv2bbfdZqsKRz+qQKbx7IGzfvv27a7NQuSCsDF27FhfSgpCAPA7i5lZ3iIAzB45UX364kw9yIvuu0E16XVeZg5YRhUIAkIAiAAj0kbI+sPmisfII4Pj3mLoCgEgHhTlmpxAYOaoiWr+M2/rpmu1O0Nd+fxw/f+xCAAvXn2vWvP+EaWK8wb3US0HdMuJIUibgkBaIrB48nQ17e7wQ51ogxECQFpOtXRaEBAEBAFBQBAQBAQBQSAHESCn9ttvZ73zWuYm2btu3TpVq1YtW7nRo0ernTt3qjlz5ugUkZz5ENmHXDe5hNu2bet5ZCg+nnLKKaEcy0RqcnaEVLEQADzDmO0Fcfoz35s3b7a1jYz2iy++GNWp88orr4TJbVeoUEGh0EkKijx58qhPPvlEkWfbuQbIx3777bfb2iQi19kPPykASG2KFL2YICAIpDcCTz31lLr77rttijWRRsQ98IknntD3LqcliwBAO0H1MZkz9e2336ratWurP//8M9QMRED2WRQVTLvjjjsU+3I8hiLzo4/aU4JGq0cIAPGgnHnXWASAR5pdrX7ftlMP8P5NM9R/8sVW5sg8NGREXhEQAkAEpA4dOqRz3fBfpHCKFi0aeohHom3r1q06VxMMMLecXTy4k0fn+OOP1y3ESwBAcgcGuJM5BxONFwIs3hQA9O+KK66wIYBMD1Jk5M8Ty70ImCoA/V6/X1VtVi8qAWDylcPUurlfhAA7/+6+qsU1XXIvgDJyQSBOBMZdeIv6YenXnq8WAoBnqKSgICAICAKCgCAgCKQwAjhfcYyR+g75WQ5eOWjlcBrZVdLs8a6aiHFoRp5W2iE39/Tp031V9+OPP6o33nhD52vG8UvO3QIFCqiyZcuqhg0baslvIr9MKV1fDUjhbEGAeSNq2pReL168uI7Wy5cvn60P8ThCOnbsqHMk41iNZeT4nTFjRqjYqFGjtBrAySefLASAWODl0PeQP5Bx/vpr+zsbv31IJUcfHTkHL+eLnLWZeaTJM71q1SpVrVo124jYbyCfmEFJrCnIB6YqBWUgqpiGkiiy1G6GfLcpV33CCSfo802xzESAe+m///6rFWr95G1PNTS4f7/wwgtaWn3NmjX6HJ4xcf/lt8P9l+eESOvebTxBP3f873//U++8846aMmWKjgDnXsNvrUyZMqp+/fqqa9euinzxzvtMkFhD5sFXwXPK8uXLdR+Yf3AhbTHEJYhK/H8ki+e+56zLTQHAKhNEH4PEzKyL3wvy/EuXLrU1gaoL6i5Ow1/z+uuvu3aHewH7K3v47t27w8rwe2SdNGrUyNNwhADgCaaML8Re+NPyDeqFXsP0WI+rfqK6dd6zGT9uGWBiCAgBIDH8dK4c8setXLkyrCYY4Rb7O14CgJfr4iUAxHtdgpDJ5WmAwKLn31Xv3jNe9/TEBjXV9e8+FpEAMPHyoeqbj5eERnXBsGtUs76d02CU0kVBIPUQeK7nXerbhcs9d0wIAJ6hkoKCgCAgCAgCgoAgkIII4Ewjt/XMmVkyltEMB9v48eNdI9YiXcdhLnXj9OdAHDI/dt5553lqk7Ic6iMXj3M2Vr5ucsaSr7tx48axhiPf5xACvXv3VpMnT7a1ThTfAw88ENYj0gL069fPd08hq+BcikYGwfEPAcCyypUra0cupBIhAPiGPFsuwHEFIWnZsmW29kg/wf6CMz+akdrhjDPOsBVBPtokgZhfErBD4I5pEJcgmVjWpEkT7UQyDfJA+fLlw7rC/ufsY82aNcMIBNkCpjSSLQhwD9y/f78mvaUrAQCHNnnTCdKLZiVLltSy6iixRLNkPHds3LhREVW/YsWKqG3zeyPorm7dutky/9KIPwQgR/C8aBoET8ipbvfzdu3aqQ8//DCskZtvvlmT+SCyQvwiHRHPuk6V6R49emhiqRcTAoAXlDK/DASAjx55VX1+WP7/whH91Vl9OmX+wGWECSEgBICE4Ms6DECqyy0H3DPPPKMfUjAeBi6++OIwFhk3FlIFRLJIBIB333039LLIYQQ57Exr3769Zp3zABTJ3AgAMBI5sChWrFiCyMjl6YrA1tUb1eevzlJfvv6+OvTvIT2MqmfVVUXLldb/D2Pcsq/nfRmSnOGzC++9Vp3V+8J0Hbr0WxDIcQSEAJDjUyAdEAQEAUFAEBAEBIFsQgA5VaLRnDm0ozVPtOtnn30WNbqad3Qrso+IXDengR8CwI033qiefPJJz6gQnUteXQ6NxVILASIzOfMwjehMzl1wkDkNOWWIH6YR1YeDHwcrUX0LFixQ+/btC7sWQgHEAjeDSIL0//fffx/6mshR0lBiQgBIrXVDb3Cics62aNEiW+fq1aun9xsvig84enr27Gm7nlzQSHG72YgRI9Tw4VkpGS3j/BHnkmU4Ozn7Mw1HkRsJiZQCrC3TGBMRv2KZiUC6EwA46+bM249NmjRJQfRys2Q8dyAZT9Q4Cr5eDIVh9gwhAXhBK/vKEOHvJALyfLBkyRJFmhY3I3qfwFDTUKOYNm1aWHE3FWZULHhGNc/ZI41YCADZtxZSoaU5Y15RX73xQVhXIJTs/eW3kL+m2PGlQuSuIV++nApdlz6kIAJCAAhgUnjhI0eb0+69916dfwdDggtH/wcf2H+8Zhm3riA7A7t327Ztoa95sUBdwGIO87DvZDiedtppWvYnkqwPzN8777xTkxdMGzBggM5BA+tcLHciAAFg7LnX+x5851HXqTOvPMJE912BXCAICAJKCACyCAQBQUAQEAQEAUEgNyBw8OBBReSqW7QcZHT+kKVGutZpkOwh2zsNBx0OM6LrTIltNzy9EgDeeustRYSW08jTjQOYiGA3adeKFStqp7K8V6fOamatNWvWTCvbmcZBPQf2boZD5+OPP9ZO/oULF+pIPtJI1KhRI1QcKWoitZ0qFqSD/OGHH1wP9p1OLadcshAAUmfd0BPOz1BrcJ7nnXTSSToyFBlyL+Z2dhctAvT666/XObNNe/zxxxWkJMvIP+0kmjhJAlZZpKqRrDaNM0vOJcUyE4F0JgC4EWaYpVjS6kjs45TnPmxaMp47uCfg/HeqcNAuKYz+/vtv7Q9wGmf1q1ev9uT4TbWVaaUQyaR0R26BlRA1uP+TviGSnX766WGBnhAC+NxpPM9WqVJFPxeYBsGgQYMGMadZCAAxIcqoAhAAPhxjV6OINsC8BfKp+zb6S22WUYDJYKIiIASAABbI4sWLdeSC00znPocRN910k46uN+2WW27RDLNIOYCQkkFSxjRuDDwIWcxdNwICL5vIiEW6iSA7c91116mXX7azgyLltQkAJqkiTRCIhwBA1D/R/2KCgCCQGAJCAEgMP7laEBAEBAFBQBAQBNIDgdGjR6uhQ4faOkuOWqTZIcAjVfzzzz+r/v37h0VSFSpUSKsGOFXriKZGRt2LeSUA8J7P+75pEPF5HyeXN2oD/P+VV14ZSi9gleVzN/KAl/5JmWAR2LRpk3b+O9UmiPjjDCRRg1SAQ8dZP6QB51kRxJA6deqE1gtOFMgJqFtYJgSARGckuOtx2vA7Rj3CtNKlS2vnvzOiPlrLlMdZaBpOJiLzkYo2jTNE1pSTzORMAUA+9Nq1a9uuhaCyatWqMOeim1w1Dq6WLVsGB5jUlFIIpCsBgDPrSpUqKQhWpkFgGTNmjCbdcP9FOcVNWh35dad6SzKeO1DnJT2RaeR9R30IkiOGahEBgagPmIZ/oE+fPim1Xrx0BiIFKjbFixf3Ujzlyzz99NPaP2IakfkQvnhuiGZuKVggn0S6L6Dy41QHiEZCNNsWAkDKL6VAOygEgEDhzPWVCQEggCXg5qSnWlPenwcTohH4M42DB5zwkW6cMHcHDhxou4acNLCALYmx9evXq+7du2v2oGnRDhxgnPHgxAuIaSgLtG3bNgBUpIp0RSAeAkDf1+5T1ZpHZkWmKxbSb0EguxEQAkB2Iy7tCQKCgCAgCAgCgkBOIIDzfMuWLbamyaF97rnn2j7jkJmDVKdjlXfwNm3a2Mq6EQAgEnA9B7LO93BnxLYTByL3ChcurCP4LKM+0vsR+Wva7bffrh555BHbZ0Tv+kkdkBPzkBvaZO3ghHc6XzhXefHFFwPLi40sO9HZpj388MPqtttus31GtD8pIixzk4AXAkBqrEzO8XAusk5MI80HjnO3KM9oPUdJAOegMyIYuf7nn39ep4XAOK+D/OSU5kdRZPv27WHkJzcZ6l69eqlx48bpc0OcwJxFOqXUq1atqpVKgs4NT47iF154Qb333nsKggJOXBxqOG2rVaumFTe6dOmiIH15tR9//FFNmDBB59uG0EMb7M9E1J599tnakWoqc8Sql/o4M4VQwb1jx44dCjIGxA7mlbNa+pnuKi7pSgDg9+B0jvM7wZnuXK+k0CDgzjSINs50Hcl47jj//PP1OjeNf3fo0MH2mRv5h/sSJLF0s0wiAOCPQcGHvd4ySHnsC87nUbd5Yp/g2dU0fDOnnnqq67RCNIBwYBrKME5lFreLhQCQbr+UxPorBIDE8JOr7QgIASDBFQEbmAfpkSNH2mpyi8DnBuKUlosWqc8DLQ88U6dOtdUN2xHlAMvIF3P11VdrhqFp0dQFYEnywG0aeeyQS+ShSCz3IiAEgNw79zLynEdACAA5PwfSA0FAEBAEBIH4EOBgCgI0achmz57t2zHyxRdfaGI0jjGk35EY5V2JA1LSnTmdvbF6SU5uosmJrPn666/Vzp07NekaZwHRWjh1nBGXseqU74NBAOcN82Aa/8ax7mZ9+/YNU9LDOcAcmmYRADi8bd68ubrooot0TnWIBlYknlXeiwIACgRI+JqG7D+OI6fhqHMeFnfr1k2RQkAs5xDgd89aYA8wjT2A8xOkpIMytyhCzmQ4v7GM8xYiQS0rWbKkJqc4A0KEABDUrCRWD9L6SOw7DUcx9ycvxpybEtKQQgYNGuR6KfsN+xf3QNMhZRW+9dZbw4hGfDd37lytHOq8hrrKlSunc5OjKOC0ZKiU8AxAmhbOKaMZa3/s2LFh6UzdrkGlA4VVnNmRjN8yZBvKkqIlkkHCoAxKrNHq43oi0AnKckZ4e5n3VCmTrgQACCxOxVr+7Ux/C878Xrg3m4b8vym1noznDuT/jz32WIVagWXkjIek40aqgaAC4cYy1ixkIKeaUaqsnUj9yBQCAL4WntPMVFPMG4QvCIJeDKLWs88+ayuKcoBTydkq4KYAwDvTOeecE7M5IQDEhCijCggBIKOmM8cHIwQAlymArceBAg/mTma/WZyHa1i/vXv3DsvhwqY+adIk24scjPOePXsqDrdMI/8bJAJn/hykhLjpmA8TNWvW1DnnTHk4+sFDKS8DplGWB3rk5UyDWMADOfWYRu6vYcOGBfoSnOMrXDrgGwEhAPiGTC4QBAJDwC8B4Oi8/1EPbJ4ZWPtSkSAgCOQeBFLFWesmx+llFoj04eBYLGcRwHGF05/oFSSMLYuU/9Ktt7zr8G5CbuJoRpQVDn0vTntSoXEo54waN+sn8pCoMdMZl7No5p7WeYdu1aqVbcA4WJzEd6uAM186nxMJCgne+Z4L4YNc3TiXLIv30BRZd0t1z6qL6F2cDU4jAgxSgWmkBWDNiuUMAnv27NGRwcuWLbN1gLXHfOXPnz/Qjrnlq2aNslYx+oMDaNu2baF2WV+sKaeZTiLrO6KncTbhJP7kk08C7btU5o4A6T6c53d+sXKmgeD8jr3hpZde8lUVEcXsb3nz5nW9jpQqPFN5Nc4xObMM0tz26lj10wf6EsnclDWi1Ynj2KnYYJVHzYV7jTNiN1p9OATpo5NwFmtcqfJ9uhIAWrRooUh3axqpUk477bQwaCF1OPdziC9m+oxkPHegxsu5u2kQASOtLyLNnb97lAGcBMVUWTuR+pEJBACURHivYO2YBuELRSevxvuPk5Tiln6C+iAaQHY1iSl8zvtTNN+T1Zd4n2W9jiUny2XCmooXv/8dOqT27vxd7d21W+3defhv1261etYitfnLtZ6rzVsgn7pv43TP5aVg7kJACAAu840sFg+uvIzhyCfioG7dugqZL4wbBFEEMHmReHPmJOI6mInOaP9IagGUv+eee3S0P8xvolU4/OAB3nljwMnPQ73z4Wbt2rWaueZktsM6I+9RvXr1NAuWGwtOfucBG1H/MOD9Spjlrp9L7hitEAByxzzLKFMTAb8EAEZRqnI5dcfCYA9vUhMd6ZUgIAgkikAqOmtx/D733HO+hyYEAN+QBXYBMrk4unD84+h3M68EAIjJOOM41PVikKBRCCDCKpJxUN+vXz9FZFYs42AfiXZn7s9Y18n32YsA77lOtbv58+fryG4vlsihKTKuvGubxr8tqW7rc/YkCCWmjR8/XhNRxLIfAaKd27dvHyYBzbkIa8dJ7Aiih27pG82IbZxZOLUSNadjK9H65PrICCSDAEBrnA0++OCDOhKd879ohsMfJzhBQ8joRzOcV5wtRotsJ/CIdcm5Z5DS/24EGPpKlDMkF8h+u3fvDut+vnz5tAoGEdtOIzgLJ53TkOWHEGOpBTm/hwAAEcBpbvLbVh+JIIf05UzPYH2/ZMkSfS6cbpauBAA/OHNPdkquQ/4yU634qY+yXp47UN5wptA1SV/ONt1IOmbqYL99zKny6e6sXbx4sY7Qd6qiOBV7vODLflGhQgVFuirL2Js2bNigU4qYRloUJ5EomvqVs/1EnmW9jCW7yhzcG65G8+fBg+rAgYPq2OLHunajQJFC2dW9wNrZtyvcqa8d/Tj5Dzv7/+D/f/lN/bnvyPqJtwNCAIgXudxxnRAAXObZ7cXNz3JASooHamdEP3XwYEtUfzwsYvIdQSwgT5fTeIFAWi6SlFis/vOiMHDgQIn+jwVULvheCAC5YJJliCmLwP7f9njq27cLl6tXBtwfKluhbjV140z7obOniqRQ2iCQKtHaFmAcVqKWRIQDee6Q2OWAkkNpohh41nFGd6YN2BnW0VR31hIp48xx62UKhADgBaVgy8ybN089+uijOv8u8vzRzCsBAMI0adKcRpQrewqyxU6LJt3+5Zdf6pQBZs52rscBQdQs9TmjffiOCM10i8AKdnZTtzb2MGSYzcNVSPNI7OI48mKJHJpCUIKoZBoRiBASkGknmpcIMCJYzXVHHmne/bND2hciDep+OBL47bj9pqLhRNABSgU420ijgKMOkg1KgjhByE0bKeo4Ur1WSg8i1XHS8dxA33DSsO8nMwUHv3FUIJDhNY0IO6ItOZz3YkThO3OKk2s90lkOzz7MgWmkBbj22mv1R25OKi/9cJYRAkA8qMV3TbIIAFZvUINgL+F5GocRaUcgr/H7Y70iC81vsHLlyp4HwG944sSJins2a5jfM/sQ+2jr1q21corbmaLnBlwK0gb1O4Oj2Ds4p+Q3x15JKlJ++6bKKdVFipgldcLy5cttLV5//fVavr9w4cL6vsC1nOGaRl/Yf80zWXDB2eYkBxKIBRmCPRsjxzwRvUjGmxZNWSAR7JJ9bW4gAHD+bqZaAVMUfUkJEY95fe6YMmWK6tq1q62JG264IYwMaBWA8MN6jXSPiKevOXFNOhMA2E8ghzhTlKDWzLNcPKQo5nzcuHG2qeBdhOcq6zkx0t7nTPEcbT4TeZbNiXUSqc07TuygDv0bm6RtXX/OoCtV6xsvTokh7N/9x2Hnvd2RH4rc3/mb+uMX/narP12IDskchBAAkolu+tctBACXOUQaiJu48+E11nTDIscBz8NHNGYujHOkf5zR/dHq55CBCIJoB1O8VNM+L5l+DLUD/niAFhMEhAAga0AQSA8EVrw7X7163RESQLXm9VXf1+5Lj85LLz0hkIrR2nQcBwGHZRxSRjOcdMgcIrMtlv0IpIOzFlSI6F63bl0IIA5eouVutQpCAMAZLZZ9CCBZHElW19kLLwQAnHPOnJeonBHBj9OAtcB7GQfxTil/Dl3J7+60M888Ux/em9amTRu9F5GvmQM/cjo783Xi6Fy5cmX2gSkteUYAx7pTRp85xAHk1RI5NMVphcPKufZZn1bEKA540zgLwKHXsmVLr130XQ6nzsyZM7XDmbYsYks0goyzEcaGQwLFQA70IxlqBwQimHnMI5XlTIJnBPKARzNIHJxbXHxxsIe6BEb06NFDsUeYhnMP5z+H8V4NTIngM6OpuT+xVzijTTk7Yj2YRBXaQaHRIhHgVPJKPojWRyEAeJ1BKZddCEAK5ndvGgFM3I+dDjWUUniGM61p06Zhah1E3Dds2NBWDgIO+7mzTqJ5ISeaRnQ2hAfLcNDhqDON6O05c+aEwbRo0SLVrFkz2+dE+aIEm26W6QQA3pdr165t26dR7yUFr5eUUW7z6fW5g+cCno1Ni0ZQ5rnlrrvuspV/5JFHwtL5pvoaS1cCAL9fVI/dyMUQrrwQHXnPYL8zjWdAfDY//vhj2NTx7sFzgZv6Cekjli5dGlPZxao0kWfZVFpTqUYAOPjHfltUvhWhjyN/7y+7sxz6O/n/3xRlg7a8BfKrY8oUV8eUOlYVKVVcFSl9rP7//67aqNZ/7K6059YHIQAEPTOZVZ8QAFzmkxfhVatWaUmuWLkorcuRl+MgAkk3L4eW5KHDWc/hbCzr3r27ZqR6yQnDjYV8qDxExCIwIPuPjBgv3UHnv4s1Jvk+dREQAkDqzo30TBBwIvD5q7PUlDuORP7XOb+ZuvwZO6tcUEsvBFI9WpsoJZ4bOGD3YhyQc+CeDKldL+3n5jLp4KxlfnCumJFgRHYhyS6Wegi4rSkrz7pTMtcLAcBN/YHDUd6pTOPAiwM33tEs42DemRuWqFyiNU3D6UcUn5XKzfqOXMqzZ8+2leW9TJRLUmvduUXXERlLVCvR5F4t0UNT7nn33nuv/otlOJg5HHY6j2Jd5+V7fgMEE+D0537sjGCjDj8EAD/3CfZq1FqiBSTgaOI8xKvaIU48IpWj5f/2gotVJhJZg98/ZKJ40h1CRnKeCXEuAyGCfQkjzzTR/6gdmObm1PQ6HtYR6RtNw8ngZ917bUvKCQKJIkB0PL8J0/i3Mzc236MIAlnGNOT/nQFSRHA7FU5NRQ3zerf0A2b6DcqSRoEUrqZNmDBBKyK4GfuGmZ4BtaBY6keJ4piM6zOZAMDY2GdxopoGsc3paPeKrZ/nDjdJd78EgESUCryOKehy6UoA4BmGd49EDFIR5CKn8d4DqTmWH8a6jmdZnhkgAXi1RJ9lvbaT7HLZQQD4a/9Bu9T+L1lS+zjysxz7WVH6/P/BP6Kn4YkHj6Py5Mly6pc+/IdjHwf/Yee+dvRrh/+xuoybzRnzivpwjF1VKlpfhAAQz0zlnmuEABBlrnmB5CF02rRp+oURprf1UFq9enW9UfOCi/Off3tx/LxcBYgAACAASURBVJvN8fDIy/Fbb72lkKtkM8c4JCe3FHXDXodx77duHAj0myg9Z7/Je4fcJgdfzpw0uWfpy0gjISAEAFkbgkB6ITD/mbfVzFETQ51ufMm5qutD9qiK9BpR7uxtOkRrc2CHQ9/JYOcZhagY2PTOXHrMJpGTTqZ87pzl7B11qjtrQYO1RBSoaekYCZO9M5tzrVlriujTTp066Qh83ldwODqltmMRADi0Ze7NaFnUyNhn3CTTOeCFTGQae44Z3YVzdtiwYbYykWSFiRQkYtA0IZ/k3Npya3nFihXaiU5OZtN4x+Vd1o8lemjKeiVKnr9YxhkBaQOQfw3KuLdC3H/ttde0szmaeSUAREp7iHoByj2obpikG9rkt0/aH+e+bfXn9ttv14EITuM3jTON37fTyOXNXHOekqhBHiK1odM48yAKz4uBsal0QHQpZzNuzzfsP+xbRP05ZcV5NuIMqXnz5l6aDSsjBIC4YEv7iywlDyJR45GizikAeBZwkvL4XRMV6zTG6AxAclO1gHDsVBLh/BQVAKcR7e0MmOIe73w28YoPe1+hQoVsyijsY25RvF7rzKlymUwAcEu7gmoEz4tuKXljzYHf5w4hALg7LmPhnFPfJ5MAwJjWr1+vFSFikSAhUvKsQaoSP5bos6yftpJZNl4CwD9//qWd+n/wF3LiZzny94ak97Oi9g/ssb87BDWewsWLGo79Eocd+qZz/4hj/+i8/0moWSEAJASfXOxAQAgAsiQEAUHAhoAQAGRBCALph8AHj7yk5o59LdTxlv27qvOGukczpN/ockeP/UThxXKsgVgypLVvueUWrTJkGs4Z8uVBAOCwjGgfciWbUsIcgiOBW61atdwxmSkyylR31gITilvOw2GiWrt06ZIiKEo3TASQG8fhhayv6Zgg4sUvAYC0D6R/MI3ofad8v/X9nXfeqdXZTJs6daomIliGahp50E3jsA+yttNw5kG6Np12rEUOf8VyHgFUG7i/OFM/ENFHZJ9fS+TQlAjQ888/Pyy6O1ofuO9xbwxK3p7c1V5zgHshAKDYwcGzk1xBvmSIBji+iD4nbeHixYttQ42U3xhCDlG9lgOTi3DAEGGLk4boWcgLkAKd0XNECTujh/3OMeWTla8d0gmBGebYYvUPBUf2rXhNCADxIpfe12Wys9aambVr14al0CAn90cffWSbPEhUzv2HPQSygNP+/vtvlS9fPtvH/IYg8MRjELNJH2QaxDP2gnSzTF1TPA84UwERVU3qCN5L/Vo8zx1CABACgHOdcR4yffp0/T7Cs+f27dv1Gclxxx2nVYN4V+nYsaPf5anLJ/IsG1eDSbrILwGgcMli6tA//6oDvyfHqZ+/cMHDTv0SWRH7hyP3idLXsvylsyL1+Xe+gvmThEp4tUIAyDaoc0VDQgDIFdMsgxQEvCMAAeCla2JHt5g1dnngRkX+cTFBQBDIOQTeHfaMWjTpyKHEOYOuVK1vDDavas6NLvNbTvVobQ69eXE18xwT9UbEDRLbpuGcIerWtKFDh6qRI0dm/kSm0AhT3VkLVPTReQjCwV2DBg1SCEnpSiwE4iEAEClIxKDtebJLFy1r7makhbjxxhttX40ZM0ZBTLIM+X4ibk0jWtmZq9v6nvQFplQnUcJukuqxxi/fB4sATn8cP9xfTMOJTL7deKJiEzk0RR560qRJtr4Q1Y2DF2U9Upig6IczwnSo4/xmnUeTzPeKnBsBABzcHFxeCACQaZzOaX7HzrQY/B7IX88BtmVE8uOEcyp1EPmPAoBp/NsZkQ9ekBnMtCFEA/NvnisSsWQRAOgTa6hv375qzZo1UbsILmARSVbc6/hymgDA8x4ODNJNkHYAh0Ykc8tr7XWcZjmUFJzS8DhOUInwQ76w6kzHlAmZ6qw15xlpfu7fprnJoJPX3fl7Y59AocTNIABABLAMZ/DPP//seylCRITwY+bzhsBEVLmb+oDvBrL5gkxcU9x/Bw8ebEOSZzieAU0FF69Qx/vc8dJLL2minGl+UwA8+uijauDAgV67mhLl0jUFQEqAJ51QfgkA8UBG9H2WI/+wU99w7OPkN537BY5J7Nkznv55uQYCwP5f93gpGirTadQAX+WlcO5BQAgAuWeuZaSCgCAgCAgCGY7AW7eOUV+9OSc0ys6jr1NnXhEfwzjDoUq54aV6tDaqA85DLxjsTmlOgMVR4JTaxaGLY1cs5xFIFWctSJDL9brrrrOBgiNtxowZOs81a4lIVBwCRGL1798/EJnonJ+FzOpBPGsKeUycdaa5RQBa3z/11FMKiX7TnMQi8noS8W8a6yiSBLebIxnnQTyysZk1ozk3mp07d+r5QjXGNJQeIIfghInH4iUAbNiwIWzPwSG+fPly7ZQ0jcjQzp072z5r2bJlGCklnv5bBADWJviQfoO2tmzZEkYw8EIAcCPLkBbDGfFKXyH0OVUX3JRaaHfWrFm24aH04Zbflr382WeftZVl30dpIRFLJgGAfqEYwhitFI6kNMAxjTIKKkfsQb1797alJol3PDlBAMBRCDEPpz/jtJzusdZUMgkA27ZtUyeccEJcMAoBIC7YknoREfk49llrlkEqgvBlpvThO4hC7H2mRZtT9mRnvRCOohmqPzfffLMuQopWyE1W2lfrOp4VeF5l30pHyzQCgNu7A6lrUKJCOcivJfLcAUmK92HTIqnkUGb06NGKZ1fTSBkEuSydTAgA6TRbqdVXZPwHV71Q/e/Q/+LqmHbe48y3/g5H6x9x9GdF6hcuUTSu+uUiQSBTERACQKbOrIxLEBAEBAFBIFci8FK/UWr1rEWhsV/y5CBVr3OrXIlFOg061aO1n3nmGXXttdfaICWCcNCgQa4wn3jiidoxYRmHcsgoI4sslrMIpIqzFhTcZN2joYPziyhbcr2LpQ4C8awpIusqVqxoGwQqIxy+uzl5ORydOHGirTxRhGa+8T59+qjnn3/eVgbiwIAB7tEQbgQAnAU4I8SyH4E9e/YoSCDLli2zNY6zGmekM2e0nx7GSwBwi5RnzbH23AxZfdN5xBrDYeWMlvfTd8pSBwSDCy64QKFcYVm84yIyFsl+0w4cOBBGauB7t5y5bhGO/H7NaFvIW9z33Wzy5MnaUW4aJAP2d7HsRYAIe4hSOP0hdripoGQXAYD1w9o0zY0s5hUhIQB4RSp7yuGIbtq0qVq6dKmn375zP7X2QhQp3MxJAEBRxJnmxHkd6i7R1Drow/jx4xXPOelqmUQAIFUMEffsW5bxboBCCQQsv5boc4dbyj2eRZ3Pq1a/UC1AvcA0yPROEoHfcWR3eSEAZDfi6d3e/w4dUiumL1Arp89Xa+d85nswTa/sqFrf2FM79o/Kc5Tv6+UCQUAQUEoIALIKBAFBQBAQBASBDENgwiWD1YYFRw7Qe794r6rZulGGjTJ3DCcex1oypLWJViBqwTQOiy+99FLXifCTtzN3zGTqjDKeNZUMZy2IsH5ee+013+BAPHHmg/ddiVwQGALxrCkaRynElBbnMyJru3XrFtY3N2e9U17cjahUq1YtRRoA5/V8VqdOnbB2cFjiuBTLXgT279+v2rdvrxYtOkJgpAdI7OOcPOaYYxLqULyOcrdI9SlTpugIfDeDwPDJJ5/YvkItoG7dugn1P9LF8Y4Lkg3R7JZBKiAK0s3cfisQEd59991QcSJn8+bNa7s8Wv7tuXPnqrZt29rK44SbMGFCUnCSSsMR4Dc3YsQIfQ+GeBXNYhEAUHNAwt2rsV6cUdakhHH+dqjPLcLWqxIIcvGJkm+8jimocpnkrHViQhoX3h1Ma9iwoZbWd1PeyQ4CQCz1CvbuYcOGKVRo0sHWf/RVWDdRNmJdQYhwe5aq0aphOgxNTZ06VT8f/vvvv6H+Mh5SA7G2/FoQzx0bN25UVatWtTXtlk7HKuD2GyDlhFMRy+9Ysru8EAC8Iw4RDYUKp2qU9xrStyRBSSumz1erZi5MaBCS2jQh+ORiQUAjIAQAWQiCgCAgCAgCgkAGIvBkx5vVluXrQyO7buqjqlLDWhk40sweUjyOtWRIayNnOG7cOBvY0Zwg7dq1U8gJmxZJCjizZzD1RhfPmmIUQTtrqROpTqfDj+hrPifCC+IBB2PmYZ9+gTnqKLV48eJAcmun3gylX4/iXVOkf0DK1TTWGRHHlnOeub/nnnvCJMi5BucV31mGVDTqI2YOYL4jWpmobcvBsGrVKtW1a1eFFLFpKJTgmIonx3z6zVrq9BiZcRzKRNKZdtJJJ2nHUNmyZRPubLyOcjflCaJBI0lBn3rqqWrt2rW2/q5cudKVbJLwoA7npW/SpImtqljOWgpzGM0BvmX8Nvi3m2PVzcEByW/hwiMHujhanfLdyHzzW3Mz5pVIYNMipRUKAqdk1cF+gbF3pJvCkZVWwgs2XtaUl3qsMjjsSH1lWqRnSvJj33bbbbaykFVMJQw/bad62UwlAKDugbPdNNQeSA9WoUIF12nJDgIApBOIW7EMFTQUhVL9+WDYqd3U/t3R0x6YYz17QHfVYbBdjSUWFjnxPe+UpIix0pJYfXjooYcUZFC/FtRzB8+ovK+YShPsTaiZuN1Pq1evrkgtZBnEOVQI0s05LAQA7ysutxEA1n34uVo5fYF2/B8yyDo2xAji95EBQAgA3teblBQEIiEgBABZG4KAICAICAKCQIYi8HDLvmrHxh9Do7vlg6fUCbWqZOhoM3NY8TjWkhGtfdVVV6kXXnjBBjKRGJEiYtz6zSFfgwYNMnOi0mhU8awphhe0s5Y6ccB+/PHH2pGEckX9+vX1OjMj9sgF3rFjR/Xdd9/ZUO7SpYuWKxbLeQTiXVM4FnGYmjl7GQ2ONKKhSpQoocjPGyk6dezYsdq5b5pbGgC+J4c00eS7d+9WkKQsx515LYe4HNSJZR8CHJ736NFD4fwzrXTp0tr5TxR5EBYvAQBZ+iFDhti6gPOb/crpCMLZfdppp9nKBpUCIBIG8Y6rSpUqatOmTbZqIS6ccsopYU198803qkaNGrbPuZdzT7eMaG6cdaaBBb9fN3PrN86dGTNmBDHd2VYHTiRUQ7hnZQIBgPXqptwQNAEAghfKEpZB3OIe7+YwIz/7448/HioLSTBWXvdsWwBJaCgTCQBIniN9blrRokX18x/PfZEMEtjmzZttX0dL6+BMAYByDM5Vr8ZzAUTC2bNn66h/p0IRKhdOMorXurOrXCYSACD8QiwnYt+0W265RY0ZM8Y3tEE/d0AodT7DkKrgsssus/XNjfgWSfnE96Cy+QIhAHgHPDcQAL75ZKlaOWO+dvr/feBPV3Aq1K2uTuvYXP/d3+QKdejfIypUsdAUAkAshOR7QSA2AkIAiI2RlBAEBAFBQBAQBNIWgVGnX6p+374r1P9BCyaq0ieVT9vx5LaOx+tYCzpam0gtIrZM80sA+Oqrr9Tpp5+e26Yw5cYb75pKhrPWKzjkBHeSR4hgJVexU3baa51SLjgE4l1T9AAnPoe48RgS5ESOm8ZBG2vF6TTwUj8EAWf+eS/XSZn4ECCHL+Qy570FBx+OoSDvF/E6yt32HkZL/nqiWSEqYBzs9+rVK4yoBJEFFZNkWbzjuvjiixV5h00bMGCAjnB12q233hrmZEG2+8svvwwVdYsm90sACNrJnCzMzXozgQCA+kPz5s11WovOnTurLVu2hKnrBDk3KLw4c3VHi+KlXzxvWgZpzCQPZMc8Z2cbmUYAQOUHAqlpPL+h+ILaUzQjhQ/qYaahNgI50M14HjTJfRD/tm7dGtf0QXxiDzMJipAWiOxO5WjtTCMAkEIHhQae903r2bOnevXVV30rMiTjuWPWrFmKPdI0FHHeeOMN1bp1a/0xSkDsr85n02jp9OJauEm4yE1Rgt/FgQMHtPqBmxU6NrG0TUkYRo5VmakEgO8+Xakd/kT7H9iz1xXfcrVPDjn9S1Q4LlTmjhM7CAEgx1akNJxbERACQG6deRm3ICAICAKCQK5A4N9//lHDanVTf+47EBrvkC9fVseekHVoLZbaCMTrWAs6WlsIAKm9Tvz0Lt41RRtBO2v99Js8rBygmSakEj8IJq9sImuKXiHPT3SgU7rf6nHNmjV1jtXp06fbBkHUccWKFcMGhgMLYoBzvVgFiTKFdEC7puGMfv7555MHlNRsQ+COO+5QOP6chpMFEpsXI395tAhSq454HeVcz8E+B/xOYx2VK1dORyUiSe5mRLQT2Z4si3dcbnnVcQQTtQg5wDK3cnyHQ+ajjz4KlRMCQPopAOCUmDZtmt4rTTn9eNeU1zWOQ8xcO4UKFdIqL8WLF3etAiLQ0qVLQ9+lo1KEV2wol0kEAPaTK664QuF0tYx9hnu5kwTihhHpTViPpqFyVr58OJEdMk7+/PltZXl2cBII/MyFk3zCtXPmzFFt27b1U022ls0kAgDPcvz+f/nllzAMUYfwQgA+88wzbc91yXrucEtpRqchq0B4cSOioISCko6XcWTrInI0NqRaJ/XX/iMpg2L1pc3Nl6r2t10eq1iu+T6TCADff7VWrZi+QEf7792523UOjz/lpJDTv1SlE1zLfPbSe77nv0kvO8nGdwVygSCQyxEQAkAuXwAyfEFAEBAEBIHMR+Dgnn3q7lO62AY6fPVbqnDxopk/+DQfYbyOtaCjtYUAkOYLyeh+vGvKqiJoZ61XZMkPjTPKNLcIcK/1SbngEEh0TdGT9evX6+hj8rziDEJOGznySy+9VF1zzTU6UtCMOK5cuXKYhLk5IqIAiSwnAotoUQ7gyDeM8wnn/08//aQ6dOhgA4HyRHEn2+gLa5nIL6KnnMSGSO3jdJg7d67v7kVSa8EpQySjM6eulwaiyTB7uZ4yRMeTjiERI30IkvyxLBGnJmNt2bJlxHz2kdoeNWpUWPqAWP30+3284+L3QSQ1Ua5OI+oW5wpO/UiR1qT/MaOyhQCQfgSASGst3jXlZe0Szesk7LC/P/PMMxEvZ982HYCXXHKJwnHG/Z+0FUhRE22LggupgS6//HKFkzldLVMIAOwP3bp1U8itW0aKCe6zzJEXQ0KdKG/TWJ+NGzcOu5wUEs6UMe3bt1coTsRryP0/+uijtssnTpyoSDWUqpZJBAA3tRC/uPPMZz43Jeu5A7ICdZNCwovx7Ecqodq1a3spnqNlhACQGPzpTgD4ceUGtXJ6lrz/79vcya7HVT9RO/3rdGyhylQRpdHEVoxcLQgkBwEhACQHV6lVEBAEBAFBQBBIKQT2/LxLjWxwaahP+QsXVMNWvKHyFrRHS6RUp6UzKhHHWpDR2sgdT5482TYjflMAEMHlJVJTpj25CCSypqyeBe2s9TLi/v37q2effdZWNB2kM72MLd3LBLGmomFAJD8KEKYNGjRIPfjgg3FDhxQr0a+W5cuXT0v7RpIzjbuhwxfi1Jk5c6Z2+hNNbjnd/UhrV69eXW3YsMF3VyLt1RxUI5Ecj+UmAgD4EOGPM+ill16yRbO6YUdaANIDcN9MtiXirOVaIvlxoPo1Z+5lnB/kcTfNbwqAjh07eibD+O1vssqncwqASJgksqZi4Yzz/vXXX7cVW7NmjYJ04masTaJn/ViNGjX03s5+mY6WCQQAiHwoNTjJZdFSPbjNFeWJ2DbtscceUzfffHNYcdYV68u0u+++W917772hjyAOQlYybceOHaFULs5KUQV64YUXbB/TjqmSkmprTAgA9hnJLgIArUJC6dGjh02xxG19sEdBAoWElw4mBIDEZikdCQA/rduknf7I++/a4k5qKXNyhVCkf9lq9ue/xBCTqwUBQSAZCAgBIBmoSp2CgCAgCAgCgkAKIrBz80/qwWZHDqSLHV9KDf3qlRTsqXTJQiBRx1pQ0dpuKQWmTJmic8a6mVukKo4rZLzFchaBRNdUrN4nw1lLmxdeeGGYcyjZ8tqxxirfZyGQzDWFA4HoazOPOtGdkFCqVKkS1xQQcU8EsylLnAz5f+qfP3++dvq//fbbYTls6bwfAgBS2eRc9WuRCABE3xOxFo/lNgKAhRER8dz7cHDh9CYyGdlpopSJ5GM+iUJOFpHEOVeJOmvnzZunyKXsJrFMW8WKFdPOLif5yqmWwfVgYBp4rFq1ynV5LV68OEy5AeedM9o3nrWZndcIAcA72vxe2LPNHO1t2rTRv6VI9u2336pq1ap5b+RwSVIaoDZQoUIF39fm9AXpTgDgt92uXTudGsU0J2nIC86QQ5wR0jhP2Vecsum06VxLH3/8sX5+sAzC0yeffGJrOhIp4ddff9XvLPzXNCTbGzRo4KX7OVLm7hoXqYN77dhH60iVJnXUJU/dqYqWKZEj/Y3WaDopAFjjQPECAhLqU6yV7du366+4P5LOgGdP7nWkEEoXEwJAYjOVLgSAHd9uUStmLNCO/x0bf3QddKnKJxx2+rdQx9esnBgwcrUgIAhkKwJCAMhWuKUxQUAQEAQEAUEgZxGA0ftYuwGhThxXvZK6dV5k6c2c7a20HoRjLYho7bvuuktHNJpGbk/kOd2MnIumw44yRNc6HQQyw9mPQBBrKlKv/ThrcSgR1W9apKhuHKmVKlXSDjfTyO1KjlexnEUgWWuKPYM9xil7H0syOhoa7FusO9M5gQOXfZI1FoRR94gRIxT56UlnEM28EgDcHKykSUBSOZa98847Os+309zyu3s9lN61a5d2DovlLAKJEgDoPYfT48aN0wQrIhghmfBbgHQ1cOBALYGNk8w0omjNiH+clqSTMA1nL+mI3Iw82shzm3bttdeqp59+OmcB9dm6EAC8A4YDGGUq01hzKD9EMggqkASchlOYez9kAp413WS3uS/Nnj3bewdTpGQ6EwAgXeBk//33321oQjKC3OPlfuWchkaNGqmvvvrK9jGpetizjjnmGAVe3G/vv/9+Wxmc96Q4Mdt8/PHHw9QDIBRyLc8FRYoU0XUsW7ZMpx7CgWsaqVHYI1PRlr3zkVo4aZr670r/KkGMp2qzeqpBlzaqQdfWqTg86VMOIiAEgMTAT2UCwK4ftoXk/bd9vdl1oCUqHheK9C936smJgSFXCwKCQI4hIASAHINeGhYEBAFBQBAQBHIGgR+WrlPjLhwYarxyo1pqwDv2HIc50zNp1YlAshxrVjteo7XJedm3b19b9yAEOKU5rQJEXZmOr8KFC+sDQa/OJVkJyUMgWWvKr7OWyGgzMosR41D6+uuvwyR/3aKAypYtG4qsSR5aUrMXBIJaU/v27dPRdjgRcNwgt+6MIiTHL+lEihYtGrNrRGLt3r1b/fDDD+rTTz9Vzz//vK7baTgdcT4GZW750CPV7ZUAwJiJHjMNVQGizeM1HLvI2puG1D3Rs2LpgUAQBIBoI8W5BhnAimKkLA451COcVr58ebV169bQxyhW/PHHHwqiitMmTZqkrr76atvHOOHuvPPO9AD+cC+FAOBtutiHK1asqNeDZThTifB3Wx9WGcgo5Mnmb+HChToFCuRByCmWQQIYOXKkTerd+g7FjnSR2bb6nK4EAAia3KPc1ESYa2fEvtvKgTzMfdo0CIBE95uKPXyP475cuXK6PedzAt8TgY0cu2msP1KTbN4c7ugiDRApcSgDwc3NIM117drV26LPhlJ/7T+oFk6cqhZOnKb2/WonXSTSfIMurTURoGqz+olUI9dmCAJ+CQBNr7xAdRp1JNgkQ2CIexipRgDY/dMvWU7/GQsiEoaOLVdandaxhXb8VzjNvwpP3GDJhYKAIJA0BIQAkDRopWJBQBAQBAQBQSB1Efh24XL1XM+7Qh2s2aax6v3CiNTtcC7tWVCONTf4/ERrf/nll6px48a2ajiANXNoW1+65ZVu1qyZPsAVy3kEglpTiTprcc7iWHJGSHPQ+9xzz4WiS4nu6969e1i5IUOGqFGjRuU8oNKDQFIAkNOX6Lxodtxxx2k1gEj5os1rcTgVL1485uzccMMN6oknnohZzk8BNwIAUYiQF3B4meaVAMBe27lzZ9u1iUoROzEn+tF00PkZs5TNGQSSTQC49dZb1ZgxY2yDc8r/W1926NAhLOIawk3dunXDwCG6ln3eNKK9W7VqlTNAxtmqEAC8AQdhFCUp0yLlcvdWY3gptzRBEAOGDh0ab5U5cl26EgCSIdduTQBzOHr0aM/z0bt3bwXJyM3Yk1AfiZT2JFIjgwcP9tUHz52No+D2b35QiyZNVV+89n4cV9svKVnpBLXr+59c6zmmTAllkQFQDMwNxrsJJoT1rNnes+NXdd8ZV6h///rb1/TnLZBPHV+jsjquZmV1fI1Kh/9bWRUuEZu866uhNCicCgSAvTt3qxXT52vH//dL1rmiVrRsyVCk/4kNRF0vDZaWdFEQ8IWAEAB8wSWFBQFBQBAQBASBzEFg7ZzP1Au9jzj961/USvV8YlDmDDADRhKUs9YJhd9o7UOHDqnjjz9e7dixI1QVstnk58SpZRqHdM4D12HDhqnhw4dnwIyk/xCCWFNBOWuRhHVLI4GzlMguIvvMyFMLfRzBRPaVKlUq6RPCwQ1RX+RxJ683ksWJWqTc6/HmVccJRcQ8fSS/rd+D7UTHkx1riihOnODIinuxWAQAogfZkyCSBG0WAYA2mjdvri666CLtvCdCskmTJrbmvBIAICncdNNNtmsTjdanX1OnTg3VCcb8rjLV+J3wR2R6tKjjdBp/sggA4ITD1un8R3adNeLmHEGSG0KNaX369FEoCJkGyQTyl5lbG5Ug9npLgjtd5kAIALFnCowqV66sfvrpiJOReYb8F2QaETeSlNf9NfYosq+EEADmuoJNGpJ77rlHS/5HMu65kJZQE4mWbmDTpk1qwIAB6oMPPog5sahNQVYhjUFO29fzvtQR/5D4nZa3QH51Vp8L1ecvz1IH9uz13NWzB3RXLQd0U0unzFNL356rtq52T9uC9DeqABACChXPXCcuz4683xYsWNAzhplWcOf3P6k1sxerNbM/MEYJGQAAIABJREFUVT8s+zrQ4RUtUyJECiCH/HE1Kqvja1ZSeY4+OtB2UqmynCIAHPh9b8jp/91nq1whKVLq2FCkP4qgYoKAIJC5CAgBIHPnVkYmCAgCgoAgIAjERIAX/jduejhUTmTbYkKWrQWCcKzR4USjtamD/OwPP3xkrfAZcp/IbOKUQ55zypQp2qFrHtDhaEFuE/lXsZxHIIg1FYsA4MdZSxoJZ37paChxKDdz5sykRoqyfmkDh/qsWbO00xALwplAdFHDhg1dpej9EAD4vS1evFj3EYKC5UzDkbZ3r/fD3yBWZDLXVJkyZRS5oznU9yIhbI0nEgEAp0Dbtm3VI488osgjnQxjHnFGXXDBBTY5/USctUj1I9lvGbmP9+zZk1D32b9JLWDZ+eefr2bMmJFQnal8sThrI88Oex6/GVKwQCKaMGGCzWHLlThFUGSpV6+ea0UQUkjjYspx83sj7/v111+vSReQCMnf7XS8kQ6ANtPNZE3FnrHJkycrIrJNu+6663QO9yBt3bp1YeowrFXyuaeqIcXsNNYUqQ9Ic+PmxD72hNIpOZxkKgBYA4ZcB6EItZBvvvlGK9ZAIoFQ1Lp1a51WpGrVqp7x+eqrrxREVFIEfffdd/qeyjMUJFPujzzzQZRj78tJ+/TFGdrxv3NzeKT+cdVPVGf16aQaX3Ku7uKwU7up/buPpNqI1W8IAB0GH/l9oi6wdMpctfTteeqPHb+6Xl6jVSNNBqh7QYtY1afd97mVAPDTuk0hp/+29e654L1OZvk6VdV/8uVV1EmaCi9WtmpFdVyNSsokBZSocJyXS1O+THYSAMB75Yz5asX0BWrD/CPP9yZIhYsX1ZH+dTo2V1Wa1El5/KSDgoAgEAwCQgAIBkepRRAQBAQBQUAQSFsEPn1hhpo69KlQ/1vf2FOdM+iKpI8n0ahVDvVef/11fRBE3lle2sldzMFNixYtVMeOHT05CXGkFShQIOTk8zNwPw47P/VaZZPpWDP740Vam4N7ov/MqD2rDqK1ObB0+65///5q/Pjx8QxfrkkCAslcU/E6a5GUxsEbKe+qBQNqE+SFd0ZRBwET+8D8+fO1Q53c6r//Hp5PNQgCgFskt9V/L/sJDjr6+NprrykOw52WrgQAnPzkdka2n1zi5Bk/++yz9T7ux/Fv4cH9AIUInAMlSpTQeaDPOOMMnb/Xq4pAEOvKrCMRAgBpMCB6WFa9enWtXgABCycG40WhAucH65R9l3FHM36vplrEJZdcourUqaPeffddtXbtWnXw4EGNIU60Ll26qMsvv1znXU5XE2et+8y5RU47SzLvL7/8srr44oujTv/dd9/tmpoF4haRtER9o+xiGnvWqlWrFHnC081kTUWfMe6rEK3YTyzDqc19jD0sSENBAqUq09zSrgTZZqJ1jax/iZbY9mrNru6kLhje32txKZfGCPy+fZdaNHGqWjhxmvrXsWcyrFPanaGa9e6kTj7LnmJl+/rw58JYMOB4dbMNC5ZpZYBlU+a5fn903v8cVgVoo046IzmEylh9D/r73EQAQAreivTftWWbK5SVTj9F/bhyg/r3b/t9OxrubW6+VLW/7XJdZNcP29S2dZvUT19vVtv4W7dJf+bF8hcuGFIIyEonUEmnFShYrIiXy1OmTLIJAP/+86+W9udv3dwvXMddsGiRkLy/c89IGaCkI4KAIJBUBIQAkFR4pXJBQBAQBAQBQSA9EPho3Jtq9gOTQ509f+jVqkX/roF3PoioVQ75iEB+8803Y/aP3PNPPfVU1EhPt5z1MSs+XMCLw85rXW7lkumstdrzE61NNHSnTp3U3397ywWIM4nIGg74xVIDgSDWVNDOWpAhah2n9nvvvaej43FMEjGKkxIHJNHUl156aVzO4GjIE606YsQI3TbOqWiWKAGAvQunR6TI7Wj7CSQaIt9iRTPmBAEgNVZ26vciEQIA5AVSR3g1yABE3rJfuxnOfb8StzVq1NDKBkE77ryOKdFy4qx1RzAWAQBiJcSrDh06xJwCng3atWunVQS8GM5g1ukVVySfdOqlP37LyJqKjhjPjNw3TeMZhJQ1QRvPDfXr17dV26BBA7VkyZKgmwqsPiEABAZlxlSEU5Zo/1UzF4aN6ag8R6mzenfSEf8lKpTNtjHz7o4iACkCNi5e4dpu8XJlNBmgfpc2qvRJ5bKtb0E3lOkEAEgdOP1Xz/5U7d35myt8J595mqrd4SxVu0NTdUyZEmpItU6eI/mp0CQAuDVAlDrqABYhgP/6UQtABUWrBRikAJQDUtWSRQBYOWOBjvZfPWux69AhUBDpz1+1Fg1SFR7plyAgCGQTAkIAyCagpRlBQBAQBAQBQSDVEZh1/2T18VNHnOrdHr5ZNep5TiDdDipqlRyiTZs2dY18jdRRHCEff/yxqlvXHiVhlY+Uj9vLwNOZABBvtDbSvVdeeaVrbnYTMw59rbzpXrAMokyi+dqDUpWwxkKkI1G7pEZAahsHMA4PsK9QoYJ2qHTr1k0RpSaWMwhY+dq9tJ4oAYAIa1RLIlm0/QSJ2x9++CFmN4UAEBOiHCuQCAEAlRUzh7aXQUCgIZofaX+nffvtt6patWpeqrGVwRmMo439K91MnLXuMxaJAABBhJQ+9913n1aC8GqQqvr27atJVdEMtY9nnnlGoW6RriZrKvrMoeLiJINACjj33Cy58lhGRD/PTZaxp6HOU6RIeATopEmTtAS8aawtL2ThWP1I1vdCAEgMWVIqYUdnQP7w5VM/1o5/oq2dVqrSCdrp3/SqCxIDLICrf9++M0QG2LHxR9caK9avoRp0aa0adGmj8hcpGECr2VdFJhIA1rz/aZbT//3F6q997pL81VueHnL6Fzr2GBvgQRMAIs1mImoB1GmRArLSCGSlE0iFlClBEgDWfvCplvcn2h9ijtPyFsgfcvrXaNUw+3440pIgIAikPAJCAEj5KZIOCgKCgCAgCAgC2YfA1CHj1Kcvzgw1eMmTd6h6nc+OuwNBRq3iTCUn48qVK8P6w0E1MvbI1JPv3mk4K9avX68KFSoU9h0OWucBtNfDJCTLkZhOlqVqtDYRzMi2ky8a6V6k/0mjcMIJJ6izzjpLR2pz8JsdFkS+9qBVJRj3ihUrtFwyeUqjGdLKt99+uxo+fLjKly9fdkAmbRgIuBEAIGm4SQcnQgD46KOPdI7aaOaXAEAfN23apA4dOhSqVggAqbu84yUAEFXN/mrOM6OEFMA9ke+Q2F6zZk3Y4EuXLq1zGx9zjP1Al9Q5bdq0CSuPXDepXrjfku8dhRynJSuCN9kzJ85ad4QhAPTo0UOnkICcRhQ1REvIaTjp4zXWO9H9ixcv1uQl7tUQSFhfrKF+/frpNtPZZE1Fnj1Ij+xPpkE64lncLbe9W01uBIKnn35aXXvttWHFSQ3EmjONdxDSoaSqCQEgsZlJd2ftXwcOaol/pP737gpPO0XU7lm9L1Q1WzdKDKgkXQ1ZAVUA1AEO/hH+7k2zp55zpiYDnHpu0yT1Ithq031NgQbras3sI05/Fe4n1qDVat8ky+l/blOVr1CBiEB+8Zp/xZbGl3gjecWavUTVAgoWLayOq1lZqwUcX6PS4f+vpPIXCT8PitWXeL9PlACw/qOv1Aok/mfMV//8Ga7ASCoOK9L/lLZnxNtNuU4QEAQyHAEhAGT4BMvwBAFBQBAQBAQBvwi8fuNDatk7H4Uuu2LiPfoFPh4LMmqV/LO9evWydQPn6ZgxY3S0GU4QnBbkROZgmZz0pj3//PPqqquuChvGo48+qm677Tbb5zt37tQH1WKpiUCQ+dqToSoxffp0TSrB4eHVWNuQKsSyFwGLAMBe0rx5c3XRRRepzp07qy1btigcCqbFSwDASXTaaadpx0c080IAwEFLH/kjxQb7nrnOMoUAgNMbMheOa6+ErOxdOf5bi5cAwH6HUs3ChQvVggULtGP+hhtuUORbJyLWMqL9e/bsGXbve/LJJ9X1119v6zD3R+rij3o3bNignn32WXXhhReGynE/HTlypLr33nvDBrt69WpF+ph0skx01qYT/pnY10xcU/HuU875hQDpjL5324uirYvnnntOXXPNNbYiEH7Zq9jruG9znxgyZIh6/PHHbeW4F5LWJ5VJJkIASGxXSFdn7c8bftCO/0iO1SaXn6cj/sucnD5KO2vnfKaJAKtnLXKd1HyFC2hFAMgAJzaomdjEJ/HqdF1Te3ftDjn9v5m/1BWhPEfnORzlnyXvnyeNlTMSVQsoXqGsgxRQWZWtVjGhlUU6TVJ4OI33maPz5HHFu/cLI1zb/HbRch3lT7T/n3v3h5U5Kk+ekNM/3jO6hAYrFwsCgkDaISAEgLSbMumwICAICAKCgCCQfAQm9x6u1s05Eklz9SujVfWW/vOHuREA4o1a7dq1q5ZSN2306NFq8ODBYYCMGjVKO0dMu/zyy3UeW6fdfPPNtoNDpEX/+OOP5IMsLfhGIOh87clQlcCR1rBhQ9c870RX4sx0i6oFDOThOTRPN+NwAyc0B/Pp5qzF6U4E7AUXXGAj/QTlBGEukdDGQWEZqQBw6BKZbVo0AgAEphYtWqgqVarYrslkAsDevXtV0aJF025NRfr9BrmmIrXx2GOPqYEDB9q+Rnli7ty5cW8rkAIgNZkGMWDo0KFx15kTF2aiszYncJQ2jyCQiWsqiH0KYh3P+pZEO4ixl2/dutVVvj/SmuK5AhUBN3UTntVROOF56uDBcFnrdNijhACQ2G6Sbs5aInmR+ScPu9OKHV9KNevTSTv+iehNVyNie+mUeVoZ4IelX7sOo1TlE7LIAF1bq+Lly6bUUNNpTf364/aQ03/zV2tdccxbML92+tfp0FTVah9fMEdKTVCUziSqFgBB4jiUAmpW0uQA6/+LlvUWEAIBYPYDkz3DdVSeo9RDW46oK2z6Yo12+vO377c9rvXUOb+ZOq1jC1XnvLM8tyMFBQFBQBAAASEAyDoQBAQBQUAQEAQEAVcEnuk2SH332arQd9dOeUSd1NhfxJ9FAAgiarVu3bph8v/kMXbLn75kyRLthDWtVatWCtljpxFJO3Xq1NDHRDUS3ZipZuaM8yrDmipYBJ2vPRmqEm3btg1ztrF2IZ/wO8BIY4Gj3xkRjuzyokXu0TOpMgdu/YAAIM5a9xlC+vqUU05RkFcwohJJC4Ez3w8BINL8CwEglX8Z9r4F4ViLNVoOr52y7YmS2txyxMerhhGr/8n8PhOdtcnCy3pOSLdnhGThQb33nXGF+u2/P3tuokmv89RF993guXyqFAxin7rpppvUE088YRsSZFsISn4NUiUkJqL5vVqHDh00aSnVCYnDa3eP6OhxG2uRkseqhj3aqqrN66uqZ9XzCkfGlksXZy2p9RZOmqp2btoaNhcnnVFbO/2RYc8027n5J7V0SlaKgEh7Z+XGp4bIAP/JlzfHIUj1NbX9m++103/17MXqp7V2ErEFXsFiRQ5H+jdVNc6WPPCJqgUUKl40jBQAQQByhWnxEACun/aYWjEjy+m/5+dfXdc/e0Odjs11xL88k+X4FiEdEATSFgEhAKTt1EnHBQFBQBAQBASB5CMw9tzr1dbVG0MN3TTrCVW+TjXPDedU1KrbASZRjDgynEZ0EblKLTv//PN1bvtMtXR21gadrz1oVQnysTsjtIl6w+F73HHH2ZbUqlWrtCy8abzYE8mWL1++tFp+6bymIgEdhBOEulEWMPcT1ElQA4C4JASAyMtc1lT8WwBKI7/88outgt9//11H4MZj69atU7Vq1bJdWq9ePbVsWXgUYzz1Z9c1QgDwjjTrJW/evKpQoezLk+u9dzlTUggAMz0Bj5JNxYoVNSnQMlKV4Mh3Ph95qlAprRxw3XXXKdKcRDMc/tdee61ODcb6TUX7++BfWvr9i1dnK5x58RrPixABqh3+O75m5XirStvrUtlZu+fnXVrmn4j/f//+Jwzjht3bqbP6XKhOqGVXdUrbyYjR8U2frw4pA7jhweU4OFEGqNmmUY7BkIprasvy9SGn/87N4SQSwDqmdPGQ0//kpnVzDL90aThRtQDGWbLSCer4GofVAmpW0ooXC557JxAIarU7Q0f685vI85+jA6lTKhEEBIHcjYAQAHL3/MvoBQFBQBAQBASBqAj889ff6pFW16hd3/8UKnfbR8+qstVOTAi5ZEetIv+Po800Io+IQHKa01mCPDe5tTloXLt2rXbIlipVSuHw6NKliyKVAHlH09XS2bEWdL72oFUlILz06dPHtjT498SJE12XS9WqVdXGjUcINhSCRFC5cnod5Kbzmor0Ow6CAIDjHwKAZcwrzlT2PyEARN9BZU3Ff4epUaOGJh2ZRvRsuXLl4qp0+/bt6vjjj7ddy/pFgSedTAgA3mdLCADhWAkBwBsBwJnyBiSDItZCOnrxxRe1UhLPSpAMUDypUKGCatOmjerVq1cYWcn7qk9uyU1frNZO/2XvfJSUhoqUOjZEBoAYULRMiaS0k0qVpqKz9ocl69TCSdPUyhkLwqAqXKKYdvoj9Z+/SO4lV6149xNNBiAlgpsVOvYY1aBLa1W/a2tVvnbVbF1yqbKmNi5ekeX0f3+x2rN9lysGxcuVCTn9KzW0kzSzFbQMaixRtYBEoKjZupF2+PP3n/zpFQiQyLjlWkFAEMgeBIQAkD04SyuCgCAgCAgCgkDaIrB/9x/q4RZ91d5du/UYyJF2x6LnVYkK9ohmPwNMFgGAfKOvvvqq6tu3r+Kw37Ly5ctrZ74zAhLnPnnL/RjOFZQEqlev7ueylCmbzo617MjXHmmivKhKDBs2TN177722KsaOHauQw3WzM888U3322We2ryKltUiZBeTSkXReU37m24/s+YEDB7T0P6QVy9555x3VuXNn/U8hAERf0bKm4v/FFytWTO3ZY88f+scff/jKvW22vnz5clW/fn1bhxo0aKBItZNOJgQA77MlBIBwrHILAcD7KpGSsRA4+Mf+rGj/12arX74LT2FwVJ486n+HDsWqJvT9Ke3OUMdVr6S2LFuviAomijWSUQ51gCyVgHoqz9GZF0WaKs5a5mD5tI91xP+PK+zkO76rWK+GdvzX63S257nODQX3/fq7Tg9AmoCf1m5yHTIBB5ABGnRtrbzmYk8Eu5xcU+s+/Dzk9D+4Z5/rMEpVLqdqd2iqHf8VTvOuyJgIJrn92iDUAiJhWL3l6SGnf75CBXI71DJ+QUAQSCICQgBIIrhStSAgCAgCgoAgkCkI/L5tp3rgrN7qnz+znOrkQ0MJAMm5eCwoAsALL7yg+MNw5iOpvXPnTluXcIbMmTNHNWoULimIs7VaNf8v0CVLllQ4RYg6SjcTx1p8M+ZHVcJLC+RYJi3Ajh07QsX5XViHT17qSJUysqbCZ2Lw4MHq/vvvD31BDuO5c+eG/i0EgOirV9bUEXx69uyp3njjDRtgs2bNUueee24YiNwDWVumlS1bVhHFbxoR/eZnSHTj9C1SpEhYnZMmTVJXX3217fPu3burN998M1W2IE/9EAKAJ5h0ISEAhGMlBADv6ye3l/x20Qrt9Cevs5tVbVZPnXrOmerDx15Ve3dmkau9WLOrO6kLhvfXRXds/FGTACAD/LBsfcR84Fa9Jzc9TVVtlpUyoHyd7I2q9jK2eMrkpLOW/v594E+1cNJU7fh3m8d6nVqqs3p3UhXr14hneLnqmm1fb1ZL356rlQEi/SaqnlVPEwHqd2mdtFzo2bmmUFlcM3txyOl/6J9/XeccMo/l9M+NqT5S9YfgVAvY9NkqRdCMVzsqz1HqoS2zvRaXcoKAICAIJISAEAASgk8uFgQEAUFAEBAEcg8CRK881OKIE6DkicerWz54Ki4Zw6AIAG4R1OaMNG/eXE2YMCGik3/evHlaNtRptWvXVjVr1lT//POPjtDetm1bWJlzzjlHzZ6dfi9u4ljz95v1qyrhtXanPDzX+Ykw99pOdpSTNWVHGfl10ohYKiSkDFmxYoVNmlgIANFXpqypI/iMGDFCDR8+3AZYJAf8nXfeqR588EFb2R49eoQRCM4++2z1ySef2Mo9/fTTOn+205o0aaJQQDFt/Pjxqn//LEdUupgQALzPlBAAwrESAoD39ZMbS+7/bY/6nGj/V2erX7fYCVfgUey4Uqr2eWdpx3+VJnU0RCPrX6L27PjVM1wmAcB50fdL1oUIARADfvvvEXKpsywS61oZoFk9TQg4tlwZz31IpYLZ6aw1x/3zt1vUoonT1OevzgqDI3/hguqsPp30X5GSxVIJrrTpyzefLNHKAKgqRLL6F2WpArB+g7RkrykcxDj9V8/+VK3/6MuIXSf1geX0L12lfJBDlLqShMBH495Usx+Y7Ll2IQB4hkoKCgKCQAAICAEgABClCkFAEBAEBAFBILcgsHXNRjX2/9k7D3ApinQN/xxyFpAgOadDzjlIEEHEsKbFFdE1r2Fds645rHHNXjGBaxYjqKAIKojkDJIkowgSBQQk3Oerwwxz5nScru7pnvPV85zLXae6uuqtv7ur6k8D/hEfLjaoV495UrIKuQstqcsA4LjjjlOeamZl8ODB8sADDwgU+kYFYbq/++479Td58mRZvny5vPjiizJkyJB4dRgB3HfffXlCu6PCwoULpVmzZpGafirWrKfLa1QJJ8IARVTLli1l6dKluarDoASGJVErlKncMwZv/4kTj+X5vfrqq+Xpp5/OVYkGANZSTpk6xgcGJUg9k1xuvPFGueOOO1Rqm8OHD8sbb7yhPPXBLrF89dVXeQzdRowYIZdddlmuekiHg+8fIg7AaGXPnj1y++23y1NPPZWrXsmSJWXDhg2C72+UCg0AnM8WDQByWO3fvVdWTVsoyN8+5ZVPBB6bTkv9rq1k2Mv/lmKlSzq9JKPrZapMLZs0S3n7L/zie8P5Q4hnKP2bndxFSlXI/c6c+5G5gtNMGFqfbh9GHiGrf5o6XxkEIDoA/t2/+w9T+YKCEYrUht1zUgYULhaN/NN+K2uTgS2dNFN5+y//dnYellWb1lVK//bn9M/o5zjIwR0+dCgnRcDoCfLTDwsMb41IhDAEaHtmX6nSuLbn7vkhUzt+3hJX+q+aZjwOdLxW26ZK6d9iYDcpV6Oy57GwgWAJ0AAgWN68GwmQgDsCNABwx4u1SYAESIAESCDfE1g9c7E8f/q/4hzqd2sll73zH1dcdBkAwCsS3pFWpXDhwoIQxn/7299c9TG5MowCPv3001z/GYYBUMBEqVCxZj1bXqNKOJEFKISfffbZXFX79eunUlVEsVCmjs3aW2+9JUOHDo3/B6QLQaqRcuVyp0uhAYC1pFOmcvO55JJL5OWXX84DrUiRIlK1alXZvn27oTEcItzAACC57N+/X9q1ayeLFi3K8xvSAFSsWFFFvkFqneQSxe8exkADAOdfl0xV1toR2LN9l1L4rz6q9N+46Ce7S2x/r9elpVIAZ5/UWcpF1NPadpAOKmSSTP2+eZtMf2ucUvxDuZdcyp5wvMrr3GxAV6nTIdsBHX+rbN+4WVb9sDAeIWDDwhWWN6zToZk07NFapQyo1baJv53z0Lofylqj7vzw+lil+N+yakOen5ud3FW6XTQkHtXBw3B4qQUBPGcqRcDorw3nAZdWza4XNwYoWb5MSjx1yRRSdMQ8/TcsWG7al3pdWkjzgd3UX5lK5VPqMy8KBwEaAIRjHtgLEiABYwI0AKBkkAAJkAAJkAAJuCYA74eXht4evw4W6xeM+LfjdnQZACTeEIqK1atXy5tvvimPPfaYQMERK8hvjFD+HTp0cNzH5Ioff/yxnH766bn+cxRDtlOxZi0CXqNK2AkYlHhQ5iWWsmXLyoIFC6RmzZp2l4fyd8pUzrTs2rVLeWonpgwpXbq0UtAmF3h1Jxfkaof8ValSJU94drOJ9+NdGgYho0zlngV44yOizaRJzj1G69SpI1OmTDGUP7SOiDeIVgFvfqdl4MCByhCuYEF3UX+ctu9nPRoAOKebScpaq1Hv+nWb8u5XXv7TFsqvy9c6h5RCzWrN6kuzAZ0l+6Qukt9yOWeCTC35apoK8b9kwnTD2W/St2OOt/+ALoIw+2EtiOa2avoiWYfoAHOWyrb1eVMWxPqOkPaIDqBSBvRoI0j/FpaiS1lrNB6kZpj88kcq1H9y5I+ChQsppT88/o+rWjEsOPJNPyCzsz/IiQywf49xZIvGJ7aXtmf2kVZDerni4kWmNixYkaP0H/e9bF6x3vS+jXq1jSv9w/yecAWOlYUGABQCEiCBMBOgAUCYZ4d9IwESIAESIIEQE1g0bqqM+vu98R52OPckOeuxfzrqsd9Kq1GjRsmFF16Yqy/9+/eX8ePHO+qfUaUlS5bkyuGNOq1bt5Y5c+ak3GY6LqRizZq6n1Elxo4dq4xIkFYiVmCcgv9+8sknp0MctNyTMpWDEalEevbs6ZlptWrVHCtl/X6Xeh5Mig1QpvKCg1HbnXfeKU888USud4gRYij2kRIAxiRWZePGjXLVVVfJJ598YlkPCv8rrrhC3RtRdcJepr4+Nk8XDx08KPsPHJDixYoLcq8mly4XnBL2YQXWv0xQ1hrB2r7h16Mh/Repf39bvdGSaZnK5aVupxZSt1NzmfDUW7Jr01bHc3BctYqyY2Ne7/BYA1CkIipAs5O6SJ2O0Uol5RhCQsWoyhQ8j6H0h7f/71u25xk6FMCtT+ulvP1rtsmbqiUVVkFfs2LyXFk9Y1FOuoA5S2Xf73tMu1C+ZpWcdAFHjQKKlSoRdHfj9/OirDXr9NrZPyrF//wx3+WpglQJ3S8+TTrzW5G2OU++MRTuMAbAmYRRKViokIoK0ObMPrmiNHw34kP57IG8UZWOHBEpkHd5oJp+8KdPBe0lFnxHYkp/q/d9dv9OcaV/kRLFQsOPHdFHgAYA+liyJRIgAf0EaACgnylbJAESIAESIIF8Q2DOhxPl7WseiY8YeWSNAAAgAElEQVS3xyWny+C7cucVNoLht9Lq0KFDSvHx22+/xW+PnMY4gCxRIrXDqk2bNskJJ+T2fEEYb4T3jlKhYs35bOmMKgHPXXjPJofUfumll1Te7igXylTO7C1evFiaNfOuyKEBgKg89rt371b57aPobW70PE+bNk06d+6c66dUosjAY/+1116TiRMnCgzTEP6/ZMmSgggS3bt3l7POOktg8OamwJANhnOIGLBq1SrFHmkratSoIUgjcMEFF+QxgHPTftB1H+n5d9nyk/PIBsjbfPbj1wfdzdDeL6rK2mSgUPDHvPvh6b99w2ZL5lDm1u2co/Cv16m5HF+nWrz+g52GCQwInJbOFwySU++6XBaNnyqLx01VCqpkT+JYWyXKlVaGAIgM0LRfR6e3iFS9qMnUws+nqDD/y76ZZcg55umPf4umUQmuWwj27vhdVnw3R5DuDcYA6+ebhy/HvWu2bhw3BqgbsCGLTgOAeZ98oxT/6+bmjc4Eb/JuF50m8NxmCSeB/bv3qvQAsz+YYDiH6DWMstqe2VdFBvjx6xky5t4RrgbznzVjlQHA0okzZeEX38uicd/L3u2/G7ZRICtLEB0xFt6/YKHoRU1yBYeVVQQAyIabcuWHj7mpzrokQAIkkDIBGgCkjI4XkgAJkAAJkAAJgMC0Nz+XD25+Og6jz9XnyoCbc3vfJ5Py2wAA90N+49mzZ+e69cqVK6VevXopTdzcuXOlTZs2ua5t27atzJplfDiY0k0CuIiKtdQge4kqMX36dKVEg1ItsSBVxb/+9a/UOhSiqyhTOZOxefNmpYT1WmgAkJkGAF7lgtc7J0ADAOesjGpGTVkbG8OmZWtVSP/VR0P6I4y3VYE3c72jHv5Q+uN/m5VUDADOePDqXM0tnTRTGQIsHveD7N66w/BWWQWzlCEAFMuIEIAQ7JlQoiBTW9f+ojz94fEPRXhyOa5aJWl75onK2796iwaZMC22Y4ARzfLJc2XNUYMAMDIrhYoWlobdj6ULqFS/hm37Xip4NQD4c9+BnDD/r3xsGN2h64WnSreLh+QyBPLSX14bDAEY/yE9ACIDIIKHUSlXrZJs32htEJZ8XcvBPWXxl1Pl4P4/DdssXKxIXOGP9zcLCZAACZAACYSFAA0AwjIT7AcJkAAJkAAJRJjA5Jc+kk/veTE+ggE3DZM+15xnOiK3BgBr166V2rVr52qvadOmyuPWrCD/8Zo1a3L9jNzciSGR4dEPz/5YQTh2HFKWKlUqT7OvvPJKHk/ts88+W959991IzRyVtalNV6pRJRYuXKjCwsNLN7Hcfvvtcv/996fWmZBdRZlyPyGIHvLTTz/luhAyctxxx7lqzO271FXjaayciTKVRpz57tY0APA25VFQ1mKEKpf5tEVK6Q9P/73bd1kOvGLd6sq7P/bnJn/3pOffcw2195Vnm16zZtaSo8YAU+W3NT+b1mvQrbVkD8hJFVD2hONd9yEsF4RZpuZ9+q1S+q/8fp4hrmYnd5UWg7opo4zCxYqGBWla+oE0ASsmz5G1s5aolAF/7Mxt2JrYKTxfDZAuoHtrFSWgRLkyWvucqgHA5pXrleJ/2huf5+lPueqVldIfof7hxc0SbQI/TZ0fjwxw+NBh7YMpXqZkXOmPSBEsJEACJEACJBBGAjQACOOssE8kQAIkQAIkEEECXz/9tox7ZFS854PvulR6XHKG4UjcKq2gDEKIY/ybWGbMmCHt2+fdcH/zzTfSu3fvXHXLli0r27ZtEyj5YwV1UDexPP/88yrXcXJB6GaEcE4sL7zwglx++eWRmq1MVKzpCq1tN5Fuo0ogPQRCcv/6a+6wwRdffLG8/HLe3JN29w/r75Qp9zNDAwBrZpkoU+6lxNkVBw8eVBWR5oYlhwANALxJQliVtevmLs0V0n//7j8sB1q5Ya24sh8h/UtXKu8NjE9Xb1q2Jm4MsGHhStO7VG/ZUJqd1FlFCKjSqJZPvfGn2bDJFJTAytv/rXGC8OHJpVz1StLurH7K279qdl1/oES8VaS0WDF5rvpbO/tHwfNpVao1r68MARAloH63Vp5H79YAYNmkWTL5lY9k2Te5o8OhI/W7tlKK/+z+udP0eO4kGwgNgbkfTVKRAZZ9m3f+3XSy1PHHKaV/i4HdtMixm3uzLgmQAAmQAAmkQoAGAKlQ4zUkQAIkQAIkQAKGBL54eKRMfOad+G9nPHS1dP7boDx13RoAoIHTTz9dPv7441xtwZsfCvtTTz1V5YmGl/aYMWPksssuU+G4E8tFF10k8OJPLCNGjFB1E0vx4sXlxRdflPPOO08pVPbs2SPw1n7qqady1YNBAnIxu/XYTbfoZKJiLRUDAL+iSsTmd/369dKtWzdZt25drikfPHiwfPTRRxmT1xyDo0y5f6ppAGDNLBNlyr2UOLti165d6n2CbxJLDgG3BgDtzu4n5zwR/XQsuuY/LMra1dOPeffDwx8KR6tStWndXB7+JcuX1YUksHZ2bNwii8ZPVQYB8F41K8fXqaqiAmQP6CK12zUNrH+p3igsMoWw4FD8Q7aMSvOTu0rLU3sqb/+ChWlU5Wa+d/26TUUHUAYBc5YK0geYFXjXK2OAHq2lQfc2ckKTOqZ1p44aI1/8Z2Se348cOSIFCuA/q/+Tq9wx8w0pWionfcYP//tMefwjNHxy6fjXAdLtotOkSuPcUebcjJt1o0Vg92875P0b/ytLvpruquPdLhoiLU7pIXU6ZLu6jpVJgARIgARIIN0EaACQ7hng/UmABEiABEggwwh8ctf/qXyKsXLukzdI27/0zTXKVAwA5syZI506dcoTBQANI2R/xYoVZcuWLXnyrON3KEaQLqBWrdweU/v37xd4dS9alPcgMNYm0gbs27cvzyzdd999cscdd0Ru9jJRsZaKAYBfUSUgEDA+gef/8uXLc8lHly5dZMKECQIjk0wqlCn3s0kDgGPMXht+dx6AONiHZ3uhwoWkQNLhPnJi//XZm91Dz9AraACQd2L/0224bF1jnqvaSBTKVK4gx1WrKMgNfFzVSsf+/2oVBbm/S2oOXx1mcUyHsvbQwYM54fynLZTVR0P64z1gVZCH/VhI/xaCcMyZVPbt2hM3Blg8/gfToZWqUFZFBYDSOqxhqNMhUzFgm5aukWnw9n/zCzm4/0Aejgj73uG8k5S3f9QiK4RZ3hHZYsV3c2XFlByDAKsUHaUrllMGATkpA9pI6Url4kODAcBHtz/naqi3THlVpr89Tin+k3O2417dLj5N/RUpnr9TOriCmkGVvxvxoYy5d4SrEf1nzVgpyEhLrpixMgmQAAmQQDgI0AAgHPPAXpAACZAACZBARhEYfdOTKqxmrPzt/26XFqd0j//vVAwAcPHIkSPl73//u/L0d1qKFi0q77//vsDz2qhASdunTx/lze+0DBw4UD799NNIenFTWXtslv2IKoGQpL169ZL583N77jVt2lSmTJki5codO9R0Km9hqvf9yE/zdAfP44H9BwTPdYGsvJ5YXS88NUxDcNSXVIxKHDV8tBINAI7ReqLfFfLLj6sd42t9Wm8aACTQogFADgyEoF46caYsnThDrMKoOxa0pIpFihdTRgEwBiiHf5WRwNH/H0YD1SpmjHIgCGXtgb37ZNVRRT+U/pg/u1KzTWOl8Ec4/7qdWkiREsXsLsmc34/IMWOAcVNln0HYegwWXuswBMg+qbOKEFA4JArOIGQqebJnvjNeeftD+WxUEMa79em9Fa8COa7kLD4SwHO+fPIcWTllnqybs1SsDHxOaFw7xxigRxv5bc3P8vEdz3vuGSJlQOnfcnAPz22xgWgToAFAtOePvScBEiABEnBHgAYA7nixNgmQAAmQAAmQgEMCb1z5kMz/9Nt47WvGPiU1WjVS/ztVAwBcO3HiRLnyyitl2bJltj1p06aNCucPL3+rsnHjRrnqqqvkk08+sayHMMtXXHGFPPHEE1K4cGHb+4exAg0Ajs2K7qgShw8flq5duwqUx8kF6SrKlrUPR4y0E0YRKcIiS08PukbWz88d2cCqbzhgv2BE9CJlhIV3fugHDQC8zXJ+NQDYu+P3owr/mbJ00kz5Y+fulEFmFSoohw86Nyw0u1GZSuWVUYBZJIGohKT3Q1mL+YECMKb037Bghe181WmffdTDv4X6t1DRaK67bAeaQoWV389TaQLwt/OX30xbaNizrTQ7qbNKFQD5TFfxQ6aMxrJx4Uql9Mff4UOH81QpX6OydBw6UBDqv2K96unCke/vu3/3Xlk+ea5KFwBZNgrPrwtSmzP7SPeLhkj1lg11Ncl2Ik6ABgARn0B2nwRIgARIwBUBGgC4wsXKJEACJEACJEACbgi88rd/q4N5lMa928vwkfdIVsEsTwYAaAuhob/44gsZPXq0zJw5U3nv//HHH0rBijD/SBVw1llnKU9sNwUK4VGjRilP7VWrVql0AvDYrlGjhvTt21cuuOACyc6OTu6/58+4IU+4U3jcHDp8WAoWzMoTWrtUxXJy0ch73CALRV0v3to6o0ogVYTX8P4wMoF8h7XQACCsMxPdftEAwNvc5ScDgA3zl8uPk+DlP1N5kJoWOPNaR4/PdWn7c/rLafddKds3bJbtG39V/+7YuDnnf2/4VbZv3GypZHU6g/DGLnc0vYBZJIEg847P+XBirpRNsXEgqgs8orOysvIMbdgrd0nZKhVsh4w8y0rhf1TpbxflA/dLDOeP/x/rRRZ7AjCmiBkD/Lp8rekFNVs3iqcKqFS/hn3DGmv4aQBw5PBhFXUMSn8zw5IWg7pL27/0kab9OmkcFZvSRWD7+l9VdAAYBPw0db7s3rrTU9NIBxIL81/iuNKe2uLFmUeABgCZN6ccEQmQAAmQgMXW+IhdYjXSIwESIAESIAESIIEUCfy5b7+MOO82WTNzsdRs3VgufPUuQe5FlmAIwABg9YxFjm/WpG/HfGcAADi6okrQACCvqDECQG4mBw7k5B8uUqSI4+cy0yvSAMDbDGeyAcD+PX8c8/KfOMNSKVSxbnVp0KO1NOzeWsbe/4r8tnqjY7AwADj78ett6+/c9Jvs2LjFwFAgx2gA/fVakPsa6QXKHY0kkGwogHzvugoMAN6+5hFXzd0x601DA4AdP2/JFdLfzqMXhg4xhX+9Ti2kTsdmrvrBysYEIPcxYwCrtArwfs9JFdBFarVp7DtOPwwA1s1dKtPf/EJmvDPesP/la1aRTkMHCpT/FWqf4PsYeQN9BGDIAWOAFUgZMHW+HDnswqJLRO5f+pEULVVcX4fYUkYRoAFARk0nB0MCJEACJGBDgBEAKCIkQAIkQAIkQAK+EtizbZf839k3ydY1P0ufa/8qva88S7IKFvT1nmw8hwANAMY6FgUdUSVoAJAXNw0AcjPJZGWt44ctqSINAFIll3NdpsnUz0tWxZX+dgZsjXq2VXmiG3RvLVWb1o2DfKTn312FlHZqAGA3UzAAUJEDNm45GkEgJ3pALKIAlOReS+FiRXLSDCgjgYqGKQcKFXEWKt+LAcDWtb/kCum/bd0my6Eh+kG9Ts2lbqeccP612jbxioLX2xBAFIaYMcCyb2aZ1oZhbo4xQGdp1Ms6ZVaq0HUZABzc/2c8xL9ZVIkWp3SX9mf3l8Yntk+1u7wuRAS+HzlGPr7jOVc9ogGAK1z5rjINAPLdlHPAJEACJJCvCdAAIF9PPwdPAiRAAiRAAsEQwAH4C2feoA7BETq2ZpsmMuTey6VsleOD6UA+vUt+MQDIp9OblmEzBYA37JmmrPVGQwR5gB/vc7lSkjotx1WtKF2GDZYarRtJzVaNpEiJYk4vzch6UZepg/sP5Cj8J82UHyfOlF2btprOEzx6kdMcXv4NureRYqVLGNZNlwGAEwFDvnbIOwwFVDQBZSBwzFAAz4TXAoXucTAOMIkkUOr449QtUjEAgKJ4/fzltikRMDc5Hv45Cv8azL/tdVo9Xf/n/gOyeNzUHIOA8VPl0AHjVEOFixaR7AFdpNlJndW/To1J7Drn1QAAxkAI8z979ATDW1WodYJ0HHqytDq1l5SrXsmuO/w9QgSmjhojH91OA4AITVnouwoDgD/35UTkclp6XfkXKViokNPqrEcCJEACJEACoSFAA4DQTAU7QgIkQAIkQAKZTWDzinXy7GnXyx87d6uBVm5QUy55+0FtRgB79uxR7ZYsWTKzQboYHQ0AXMBiVUcE3BoANOnTQS4ada+jtvNDpagra3XMkRsPbyf3q9ywljIEqIG/1g2levMGTi7LmDpRlKlfV6yLe/mv/H6e5VzAux9/Dbu3kWrN6zuat/273YfiD0u4aBgAxCIIqGgCP8eiCeQYCuiIIlCoaBEVPQBh+DctM88Z7wj20UolypWOK/vh6V81u56by1k3YAIwuolFB9izzTzfeuPe7VVkABh+xAxHUulqKgYAiKgx/a0vVJj/zSvXG9625eAe0uG8AdKwR5tUusVrIkCABgARmCR2kQRIgARIgARIILQEaAAQ2qlhx0iABEiABEgg8wggp+PTp1wrRw4fVoNDCFgoB0scV9rzYH///XcpUKCAlCpVynNbmdIADQC8zeShQ4dUAwWZskJ5qS78bIqMf/x1ObBnnyuwJzStK416tlGeu/AGLVgo/6YAiaKy1tVkG1SGhzc8u6FwQhhqeED7WbIKZiljgGNGAY3k+NpV/bxlWtuOgkzhmx+TAcgBFNlmBREeGvVqqzz8ofjXsT5I6wT5cHMYASB6wI6fkW7gWCQBZTCwYbPs+z3HINLPAmVwvaPe/fDwr9K4tp+3Y9s+Elgzc3HcGACpHcwK1uw5qQK6SMW61QyrzXh7nKyavijPb38eOCAFsrKkkIEH7eA7L5WS5cvEr1n5/Xyl+J/3yTeG94C3f6ehA6X1Gb21GRH7iJdNeyRAAwCPAHk5CZAACZAACZBAviZAA4B8Pf0cPAmQAAmQAAkET2DV9IXywpk3xm8MpeDwV+8SeKR5KTQAyEvv8b6Xy6alaxxjxSH+FaMfdVw/0yvmd5lCTucFn02WBZ9NkfXzlmmZ7qysrJwQ3uqvjYoEkp9KFJS1Oubj1+Vr42HdV01bKIcP5Rh9GRWE8D+w17lRSf2uLaV+t9ayfu4yJZe7Nm+z7TKUyCpCQMwwoHVDKVUhJwx61EtYZeq31RvjMrDsm9mWmPHtadQTSv/Wao5YvBHY9/venBQDykDgaASBo4YCykjARcqN5J4MvO0iye7fWSrVr+Gtk7w6lAR+Wbomnipg46KVpn3EtzuWKiDxmYUBwPs3PulqbHcveE8KZBXI8fZ/a5xsXfOz4fXw9ofiv363Vq7aZ+VoE6ABQLTnj70nARIgARIgARJILwEaAKSXP+9OAiRAAiRAAvmSwNJJs+SVv90RHzs8ioa9fKcnFvldWQt4ONhXXpbIpfzVdDly5IhrpvCswuF+0/6dpF7nFq6vz6QL8qNMQWkHhT8U/xsXmh/+65pnePvCGADKvzodmwlyV2dyCauy1itzKPjx3oF394rJcwVyZFZKli8rSA3R+MT26t9nh/xTfvlxteMutD6tt/z12Zvj9eENDUOAdfOWxY0CDvyx37a98jUqJxkFNNKW79r25horhEmmoOiPyYGVDOA5x/zDy79h99ZSskJZjUTYlBMCeG6gcJ3w5FtOqsfr3DHrTSlbpYKra1g5mgRgKLJ43FQVHeCnHxaYDqJMlQrS7CREBuis1qFuDQCa9Ouo1qxGBdFbOg49Wdr9pa+UyvD1QTSlxP9e0wDAf8a8AwmQAAmQAAmQQOYSoAFA5s4tR0YCJEACJEACoSaw8PMp8vql98f7mKzUcdv5/KisBaOfps6Pe1nqyuUbY1+0VAnJ7t9JmvbrpP71GqXB7Zymu35+kSnk1o15+v+yZJUpdoT/Rfh2NzmoG/Vqp0IGL/9ujvpDfmurUqtNY2UQAMVgzTaNMy5dQJiUtV6fr0QP79Uzl8iBPeZ516u3bChNjir8kz28n+h3hScDAKNx4F2YaBRg5cmaeH3VpnUTjAIaCtJXhL2kU6YQyh9GH/iD8VksvY8Rs1rtmkrjXu2Ulz/eJSzpJzDnw4ny9jWPuOoIDQBc4cqYyn/s2i2Lx/2gjAEWf/mD6bgKFSksBw/86XncrU7tqRT/9bvS298zzIg3AAOAnZu2uhrFiVedI0VLFXd1DSuTAAmQAAmQAAmQQCYSoAFAJs4qx0QCJEACJEACESEwe/QEeee6x+K97XDeADnr0etS6n1+Udbu+nVrXOGyaPxUOXLY3Mu/RNnSsnfn7455Fi1ZXPZbKPGgmM3u10lFB4DndqaXTJapTcvWKE//hZ9NFivDEYTmbj6wm7QY2E3g5ff0oGtk/fzljqce114w4li0j3VzlsaNAVbPyJsnOLFhyGMsVUCdDs0yIl1AOpW1jifNouKyb2ap9w+8Qa289gsXK5rj5d+nvTQ5sYMgX7hZee706111rVy1yrkiADi5+PDBQzkRAo7+rZu7TKxyXcfaLFS08LG0AUgf0LqRlKte2cktA6sTtEyt/H5e/Bv064p1puNE2gV4+eeE9m8jpStldnSPwCZc441oAKARZj5qCtGllCEAogOMnyr7d5sbf7nBcnydatJp6MnS/pz+UqJcGTeXsi4JkAAJkAAJkAAJkAAJkIABARoAUCxIgARIgARIgATSSuCH/30mH976TLwPXYcPkdPuu8J1nzJZWQtFqfKwnDBDfllqHir7+DpVpXHv9tKodzv17/Nn3CB2StZE0E36dpQh91yuvLuWfDnNMuRrtWb1VGSApv07S/Xm9V3PVxQuyDSZ+nnJKuXpv/CzKQKvf7MCD10o/JsP6iYI155YvBoAJLb1574DsuJoZABEB9iyaoOlWFSsV10pE5H/t2brxpFMFxC0stbrc7Z9/a/y46SZap5Wz1wse7buNG2yUoOacS//el1aer2179fv3b5L1s1bnssoYM828/HFOgRjBkQxqNmqUc6/rRtK8bKlfe+v2Q38lqldm7bGU8vgO3Rw/wHTsdZo2TAe2r9Oh+y0MeGNnRGgAYAzTqxlTWDFlHlxYwBECXJbmp3cVboNP1Wi8N1wOzbWJwESIAESIAESIAESIIF0EqABQDrp894kQAIkQAIkQAKKwLcvfiBj73spTqP3lWfJwNsudkUnk5S1u7fuiHtYIlUC8mublUSFPwwAEksqBgAXjbwn3gTCtS/+cpos+Wqa+tdM8VO2yvEqKgDSBCDke6aUTJCpDQtWCGQIiv/fVv9sOjXw1oa3fvOBXaVY6ZKm9Q7s3ed6eouUKObomu0bNqvoACsm56QL+GPnbsvr6ndtKQ17tJXa7bMjky7Ab2WtI9A2lWIe3qtnLJZ1c5da1m4MY6M+HZSXf/maVXTcPq1tbFu3KU+kgEN/HrTtE969iUYBNVo3kqysLNvrdFTwQ6ZiRmdQ+MNwyKwgTQy8/FVo/x6tBd8ClugQoAFAdOYqKj0d98go+frpt1119+4F70nJ8vT4dwWNlUmABEiABEiABEiABEjAAQEaADiAxCokQAIkQAIkQAL+E5jw5Fsy/rHX4zfqf/350u/68x3fOOrK2rVzflRK/8Xjf7AMrV2+RhVp2q9j3MvfCtDrl97vmF+sYmK49uSLl387WxZ/NU1FBzDLA1+wcCHJ7t85xyCgXycpVsZcmey6cwFfEFWZQnhzhPZHiP9t6zeZUms2oMtRpX83KVysSMB07W+HVAPKIOC7OZbRKNBSqQrHScOebVS+4JptGoc2XYAfylp7ktY1kFt36cQZ8tPU+QKlv9mzjVaOq1ZJefnHlP4Fsgp4vX3or/958U+5IgVYpT5IHEz1Fg1yGQVUbljT01jNDBHsZArvZLuye+tOJQP4BuHPKhVM1aZ1c0L792ordTu1sGuav4eYAAwAEMrdTRly7xVStkoFN5ewbj4iMOPtcfL+jU+6GjENAFzhYmUSIAESIAESIAESIAEScEyABgCOUbEiCZAACZAACZCA3wQ+f+hVmfTce/HbDLr9Yul1xVmObhs1ZS28m1VY/6+ny/yxkwU5qs2KlZe/Izg+VNq46CcVGWDJlz/IhoUrTe+AHPJIFYDoAMjvGqUSJZlaO2uJUvjD099MgZtVMCuu8G8xqJsUCMhDWcecQ/kJY4DY32aL3OO4X9XseipdQK12TUKVLsBOWauDlZM2Vk9fJMu+nS1rZi5Wof2t3j91OzaLK/yrNK7tpPmMroPUFevnLVN/647+i+gVdqVIyWLH0gYcTR9Q9gTnHvMLxk6W/13+gN1tcv1+69SRppEZ1s1ZmvMNmjRTNsxfbtpuoaJFcow+TmwvDXq0kXLVKrnqAyuTAAnkHwI0AMg/c82RkgAJkAAJkAAJkAAJhJ8ADQDCP0fsIQmQAAmQAAnkKwIf//t5+f61T+NjPu3+K6XrhafaMoiCshbh2KFwQUh2q7DKx1WtKPDOboTw2r3b24493RV2bvpNRQVAmoBl38wy7Q5yhCMqAKID1G7XNN3dtr1/2GUKSlwo/KH43/XrVsPxFC5WVJoP6iYtBnaT7JM62445KhWQZzjRIAD53M1KVqGCyhigXucWUrNNk7SmC0iXAcDu33bI0kkzZdX0RbJmxmLZsmqDKa8S5coc8/Lv00GKliweFbFIWz9/37L9qFHA8rhRgF0KC3S2TJUKeYwCipYy5u3VAEAZnU3K8fDH394dv5vyqtywVk5o/97tVFQNFhIgARJwQoAGAE4osQ4JkAAJkAAJkAAJkAAJBEOABgDBcOZdSIAESIAESIAEXBB474b/ysx3xsevOOuxf0qHc0+ybCGMytr9u/9QCpfFX/4gC8ZMlkMHzXNJN+zRRpr07agU/sgnHdUCT22MVxkEfDVN9u3aYzgU5HvNiQzQWf0bxlDiYZQphGmPefpDqWtUkHYBCv/mA7spJV5+KIhCgVQBMApADnurUu1BqeIAACAASURBVK56JWmI6ABHjQEqN/AWmt0N3yANANbOWSorp8w96uW/RPbv3mva1erN68e9/JFCgcU7gS2rNuaJFHDk8BHbhis1qBE3CqiBSAEtG6prUjEAuPC1u+WXJauUwn/t7B9N743oIPj25IT2b2caNcC286xAAiSQrwnQACBfTz8HTwIkQAIkQAIkQAIkEDICNAAI2YSwOyRAAiRAAiRAAjkE3rzyIZn36bdxHEOfu0VaDelliicsytqfF0PZMkOF9UfuaLNSplJ5aXFK98h4+acql6umLVSpAhAd4LfVG02badq3o4oMAGOA0hXLpXo7rdeFRaZWTJ6rPP0XfjZF9ph4upeqUDYnvP+gbtKgW2utHKLW2OFDh5UhQI5BwGzZtGyt5RBqtWsq9To1V5EBarZu7Kv8+WkAAA9vROBASH94+VtFGYmHde/TQZr06eDrmKMmP372F6H2c9IG5Pxrl8oCfSlQoIDUaN1ISpQtrQzKdBWkZIHCH+H9Edof92EhARIgAS8EaADghR6vJQESIAESIAESIAESIAG9BGgAoJcnWyMBEiABEiABEtBE4MiRIzLyonuU8jhWLnzlLtMw5ulS1iIfNJQyi774XuaP+U7gAW9W6ndtKdkndYm8l3+qUwxlF6ICIDrAmllLTJuBEhbGAEgXkM6c4+mSKYCBIhee/gs/myx/mERRKFvleKXwh+IfedpZjAkgPUIsXQCMAnZv3WmKqlipEtKgZxup1bqxL+kCdBsAIK0IjGzWzFysFP9mUSEw4Ir1qitlf5MTO0j9bgzrHobnZf+eP2T93GXxtAEwCti1yTidh47+wrs/FtofBgAsJEACJKCTAAwAvnvpI1dNXjH6UUFUKBYSIAESIAESIAESIAESIAG9BGgAoJcnWyMBEiABEiABEtBI4MDeffLa8LuPhfQuIHLJmw8KwuUnlyCVtfAohmHCgrHfycZF5l7+JSuUlZan9JAmfTsopT/LMQJ7tu06GhngB/WvWWjs8jWrKEMAGAQEnYs6SJkCmR+/nhH39Idi0KiABxT+CPHPUO2pPVGIzBE3CJg817KRSvVrSN2OR6MDtGksTtMFmCnif9/9uxTMKiglSpQwvG+p44+z7A/eiYgIEfPyXzvHPKw7GmrUq600PjHHy79CrRNSA8arAiWwc9NvCUYBy1UaAbP3gV3Hyp5wvHp/xkL7ZxUqaHcJfycBEiABEiABEiABEiABEiABEiABEsgAAjQAyIBJ5BBIgARIgARIIJMJQJH22kV3y7o5S9Uwi5ctJcNfu0fqdMjONWw/lbWHDx5SOZQR1h9K/4MH/jRFDmUhvLKh8D++TtVMnhqtY1syYbqKDABjgN+3bDdsu2jJ4ipFgIoO0L+TFC5WVGsfkhvzU6Zi90JqBHj5I8Q/okkYFXhuQ+EPuarWrL6vY853jR85EjcGgFHALz+utkRQr0tLqYVUATbpAiDHMF5yU26c9JIg/3tyQZ9iHv74d/uGzabNQuEb8/Jv3KeDILc7S/QJ/LpinUwdOUamjhrjajC3Th0pMBpiIQESIAESIAESIAESIAESIAESIAESyF8EaACQv+aboyUBEiABEiCBSBLYtn6TSgcQU85ByTX81bulWvNjylDdytotP22QReOmynx4+S9cacoNBgktB/dQqQno5a9HvNbNXaqMAZAuYNPSNaaNNujeWrL7d1ZGAeWqV9Jz84RWdMtUrOmFX3wvCz+bopT+ZikjTmhSR3n6469Ko1rax8YGjQnA+ARpAmIRAsyMUXB16YrlpHaHbMN0AV4MAGBg9NMPC5TSf82MnND+VqlFYAwV8/KH3LBkJoEFYyfL/y5/wNXgaADgChcrkwAJkAAJkAAJkAAJkAAJkAAJkEDGEKABQMZMJQdCAiRAAiRAAplNAGH3R150t2xd+4saaOlK5aTHJWdImcoV1P/et2+f+rdYsWJ5QMATH3nl7cqSr6YrD394+h/cb+yNjTZqtWuaE9q/Twd6+dtB9fj7tnWblCEADAJWfj/PtLWqTevmRAbo10mqt2zo8a45l+syADhy5Ehc4b/gsyly5PBhw/5Vb9EgrvSvWJf5ubVMosdGYHQEY4AVk3OMAsxSVeA2UL7XatNERQf4c99++ej251zd/eSbh8vWdb8oxf/mletNr4XREd49OUr/9lKsdElX92HlaBKgAUA05429JgESIAESIAESIAESIAESIAESIIF0EKABQDqo854kQAIkQAIkQAIpEUAu5JfPv0P27vjd1fVXj3nS0AAAxgTwwoZiZcOCFaZtFi1VXCn8Y6H9Xd2clbURQB5seFar6ABfTlNKVqMCo5CYMQByX6davBgAHDp46Gho/ymy8PMppl2o1baJUvq3GNRNylWvnGpXeV1ABFZMmZtjEPDdHNm46CfTuyLXOlKH6CrVmtWLe/lDZljyHwEaAOS/OeeISYAESIAESIAESIAESIAESIAESCBVAjQASJUcryMBEiABEiABEkgLgckvfyyf3v1/ru6daADw44TpysMfyhQzBTIar9GqUU5o//6d6eXvinZwlVdMniuLv/xBGQWY5UWHIhZRAZRBQP/OAu/p5LLs29nyv8vuz/PfjxzJ+U8FCuQd05UfPC5Vs+vm+gFRI+DhD6OSxeN/MAVRr3OLo57+XeMRLIKjxjvpIrBn2854qgAYBezatFVX01KwcKFcXv6xSCfabsCGIkeABgCRmzJ2mARIgARIgARIgARIgARIgARIgATSRoAGAGlDzxuTAAmQAAmQAAmkQgC5sf/vrJtcXdp1+Kmyds5S2TB/uel1hYsVUQr/FkdD+7u6ASunncDPS1blRAb4aprlPNfp0Eyy++cYBFSsW131GwYALw+93dUY/jn+eWUAcGDvvpwoEp9NERiXmJWGPdrEw/uXLF/G1b1YORoEfl2+Nm4QAJk6csg41YPZaMrXqCzZJ3VRiv8G3VtHY9DsZWAEaAAQGGreiARIgARIgARIgARIgARIgARIgAQiT4AGAJGfQg6ABEiABEiABPIXgVQMAMwIVWtePye0/8Bu9PLPIDHa9evWuDHA0okzTUdWsV51FRWgdMVyMubeEa4I9Lv+fFk3d6ksmzTL9DoocpE2osXAblK0VAlX7bNytAkgKsVrw+92NYgbJ70klRrUcHUNK+cfAjAA2PnLb64GnH1SZylfs4qra1iZBEiABEiABEiABEiABEiABEiABEgg+gRoABD9OeQISIAESIAESCBfEfBiAFCwUCFpMbh7PLR/vgKXTweLPOyICqCiA3z5g/yxc7evJJqd3FUp/JsP7CqFihbx9V5sPLwEaAAQ3rlhz0iABEiABEiABEiABEiABEiABEiABEgg0wnQACDTZ5jjIwESIAESIIEMI5CKAUDnvw2S7pecIRXrVsswGhyOWwKrZyySxV/mGARsWbXB7eV56mcVKnhU4Q+lfzcpkFXAc5tsIPoEaAAQ/TnkCEiABEiABEiABEiABEiABEiABEiABEggqgRoABDVmWO/SYAESIAESCCfEkjFAODqMU9KzdaN8ykxDtuMwJafNqioALNHT5BNy9a6AoXw/h2HnqxSCLCQQDIBGgBQJkiABEiABEiABEiABEiABEiABEiABEiABNJFgAYA6SLP+5IACZAACZAACaREAAYAW9f+kufaHRs3S8nyZaRw8WJ5fqvSqBYNAFKinT8uWvbtbNm+/lfZu2OX7N3+u/o7Ikfk8OHDCkBWVpYULFhQSpQvIyXLlZXix5WS6s0bSNXsuvkDEEfpmgAMAHZv3enqutptm0qlBjVcXcPKJEACJEACJEACJEACJEACJEACJEACJEACJJBMgAYAlAk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shwArt27ZLJkyfL559/LnPmzJFp06bFR9ypUydp3LixnHTSSXLiiSdKpUqVUqZx4MABmTdvnowfP17dY/HixbJ27VrVXq1atSQ7O1twvwEDBkjr1q2lUKFCKd/LjwsPHz4sy5YtU/2fNGmSzJ8/37f+//HHHzJ9+nT58ssvZcqUKYrb77//roYFNo0aNZJevXrJwIEDpXr16lKgQAE/hpxym0HJVModDMmFQcoUhrx582YZM2aMTJgwQcny3LlzFYnSpUtLq1atpHnz5jJkyBDp3r27FC9ePCSUgu3GkSNH5Ndff5VvvvlGPet4zmOc0BO8o9q0aaOePXAqU6ZMsB0M0d3wnsI3Y+LEiXne6cnvKrzXa9SoIVlZWSEaAbsSZgKx78i3334rs2bNUs/itm3bVJfLly8vLVu2lHbt2knPnj3z/bMY5nlk36JBIOpr9CApR32NHiQr3ssZAaw9sSf++OOPBd+8H3/8Ua3TE793WH8OGjRIOnbsGLo9srNR5q6V+M75/vvvZebMmfFvPM4F8I3v3bu3OoPAvje/rh8hGxs2bFBnNV999ZUsXbo011lNbD0E+ejfv7+0b99eSpYsmcqU8Jp8SCB2FoGzgalTp+Y6H0jcy3Xp0kX69u2br5/FfCgeHLJmAnje1q9fL+PGjVNnTWbncTxnEgn6nFTzVLO5kBLAHg7rqU8++UQWLlxoqGfBt27w4MGedF8hHb5tt2gAYIuIFUggegSwmcQG8tFHH5XRo0fHlctWI4GS8Morr5R//etfUrFiRceD3rp1q4wcOVKeeeaZuMLc7mJsXh988EFldJDuDf+ePXsUo8cff1x9JJyUVPu/bt06ef755+Wll16KH4LY3e+CCy6Qe+65R2rXrm1X1dffg5Qpo4FgkQhF5L333qs+6rECuT333HPlscceC42yNkiZAoctW7Yo+YVsxQxJrIQBB2133nmnnHnmmVK0aFFf5SaVxtesWaPmOfndhUPRESNGSIsWLVJpVszaNWsMh2533HGHXH755aE0mNi/f798+OGH8tBDD+V6d6Hf11xzjdx6661SpEgR16wgv+D81FNPOX6n4yann3664gUjprAZLemSqVGjRsnVV1/t6DlzCh7zhW8oNiLpLn7JVOK48L568skn5f/+7/8cfwehLHjzzTela9eu6Uak7q/7e4TNKt7JL774oifZAp833ngj7esFJ/ON7xDeMVD+6CwwIsH7C0avicaVuEfMGA4Hb5deeqkyNAlL0S1TsXFFfY1uND9m7xCvMhXlNXq6181BfDv8fFb9kin0GeuPu+66S15//XVHQ0h1j+mo8QAqmcmC1a1POeUUue+++5Sxcn4p2FfDAPn++++Xjz76yPGwsR669tpr1TcsUw0BYKh94YUXKiWazjJ06FB1XlWuXDmdzYayLbM1hV1n//GPf8gjjzwSyn2vXd+d/P7DDz/IZZdd5vjMz6xN7GOw1w7bftcJAx11Dh48KJ9++qlgX5zoNBVrG2cBbdu2VYzggJLpBd89GNk8/PDDuc4prcYdO2fK5He50fiDPifNNNnTdaaVaVzwDH7wwQfqDDlmYGs1xlR1X1HnRgOAqM8g+08CSQRw+ImFu1NlYDJAWOS/8MIL0rlzZ0u22Fh88cUXymDAyUs2uTG8dKEswiY2HUpIbLzh6X/LLbcor4RUym233Sb4s9uA43Afyg5s8mMejm7uh83+E088oRRs6dhoBCVTZkzsDs+gQIByqEKFCm6waq8bpEzFOo+N7BVXXKE2X24LDH5w4BYWJUhM8Wz1nCBihlslIN5VWBDeeOONrhTaMZ5/+9vflIGFG8Mot3Phpn7s0BAHymPHjjW8FIcb//3vf10f4KxYsUJw+IPoJKkUyBLeVThkC0OUF50ytW/fPvW9w7dVd8Fm5d///rfuZh2356dMxTqB5xAGK/jup7JmSDej2Dj8+B6BxznnnJPSezx5kuFd2qNHD8dz71dFJxtxGCvgXaGrHDp0SK1/sS6zK6l8S+zaTPV3P2Qq6mt0I5Z+yVTU1+hGrPyQKaP7BPHtSPW5cnKdXzKFe4MNFLvXX3+967Un9sg33XSTWnNEKWLXpk2bVL//97//OcGfq06697quO+zhAijPcC6Ab5UTw22jW+FMAOt8cMu0gkiSiHaQKhszHjjjevfdd5WXeyYXPIe33367vPrqq66HmemMcO4Bg1uv5e9//7syYi1RooTXpiJ5/XfffacccH755RfL/odl7+Yn5FWrVskNN9zgypArsT9nnXWWepdXq1bNz26mve10nJOmfdAaO6DzTEtjt0LRFIx4sV5OZe2Jc+Wnn35aRYDND4UGAPlhljnGfEMACxAoA1NV3sRAwdP2tddekyZNmhiywyErFr133323580ZPLWwiA5SsY3+474333yz5/7/5z//UR8cM2UXvK/wOyxkvRRs8NEGwiEHWYKSKaMxOVno4LowGAAEKVMxVlD0DBs2zPXBYiJrGAFAYWJnxOKnzMW8FHAQZmeM41Zpg83G22+/rbz4vRwkhYET5sBptIdUDAAQknb48OEqPYmXgoNrLMCRbiJdxQ+ZgpLon//8p/LS1l0g+zgkKViwoO6mbdvzU6ZiN8dhNw43cPCW6nOY7kMkP79HOg0AdCvVbQUoqYIThWDsEt19XbBggTqQxLvMrrj9lti1l8rvfslU1NfoySz9lKmor9GTWfklU0byHcS3I5Xnysk1fsoU7q9r7Wm3x3Qy1qDqwGsba0+EXU21pGuvm2p/U7kO6yEYFcMBwWuB4ghr0kzzaEfKiG7dunnFk+d6nGu999570qxZM+1th6VBrCcvvvhiAcNUCg0AnFELw9mTs57qr4UUboiG5ySqTbr3bvpHn7tFPGd43lIxbE9sCRFfEZ0kU1NPpuOc1O+5D6p9P860gup7EPfRsfa0030FMY6g7kEDgKBI8z4kEAABHLDD00BHsVIg4cAMXlvIoe21pGOjgTyMf/3rX1UuNK/lhBNOkHfeecfU4w7hsXQpwk499VSVPqBSpUpeu+34+qBkKrFDbhY6uC4Mm7AgZQpjhnU/DGc+++wzx3NpVhHKWjzPQRrhxPpi56WW3Ge3ShtszDA2zI/Xkg5jpVifnXipJY7PrQEAlNvw2nr22We9YlLXI7cWDgbwfgy6+CVTfhoApOOAxG+Zis27LkVIOhhhDEF8j3QaAKQzAoBThWBMNnQaAECe4fEGxYqT4vZb4qRNp3X8lqmor9ETOfotU1Ffo8dY+S1TiXMS1LfD6fPktp7fMoX+wAjpvPPO8xzVBWsovCeRMi/MRecasnfv3sqINFO9IXXuSyATL7/8slJAZVLxywAgHWdOQc6LDkVIpjNiBADvEgkjL0RHdGLQna69m/dROmtBlzzhbjr3RM56H1ytoM9JgxuZv3fy60zL314H1zoMKmEoqyOK5iWXXKKcVdLpFBcEORoABEGZ9yCBgAjoXITg0GHMmDEqf1NyMTpchBIWXrIIoxILKY6NCDbxeDFbhb5HGDworIIqOg/b0Wd4hWKMRvm2EZr+/PPP1zY0LLphCBBUCUqmYuNZv369ChHtxKo4dk0YDACClCm7MMfIJYboFrVr11aINm7cqEIbPfbYY4Zikw5lbaohd90obbZv367eK++//77huPHcItw9OMH4Ae8rRNl44IEHDDe16cqvjTzWWNiahfs3GpxbA4AZM2bIaaedZhjKD/lokW4A3jhly5ZVnm1O3u2IRNOvX7+gXlUShEzB2AvPl5NDDzcDD/obGIRMxcY/a9Ys+ctf/mJohINoEfgNETqQIzIW6hgbOhg5zZkzR0aPHq0MnfAO0xku3sn8BPU90vX9SNc7CvOF9+w999zjygtG52EX3jeQJafPpptviRNZcVonCJmK+hodLIOSqaiv0cEqCJmKyXeQ3w6nz5TTekHJlJWxIL55WHsiWl/lypUF63lEWkNEPUSrMirIhQ7jzDAfSlophKBQxF4SRgwYw4EDBwQh3rHWNotYmKn5tWE8A2NbrGeSC2QDa3eshxAJAZEFY6weffRR0z0AFHHPPfec4PpMKTDSAQuk0NBZevXqpVIGVq1aVWezoWjLzggSa2yk3Tz55JOlSpUqkpWVpfq9e/dutW77+uuvVZouRJPA2d3xxx8finHp7oSuc61MfUfZ8caZEt45SKPqpOQ3AwCkF8G7Cylaqlevrt7jiMz0zTffqD2SVaTLTHyXx2RE1z431p7V2bsTuQx7nSDOtMLOwEn/rFKR4EwE73v8Cx3Nzp07lW4LegYjxzCsobDm6NOnj5NbR7YODQAiO3XsOAnkJZC8qDVa7DtdhKB1M6VE4uEilEMPPvig2tjHNhPJPbMLVR50Hq3kRYiREgLeNLC6e+GFF1R4PatDZasNZfLhIjb1MJQ4++yz4wtDJxv8GNNbb71VfcyCChUdlExhfPgwQxag8HFTwmgA4KdMrV69WnkWGYVqNwtVj4NPKHHxrBqVDz74QM444ww32D3VTTWyhBulDQ4zsAEzenbNwqriuUd6E7NIKkF72qRqMe3GAAAKfRzEGlnP4uAWh9JG6WBw3bhx41TuciPGkDW8r4IqQchUqmOxCpcItlCeZmdnp9q8q+uCkKlYh6wUIfgW4vs6YMCAtEQfsYMW5PfI7GBEp4Lcbrxefk/Vi1rX+IyMvfANRqQns5Qdbr4lXtgkXhuUTEV9jQ5mQclU1NfoQckU5iTIb4euZy6xnaBkysqg0mztabVGgEH+xx9/LB06dPADi+c2ca4AY9qRI0fmAwId0QAAIABJREFUacsqrOrKlSsFxg1GocrTYZjsGYSDBqyUINhvIy2AUUrBHTt2yDXXXGOY3xaOGjBOrV+/voMeZH4VK2NA7HOwFw7qDCVI2laKEHg24t0Tc9AJsl9hu5eRAUAYzpHCxsmoP9j3w3jpuuuuy/UzzjSxPjA6l8ovBgB4tqBYhJOAmbGeXYQOnNsjRUnjxo2jIA6u+hjk2burjoW0cpjPtMKCzMqg0mrtabVGwDoLqXGLFi0almFq7wcNALQjZYMkkD4CsUUtFiGwFoeSMOZRl9wrJ/mezazrsNnHCxIWxNis2lmdW72g0a+gF96JixAoCB9++GG1cTYKge4kV59VtITY4SIY3Xjjjcr62iy/k93CEKzg4QYlJDxxgyhByRTGYnYw0r17d7nhhhuU1R7GnlyClh8j7kHK1CuvvKIMJZKLXdi+xYsXC/JFGuVHdqMw9ip3ZkpBKATxfJQoUUJ5wBgVp0obeFXhoOehhx7K04xdeNFffvlFkIttwoQJea4N2hPLLAwm3ltghPe8UT/dzOfevXsVd6Nny87gyEr5AGMUhOMuVqyYV5GxvT4ImbLthEUFK2OUoDcbQchUDIXZgWQUwhoH+T2KugGA0YEq1qF4R0E5ceaZZxo+HToMAHAgiXUWPGcSC97hME4aNGiQp2+Jl+c++dqgZCrqa3RwC0qmor5GD0qmMCdBfjt0PnextoKQKaw94eWHeyUXuzRuVusEtIcUJ+lI1WU3FwsWLFB70xUrVuSpapc6y2w/k6meWFgT9ezZMw+nBg0aKOP3Fi1amOI2M2ABKxxod+rUyW6qMv53K2OUsBvSeJkcK2Pb/BLW2Ck/GgA4JZW3nlFqGxixI3c9ziOMUsNmugEAvmEw0MP4nSjuEWXDbE8E4k7PuVKfxfRcGeQ5aXpGqO+uYT/T0jdSby1ZnWtbnS9YrRPsztK99TgcV9MAIBzzwF6QgBYCCJOLzTYU2naLEByawrrsX//6l+m93SiR7Abw7rvvyrnnnmtYLWgFLjwtoJzq3LmzUqTaWXlZeVzHBmS2YEO4TFjKwhsW97M7vLFbGAbNKkiZSj7IRBitO++8Uy2U4ZkNgxQjb76gmRgJcVAyBU/rq666ytALxC4cltUBQZcuXeStt95SYSf9Lsn9wOEVnke8iypWrKiUOWZpM5xujOARCoUQ5De52Cm1rTzig+SEficfuCdGXMEYERLdaMPt5t1tlS/aLjS9lUy56YNXmQtCplLto13I16DDjQUhU2CFyDYwEMQ6I7ncdtttSkli5OmWKmfd1wX5Pco0AwAo3zG/SK9ilctXhwEAIjXhe5HoRYqDfnhEwssPqUuMitNviU65ClKm3PY7TGt09D35kN4vmYr6Gj1ImQrq2+FWdp3WD0Kmfv75Z7UuQ7jf5PLEE0+ofYxZ+e2339S6FZGVkkvQxt9OmaKe2bvDiVLbyiPejpebPoalrtn+xkloeqtvaTq+Z2FhmtgPq+gbQRtwB8ln9uzZMnjw4Dxp3KCcxVrIyrAkyH6G4V40AEhtFsxSTOB88+KLL1aOE/nRAMAtTUS+wXk4ntmw7E3cjiGV+kGdk6bSt7BdE+YzrTCxgk7AyGHMyVmt1Vlz0OmWg2ZKA4CgifN+JBAiAmaW6LEu6lTgWG1cw6DAtZoWKw/Z2HW6Nt9Lly5V6QEWLlxo2KWws/IiU8j5h5C9yPuMMFrYUMSiJVgpGsPOxGgiU5Upq8MyJ8oUs8VSkB4kULBDOYQ/bBgRjrFOnTpx4xgdBgBeOX311VfSv3//PFMXJCfcPPY+gDIVzwSMYWJRXawU927e3Vbt2IXxt3ouMa/4szN60vFJDEKmUu3nrFmzlHecUb4xRHKA9wBybgZVgpApjMUsXHRUvLCC/B5F3QDg9ddfl2HDhskpp5yinvk2bdrEU0L5aQAAb1uE6oNBSWKBMRnSmuDZC5MBQJAy5fZ9ErY1erpkyo5b2NboQcpUUN8OuzlI9fcgZArPEXJsJ6dFwtrxiy++ULlIzYpV5Kowh3k3y6ntZG9mZdQcZBSpVGXK7XVm+xsn82v2js7ksNFu+JopKGNtBJ3qzk3fvdY1CxcddIQxr+MI4noaAKRG2SiiG75nOHvC983MISHTIwC4pWl15oK2dJ0nu+1X2Oqnek4atnGk0p8wn2mlMh4/rvHqgGQVucru7NOP8QTZJg0AgqTNe5FAyAhYHfihq3aesm6GY5V7ER4Pzz33nG0qATf301nX6iOD+zjxcnDaHyvFJdoIOysvMoUFz/Lly6VSpUp5FGKZZgCQqkyZGVg4VUybKbYhW04MCJzKsV09pLvYt2+f1KhRI64oil2jwwBg2rRpSoFvlJv+22+/lR49elh20WphGCQnpCBBWNWaNWvmySmnywDA6gAWG3q8m81SjlilSwj6sM1vmbKTaaPfrcIBoz7SLsDQKcgShExhPGbvmrB/w2JzEeT3KOoGAEgFsnnzZmXIlRzVwU8DALyn4UmTmNYm0eMtbB6TQcqU23dK2Nbo6ZIpO25hW6MHKVNBfTvs5iDV34OQqZiRQXIfnSh4cY2ZkS5+C6NiAOt4GFw9//zzeaYFEfaeeuopldbLrFgZPTgxIEhVFtJ1ndUe7PPPP1fGI2bFLF1COgxJ08XP6r5W4YD79u0reDZhgJppxWoPh9QQ/fr1y7QhexoPDQDc44P39tVXX62eocQSS/Gybds2GgA4xGpmHI/LdZ4nO+xOaKulek4a2gG57FgYz7RcDsHX6jHjZ6M0qE4U+FbRutw4Ufk6SJ8apwGAT2DZLAlEgYCdt7aTF6iTcdopQcKc2xDjs7NCdHqw44SVnXdR2D0i/JKpTDMASFWmzA4HneYsioLFow4DAK+KH6sNWljCkuoyALBKeQDDEqQBOO+88/J48uM6KLAvvfTSPK+2mFcAQoCHoeiQqVTGYaUs6tixo7z99ttKaRqWokumMJ6HHnooj2c2/nuQkSH84qr7exR1AwArzn4ZAJjNAdatN910kwr/7/U74Jf8GLWrW6bc9D1qa3S/ZMoJsyit0YOUKZ3fDifzoLuODpnSocy2UhAjlPc555yje+ie2vPqhYWbm3kvOwnj6qnzabjYak04ZMgQZQBSuXLlPD3buHGjcgCYNGlSnt+efPJJgad3ENG20oDM0S3NogHFLn788cdV+o1MZGQWUpyRIYxFhwYAjh6pXJWM9tCnnnqqvPTSS8ppx+r7zwgAuXl//fXXAqMtIweVAQMGqBSfxx9/vPtJyrArUj0nzTAMhsNJ15lWmNh6ddSyMpwbNGiQeg6DjM4ZJFsaAARJm/cigZARsPI0QFd15UCBdxYUSPPnz89DAAqmoHMgu50GKysxtKUzN6PV4Q/uFRbloxlDv2QqyINMt/KRSv1UZcos1Ca8G9566y2pWLGiZXesDp/CopjTsbC1Osx18l6LwmZW54G7Vd5MvKMRThuK/qJFiyr5gvIf7+3rr7/eMLR9zCsgLIdtOmTK7XMORjjYhnecUQnjgaQumbJ6XwcZQcPtnDmtr/t7RAMAp+SP1YNnG9ZeiYdoyYZHNABwxjVqa3QdylpnZPLWitIaXfd7yoqZrm9HqvPi9TodMmXF24k3PMZg1Y9Ro0aptFlhKlZjdro3NlufOTVsDhMPu74gTD0M1J5++mnDqohchqgJjRs3jv8OTzesI3EgnVx69+6t/nu1atXsbp3Rv69evVqdM02fPj3POMNobKtzMszeGZkYQUMHNxoAuKNoZHyEcwG8d2C0hBKFMxN3o/an9p49e5QhEgwnjMq///1vZSQPA+b8XlI9J80P3NJxphU2rlZrZSeRXq3Wrk7P1MPGxGl/aADglBTrkUCGEbALraNrw4SFIxY777//viHBKIRZMcvpGBuQLkWOlScu7hX23Ml+ylSQB5lBPOqpyJQOBlYhk8LyLOpY2Fp56cGjHWO1KlabWbzP/vOf/0iRIkWCEBXTe+g8cLfLnYlOIL/3Pffcow4mX3jhBfX/G1mwI0oJ8nKXLFkyrXwSb65DptwOxio9AsKU45uYnZ3ttllf6+uSKat2YmGMETJ+4sSJMn78eGUcOHfuXDW28uXLS/v27VWuZHhJNG3aNE+aEF8hOGhcx7s48TY0AHAAPaEKvmN4h8MIKbEkGx7RAMCeaxTX6DqUtfZk8taI2hpd93sq1TVTWNaWVv3XIVM6vp9Wa9cwelIm5qpN5turVy/B2qtq1aqWj5vZ+gx73jFjxgii7GVSmTVrljJeQ6Qxo4I10B133KGMbpEC7OabbxYYvCWXWrVqCYxCevbsmUl4UhqLWXoENJbpSjWz5yf23i1cuLBaX48bN04ZGM2cOVMQsh2ldevWAkObgQMHCgwGypQpkxL/KF1EAwDns4XIGnA8gtFSYoEh2jPPPBOXFxoA2DPFOQuMu+6//37Ds5NMNHizp2JeI5VzUi/3i9K16TjTChsfrwys1q6Z/izSACBs0sz+kEBABIxypybe2suGCXkiN23apA5nkT8ah9tGBUYGr732mkAZEtaCscAaE2FljYpORY5ViD/c+8ILL5Rnn302VIq1RCZ+ylSQB5l+y2KqMmUVDstpuCIdB5R+8/G6qEP/rEL4O3mOosBJdx+RbwwHRoiQYFZg9Y8oE6tWrTKscskllyjjCBxghqnokCm347E6kES4VhhJxCIquG3br/q6ZMrq+cOBNQ4g8a+RAUny2GAEgO9vokecX+N32q7u75GZAQBCuCL3ZqKiAM9gq1atpF69eurAFkoWhAwOS7SNZIY6FGuJbZqlHkkMRxqrTwMAY4mO+hpdt0w5fe6jtkbX/Z6y4qTr2+F0LnTX0yFTVga2TtO3WUXpCqMBAObBLIS/0wh/6Vif6ZYfN+3hG4b0T5dffrnlGqhGjRoCj9GYsjbxHlD+wxAXIaPD+u13w8RLXStj27A7TngZd+xas+cPKSP69OmjzuGw5rYrkCkYm1x00UWh25vY9d3N70YGANizIh3b7NmzczXVqFEjqV+/vuC8EuttrL3TbfzvZqxe6xqd6+GZQjqaHj16xJunAYAxabzrd+zYIdOmTVPKfxi8GxWrdIte5zCK16d6ThrFsabS5/y2ZjJi9Prrr8uwYcPy/IRnCQaTnTp1skVrFlWXBgC26FiBBEggagTsvD2h1MbirkWLFrZD+/zzz1VeOqMNqtXF8CaFVWmDBg1s75HOCnaW+rfddpvyhC1UqJCnbmKRiJCA1113nenicPTo0YLwgGEsOmXKaHxBHmT6zTdVmdJxwGrVhtMQpX7z0bGwtcrthM0rwpCfeOKJhkM5fPiwTJgwQT2LCI2cXMLizaZDHpLHBsMtWPobhRq1mncsuHEdwpQWL17cbxFx3b4OmXJz0+3bt8vFF1+cx0MZbTg9FHdzP111dcmUlRIjlb7iEA7e3YkHTqm0o+sa3d8jr7wQ+hYHt1izhU0ZoEOxljhva9askfPPP195ssVKcjjS2H+nAYBIJq7RdcuUk/dCFNfout9TVpx0fTuczIUfdXTIlA7lfRTSdCXzt0qLAaNQKCjNIkLBaAIGfshjb1RiEYP8mPN0tol9xgcffCA33nijaSQAs/4hOhLOC9q0aZPOIYTm3h9++KGceeaZhv1xYvAdmoGk2BEzJUaKzcm1116r0r6FKYpbqmMxus4LL+xFrr76auWQk6l8YszMzvWwz4d8JBqw0wBAZP369TJ8+HD5+uuvXYkrZOqhhx6S0047LXT7N1cD0Vg51XNSjV0IdVNBn2mFEYYO5b1ZG3C+eO+990LleKJzDhgBQCdNtkUCESGAsLs4QIXVtNni+JZbbnGk1HazkMYhLayRoUBD3rqweT8ms7DL1QQLMVjx64hgYJWDFf2yO0RJt+jplCmjsQR5kOknSy8ypeOA1aqNsOQL1LGwtcu/jg0XFGbYcJUrV07ltI9ZaT///PMyduxYUzHIZAMADBrPGtIkIEydE8OuSpUqCbzdEYUibMrH2CTqkCk37wWj/OSx6+HRDl6Qu7AVHe8YjAleIwhxi/C1ukpyfndd7abSju7vkVcDAIwBHkwwqhw6dKijtVsq407lGh2Ktdh9zbxCksORxurTAEAkE9foOmXKqUxHcY2u+z1lxUrXt8PpfOiup0Om/DYACMvaM5m9Vf511MX7+YYbblB7ZRjLHzhwQNatW6f2z1gLmYXCx7WZagAQYzhv3jwVot5qz5HIGw4X8CQN4/pR9zPppD1ESIJCFt6ARgVGFmeccYaTpiJZByHaIT9QIOosMMhBpLKw7um8jNXNmsjsPtjHwbAJURMytRjtY80cxGgAIMoouVu3bo7FAVElcBYPA+4KFSo4vi7TK3o5J810NrHxBX2mFUaufhoAZPrakwYAYZRo9okEfCRgF+YZSpyXX35ZqlSp4qgXbhfSULxB0YjFc+fOnUNrBOAkRB+8ZHHY7nWDhMUOvGeheDQqOg0NHE2qy0q6Zcro9kEeZLocvuPqXmVKxwFrfjEAwKQsXrxYzjrrLEMvfseTZlAxLIewOuTBjAOeN3hcm0UkSb4uMWdpGL0igtws4X3+j3/8Q0aOHGmIF99XRAcIY9ElU24PQpyygKcgvpUFCxZ0eokv9XR/j3QYAGCgYQwjqUOxFptEI68Qo3Cksfo0AHBnAABuUVij65QpJy+IqK7Rdb+nrFjp+nY4mQ8/6uiQqfxqAAAlJCLh4TxAd8l0AwDsC5cuXSpIEfHNN984wocIiuCN/O1ezx8c3TDEleBti/Mko3RSffv2VYYBWCNkarF6x3sZcyaHQHZ7bmnGcciQIfLiiy+qFFyZVhDFDmcd77//fq6hme3BaADg3gAA5yZwioMjCs7FaQQgyhnHLj2OrrP3KD+zQZ5phZUTDQBSnxkaAKTOjleSQOQIwHsK+ZlhLWxUYMmKvLw9e/Z0PDYvC+n27dursH8wBAjbJtbO2webdeRw9qrswmIHH3JY9RuVMB7oJ/bTD5ky4hDkQaZj4XdZ0atM6ThgtWoDxj9YWKfbs0TXwhaHkvCIhcJQZ7nrrrsEf+l+Z+mQh2QueB/NnTtXbr31VpVDy23BweSjjz4aurBZumTKCY8ZM2aoDb1RhB1Y/GNzi1yTYSy6ZMrOAAAHH/jmIdco0gAhbQS+JXhHwpMJjIxKly5d5K233kq7143u75FVDlu3chK2g1sdijUwMGMOLzWsxYwiStEAwL0BQKK8hXWNrkumnDxbUV6j635PWfHS9e1wMid+1NEhU34bAGDf+fjjj0uxYsX8QOCpTUT7wTd9+vTpntpJvDjTw7DCsOiFF16Qe++911CBbQUSayhch9RtYY+mqE0gkhpCiHLs75AOwajgWfnnP/+Z9r2aX+O3Whcl3rN79+5y+eWXS79+/ZSSMSsrS6Dg/eijj5QMmUXgwP4Z/DKtIOoInhsdJSxGyTrGktiG0Z7Zav9KAwD3BgCJvPk+z6Hh9ZxU93MQ1vaCPNMKKwM/DQCge8EZaKdOncI6fE/9ogGAJ3y8mASiQ8CJVV0qIb9SzS8aI4dFz3PPPSfnnHNOaDZpdh7tOkMRf/vttzJs2DDTDZhRrq2wSJ1fMmU0viAPMv3gq0OmdByw6mjDDz52G8/Y7269gew891IZCw5MzIyoUmkv1Wt0zyUUsNhUXH/99aah/+FJY5Y6JjYOHBLgnd62bdtUh6b9uqA2S3YHkpAbGI+k24PdDLAumbJSpiDcIQ7NateubdgNu5Cu+Gb26NFDu4y4adCP79Hu3bsF8oOCA9qyZcuqf1HwrQUXKJhgpAVDTSOPt9gYwiRnOhRrGNcnn3yiFEyJ44bR6ujRo6Vdu3aG00cDAJFMXKPrkiknz3yU1+h+vKf8/nY4mRM/6uiQKb8NAMKy9jTjb/esuJ23sBmzue2/VX0oXaFchRLWqOAAGoaRmzdvtrzt3XffrZTgqJvfipWxLUKVw3s5Ozs7o7FYveOxPkIqN0TCMzMSsUpXBiU50k2UKFEioxhir4t15OHDh9W4ML7E5wcpSvDcTZo0SZ555hmZOXOm6fgzUc7WrFmjQtPjm5hYrM6IaQAgsn79ehk+fLggKkmq5dprr5UHHnjAs3NZqvdP53U6zknT2f8g7x3UmVaQY3J7Lz8NADJ57QnONABwK22sTwIRJIDDYyxk4W1nZumry6MdeBIPq3Foi3zSVrmksUnBxwyK9XQXbAqQGxxW+UYllSgJZmNatGiRskI285gIc3ixoGUqyINM3TKoS6ZgsQ8FyGeffZaniwgfhmfILoSYLgWfbkaJ7ele2EKphrDrd955p6Oc9giBjBDt8IQ38kTG+wyh8dJddM4lDkTgLXPLLbcYDgtM8DvkbNq0afLwww9b5izVaSSlg7NumTLrk1XaiSgcFOmSKa/KlK+++kr69+9viDkMz186v0f49k6dOlWuuuoqmT9/viGjMIW+9SoLGCC+fXgnJytLbrvtNhUKGXmljQoNAIzfVFFeo2NEOmTKyXclymt0jC/I95Sub4eTefGjjg6ZWrlypZx77rkye/bsPF10mjpKhxGBH3yctolw9jfeeKPjnPYwCEQUQERySS69evVS+5qqVas6vX0k6sHLEYois70/zmOg2IcB4KuvvqoiN1qdoaTivBEJUBadtEs7ESYjSD9Ze33H43wCa0kYluaX58/NfIAPDJbxDJqVMKd1czNW1MXa8L///a/A+Six9O7dW8lItWrVDJukAYA5aTyjmzZtknHjxslrr71maVCCVhDRDI4YYXUUcCtTTurrOid1cq9MqBPUmVaYWSFaJM4AjIpTZzEdRgRhZmTWNxoARHHW2GcScEnAziof1sGwcvUrj9WqVavkhhtuMLV0x3AuvPBCefbZZ9Nq9WjnLawzWoHdAQAUaAhTBsVbGEvQMuV1k5suhjplSgcDq00awr5jMZTuTYdfC1t40I4fP155ROKQEopsFHjatGrVSrp166aUjvBgR4F3DvL7JZd33nlHRSxJd9F54I4xXXrppYZexfg+4EAgcePvxKgiTNFL/JKpRBnAgSQ27mYbEqtQ5emWpdj9dckUFCCDBw82jBbxxhtvyNChQy2HbKVICYMXpI53sdc5t5JpROoYM2ZMKKJw6FCsoY2TTz451/vJiYU+DQCcSVlU1uix0eiQKTsyUV+jY3xBvqd0fTvs5sWv33XIlA4GVgYAYTB+c8IfnrVLlixRe36ss2EYGXM+wJ4Wueuh3B84cKBUr15dGbRh/Z1cwpKWzMmYndbZsmWLMiA28vzHGQPOYmBEEov+g3btjCrsIuE47VuU6lk9J1j/fPzxx9KhQ4coDSmlvsJbHYbb2KMlF6eOAWaKFCdrrJQ6HbGLEA3gkksukU8//dSw5zgrgIFAkSJFIjayvN397bfflKMJlNWJxW7fRgMAZ1OPM0Gk1kCqRLMoblFwFnA2Wme1dJ6TOrtj9GsFcaYVdko6GJgZAGSq8WlsTmkAEHbpZv9IwCMBHMTDujfdXuYbN25Ui0pEIjAqyAOMUK4tWrTwOOLULsdBGZQ3sLo3KlAS4vAF3gpec3/jIARzYuTJjXtDAQkrUSwCw1jSIVNBHmTqYq5bpvbt26essp9//vk8XYTHJ3JjV6xY0bL7YVesofM6FnVe59BsMxsmxZqOw2Zwsno3W0UhgacADgmuuOIKw8gyYdrEBiFTq1evVt8Ho28tvh848O3Tp49X0fT1el0yZXU4a3eQhAGG/TApDN+jn3/+WRlSfPPNN4YyEYZUCeiYDsWa1fOr44GAkROMvcqVK6ejuZTaSLdMhX2NnghVh0xZTVLU1+ixsQUpU7q+HSk9PBou0iFTVlG6nIbThsIchqhGygEn304NKAJvwuz9nkmKNUDFmhnewjC2TS52ZwyIAABF70svvWQ4P/nF4z3G0chLOQYmDA4lQT5EZkoMpwYAZs8fDQCOzSLWh5dffrnhtDp9twcpE6ney2rvlmqbidflR2OlZG6IuIhUgIgsYVaiYuznVSZ0n5N67U9Urg/iTCvsLN59911lLGlUnJx/WJ2pO/12hp2RWf9oABDVmWO/ScABgbB5sFgtoDGcdHnW2oW/xsYcm2scRpiFmnUwHaqKXY4jeEeMGDEi7TmOzcaTLpkK8iDT6Vxa1fNLpryGK4Inydlnny0LFy7M0/2wHC6GYWFrxilMVqG6DtzNeDvxosGB5tNPPy3XXXed4eMQlk1sEDKFiC04CDIqp59+uorokk4Fo5P3mi6ZsjI0gvcDvqVWhQYA9rNl9U3E1WF5n+tQrPltABAGw64wrHHCukZPfhp0yJTZExb1NXriuIKUKV3fDvs3nz81dMiUDt7fffed9OzZ03CQTsOa+kPIn1axhkQaF/wll7CsH3WN3My7Fu07iRBllpsb14dpb6KLl1k7v/zyi1xwwQUyYcIEwyoffPCBnHHGGX53IzTtm3nwd+nSRTkGQOlqVWgAYD+VVt+HTFIW+W0AANJO9oD2MxLtGgsWLJC//OUvsmLFCsOBIA0M0i4WK1Ys2gO16L1f56QZCyxhYEGcaYWdo9c1+969e+Xaa69VRpnJxWnKrrAzMusfDQCiOnPsNwnYEMAiDjlT8YI0KunwMrc62EAf03FgjQUILMmhWDULx4TQXvC81qH8v/rqq+X99983nBNs0kaNGmV6+JNuoU+nTOk4WAuKn58y9frrr8uwYcPyDAVGKl9++aV06tTJcphmz6DT64NgGIaF7YcffihnnnlmqBeFOg7crcJHImLLc889p1IkWJUo5Kz1W6bsDiSjkiNSh0xBVqzagecD/qwi6dAAwP5Na2cAgO9Bv3797BvyuYbXTTq657cBAO6RbuVaGNY4YVyjG4mnDpkyahfK/yiv0ZPHFKRM6fp2+Pw6Mm1eh0xZKbPbtm2rjNzr169vOUSzNb7T69PFL9X7ImoCziqSQ+Jj3fnFF18I0uE288o+AAAXlElEQVRlSrFKjeTkew35euCBB5RDQnLJT97aVsa2iIaHZwhGffmlmK2PmjdvLu+99540btzYEgUNAOwlxer74HSvbH+X9NcIwgAgDGnc0k0aqWD++te/mhoxZboC0s9z0nTPbRD39/tMK4gxeL2HlUMbomsgra1VsXoGnVzvtf/pvJ4GAOmkz3uTgE8EEMoTIeY/+eQTwzukQ/mPjlgtoPF70AYAyFMI62hYWvqt/Ef7N998s7zwwguGcxJ25X+6ZSrIg0wvj6XfMmV1QO8kgoaZh59TTwEvbJxem+6FLfLb33TTTcqzPbmESZGr48Ad7yV8K/73v//lGavTDWjYlbUYmN8yZWYwgnvje/v2229LnTp1nD4CaaunQ6bQeSvLaieHZQjBjcMR5AZOLmHwCgzD98jq2QWzdCu0Y/OmQ7HmtwEAIwDkzFbY1uhmL0IdMpXcdtTX6EasgnxP6fp2pOvjp0umvBjpHjp0SCl34dGbXOAtiPVn2bJl04XIl/vOmDFDTjvtNIERZWLJREXuV199pdI7GBWn3+v8rqw1MxiJMYXXLCJMeU3V6Iuw+9So1bmAE8MSOMFcf/31eXqXn6JK2E2N1bPrdK9sd48w/B6EAQAjAFgbyUMOMkmmkuXa73PSMDxHfvfB7zMtv/uvo30rBb6TCBpWUTigPzv11FN1dDOUbdAAIJTTwk6RQOoE7MJXQhmBQ4RmzZqlfpMUr7TK14Img3zhwpIeShnk9DJT/sMCDJuiokWLpjjinMv27NmjFIpGudvxO5T/r776qvTu3TuUm9YwyFSQB5mpTnYQMmUVWhvWjohkUbBgQcMhWDEM02Yj3QtbHKYgr1TygWTYPGx0HLjraMNqER4WS38/ZQoHknh+zCK7RCk3qw55iL18zMKSOjGIgDLm5JNPNvw2O8ntluo73Ol1YfgerV69Ws477zyZPn16nm6HyVtUh2IN3z3k9TWLaOV03szqnXXWWQLjuHSm6AiDTIVpjW41pzpkKrH9qK/RzVgFKVM6vx1en+dUrtclU9OmTVNKXqN9pZ3xmlWIeKztb7/99lDuEVPhjWus5DMTx6tjHWpmYBK2/UmqMmF3Hc6JYERq9Hw1adJErcOzs7Ptmsmo363OBewMIqyewUzKbe9lwnG2AyMJRAI1KpnkLQp5uO222+TJJ5/0gsz0Wpx3jh49Wtq1a+dL+1Fp1OqZxRhgxITos0WKFInKkBz1M4hzUkcdiXglHWuJiCOQffv2qXeykW7FifFafjampAFA1KWf/SeBBAJQxOBlaOTNiWo4eEdIZxwOB11wwIYFzUsvvWR46wYNGqhFYYsWLXzvGhYgCDcI5T48DY3K3XffrZT2xYsX99QfjBubA/wZFSyGERVgwIABoTzYCYtMBXmQmcqEByVTkKd//OMfMnLkyDzdtFOswdoRiu0ff/wxz7Vh8mxP58LWytgFm2LkKfWaCiQV+TK6RseBu9Vz5dQDy8yDC322O/DWxcKuHT9l6uuvv5bTTz/d8EAyaocdOmQqNhdWHjNWOVoRGhApAoy+mU42dXayoOP3dH+P8L1BhJLrrrvOcDhQlj/77LNSsmRJHcP11IYuxVoqnbC6t1OPy1Tum8o16ZapMK3R7fjplKmor9GtWAUpUzq/HXbz78fvumTKKh0Q1gkIX25maARvXXj6Jys3EQ4fe9Y+ffr4MfS0tGmlCIAiFxHNgjgPCHLwVjLmZA9mFZ0sLGsjP3la7X9xX5x/IUWCV6cNP8fgR9tW0aDs3jlW5wJh2b/5wcxNm2vWrJHzzz/f0AA1E9/NbtjE6kYhEmAq4/LjGnz7cCYBQyazkonPXlDnpH7MWdja9PNMK2xjteqPVTogq3OmXbt2qXRvMKhMLmE6P/FrLmgA4BdZtksCAROwOjRHV2AdDkVz586dPfcMB8tjx46Va6+9VrDptFOSY9M6YsQI5b1g5m0f5AvXasMDOFD04c/r4TkWO9jUX3rppYbMoRxCKCxs0MIYri5ImbITyiAPMu36YvR7UDKFe1steGAxjEOQZCW1lYebneFAKjy8XKNzYbt7925lQe3EihrGQDBSSs5FirGEUZGr48DdKmctxm0mT7H5tQqbjLDaH3/8sXTo0MGLOGi5VqdMJXbI6kAW9a655hp55JFHInMgqUOmYnyswvgPGjRIfRurVKmSZ37h4T9s2DBD47ywRFPQ+T2aN2+eSsOBP6wF7NZTCJ+I3Miob2bAaLXx1fJAuWhEl2LNxS3jVfOrAUDU1+h2c61LpqK+RrfjpPM9ZXcvnd8Ou3v58bsumUIYfxiKwoM9uUBZhIN9RG5J3vNZGZ/aKfH84OG2TewXIW+lSpWy3c+iLtZkMMLftm1bnltlqiLXKmetXWpGvKsmTZokF110keF3P2prTbfyhfpWxsZh2m+kMjav15iF8Ue7cAoaOnRonufS6lwgE6MpHDhwQBkX4117xx13qLRsdmdvcILB2aWZ81IU3s1eZcvJ9fnVAAD7N5zxQpl/zjnnSKVKlSxx4T2O1HbYv82fP9+wbiY+exhokOekTmQ2ynX8OtOKGpPFixcLIvgZObYNGTJERfarXLlyrmHZRaEI0/mJX/NBAwC/yLJdEgiYgF95m2655RaBN3zMojr5QAmKMeRJOeOMM6R58+bKsyErK0vwgt2xY4fMmTNHhZKCwYBZwaEIvP/NcuPpRIl+wUIcigSdpVGjRupAIzG6glU4Ry/3xkbumWee8T1cbVAyFWOBzRkOzsyiJbhlhgMVbHwRXcLPEqRMYRx21ujIfQTLxqpVq6rn8KeffpL777/f0NIR7eH5xOGR3UZYJ8PPP/9cbZiMDv/c3gfvDxgYIbpBYtm5c6cghOHEiRMFCkdE2YABFJSOMSUbZG7jxo0qbCTCSJkp1KDExWGlWXoFt312Wh9Wqoj4YBbVxWk7sXo4rMCCuGLFivFLrTzYUemCCy5QRiV4jmLcwHbWrFmW7/agw2oHIVPJvK0OJMPqGRKETIGTlSIEv+N7DyVJq1atlIEOUinA+AZpI4yew6C9AoP6HiVu5LGegqcR1lRYU5QpU0a9l2PrKRwYvfbaa4qTmTFl0M8d5hKHYHj/Ys2go+h634bNACAImYr6Gj0mP0HIVNTX6GAVhEzF5iSob4eOd4hRG0HIFO6LtRE8+Y2+Y+XLl1fKJxi9Y78MZfjcuXPVd89on4x1BNZ/OMwMc/n0009VH7Hvwnr7xBNPlMaNGxueCSASoZGhLcYX1L4tHSztPNjxzb/55pvllFNOkQoVKqizFMjHhg0bVESERx991HDPFBUZ8cLcztg2SCcSL+Pw61orRQjk484775Thw4cL3j9Ym0NhgjRdSIVpVMIW8U4Ht2QlNZ4zGGP16NFDKW5jjgKxcwG80+BwsXDhQsPb54fnzin3/GoAkLh/gzwgSg/2YMkyhXU5zuJGjRqlzmDM9m/gnYnPXtDnpE7lNsz10nGmFWYeRn3DugAGWkh1Y1Twjse3r3Xr1soxDudMiKCLM3Gj8+d0nJ+kgzkNANJBnfckAR8IWB10erldly5d5K233lIesChWHiWp3ifIxY4f/Y+NG9788CCOFb8U6LB0HzNmjO+pHIKSqRgvqw1EqrKFQxNY5fpZgpQpjMPOa83NWM0sJN20kUpdKP6wKNNVYPSABWCxYsXiTeqSJyOlua5+27Wj+x2CDSrCzHbq1Cl+a7sc9nZ9NPo9SKOu2P2DkKnEsdopuMPqGRKETPnxDQzaUEnX+yNRZoy+R1aW/G6fPazT0F7Xrl3dXuqpvs4xoCNQIEHpZRYq22lnw2YAEIRM+bEeCXKNHpvbIGRK97sw1veg1ui4XxAy5cf7HG0arUecPtup1AtCptAvu+hpbvqOtS0MorxGpHNzz1Tq6mBrZsybSn/Ceo1VDvtU+wwjXTgFwGAwU4uVghtjzg9ee1Zzi/0I3hP4VnstWD++8cYbUrt2ba9Nhep63d9KGOeDuV3UrlBB8KkzNADQA7Z3795q71OtWjU9DYakFT/2JbGhJZ+9h2TInrsR9JmW5w6nqQG7yBJOu4XzExjo9OzZ0+klka1HA4DITh07TgK5CfilrEXqgHfffVd5o6FgkwHveVgO6yhXXHGFPPzww+ogKIji5yIEHhyJkQX8OlwEpyDy1wYlU7F51705Q7vYxCJigp8lSJmKjcMqdJ/TseLZRli79u3bO71EWz3dC9vLLrtMEAIxcSOuQ55gDYqDteQQUtpA2DT0/+3dz8sNXxwH8FmxtPMHIKUoZKuEUso/YCulbKSwUfgXZM0fwJaIEOX3zxQLbFDK0h+gb++pq+t+n+eZuc+998zc+7ymbDxz75x5nXPPnDnzmc+ZRR+yVN+xUtr11Zxr09IBq/nOps+UaFPDZWiqmzZrujad0yz+3lTu1RxzuetRU6q1tsfKckPJ3FPyIcg0+o/R81vqepTx1Wj2krYuw/vl5jXLPCXTSclsLinDNB7+DJ/LoUOH6u/MW5CTbGshAGC0Tc37GH1Q3yXa1Cz6wkH5S4zRc6xS/VSONQuvUk6l+6mVUvq37dOSJSd9+qZNm9p+pLP9Jv295s3kZAZIwHbp61dJtGncuw2Xt2npgJLnNqtjNT3cPnjwYJ3hLoFXa3mbRp+Tub5k1MsbzIu2Jdg9mQdv3rw58akdP368XiIv/ZZt5XHI6NzoInndvXt3atlr05dn3mD79u2LRFSfSxfzpPOOWHpOa169pjHPlGdQeRaV5TxKZ3rtwl0AQBfqjklgBgKvX7+ujhw5Uv38+XOq3z6aASBfnknVPFRdLl12mwKksz179mydWrpk9GxSe2VZgzwsnPY2GoW40hrIkxy71NtFJdtUPGYxkVkiA0DJNjXcbrI2XX4/q0kPn4f/mVhMSvwutmkPbJfKADDJzX76p3xn+qgub/CnPeG+3Bt3GUAnCODEiRMTpfGOVVJrZXIk6bZKbiXa1PD5rLTmZm7kk1oza0z2bSvVpgbnnbchs+5x3kxaKe3hUk5djRNKXo8+f/5cT0o+f/581U0lb2xdvny52r1796q/Y5IPTvrwZ/TYMgC0r42lxjjzPEYfnHmJNjXvY/SS/VSOVfra0f5X0G7PEm1quCTp2/OWaLIujbvl4f+VK1dmvoTZuOVabv9JAtkShJyHaXn7cZEf/g/sMg5K2toEF0+yJb1t5h1mvczdJGWcxmeb+ulkf0v2xbXQdpo8J+lzuh5HNp3bpH9PIEl+L7mvX+3W5T3Jastc4nNrNQNA5uHyAspyS9q0tU/GwMwpDLLttv3cvOzX1TzpvPgsVc7Sc1rzbDXpPFOWHs78Z+l5y67MBQB0Je+4BKYskKjypNTOG73jTrKvVJTlUlx9+/atXjM7xxtnHe8MnrM24pkzZ+r1Abu4YXv8+HF18uTJZdf1Wk3VLJV6NxekTMrnzcVxjJqOXyoleek2lZuzWF24cKGJoNXfS64lWapNjZ541j+6evVqHbnYJiBn8GA7gQPD68C3Ap3iTg8ePKj7gWn8LpZLG5qH2tevX69v9tvYDE4vv688rMzDtKzB2eWW32AmttLPTmNr6jtyM5tU63lgO07d9KFfL9Gmhusg60Omf3/x4sU/19ykDzt16lS9Hm4X17emdlK6TaU8+S2mfi5evFilr2yzZXI7v8MsV9GFY8nrUSbPsi5dHgiM01ft2LGjDgJLX1oyO8Jo/X38+LE6evRo9f79+zZV27hP0qqePn164kj8uKbNZcmkgWvGagkwyP+XvgaWbFPzPEZPAynRpuZ9jB6nkm2qi2tHY2cxxg4l2tRocXI/nrXb83Z7mzFVgijPnz9fv4nUZZ8+Bmu9a94+zrUoQRZtt/TFye5z7NixhU5fv5THnz9/qvv371d5O7btmGjwPX257ret50n3y3X80qVLdSBNgpAGW5fX8knPaZafTz+ToIi293Hpc/JiTPqcDRs2zLJonX93fndPnjypAwHGeWjbh3vczvFWKEDGIdeuXavnhd++fVvvGbMElWROb3jZwT6fx2rKlnHRjRs36t/chw8fxvqKvXv3VufOnauSxWT9+vVjfXbedu5qnnTenAblLT2nNa9Og3Jnnunp06f1taztmCrzTBlb7Nq1q5N5pq7MBQB0Je+4BBZEIFF9GfBkQJ1/uTkbDP5yikkntmXLlmrPnj3Vvn376nTj8zSpsSDV5DQWXOD379/1gOfWrVvVmzdvqmfPnv094wxs8sZ/0irv37+/2rhx44Jr/Ht6ST0Wk7wVmcHhp0+f/k4i5QZ1586d1ebNm2uf9FFJ99/FA8c+VUpuaF++fFk9fPiwevXqVfXly5f/TbzlraO0rTzwTqaYSdfr7tP5K8tsBPLALeOD27dv17/HtLHBQ5FM5qafyluA+S1m7NB1AM5sFJb/1vhkPbtHjx7VGTmG+6p8KpNoWZc1/VT+pd9aKxHrpetiUY5njL4oNek85lng169f9QPfO3fu1IFSw/fJ6dcTcHr48OEqDwTmdS33TMD++PGjvhfJ9T1zA+/evfsbIDmYD0hwdq7xGXuvW7dunqt14rLngeT379+re/fu1Uv7ff369R+z4et+xtkHDhyotm7d6ro/sfzif8Fa6HMmqcX4ZK4kffJoX5X7kdzjZs5yMHfpHncS7cX/7KAvz7VvqetfAm1yj7tt27b6Om++afHbhDMsL2CeqdlcAECzkT0IECBAgAABAgQIECBAgAABAgQIECBAgAABAgQIECBAgEDvBQQA9L6KFJAAAQIECBAgQIAAAQIECBAgQIAAAQIECBAgQIAAAQIECDQLCABoNrIHAQIECBAgQIAAAQIECBAgQIAAAQIECBAgQIAAAQIECBDovYAAgN5XkQISIECAAAECBAgQIECAAAECBAgQIECAAAECBAgQIECAAIFmAQEAzUb2IECAAAECBAgQIECAAAECBAgQIECAAAECBAgQIECAAAECvRcQAND7KlJAAgQIECBAgAABAgQIECBAgAABAgQIECBAgAABAgQIECDQLCAAoNnIHgQIECBAgAABAgQIECBAgAABAgQIECBAgAABAgQIECBAoPcCAgB6X0UKSIAAAQIECBAgQIAAAQIECBAgQIAAAQIECBAgQIAAAQIEmgUEADQb2YMAAQIECBAgQIAAAQIECBAgQIAAAQIECBAgQIAAAQIECPReQABA76tIAQkQIECAAAECBAgQIECAAAECBAgQIECAAAECBAgQIECAQLOAAIBmI3sQIECAAAECBAgQIECAAAECBAgQIECAAAECBAgQIECAAIHeCwgA6H0VKSABAgQIECBAgAABAgQIECBAgAABAgQIECBAgAABAgQIEGgWEADQbGQPAgQIECBAgAABAgQIECBAgAABAgQIECBAgAABAgQIECDQewEBAL2vIgUkQIAAAQIECBAgQIAAAQIECBAgQIAAAQIECBAgQIAAAQLNAgIAmo3sQYAAAQIECBAgQIAAAQIECBAgQIAAAQIECBAgQIAAAQIEei8gAKD3VaSABAgQIECAAAECBAgQIECAAAECBAgQIECAAAECBAgQIECgWUAAQLORPQgQIECAAAECBAgQIECAAAECBAgQIECAAAECBAgQIECAQO8FBAD0vooUkAABAgQIECBAgAABAgQIECBAgAABAgQIECBAgAABAgQINAsIAGg2sgcBAgQIECBAgAABAgQIECBAgAABAgQIECBAgAABAgQIEOi9gACA3leRAhIgQIAAAQIECBAgQIAAAQIECBAgQIAAAQIECBAgQIAAgWYBAQDNRvYgQIAAAQIECBAgQIAAAQIECBAgQIAAAQIECBAgQIAAAQK9FxAA0PsqUkACBAgQIECAAAECBAgQIECAAAECBAgQIECAAAECBAgQINAsIACg2cgeBAgQIECAAAECBAgQIECAAAECBAgQIECAAAECBAgQIECg9wICAHpfRQpIgAABAgQIECBAgAABAgQIECBAgAABAgQIECBAgAABAgSaBQQANBvZgwABAgQIECBAgAABAgQIECBAgAABAgQIECBAgAABAgQI9F7gPzsCnsnZl8uD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07" name="AutoShape 7" descr="data:image/png;base64,iVBORw0KGgoAAAANSUhEUgAACAAAAAHhCAYAAAD6J17EAAAAAXNSR0IArs4c6QAAIABJREFUeF7s3Qn8VdP+//FPuJEhQ8rYLWOlKxJFGaIQDagoQqUkqVQyD91MpYylkCEyNZEmlEIkhW7oj0jXnCHD70qGDP0f731/p9853+/Ze+199jnf7znn+1qPR4/rfr97r732c629z/dxPp+1VqUNGzZsMAoCCCCAAAIIIIAAAggggAACCCCAAAIIIIAAAggggAACCCCAAAIIFLRAJRIACrr/aDwCCCCAAAIIIIAAAggggAACCCCAAAIIIIAAAggggAACCCCAAAKeAAkADAQEEEAAAQQQQAABBBBAAAEEEEAAAQQQQAABBBBAAAEEEEAAAQSKQIAEgCLoRG4BAQQQQAABBBBAAAEEEEAAAQQQQAABBBBAAAEEEEAAAQQQQAABEgAYAwgggAACCCCAAAIIIIAAAggggAACCCCAAAIIIIAAAggggAACCBSBAAkARdCJ3AICCCCAAAIIIIAAAggggAACCCCAAAIIIIAAAggggAACCCCAAAIkADAGEEAAAQQQQAABBBBAAAEEEEAAAQQQQAABBBBAAAEEEEAAAQQQKAIBEgCKoBO5BQQQQAABBBBAAAEEEEAAAQQQQAABBBBAAAEEEEAAAQQQQAABBEgAYAwggAACCCCAAAIIIIAAAggggAACCCCAAAIIIIAAAggggAACCCBQBAIkABRBJ3ILCCCAAAIIIIAAAggggAACCCCAAAIIIIAAAggggAACCCCAAAIIkADAGEAAAQQQQAABBBBAAAEEEEAAAQQQQAABBBBAAAEEEEAAAQQQQKAIBEgAKIJO5BYQQAABBBBAAAEEEEAAAQQQQAABBBBAAAEEEEAAAQQQQAABBBAgAYAxgAACCCCAAAIIIIAAAggggAACCCCAAAIIIIAAAggggAACCCCAQBEIkABQBJ3ILSCAAAIIIIAAAggggAACCCCAAAIIIIAAAggggAACCCCAAAIIIEACAGMAAQQQQAABBBBAAAEEEEAAAQQQQAABBBBAAAEEEEAAAQQQQACBIhAgAaAIOpFbQAABBBBAAAEEEEAAAQQQQAABBBBAAAEEEEAAAQQQQAABBBBAgAQAxgACCCCAAAIIIIAAAggggAACCCCAAAIIIIAAAggggAACCCCAAAJFIEACQBF0IreAAAIIIIAAAggggAACCCCAAAIIIIAAAggggAACCCCAAAIIIIAACQCMAQQQQAABBBBAAAEEEEAAAQQQQAABBBBAAAEEEEAAAQQQQAABBIpAgASAIuhEbgEBBBBAAAEEEEAAAQQQQAABBBBAAAEEEEAAAQQQQAABBBBAAAESABgDCCCAAAIIIIAAAggggAACCCCAAAIIIIAAAggggAACCCCAAAIIFIEACQBF0IncAgIIIIAAAggggAACCCCAAAIIIIAAAggggAACCCCAAAIIIIAAAiQAMAYQQAABBBBAAAEEEEAAAQQQQAABBBBAAAEEEEAAAQQQQAABBBAoAgESAIqgE7kFBBBAAAEEEEAAAQQQQAABBBBAAAEEEEAAAQQQQAABBBBAAAEESABgDCCAAAIIIIAAAgggkCTwxx9/2IwZM2z8+PG2aNEi+/77773f7rDDDta0aVPr3bu3nXjiiVapUqW0bnHPpzMQyAeBzz77zG6//XZ74YUXbNmyZRub1LBhQzv22GNt8ODBVr169XxoKm1AAAEEEEAAAQQQQAABBBBAAAEEEEgSIAGA4YAAAggggAACCCCAQJLAhx9+aJ07d7alS5emdTn++OPt0UcftWrVqqX9fdzzK0pnfPzxxzZ69OiUALOCy0cffbT169fPateuXVEocnKfa9assfvvv9+mT59uixcv9q5Rp04dO+KII6xv377WoEED3yQWHTts2DC74oorfNv2yCOPWJcuXXLS9opa6YYNG+ztt9+2O++8015++WV7//33PQo9F6eddpr16NGDpIuKOji4bwQQQAABBBBAAAEEEEAAAQQiCJAAEAGLQxFAAAEEEEAAAQTM1q9fb8uXL/dmx+ufArmJAKN8atWqZfXr17dDDjnEmjdv7v3vVlttVTB0Crp16tTJ3nrrrbRtdiUAxD2/YKBiNFRj5swzz7RXXnklbS1KAnj44Ydtt912i3GVinvqDz/8YOedd55NmTIlLUK9evVs4sSJXhKAX7nuuuvsmmuu8f09CQDZH18K/iv56L333ktb+amnnmr33HOPbb/99tm/ODVmTUCfkatWrfI+HxcuXGiff/65rVy50j755JON19hmm23swAMP9N5xBx98sDVq1MgOOOAA+jZrvUBFCCCAAAIIIIAAAggggEDFFiABoGL3P3ePAAIIIIAAAgiEEtDM1BUrVnjBJwVmE8vihzlZgY5TTjnFLrzwQi/gsckmm4Q5rdyOiRvAj3t+3BvXFgRTp061G2+80UvUiFo0S1xJHLvuuqsXINbs4/3339/bAsFv24Oo19AKCkoACCqaud6uXbuoVXO8mZdYccIJJ9jatWt9PW699VYbOHCg7+9JACj7oXTbbbfZoEGDfC+sd+ncuXPt0EMPLfvGccVAgb/++sveffddu++++yJ/RiZX3KJFCzvnnHOsTZs2VrVqVdSLUEB/P40bNy5ldRbdpj53lQTStWtX77Nvs802y+ju161bZ3fddZe3ldGbb7658XMgsY1R9+7dY9WfUaM4CQEEEEAAAQQQQAABBMpcgASAMifngggggAACCCCAQGEJaLb2kCFDbMKECbEbfvbZZ9v1119vNWvWjF1XriqIG8CPe37c+9LWBW3btrUvv/wyblUp5zdp0sTat2/vLUWuQEWcZABXcFkXVgLD5ZdfntV7qCiVhUmw6NOnj91yyy22xRZbpGVx9RErAGR3NP3yyy9eQoaSrIIK7tl1j1ubkuOWLVvmfa5NmzYtbnUbz1cillbg6NChg22++eZZq5eKyl9g0qRJ3koffsW1ypDrDpQAdvjhh/sepiQDtUFjjIIAAggggAACCCCAAALFK0ACQPH2LXeGAAIIIIAAAgjEEtBM8smTJ3v7gCcvXRyrUjNvhptmpx122GFxq8rJ+XED+HHPj3tTruBC3Po1C7ljx45ecKp27doZVecKLqvSa6+91q6++uqM6q/oJ4VJANAWAZpxXqVKlbRcrj4iEJ3dUUYCQHY9y6I2zbTWShojR44MXG0jTlu0EoDqr1u3bpxqODePBFzvZxIA8qizaAoCCCCAAAIIIIAAAgUsQAJAAXceTUcAAQQQQAABBHIloGDUiBEj7J///GdOLpHPe1nHDeDHPT8uuCu4ELf+xPlaTviqq66y3r17+waR/a7lCi7rPNcS9dm6D1c9iS0VtLT3a6+9tjHQp0SIZs2a2bnnnpt3yymHGQOabT58+HCrXLlyWgJXH1X0BAC9I++99157/PHHbfHixRsN9VxoGfcLLrjAjjzyyNArZZAA4HoS8+v3X3zxhbdiw5QpU3LesHxPmss5QJFdwPV+JgGgyDqc20EAAQQQQAABBBBAoJwESAAoJ3guiwACCCCAAAII5KuAZjVq+XX9y1XRnvJaXSAfZzXGDeDHPT+uuSu4ELf+kuefddZZXrLIzjvvHLpqLXOuxIGgMn36dC+wXt7lu+++sy5duticOXPSNiVusCYX9/fcc8/ZcccdF1i1K8GCBIDgnnE9564VFtLVPmzYMG/FFb+yyy672MyZM61Ro0a5GDbUGVLg66+/NvWv3lFlVbQFy/jx461evXpldUmukyMB12d03M8UtgDIUcdRLQIIIIAAAggggAACBSZAAkCBdRjNRQABBBBAAAEEcimg2c7aF/yyyy7L5WW8uhcuXOjNoM634grsub6cj3t+XA9XcCFu/enOb926tY0ZM8Zq1aoVqvqVK1eaEgeWLFmS9vhTTjnF2wu9evXqoerL5UGFmACwZs0aL0Dptye5gokPP/yw7bPPPr50JAAEjyrXc55JAsAbb7zhba/ht+XK2WefbaNHj7aqVavmcshTd4DADz/84D1bZTHzv2QzTjrpJO+9uNNOO9FHBSzg+ox2/Y3hunUSAFxC/B4BBBBAAAEEEEAAgYohQAJAxehn7hIBBBBAAAEEEAglsGDBAuvatatvACq5Ei2BrkBt9+7dTUsUb7fddt5y13/99ZcpSLJ8+XJvxqKCkGvXri11fRIAqoXqk6gHuYILUesLe3zU4JTGx6hRo+zll182BVNVGjZsaEom6NWrl9WsWTPspXN6XCEmAAjks88+s9tvv91eeOEFW7ZsmWdUp04dU3CpZ8+eplU4ggoJAMHDKhcJABs2bPC2mdDWAvPmzdv4Hj700ENNz1ePHj3yIikmpw9cHlceNUFOz5j6TCuZaIWUKlWqeHeX+IxcsWKFPf3003b33Xfb999/H+rO9VwqQW+zzTYLdTwH5Z+A6zOaBID86zNahAACCCCAAAIIIIBAIQqQAFCIvUabEUAAAQQQQACBHAh888033n7mM2bMcNau5cW1XLUCtgr6B5VPP/3Um7WqmYvJiQAkAJRPAkBQcEH7kP/444/23nvv2fz5871ZrongvHNQmFkxBqcKNQEgTH8FHUMCQLBgLhIA4vYZ5+dWQDOrtR2I3woNiavvsMMOdvPNN9sZZ5xhm2++ubNRWrFD26joHFfRKitTp061gw8+2HUov89TARIA8rRjaBYCCCCAAAIIIIAAAkUmQAJAkXUot4MAAggggAACCGQioJmn9913nzfz2lWUJDB8+HBTkCNsUf2vvvqqDRgwwF5//XVv9vHkyZOtbt26Yasos+NcgT3X7Ly458e90WwGF5QQ8MQTT9j1118fKhFAe5RPnDjRjjzyyLi3kTfnkwCQviseeeQRLxhaUYvrOc9kC4CKalkI963EqH79+tmECRMCm6vVcO666y477LDDIt2WVhd46KGHbODAgWlXzEmu7Oqrr7YhQ4bYpptuGukaHJwfAtn8jE53R2wBkB/9TCsQQAABBBBAAAEEEChvARIAyrsHuD4CCCCAAAIIIJAHAl9++aVpf2ktOx1Uoi7zXrKur776yq688krbcsstvRmPiSWR84BgYxNcgb2KlACQQFG/XXLJJd6+8a5SbPuUkwCQvsdJAHjfOnXqZG+99VZaIBIAXG+Kwvq9VkTRljfptrNJ3Ilm5yuIf9RRR2V0c2G3GGjSpIk9/vjjtscee2R0HU4qXwESAMrXn6sjgAACCCCAAAIIIFBRBEgAqCg9zX0igAACCCCAAAIBAk8++aR16NAh0Kg8lx5WYGTVqlWmbQP0T//95ptvpgRjtE+29lnWzMtmzZrZQQcdlFGCAQkA6YfBunXrvCSAsWPHBo6TbbbZxqZNm2YtWrQo02du/fr13piYM2eOLV682N55552NS3WrTQceeKDttddedvjhh1vLli2tZs2atskmmzjbmA8JANozfMGCBd7MYgUitV+4xrvuQ3uM165d23kfUQ+IugWA2qhnZ+bMmfb88897K30k9jVXWxs3buwFUPV8hlkWPWp7y/p413siHxMA1EefffaZl+gV9B7VeGratKn3T6u1VK5cucx4tRXNU0895Y2jRYsWpR1DCoCXZfLYb7/95r37Ro0aFehw++23W//+/Z3b4gRVomSrnj172uzZswOvVagJOPos/+CDD2zu3LneO03bKSxbtmzjvWpboTp16ljz5s29f/vss0+o93ScAVrW79diSABI9KM+j/Scfvzxx97nbqKU/MzV564+fzfbbLM4XVWQ58pG22Dpmdbnhsa3Pge7detmRxxxROD41upZX3/9tb344ove3zYrVqxIcVZde++9t7cliJ6XQw45xLbaaquCdKLRCCCAAAIIIIAAAtkXIAEg+6bUiAACCCCAAAIIFJSAArt9+/a1Bx98MLDdZb3ssL74VHBAs87vv/9+577LJRuvLQq0nLICcdWrVw/dJ67AXkVcASCBFzY4JXdtE+EXOFTwYMaMGTZ+/PiUIJ/6TEHH3r1724knnhgqkKbxq7GrL9jVd2GLvii/7LLLrF27dilBiaVLl3pL20epy++aClRq/CqIVbKsXr3ahg4d6n2pn9hTXPev8aWfJ85REF3Pnl/ihYIId955Z8qX/np2XnrpJe+cJUuWpCRCKBCv+zvrrLMCgzFhEwB0LQXwtE2EEj9cRe433nijHXPMMaEDe+pjJT9oO4rkIFMm40Xtffrpp+3uu+9OGXtqtxIVlAh1/vnnlwqiKCAt60RSg+s+s/17BYq0aoraGLVoK49Zs2Z5z8jLL78c6XQlfmlrmO7du5u2+IhSwo5x1blmzRq75ZZbvDEbNMtex2YyhqK0u+Sxrs8EHa9kHG0PENUoXbv0eackgKCSLsFEQcKbbrrJtAR8sqGChBo/l19+ue25556RKIKeFwXr1Q4lIbkCu3qGp06d6vXx8uXLQ7dB7b700ks93yiJQ2HHXibv19CN9zmwkBMAtBWG2q/3cZR+FIWSifRu1edP1apVIzEqoezmm29O+TxTBRqDxx57rA0ePDj033l616iu5557LiX5RO86fWarLr1j/IoSgu6991574IEHUs7Xyh/a5korZVWqVMn0d46sBg0alPZzo169ejZlyhSrX79+qUvpuXv77be951mrfYQtSrzo2rWrl7CkJEcKAggggAACCCCAQMUWIAGgYvc/d48AAggggAACCHgzpU899VR77733fDWCvqjMBaFmTF177bVewMAVDHJdX8EPzcxUYFVfyrqKK9hTkRMAZKeZmx07dgzsFwXxH3vsMdMX6unKhx9+aJ07dzYF29MVl3HiHM2Gu/DCC702ZVL0Zbm+XG/duvXG04cNG2ZXXHFFJtWlPcdvpm5QEChxjmb+ad9xBQn8SjqrH374wQvw+80i1j7lkyZN8mYi+pUwCQAaB/fdd59dc801kQLjcr/qqqu8vgsT1HM9k1Fm2ysYrgSVe+65J+2tp7P59ddf7aKLLnKufpG1QeNTUZ8+fbwA6hZbbBHqUgoivfrqq15QSgG0OEXPshI3TjvtNGewN3GdMGNcbdSKEfL1204hXbs1hpQYo750BZ/j3LfOVbKSgnpBRQklGofZKB999JGdfvrpXrDTr2i2r3x33XVX75AwYzSTJD4F0hWwVXJBpu9qrcyiIH6m72ld95xzzrEbbrjBW+UnTAkz9jJ9v4a5ftAxhZgAoFUStFKU3ttxk+P0jtV7TElgYf4mk6Xr80grmmjlpzBFCTJakcCv6G9PPSt+JejzKPFZ9Le//c1uu+02r91Bf8Oma7cSDMaNG+dtl5Xp37/ankZ1RE20COPHMQgggAACCCCAAAKFI0ACQOH0FS1FAAEEEEAAAQRyIuD6MloXTTfLOCeNMfOWBdYMpsSs6GxcJ8rezK5goys4Hff8uPfr6k9X+13XD7tihII9mpmXrmTDSAkrmpUcFCRz3Yt+r6CmZsYmiivQEKbO5GNK1p/4nStAdfLJJ4faciFdf7q2LchGAoBmgGo5ed1fpkWrRCjw6wrgusZLrhMAXEkDmd5/1POi3KdmnyoorWSWTINI6dqn+vQvzDLTrjGuIPfEiRO9JJdMVlZQEoCCbAoOhw0kRjX/888/vWCgEoP8ilbrULJagwYNolaf9vgw4033rnds8ooQstBsY7/SqlUrb0WSHXfcMXQ7NUv6uOOO8z1eiUZjxowxtadkUXKHVgVRm7Lxea4Ar1ZHCEpcKov3a2g8nwNz/RntCnCHef8nN12f+XrPx3nXl6TQeFF9Wu3H9f7Xua7P5XxKAFByw/Tp0717c717S7Zb722dr9WJ4pRGjRp571ZtD0BBAAEEEEAAAQQQqLgCJABU3L7nzhFAAAEEEEAAAQsT3BBTNmc3BrH/5z//8ZY+VjAl2+Xoo4/2gh+77bZbYNWuYKMrgB73/Lj3nevggtrnuoaOufXWW73ZuelKXCPN3FQwVF+yxy3Js/30PGg2ezYDHX6zCYMMNU4VxNfMbVcprwQALXX+5ZdfupoX+HsFgTRLUatBBBXXeIkSGHcFV9MFx3766Sdvm5SHHnoo1v3GPTnsfSqIFGb2aabtCZu44Rrjm2yySaggWVA7ldylzwvtgZ2L4lpNQ9dMrISx7bbbZq0JWqFCAcSgogCfZvomigK/J5xwgm/QUc/bM888E3qmtAL4mnUfNBs66D2fi2Q+rcQgm5122inQxjX24rxf43ay6/PT9TeG6/rZTABQ8F8z0e+44w7XZSP/XuNRf1sqEciVwFNICQBnnHGGnX322aGSXpITAPS8aUWiMIkDLuyoSR6u+vg9AggggAACCCCAQGEKkABQmP1GqxFAAAEEEEAAgawIhAm4p5tpmJWLp6nEFeiLe10tV679ioOKqw2uL+fjnh/3HnMdXFD7tDetgl4rV670bW7QcuVxjPQlufpR+5Jno5QM0LsCDVGvmckKAFpmXSsbhJk1W14JAFEd/I4Pk5jjGi9hA+NqQyYJAK5zsmXhqifsfSowrOfDNfvUdT2/34dN3Ah6F2nmurafyUYbtYqEAtVhtpOIes+u7UpUn1YQ0Xtj0003jVq97/EvvfSSaU/xoFIy+P7tt996W388++yzvqdpdrESs1wBV1Xgqk9JQE899ZQ1bty41PWytUJLuhvRChRDhw4NnDkeNPbivl/jdnKuP6OzlQCghDiNMe0nn6uiBB55uJbvd30u58sKAPo803YJSn4JU5Lb/cUXX3jP7wsvvBDm1MBjSACITUgFCCCAAAIIIIBAUQiQAFAU3chNIIAAAggggAACmQkowKjZSosWLfKtwLWfe2ZXTn+WX7BFAacWLVrYqaeeakceeaTVqFHDKleu7FWyfv160xen2tN85MiRgUtJh5mp6Qo2kgBgFmZWbOvWrb0VF7bffvtSnR3HWNdWEoeWlk5XNFYUKNUsOgUXtLywvpDXecuXL/dmC2uWXWLJ8ZIJAK5ltKOO95KzdBPnu4JAYa9T6AkAuk9XYo5rvIQNjOtarmB+usCJ3jFaklljozxLmPtUUo6CSK6tMTRD9YILLrD999/fqlSpYkqs0TMxZ84cu/322+31118PvNUwiRvZGuMu81wGuxYvXuwtgR+UqJCLFXLCJFkNGTLE9C8RzA8zYz/MZ2DC+7XXXjNtReK30scpp5ziLclf8h3vesZUv5bx1/jr0KGD7bzzzqbVIHSe3tHaUmDChAm+3R5m1YdsjT3X571rbKb7vattca+ZrQQA1dOlS5fARLTE5622bdp33329v8v0efvVV1/ZE0884fWl3t9BRe+i0aNHB+5XXygJAFHHQ3ICwJNPPuk9D37lkEMO8Z73ww8/3BKrjeiZkbWSfvR3zcsvv+ydnst3YtR75HgEEEAAAQQQQACB8hMgAaD87LkyAggggAACCCBQ7gIrVqwwzYbTl+5+Je6X0VFusmRgWV/0a39oBbQU9A8qCn7Mnz/fW3rVL2ChYNfkyZOtbt26vlW5go0uj7jnR/FKd2yugwu65q+//urt3T527Fjf5rZs2dIee+wxq169eqlj4hi5AmNhlif/8ccfvQQCLWuswIKSFRJl6dKlXtDDFbQI009NmjTxkiC0R3jJ4uqnMPXrmHR7cGt5a92DgrnpSpjggCvgklyvgkAKAGnWeb169bykCz3LMlaChWslA79AYuIarvESJjCeqMsVnPSzmTlzpnXr1i2jverD9qXrONd9asauZkar7/yK+krPrRK/FHRNV9asWeM93xq7QcWVuBF1jOvdPXjwYG8MaTa9tvrQtgua3e9aKUDbgbRr185FGPn3M2bMMC07H1T8knwiXyzpBNeY16HpxoNrGwDN2tdY1h7hruJKhvJbTUCfw3qm/fpMCRV33nln2vei2hRmH3RtS6BgqN+qC1HHnp9Fuvery831+2y1zXUdv9+Hef9r6X9te/Lggw/6XkZ/nz3wwAOmZCC/FSWUkKR65s6dG/hO0meFkjz9iuvzKF9WAIjSJ/q7QAmJDRo0cG7Hpb8lxo8f770b/YoSL959911v1Qb9jabEpKpVq0ZpEscigAACCCCAAAIIFJkACQBF1qHcDgIIIIAAAgggEEXANVNMdbmCTlGu5zo2sQeqvtzXl8aa6R3lC8zffvvNW6521KhRvpfS0qxaRcCvuAIvJAD8V871hXxQkCGOcdDS2MlfqLvGWtjfu4LprvHgd50oQSAFbbWlgpJhdt11V/v9999NyTsKmshZAcrkAIyrzWECQK7+TdyXgkBaeUMzF9MFlMPsA+7am9w1XqK8ozJNACjZj9lsU6LuuHV+9NFH3n7aQbP/R4wYYYMGDXIuV69ZpT179rTZs2f7PiquxI2wYzxoDIXdF7vkSh5hn2/XcWHuIUrw0XW9xO9dz7DfZ7Nr2X6dF2bFAtf2QH6JBK7P4DCz99VGBaC1VcG9996blsy1MlGYfktUHPX9GrYPs/Huj3utdOeHef+7Vn8Iuw2Irq/tIPReeuutt3xvp3///qZ3k982Hq7PoyjPoOvvXte7xPWeLnmTbdq0sWuuucYaNmzofUbq3Tpr1iwvSU5/52611Vb2888/24UXXuithpOu5GKbkVyMLepEAAEEEEAAAQQQyC8BEgDyqz9oDQIIIIAAAgggUKYCri9C1ZgowbUybbzPxbR0sGYj+5VHHnnEmx3tV1xf7roCvnHPj2voCny42h/2+sOGDTPtxexXcpUAEHR/xZgA4Aqwp/N3BQ/DBIBcARddV23TDO2gvcoVwFVQQ6sDBJWS+5knH+t6pqK8o4o5AUDLsSto71c0Q14BVddqKonzXUtSu2aTu95FiTF01113WatWrXxnEWvFDiW/BC0LH2UMhH3H6bgw9xAl+Bj22q5n2O+zOcw2AFrJQjPwFXj0K66VVvy2EnjnnXe8rXoU9E1XXDP3k8957rnnvO0X/EpQMl+YfkuMv6AEprD9FeW4sG2LUmeUY13v/zAriUR53jQY7wViAAAgAElEQVQmtZqEVhXxK66EDtfnUZRn0PV3bzYTALR1jP5OUsJEUHE97yQARBnhHIsAAggggAACCCCQECABgLGAAAIIIIAAAghUYIFJkyZZ586dAwWifNGbD5SuoAEJAMd7Qa1q1arF6i5XECNXCQBBKwDohhQo0JfuWoY+G8X1xXymCRUuP7VdQQPN1tXsSb8lltPdo6vNrgBQwlGzFv1KlLZ9/vnn3pLzif2J09WpFQ60pPgWW2xR6tckAPyXJOhdHGbJ7jAzv5PxV69e7SVLvfjii77jIKhO1xiPMobuuece6927t287crFUe5jnQMdECT6GfSe5nuGg8eDaBiDM8+9KJvFL2Anqc9dKHyVttHWI3huLFi1KyxaUNOQae3Her2H70O+4MG2Le42g8139ry2UtB3HvHnzfKvRkv7HHnts6Ga6EkpUUVCdhZgAoM80rWoQlGiTAHStAKA+e/zxxwO3AAjdGRyIAAIIIIAAAgggUGEESACoMF3NjSKAAAIIIIAAAqUFwnwRXWgJAK7ZXSQAZCcBwLXSQq4SAJYuXWpt27Y1BSn8ivYR11YQ1atXj/3YuwJxuUwAyDSZwdVmVwBIaK6AS5S2aUapZv5q1Qi/EuRIAsB/1YLexa5gqWu2frp+Wb9+vZdMo9m7fiVoZqrr80XP6A033BAqWWfx4sXebHC/feUzfQ5dLwjXc6Dz8y0BIMw2AEGfg65VMvzGkmu8NGrUyCZOnGh77723i937ves9FmfsJd5x2UwWC3VTIVeVCFtXJse53v+uz1jXbP10bXJtKaFzgpKJXM9hlGfQ9TdiNlYAaN26tbfyzc477xyqi1zPjipRv2m1ihYtWqTdbifUhTgIAQQQQAABBBBAoEIJkABQobqbm0UAAQQQQAABBFIFinEFANeXuyQAZCcBwPWFfK4SAMLMTtQo1/L0PXr0MM0M1n9HmUGf/JS4glCZBh5dwdGTTjrJNOt5p512ivzacrXZFQBKBMeCVgBwPUclG+161wQFB0kA+K9mUAKA673XsmVLe+yxxyInxcSZee8a465AW/IYco2BTJ9D18Pl2upE50cJPrqul/i96xkOGg9htgEI2nPdZe23/L8ryBu1j1yzooOeB9fYi/N+DduHfse52ha3ftf5rve/q33aZuSOO+6wLbfc0nWpjb8PkwQWlNDh+nsjyjPoele63kuu5yPM1jjp4FyrbiTOadOmjWl1gebNm1uVKlVC9wEHIoAAAggggAACCFQ8ARIAKl6fc8cIIIAAAggggMBGAdcXoUFBhrJk/OOPP0zLiC9btsw0O+3NN9807Qut//WbEerXPlfg0vXlriuIEff8uK6uL+9d7Q97fdcX8vpyWm3ZddddS1UZxyjMfsIlLxjnC3NXIC5TT1c/uYIQQf3karMrAKS6Xf3reo5Kts/1rtl///1t8uTJVrdu3cjjJcoqJa7ZzWFs1EDXGI7SpsQNx6nTNZ4yCdqpXTNmzDAFS/1K0Ph3tSnKGHfZZPocut53rnvQ+VGCj67rJX4fZvsFV0LICSec4Pv5GDSL29Xnfkvvu1ahCHvvYY/TLOuHH37Ytt9++1KnuPotytgL256wx7naFraeTI9zveNc7/4hQ4aY/kVNqtNKIoMGDfJtdtB4drUpyjPo+ixyjY1cvYs++ugjb7ufJUuWhOrabCU5hroYByGAAAIIIIAAAggUpAAJAAXZbTQaAQQQQAABBBDIjoDri1BdxW+2X3Za4F+LAr0KKOgLfs2M0n9no7gCl3G/3I17ftx7dAUXshEocwVRdQ9xlnR3tfHjjz+2M8880zR+o5Q6depYv379rFu3bqH25VXdrmC6q61+7XP1kysIEXTfrja7AkCq2xVwcT1HJdvnei50vF8Qx3VulGC7a+yGsVFbs9mmhFWcOl3BtYEDB9rw4cOtcuXKUR4Z7xk7/PDDfc8JSvTJ5hh32WT6HLowXPeg86dPn27t2rVzVRXp9677VWVB74gw2wCka7drKfKgrSTCtDkSguPgsko+yWabVZdrTMUdy65nNugd5+p/td8vAcTl5LpvrdYzZswY22abbUpV5fo8KoYEAP3NO2rUKBswYICLstTvlThw6aWXWoMGDSInZkS+GCcggAACCCCAAAIIFIwACQAF01U0FAEEEEAAAQQQyL7A22+/7QX4V65c6Vt5pktHx2nt999/byNGjLCxY8dGnuHvuq4rcOkKYri+nI97vqv9rt+7vmR3td9Vv37vCjDrmKCgbDaMXnrpJevVq5cXiI1alAhw/fXXW/v27Z176bruNVNPVz+RAPB/veoaLyQAuBM2Mh1PcYKJ2RzjrjGQ6XPoenc899xzdtxxxwUe9tBDD9nZZ5/tqirS7xcvXuxdN2iFm6A908NsA5BuyXXXygNBCYFh2hwJwXEwCQDpgeI8s64EKV3R9TeUX7e53gdB/VkREgDktm7dOrvyyiu9LRYyKeecc47dcMMNtvPOO2dyOucggAACCCCAAAIIFJkACQBF1qHcDgIIIIAAAgggEEXgww8/tM6dO3vL6vuVffbZx6ZOnerNLCqLopn+F1xwgc2ePTsnl3N9eR030BT3/Lg3HedL9rDXDpM4ErRMcLaM/vWvf5n2so66EoDuU7MMr7rqKrvwwgtt88039711EgDS07ieo5Jnufpcx7MCwPvWqVMne+utt9Kix1kimwSAsG+31OPCBLUztQ1q0aRJk7zP5qDiWnlA78WgbQDSrd7gSngImv3tCjxn1gP+ZxXrFgBxk1lc/RC0AgAJAMEra2g0uj7L4vaf+uCWW27xkmCjbnGl9jVr1szuueceq1+/frYfOepDAAEEEEAAAQQQKDABEgAKrMNoLgIIIIAAAgggkE2BH374wbTsqivY7go0ZKtNX3/9tTdzXNfLVXEFLuN+uRv3/Lj3XRYJANqSQXuKB5WJEyd6wcx0JZtGmjE3btw4b0a/Vo6IWvQlu/Yl3nTTTdOeSgJAelHXc1TyLFef63gSAAovAaBRo0amZ33vvfcuNVBc76IogXPX+IkbdPN7b7iuq/P0LtSM3S233DLq6yft8WFm74dJzHNtA6AkqGnTplmLFi28dvz55582dOhQb/uPdCVo+X8d7wo8ZwUnqZKrr77a24s+3bs7m2Mv2+12tS3uWHb1Q74mAAQldFSUFQASY03vgGXLlnnje9asWZGHYJMmTbzts/SeoCCAAAIIIIAAAghUXAESACpu33PnCCCAAAIIIICAhdnvVUzplgrONl+c/U+jtMUVuHQFfFxfzsc9P8q9pDs218GFH3/80fr162cTJkzwbaorOJULIwXqH3zwQRs9erRpFYmwpVatWt4KFwcffHDaU0gASC/peo5KnuXq86Ax4zqXLQDcWwAMHDjQhg8fbpUrVw77aHjHuYKJZbUMu2sMuN7LkW466eAwSXJNmza1xx57zPQuyUb5z3/+4yUV6L3kV1q1auUF+HbccUffY8IkEiiwqiXHK1WqZK6EgaA92tWIMCvDZMNHdZx22mneDGk/c9fnYJTkk2y1OVGPq21xx7LrmY2bABC0CkSQleu+46xw4pc8lq49Lh/X2CjLd9Fff/1lixYtMpkrWSdKueiii7ztAIJWOIpSH8cigAACCCCAAAIIFJ4ACQCF12e0GAEEEEAAAQQQyKqAlgrt3bt3YJ3plgrOaiPM7Msvv/T2UZ43b15g1aeeeqqdeeaZdtBBB1mNGjVKBbRcX+66Apdxv9yNe35cV9eX7HGDC3PnzjXtAx20NG3QPtG6v1waafncl19+2UsG0My5MEvoBs0kJQEg/Yh0PUclz3I9l0FBKdd4iTID27XEdVA7ku/J1aYoSQmJeuPU6XqPZ9IetWvGjBl20kkn+b6Wgp5117vIFWiL4h33veZ3g2GT5PRePPbYY+O+vr3zX3vtNTv55JO9z0S/EjYpz1VXciKB69i7777bW6HHr7jGb676KF17sjn2stKpSZW42hbXKc67VqtA6PNw2LBhvrcd5blNruS2227zVtvxK0FJSq4VABYsWGBHHnlkqK5y+bjurzzGuZJ5lNg4efJk02fv8uXLnfdar149mzJlClsBOKU4AAEEEEAAAQQQKF4BEgCKt2+5MwQQQAABBBBAIJTA0qVLrW3btoHBBlUUNeAX6uJJB7n2HtZMvzFjxnh7Gm+yySa+1bu+3HXdR9wvd+OeH9Wt5PG5DC6E3aLBNUOwLIz0hflHH31kCjo89NBDgYkAQQkuJACkH5Gu56jkWVoxomvXrr7Du2XLlt4s6urVq5c6JpvjpVgTAFx7xmcaVHQlFgQF7VzvIlegLXkgZHMMRH3HugxUX//+/b0Z6XFn2/7xxx/est833nhjYDPDbsujFQx69OjhO3tYy/o/9dRT1rhxY+9d6Regda3qosauXr3aunTpYi+++GLatgc941H7xHV8Nsee61pRf+9qW6bPaqIdrr+BXElOCv5fccUVvreVSTJRmMSCoL8bXAkAUT6PXD6u91J5vovUKfoMU3LjyJEj7fXXXw8cfq6knahjl+MRQAABBBBAAAEECkuABIDC6i9aiwACCCCAAAIIZF3AFSBIXPDoo4/2lhzebbfdst4GVegKstxyyy2mYJOWKg4qri93XV8Ux/1yN+75cXFzFVxYt26dXXLJJTZ27NjAJoaZdVaWRlpCV4HlPn36+CYBBAW3SABI390aB1o5xPU86uzffvvNGzujRo3yHTtBs/hd4yXKCiUff/yxt4KI3hPpiis4ljjH1aZMgmRx6ly8eLEdd9xxGY1xv04JM/s9KMDkehe5Am3J7XLZxA2aBr3Uwixt79pKJOx7XeNSQfSgbUwUSFdCjYL3rqJEKAX2tRy4X1Hg9ZxzzgncdsC1/L/qdm1dsP/++3szmOvWretqduzfZ3PsxW5MiQpcbYs7ll1/A7neca5koijv28Stu8aGjgtaRcOVABA20B1mqynXe6k830XJQ+mLL76wCy64wJQM5FfCrhSS7TFOfQgggAACCCCAAAL5IUACQH70A61AAAEEEEAAAQTKVeD+++/3vvx3Fc0KGzp0qG222WauQyP/3vUFb9g9Xl1ffpMAcLwpAFGtWrXQffT99997ywK7gv+qMGg5/cQFy/oLdM2q1T7XmqHrV/zGlysBwBVM8bueKwjkCkIEdV422ux6HhXw1MoKRx11lHMcvfPOO6atO9577z3fYzXjWcGKdMU1XhQInTlzpjVq1CiwLWGSWML2p6tNmQTxXHUGJRUoYHzGGWd4+0X7Fde7r+R5WkHj9NNPtyVLlqStcptttrFnnnnGmjVrlvb32RzjLptMvJ0D938P0Ljp27evt61IUNEWNqNHj7aqVauGrTrluLArrIRNhktU7lraX9s49OvXz/sbYOXKlWnbHibAGmaW9xNPPGHt27fPyCfKSdkce1GuG+ZYV9vijmXX30Cud5xrVSjXc5/OwDUGXW1yfR4FrUSS3B5tFaCVaIISbFyfveX5Lippu2zZMuvUqZPvc5tJIlqYMcwxCCCAAAIIIIAAAoUhQAJAYfQTrUQAAQQQQAABBHIq4Ar0JF9cgTotE5zJUsfa0/iOO+7w9jhWMOXvf//7xqpdX/CGTQB46aWXAoOSriBY3C93454ft6OzGVzQzO158+Z5SR+upWbVbteX+Il7Kw8j1xL0mSYAhA0+l+xXVz+5ghBB46QsEgB0/TBJAGGXNA+a/blmzRovuK2x6Ff0XtIqA5tuumnaQ8IE/7M5hps2beqtPCGjsMX1XAQFc1xbG6gNUQPUrsSw5P3j091jNse4yyZu0NTVR08++aR16NDBdZi3dLr+bbXVVs5jkw/QGNcsfa2yE1TCvmOT63Ct8qMVULTCz7hx49JeOszy/4kTXX3erVs3u/POOyP7RMI085LctNKHX4nzfo3alqjv/rhjOW4CwLfffmta8eHZZ5/1vdUoyaBKDNHfEPobz6+4AtWuz+8wz0WY4L/a5xob5f0uKvneCPpsdLnGHcucjwACCCCAAAIIIJDfAiQA5Hf/0DoEEEAAAQQQQKBMBMIsi5rcEAWS9IVu7dq1Q7VPgX8Fk7QUsWaTq5QMuLoSAMLseawvZrXfsd/y3rouCQD+KwBoyW8FizRTe/78+TZlyhSTaZiiWYGaJaoZw65l4eN8gf7GG294y/kPGDDAC8iFSUTR+NZ41b90JWhpalcwXfVFnZGrc3IZoHK1OUywxPU8Jhzr1Kljt99+uyloVbLfw2y/oHpcS0qvXbvWW+o4KDgalIwQZQWLMDZqs2sM65ios51ddbqCOa6AfZRnVO+A7t27+87+DzPusznGXTZxg6aud9w333xj5557rs2YMcN1qPcOVEJKmM9HvZs041rvs6DPrcRF9az179/f+Y5NbmSYbQCCbirM8v+J8139FGUMOqEDDsjm2IvTjnTnutoWdyzHTQAIE7APk/yVuPcwgXfXu/K5557ztjgJKvq7QKv8lEy+0fifM2eO94yF+XumPBIAlGypVYqUCBTlb+sVK1bYaaedZsuXL09LM2TIENM/199k2R7j1IcAAggggAACCCCQHwIkAORHP9AKBBBAAAEEEECg3AW++uorbwng2bNnh2rLDjvs4M0S09Le++23n2233XYbv2TUbFTVpyC/Zk4qmKwgXnIpGdB37TurZYrvuece03VLFn3Bq6WvFSR86623Attf0RMAQnVuBgf5ffmeripXkCgoAJI8E1DHXXrppd6KD5tssolvqxXMVFDOb2wEzWT++eef7cILL7T77rvPt34FQ66//no75ZRTvOCDxr+Cek8//bS3t/bee+9d6lxXEMgVhAjqorJMAFA7FNRTcPr888/3gp4KNqxevdpbDl3bRpR89ku23bVthCuBI1GfkhE0Hk4++WTbfvvtvX54/vnnQ69goXrCJgCEWZVAdSkgdcwxx3jbpmgfbL2n9F7UKiolt+FwPReuBIAwK7lorD7wwAPejG+/oJCWx9a7NOizoEmTJvb444/bHnvs4TsUsznGXTZxg6ZhXnn6zNJnnms8J54JvQ+6dOnijSn1dWLrHK2KoWdUWyvce++9NmvWrDCX994v+gysXr16qOOTD3ItwR5UYZjl/xPnK5CplThGjRoV+L4cOXKkl8AV9N5OrkDJaboHeb366qs2fvx4360ndF42x15kbMcJrrbFHctxEwDU/DDjRe8AfS7+4x//8L1jfQ7qXeK3jYhO1LhW8pLe2X7FFehOnKfk1MGDB1u9evW81WD0LhszZoz33IR5blWP67M3F++i5M8T/Y2rLQ30vg961vUeGT58uLftkl9x/b2b7bFNfQgggAACCCCAAAL5JUACQH71B61BAAEEEEAAAQTKVSDMTK1sNbDkF5OufWd13TZt2tjFF19shx56qFWuXNkUFNAXwwoKaD/yMF/wur4Qjfvlbtzz4/q6ggtx6093fpTgv86PY5RuZvoRRxzhzc5VUHPnnXf2Am2afa4gm4JrN910U+DMv6AAdJh9rYNM/cabq59cQYiga5Z1AkCcMaVAzcSJE61BgwaB1YSZARqnHYlzwyYAhFmVwK89fttGuJ4LVwJA2JVcEgkb2gt733339d6lel6UtKWZuAqYuWbKhpmJns0x7rKJGzQNM3aUUKLgtpawL+uiYKuC3npeMimubQD86oyy/H+iDq3SooS9oH3WE5/nem/r3pITJDQWlSyj8ag9zrUUvZJREqsH6VzX53g2x14m3kHnuNoWdyxnIwEgMSNdq9sEFQWr9TdZ586dbffdd/c+exWYVt/rPrXlU3K/laxL7yKt7HLSSScFXifO+zZq/7k+e3PxLkpXZyLJVkv8K8l266239m5F76GVK1d6Kw8pIdKv6F2hVZzq168flYDjEUAAAQQQQAABBIpEgASAIulIbgMBBBBAAAEEEMiGgAJImtXZu3fvUMH0ONcsuQKA9uju27evPfjgg3GqdZ7rChzE/XI37vnOG3Ac4AouxK2/5PmZ7Hkdxyjs0vRh71MzoqdOnWoHH3yw7yla9tsVoPA7WUuBX3755aV+7eonVxAi6P4KKQFA/XnZZZdtnB3td1/aRkSzO+fNmxe2a32PU8BRs03T7XEdNgFAlWtLE83kz6SU3AJFdbieC1cCgOr4+uuvvZmjer/mqqgftLpD1apVAy+RzTHusokbNA1rVRa+JdsSZbl1v/vIdBuAKMv/J66tALCCk3quc1Vcn+PZHHvZvgdX2+KO5WwkAOiew2wDEtdGfz9oyfvE6hhB9bm2OInSlvbt23vL5iuQXrK4Pntz8S5y1Rnl3hLHXnTRRXbDDTeE2iYpk/o5BwEEEEAAAQQQQCD/BUgAyP8+ooUIIIAAAggggECZCujLe82m1xKkYWbUZ9q4dAGwuXPnejMH4163YcOG3uxBBQ1LFlfgwPVFrOvL+bjnZ+qZOM8VXIhbf+J8LbeuZe/1RXrYZZwT58YxSt4CIBv3oiV09UV5UADi448/tjPPPDPUHt0l2+QXTHD1kysIEXTvuU4AuOuuu7xEnaBlncP0jZIqtDTzTjvtFOZw57LeYSrRuB03bpxptZNrrrmm1ClREgDCznRO165cJQDoWrkM3Gkfbs2A18xwV8nmGI/zznC1M+rvv/jiC29Z81wmWSS/Z7UEv7Y5ibuPd5hl3UtaRFn+P/lcJUr069fPm4Gci+L6HM/m2Mt2+11tc/2N4WpPthIAdJ1crgql5BIlioTd0uKbb77xVvpRQl6coi19dO0ePXqk3RbI9dmbi3dRmC1lotxz3BVDolyLYxFAAAEEEEAAAQTyV4AEgPztG1qGAAIIIIAAAgiUm4BmC86ZM8cGDBjgXAo6k0a2bNnSW7pUS2Enl2zMHNQXxN26dTMtS59uz3dX4CDul7txz8/EM/mcSZMmecvx5qqE3Z826PpxjObPn+/tGRw3SUTtC7t1gZ4H7XXcq1evyKy33nqrl0xTsriCQK4gRFBDcp0AoOD1Flts4dzbOaiNmQQotEqIlmAfO3Zs5H7QCQruK3nhsMMOM7+VJKIkAOh9NWTIENMqD1FLLhMA1Bbtk37++eenfQdGbWvi+NatW3vbA2hGepiSzTEe550Rpq1Rj9Gy5sOGDbObb7456qmhj9d7TvXvueeeoc8JOjDqNgBxlxBXUFPJVVriPdvF9TmezbGX7ba72pZPCQD67Js2bZq30olrS4coTvo7Tcl3+nsiSombkJBYsejzzz+3Tp065U0CQDZXwMrGiiFR+oRjEUAAAQQQQAABBPJXgASA/O0bWoYAAggggAACCJS7wGeffWYjRozwVgTIRsBVN9SmTRsv+HbggQemvT99EaqAWtSgmvaSVTBOQd1PP/3U98tdV+AgbqAp7vlxO33p0qXWtm3btKsfZFq3bFu0aOGZnnjiic6lv13XiWOk8aHAgfYWznRM6n4USFZwqkqVKq7mer/Xda+88krvulFKya0uEue6gkD5ngDQrFkzb/lkbduhlTuiFJ07atQoO+igg6Kc5h2baVBR752RI0da3bp1vXqykQCgejKZ6ey3r7rruQizBUAyqN7fV111VeA+0WE6QM+LZnNrSXf9d9iSzTHusokbNA17T8nHaa/6559/3hRUfP311zOpIu05WqVCq1N06NAhq8t3R90GQIl0Wu1hq622yvje9N5U0o3eZ5m+r0teXMlDSioIWoUim2Mv45v3OdGVpBd3LGdzBYDELbz55pt29dVX26xZs2JxKOCvsdCzZ8+MxnamCQklrxv0PnF99ubqXbR48WLr379/rHdJnM/WWB3LyQgggAACCCCAAAJ5KUACQF52C41CAAEEEEAAAQTyR0BfuH700UdeIODJJ5/MaBaYZiRpqfguXbqYlud3LRkfNbCi4J72kVXdWiZZQQfNnBw/fvzG9ipwpS9HFfgL2u9ds3oVXFAAQUsmJ4IWOr9x48beF9fapsBvyfi458fteV1fe9orgUJ73EYp+pJcM6C33HJLL0Fjv/3280xr164dOlAe5npxjTQ+FJBQMF6zE8MGltSHmlWr2YwNGjSIvKT2L7/8YloSW1sfaAawqwQtca9Atsboc889Z8uWLdtYlZ6Vww8/3AYPHuybJOO6rp7Zp59+2mvrokWLUtp66KGH2umnn+4tpRyU/PCvf/3Le1a04kLCV23TLPB//vOfG5dt1rOmJfXDmGh89e7d20u8iDrzM/meo/SD2qwVGLR6Q/L9Ktiid4aCZYn7U+BV7yiNjyhBT40FJUppZYIwY1FJEzq+pH8iWPrEE0+Y2pcosmratKlnpwScKEvB61nRrFmtRBE1eKfraqlsBaX22GOPSNdV27M5xl3vDCVH6DNm0003dT0eWf+92qYVHfQcyDjMGEjXCH2OKYGtefPmWX3fJl9LY1Wfi3rvKGkh3XtM7wiNN60AVLNmzax4aRuV22+/3ftsDfPuLHnR5CQ0Jbi5ns9sjr2sACRVovvXWFFyWLrnvHv37tauXbvAbWmC2pSoX58B+pxMjMfEeyTT+n/77TdvfOtz9+WXX47Eovew3sG6dsmVnyJV9L8HR0lI0Ge+EmqSk071rtU7UX/nKaCvkvgbUYmkegb8iutd5PobMeh+f/zxR69NSpqJ8vfb/vvv7634cvbZZzufjUy8OQcBBBBAAAEEEECgMAVIACjMfqPVCCCAAAIIIIBAuQisX7/eVq1a5QUVFfDQfyd/waxGKYimL3sVSNYXrgok7L777hl9ma0vWhUcffbZZ71AXXLAQl/QaiuBk08+OVRSQbmAcdGcC2hZa41HBTm1J7u2fUgEmBIJDUr40B7aGovbb7997DZpL2LN/NU2GbpeIoCvAILGvAL42itdM1XDrjAQu1HlXIG2HZDHzJkzPY9EUEXvAyWRKGin57VGjRpZa6mCJbqmAl3J/aBrapl/Bcs1m7Zq1apZu2Vd3EAAACAASURBVKZfRUq60LLSCpBpRYT33ntvo4Heh/Xr1/eCSq1atfI8/BKIctVQtU+rFSipSe9u9ZFWcEhe1lvtUltlp2QpjWVXoDVX7S3UepWc8u6779qSJUu8zyuNiZLOifdEtWrVPGsllunzMhvvpnx3098QCmzqna1/SgxIDoKn+xsiF0lo+e6Uz+1TUpFWF9HfZPqnd13y567arnedEgf1mat/ClBXrlw5q7elduhZUxJg8t+HiWRNfeYr+K9ERlfSaVYbloXK9LfvBx984CXg6TnR52lyoqCeCX3OyVarM+27775l/pmShdukCgQQQAABBBBAAIEcC5AAkGNgqkcAAQQQQAABBBBAAAEEEEAAAQQQQAABBBBAAAEEEEAAAQQQQKAsBEgAKAtlroEAAggggAACCCCAAAIIIIAAAggggAACCCCAAAIIIIAAAggggECOBUgAyDEw1SOAAAIIIIAAAggggAACCCCAAAIIIIAAAggggAACCCCAAAIIIFAWAiQAlIUy10AAAQQQQAABBBBAAAEEEEAAAQQQQAABBBBAAAEEEEAAAQQQQCDHAiQA5BiY6hFAAAEEEEAAAQQQQAABBBBAAAEEEEAAAQQQQAABBBBAAAEEECgLARIAykKZayCAAAIIIIAAAggggAACCCCAAAIIIIAAAggggAACCCCAAAIIIJBjARIAcgxM9QgggAACCCCAAAIIIIAAAggggAACCCCAAAIIIIAAAggggAACCJSFAAkAZaHMNRBAAAEEEEAAAQQQQAABBBBAAAEEEEAAAQQQQAABBBBAAAEEEMixAAkAOQamegQQQAABBBBAAAEEEEAAAQQQQAABBBBAAAEEEEAAAQQQQAABBMpCgASAslDmGggggAACCCCAAAIIIIAAAggggAACCCCAAAIIIIAAAggggAACCORYgASAHANTPQIIIIAAAggggAACCCCAAAIIIIAAAggggAACCCCAAAIIIIAAAmUhQAJAWShzDQQQQAABBBBAAAEEEEAAAQQQQAABBBBAAAEEEEAAAQQQQAABBHIsQAJAjoGpHgEEEEAAAQQQQAABBBBAAAEEEEAAAQQQQAABBBBAAAEEEEAAgbIQIAGgLJS5BgIIIIAAAggggAACCCCAAAIIIIAAAggggAACCCCAAAIIIIBAxgJ//fGn/XvJ/4t8/t7NDoh8TiGfQAJAIfcebUcAAQQQQAABBBBAAAEEEEAAAQQQQAABBBBAAAEEEEAAAQQqgIASAC6t3TrSnba5+lw76rwOkc4p9INJACj0HqT9CCCAAAIIIIAAAggggAACCCCAAAIIIIAAAggggAACCCCAQJELkAAQroNJAAjnxFEIIIAAAggggAACCCCAAAIIIIAAAggggAACCCCAAAIIIIAAAuUkQAJAOHgSAMI5cRQCCCCAAAIIIIAAAggggAACCCCAAAIIIIAAAggggAACCCCAQDkJkAAQDp4EgHBOHIUAAggggAACCCCAAAIIIIAAAggggAACCCCAAAIIIIAAAgggUE4CJACEgycBIJwTRyGAAAIIIIAAAggggAACCCCAAAIIIIAAAggggAACCCCAAAIIlJMACQDh4EkACOfEUQgggAACCCCAAAIIIIAAAggggAACCCCAAAIIIIAAAggggAAC5SSgBIAnLh/tXf27j1fbqlff9v57p33+brUO3i9tq2rsXdOOOq9DObW4fC5LAkD5uHNVBBBAAAEEEEAAAQQQQAABBBBAAAEEEEAAAQQQQAABBBBAAIEMBO7qMNj+veT/eWeeefcVdkCbIzOopThPIQGgOPuVu0IAAQQQQAABBBBAAAEEEEAAAQQQQAABBBBAAAEEEEAAAQSKUuDi3Vt596XZ/72njLCtd9yuKO8zk5siASATNc5BAAEEEEAAAQQQQAABBBBAAAEEEEAAAQQQQAABBBBAAAEEEChzgTenL7BHLxjmXfews1pb+2H9yrwN+XxBEgDyuXdoGwIIIIAAAggggAACCCCAAAIIIIAAAggggAACCCCAAAIIIIDARoF7Ol1mH77ypvf/u4y53A486Sh0kgRIAGA4IIAAAggggAACCCCAAAIIIIAAAggggAACCCCAAAIIIIAAAggUhEBi+f/qe+3uLf9ftcYOBdHusmokCQBlJc11EEAAAQQQQAABBBBAAAEEEEAAAQQQQAABBBBAAAEEEEAAAQQyFlg+e6FNOO967/wmXU6wjjddmHFdxXoiCQDF2rPcFwIIIIAAAggggAACCCCAAAIIIIAAAggggAACCCCAAAIIIFBEAvd2udI+WLDUu6MzRl9qDU85uojuLju3QgJAdhypBQEEEEAAAQQQQAABBBBAAAEEEEAAAQQQQAABBBBAAAEEEEAghwKJ5f933GNX6z15hG27y445vFphVk0CQGH2G61GAAEEEEAAAQQQQAABBBBAAAEEEEAAAQQQQAABBBBAAAEEKozAO3NetQd7DPXut/HprezUkQMqzL1HuVESAKJocSwCCCCAAAIIIIAAAggggAACCCCAAAIIIIAAAggggAACCCCAQJkLPND1Gntv/mvedTvfcbE16tCizNtQCBckAaAQeok2IoAAAggggAACCCCAAAIIIIAAAggggAACCCCAAAIIIIAAAhVYILH8f7W/72K9p9xk2+1WowJr+N86CQAMCwQQQAABBBBAAAEEEEAAAQQQQAABBBBAAAEEEEAAAQQQQACBvBXQzH+tAKBySKfj7LRbBuVtW8u7YSQAlHcPcH0EEEAAAQQQQAABBBBAAAEEEEAAAQQQQAABBBBAAAEEEEAAAV+BB3sMtXfmvOr9vtNtF9nBpx6Llo8ACQAMDQQQQAABBBBAAAEEEEAAAQQQQAABBBBAAAEEEEAAAQQQQACBvBVILP+//e47ecv/71Bz57xta3k3jASA8u4Bro8AAggggAACCCCAAAIIIIAAAggggAACCCCAAAIIIIAAAgggkFbggwVL7d4uV3q/a9SxpXW+fTBSAQIkADA8EEAAAQQQQAABBBBAAAEEEEAAAQQQQAABBBBAAAEEEEAAAQTyUuDh8663t2cv9Np22s0D7ZDOx+dlO/OlUSQA5EtP0A4EEEAAAQQQQAABBBBAAAEEEEAAAQQQQAABBBBAAAEEEEAAgRSBxPL/2+1a3XpPGWHVau2CUIAACQAMDwQQQAABBBBAAAEEEEAAAQQQQAABBBBAAAEEEEAAAQQQQACBvBP48JW37J5Ol3rtOqj9MXb6qEvyro351iASAPKtR2gPAggggAACCCCAAAIIIIAAAggggAACCCCAAAIIIIAAAggggIA9esFwe3P6i55ExxEDrMkZrVBxCJAAwBBBAAEEEEAAAQQQQAABBBBAAAEEEEAAAQQQQAABBBBAAAEEEMg7gcTy/1V32sF6Txlp1ffcLe/amG8NIgEg33qE9iCAAAIIIIAAAggggAACCCCAAAIIIIAAAggggAACCCCAAAIVXOCjJf/PxnYY7Ck0PLm5nXHnZRVcJNztkwAQzomjEEAAAQQQQAABBBBAAAEEEEAAAQQQQAABBBBAAAEEEEAAAQTKSODxC0fav56Y712tw/D+duiZJ5bRlQv7MiQAFHb/0XoEEEAAAQQQQAABBBBAAAEEEEAAAQQQQAABBBBAAAEEEECg6AQuqXmCbdiwwbbcvqpdMO0Wq7F3zaK7x1zcEAkAuVClTgQQQAABBBBAAAEEEEAAAQQQQAABBBBAAAEEEEAAAQQQQACBjAQ+Wfqe3XnSQO/cA9odZWeOvTyjeiriSSQAVMRe554RQAABBBBAAAEEEEAAAQQQQAABBBBAAAEEEEAAAQQQQACBPBWYfNGt9vqkuV7r2t/Y1w47u02etjT/mkUCQP71CS1CAAEEEEAAAQQQQAABBBBAAAEEEEAAAQQQQAABBBBAAAEEKqzAZXu0sT9//8M237qK9Ztxu+20b60KaxH1xkkAiCrG8QgggAACCCCAAAIIIIAAAggggAACCCCAAAIIIIAAAggggAACORH47K0PbFTr/l7dDVofYWfdc2VOrlOslZIAUKw9y30hgAACCCCAAAIIIIAAAggggAACCCCAAAIIIIAAAggggAACBSYw9dI7bMmjz3itPvm6Ptase7sCu4PybS4JAOXrz9URQAABBBBAAAEEEEAAAQQQQAABBBBAAAEEEEAAAQQQQAABBP5X4Iq9T7Lff/3NNqv8N+v/9Cjbpe4e2EQQIAEgAhaHIoAAAggggAACCCCAAAIIIIAAAggggAACCCCAAAIIIIAAAgjkRmD1O6vstuMv8Crf/4Rmdva9V+fmQkVcKwkARdy53BoCCCCAAAIIIIAAAggggAACCCCAAAIIIIAAAggggAACCCBQKALTrrzTFj00y2vuSUN72+E9Ti6UpudNO0kAyJuuoCEIIIAAAggggAACCCCAAAIIIIAAAggggAACCCCAAAIIIIBAxRW4qm57++2nn80qVbKBz46xXevvWXExMrxzEgAyhOO0zAX+/PNPmzNnjk2aNMneeOMN++KLL2z9+vVWvXp1q1Wrlh177LHWvn17q1+/fuiLrFu3ziZPnmwzZsyw5cuX29dff20bNmywnXbayerWrWtt27a1Tp062fbbbx+6znQH9u/f30aPHp3yqwMOOMDefPPNyPV+9tlnNmvWLHvmmWfso48+8tr83Xff2apVq6x27dqR6+MEBBBAAAEEEEAAAQQQQAABBBBAAAEEEEAAAQQQQAABBApV4Kv3P7FbWpznNb/+8YdZt/uHFOqtlGu7SQAoV/6Kd/GlS5dar1697F//+lfgzVeqVMm6du1qN998s1WrVi3w2OnTp1vfvn3t888/Dzxuxx139OpTvZkUBez//ve/lzo1agLAv//9b7viiiu8hAUlKZQsSgYgASCTHuIcBBBAAAEEEEAAAQQQQAABBBBAAAEEEEAAAQQQQACBQhWYPuRuW3j/U17z2w7pZUee275Qb6Vc200CQLnyV6yLP//883biiSfab7/9FvrGDzzwQHvhhRdsu+22S3vOlClTrHPnzvbXX3+FrvOuu+6y3r17hz4+caBWJZg2bVqp86IkAIwdO9YGDhzorXjgV0gAiNw1nIAAAggggAACCCCAAAIIIIAAAggggAACCCCAAAIIIFDgAkP+car9/D9rvbsY8Mydttv+exf4HZVP80kAKB/3CndVzXpXoPynn34qde9alr9q1aq2evVq+/3330v9vkOHDjZ16tRSP//000+tTp069uuvv5b6nZb+33TTTb06Sxb9XEv2/+Mf/wjdD1qmX8kL6UrYBIBLLrnERo4cGXjNKlWq2IoVK9KuNBC6sRyIAAIIIIAAAggggAACCCCAAAIIIIAAAggggAACCCCAQAEJrFn1uY04qqfX4v2ObWLdxw8toNbnV1NJAMiv/ija1vTo0cMeeOCBlPvbZZdd7P7777dWrVqZlvz/8ccf7YYbbrARI0aUcli1apXtueeeKT+/6qqrvOOTS40aNbxkgSOOOML78RtvvGEdO3a0Tz75JOU4rQCglQDCFCUY1K9f35TEkK6ESQDQtfr06VPq9N122837+XHHHWf77befbbnllmGaxDEIIIAAAggggAACCCCAAAIIIIAAAggggAACCCCAAAIIFI3ArOvutQX3POHdT5urz7WjzutQNPdW1jdCAkBZi1fQ61WvXt2+/fbblLtfuHChNWvWrJRIy5Ytbf78+Sk/V6LAOeeck/Kz5s2b24IFC1J+Nn78eOvWrVvKz2bPnm1t2rRJ+Zlm/y9fvjxUb1xzzTV23XXX+R7rSgDQdRo3blxqpYLBgwd7CQyVK1cO1Q4OQgABBBBAAAEEEEAAAQQQQAABBBBAAAEEEEAAAQQQQKAYBYYe2Nl++vZ/vFvrP3uU1Txg32K8zTK5JxIAyoS5Yl/kf/7nf0zL/CcXzXz//PPP08LcfPPNdvHFF6f87tprr7Wrr7465Wf16tXzlstPLh9++KHttddeKT/TDH4trZ9clJDwzTffODtm5cqVtv/++9tvv/3me6wrAaBdu3Y2c+bMlPOHDx9ul156qfP6HIAAAggggAACCCCAAAIIIIAAAggggAACCCCAAAIIIIBAMQt898mXNrxZd+8W6x7T2HpMuLaYbzfn90YCQM6JuUBUAQXHL7/88pTTbrvtNhswYEDKzw4++GBbunRpys8++OAD22effVJ+9vPPP9tWW22V8rPatWvbRx995Gza8ccfb3Pnzt14nFYDUDJCcglKAHjnnXe8BIINGzZsPOXoo4+2559/3nltDkAAAQQQQAABBBBAAAEEEEAAAQQQQAABBBBAAAEEEECg2AWeHvaAvTBmsnebra/sYc3PP7XYbzmn90cCQE55qTwTgSOPPNJefvnllFOXLVtmBx54YMrP+vbta2PGjEn52dixY+38889P+dm0adOsffv2KT/r1KmTTZw4MbB5kydPNh2XKA0bNrSnnnrKatWqlXJeUAKAZvmPGDEi5Xhtb7D55pvbuHHj7KWXXrKvvvrKttxyS9t7772tY8eOXvu33nrrTOg4BwEEEEAAAQQQQAABBBBAAAEEEEAAAQQQQAABBBBAAIGCEriuURf78evvvDb3m3m7/b1h3YJqf741lgSAfOuRCtyedevW2ZVXXml33HFHikLbtm1txowZpWTeffddU/D9jz/+2Pg7bTUwadIkO/bYY72fvf76617wP3m7gUqVKtnChQutadOmvtpr1641bTHwxRdfbDxGSQlaOaBmzZop5wUlABxyyCH2xhtvbDxeWxGcdtpp9tBDD/leWwkGSlpQwgEFAQQQQAABBBBAAAEEEEAAAQQQQAABBBBAAAEEEEAAgWIV+OGLb+zGJmd7t1en+cHW85Hri/VWy+y+SAAoM2ouVFJAS/q/+eab3o8VcH/vvffsl19+STlMy+drufwdd9wxLeADDzxgPXv2TFliXwfWqFHDNttsM1u9enWp82666Sa75JJLAjtk0KBBpm0HEuX000+3xx57zEskCJsA8NNPP9l2221nf/75Z+TOr1atmpc4oIQDCgIIIIAAAggggAACCCCAAAIIIIAAAggggAACCCCAAALFKPDsiIds/qjHvVs74bLudkzf/1uduxjvtyzuiQSAslDmGmkFNBM/qPTo0cNuvfVWq1q1auBxU6ZMsd69e9v3338feNzf/vY3u/POO61Xr16Bxy1fvtwOOuigjSsLaHn+999/33bfffdICQAffPCB1alTx/da2267rZcgoKSCdEkCJ554os2ePZvRgwACCCCAAAIIIIAAAggggAACCCCAAAIIIIAAAggggEBRCmj2v1YBUOn71K1W6+D9ivI+y/KmSAAoS22ulSLgSgDo06ePXXvttabZ8EFFM/O1CkDJ1QNKnqPr3Xfffda9e3fzu/aGDRvsiCOOsFdeeWXj6dddd51dddVV3v+PsgLAokWLrFmzZqWavscee9i4ceOsZcuW3u+++uor071q2f+SRasi1K3LPic8OggggAACCCCAAAIIIIAAAggggAACCCCAAAIIIIAAAsUl8OPX39l1jbp4N7XvkQfZuY/dWFw3WE53QwJAOcFzWbPmzZvbggULAil22mknmzt3rjVo0CDtcVrKf+TIkZE4zz//fBs7dmzac7SlgFYeSBQtwa8g/BZbbOH9KEoCwNNPP22tW7cudZ1PP/201DYCf/zxh9WvX9+0akBySU4+iHSTHIwAAggggAACCCCAAAIIIIAAAggggAACCCCAAAIIIIBAHgs8d+sjNvfWR7wWtrqkq7Xof3oet7ZwmkYCQOH0VVG3dO3ataal90ePHm0TJ05MuddddtnFVqxYUWorgEceecTOOuuslGNr1qxpt912mze7fpNNNrEXX3zRBg4caKtWrUo5bsSIEXbxxRen/ExbCGjJ/m+//Xbjz5944glr3779xv8fJQFg1qxZ1rZt21L9plUG0hWtTnDuueem/KpNmzY2c+bMou57bg4BBBBAAAEEEEAAAQQQQAABBBBAAAEEEEAAAQQQQKDiCQxv1t2+++RL78b7PHmL7dG4fsVDyMEdkwCQA1SqjCegJfoffPDBlEpuvPFGu/zyyzf+7K+//rJatWp5M/ITZfPNN7e3337b9t1335RzP/vsM292vZIMEmWbbbax1atX29Zbb73xZ7169bJ777134/8/5phjbP78+Sl1RUkAmDNnjrVq1Srl/EMOOcRee+21tEBvvfWWHXjggSm/0/9ftmxZPFDORgABBBBAAAEEEEAAAQQQQAABBBBAAAEEEEAAAQQQQCCPBH767j829IBOXov2PvxAO2/i8DxqXWE3hQSAwu6/omy9gvgHHHBAyr01bdrUXnnllY0/W7JkiR166KEpxwTNlu/atatNmDAh5fgZM2ZsnKGv+g477DBLnp2v7Qe22267lHOUALBu3bpS7lo5QKVdu3am1QVUXn/9dWvcuHHKsR06dLCpU6em7bc1a9ZYjRo1Un63zz77lNoWoCg7nZtCAAEEEEAAAQQQQAABBBBAAAEEEEAAAQQQQAABBBCoMALzR020Z0f8d0Lw8YPPspYDulSYe8/1jZIAkGth6o8s8NNPP5lm6CeX3Xff3TSTP1G0TcDpp6fuA9KvXz8bNWpU2usNHTrU/vnPf6b8TlsFDBgwwPvZtddea0OGDInc1pIndOnSxbQ1gcpXX31l2r4guSjJYNGiRWmvk24FgCZNmtjixYtjt4sKEEAAAQQQQAABBBBAAAEEEEAAAQQQQAABBBBAAAEEEMgXgRFH9bQ1q/670vf5U0fanofuny9NK/h2kABQ8F2Y/zfw0EMPWbdu3VIa2qdPHxszZkzaxn/yySdWu3btlN9phv2KFSs2/uzRRx+1M888M+WYTp06mRID0pW+ffuWut4dd9xh/fv39w5XW3RM3JKcAKC6NIP/ww8/3FjtFltsYd98802pBAcdcN9999m5556b0oSzzjqr1MoFcdvI+QgggAACCCCAAAIIIIAAAggggAACCCCAAAIIIIAAAgiUl8Av//nJrqnf0bv8Xoc1sN5T/ru6NiU7AiQAZMeRWgIEFixYYM2bN085QjPjFdCvWrVqqTM1U18z9pNLyeX9NYu+WbNmKceorlWrVtmOO+6Y8vOff/7ZlECg5fuTS/IWAJMnTzYlEMQtJRMALr300o1bAiTqvummm+ySSy5JudTvv/9u9evXt5UrV6b8/OGHHy6V6BC3jZyPAAIIIIAAAggggAACCCCAAAIIIIAAAggggAACCCCAQHkJvDh2is2+8X7v8scOOtOOG5Q66be82lUs1yUBoFh6Mo/v448//rDddtvNm/meXBo3bmxjx461Ro0aeT/W0v933XWXXX755fbnn3+mHDthwgTTbPhEWb9+ve2666723XffpRynJfMfeOAB22+//byfazWB3r1727PPPptynGbia4n+bbfdNpKckghq1qyZcs4BBxxgb775Ztp6Vq9ebXvssYepvYnyt7/9zUaPHm3nnHOO6b/VDrVx+vTpKXXsvPPO9u9//9uqVKkSqY0cjAACCCCAAAIIIIAAAggggAACCCCAAAIIIIAAAggggEC+Ctx8zHn29QefeM07b/JNtnfTA/K1qQXZroJPAJgyZYoXPP3+++8jdYD2mH/88cetdevWzvM2bNjgBZKfeuope+GFF0x7tev/qzRs2NAUAO7YsaMdccQRaWe0B11AQfGZM2favHnzbNmyZfb+++97h2vGuupu27attWzZ0mrUqOFsZ/IBCrovWbLEZs+ebQsXLvQC1GvXrvWWnj/wwAPtqKOOsnbt2nnX2GyzzSLVncnBd955p/Xr1y/tqZqxv9VWW9mXX36ZEihPHKz2vv7666XaOXLkyFIz6RPnKHiu+/riiy9M/VeyXHTRRXbzzTdHvpWoCQC6gK5z8cUXl7rWlltuadWqVTMlCZRMeNDB48ePL7V1QuQGcwICCCCAAAIIIIAAAggggAACCCCAAAIIIIAAAggggAACeSLw27pf7Ko6p3itqX3IftbniZut0iab5EnriqMZBZ0A8Msvv9jAgQPtnnvuyag3brzxRm+2eVBRYsGIESO8meoKoAcVBe2vv/56a9++vW3iGKhq+9133+0d70pe2GGHHezaa6+1nj172uabb+68VwX7r776aps1a5bzWC2tr0B63bp1ncfGPUDtv//+/y7nEbb8/e9/t+eff9722muvUqcosN+tWzfT6gBRyoknnuglc2j2fdSSSQKA2tm9e3d76KGHQl9OyRKjRo0KfTwHIoAAAggggAACCCCAAAIIIIAAAggggAACCCCAAAIIIJDvAi+Ne9JmXjvOa2bLC8+w4y8+O9+bXHDtIwEgIAHg66+/tvPOO6/U0uxBvawZ9kos0KoEfjPr161b581cV1JBlHLFFVeY/mm2vF9ZsGCBde3adeMKBWHq1woGWnr/sMMOC3N4rGPGjBnjJSf88MMPznpOPfVULwiu2fx+RTPnb7rpJs9crkFFAf8BAwbY0KFDM15WP5MEALVJSQDDhw/3Ej5+/vln32aqb5XsMWjQIKcPByCAAAIIIIAAAggggAACCCCAAAIIIIAAAggggAACCCBQSAK3HdfHVr/7b6/JvSYOs30Ob1hIzS+ItlbYBAAF6qdNm2YtWrRI21EKJmt1gXvvvTdyR6ruqVOn2nHHHVfqXC3Nr0CwguCZlHHjxnkrAVSqVKnU6e+9956dfvrp3hYFUcvRRx9tDz/8sO22225RT418/I8//miTJk2yp59+2tv2QNsgKJCvlQ60isLhhx9uZ511lvffYYu2D5C56vzggw9MyRt//fWXt3XCnnvuaa1atTIlFOyxxx5hq0x7XKYJAInKdP6DDz7otXPVqlVeIsT222/vrXBwwgkn2LnnnhuY8BCr8ZyMAAIIYc8b7wAAIABJREFUIIAAAggggAACCCCAAAIIIIAAAggggAACCCCAQDkJ/PHbert8r3be1WsesK9dMP1W27QMtiovp9stt8sWXQKAZuzfdtttGc/wTvTEo48+ameeeWZKxyiwf80111iPHj28oK2SBJREcNVVV5Waca9gs7Ym0HHJ5aWXXrLOnTt7+90nl8GDB3uz03fddVf7/fffvWXvL7vsslLB/GbNmtkjjzxitWvXTjnfbzsEze5XwsExxxzjLXmv/eZvv/12b1/6kkU/79+/f9rkgnIboVwYAQQQQAABBBBAAAEEEEAAAQQQQAABBBBAAAEEEEAAAQQKXmDhA9Nt+jV3effRol9na3Vpt4K/p3y8ARIA0vSKgvNnn322zZs3L+W3CqRfdNFFKUv7a2n3++67z3r16pVybLoVBpQw0LdvX28GeHLp06ePjRgxotTS/nPnzrWOHTva2rVrU47X9ZSEkFzmz59vp5xySsqxtWrV8vadP+qoo1KO1Qx87TE/YcKElJ+3bNnS+9kuu+ySj2OVNiGAAAIIIIAAAggggAACCCCAAAIIIIAAAggggAACCCCAQIEK3HFiP/v87ZVe68999Abb96hGBXon+d1sEgDS9M9zzz1Xavn+Jk2a2OOPP552CXnNqu/SpYu9+OKLKbVdd911duWVV26cUf/22297Af2VK/87sFUUbH/qqaescePGpVqiwP8FF1zgLc2fXEqucqDl87WlwLBhw1KO02x+JRZsvvnmpepOd49KWnjmmWdMqwxQEEAAAQQQQAABBBBAAAEEEEAAAQQQQAABBBBAAAEEEEAAgWwI/PXnn3ZprdZeVbvst6f1n3mHbbb537JRNXWUECABoASIZvTfcMMNXkA9uQRtLbB+/XpvuX5tPZBcFOzXbP1tt93W+3G6bQW0N70C/DvuuGPawak6Bw0alPK7pk2b2mOPPWaa4a/y7bff2llnnWXPPvtsynHaKkCJCenKJ598YmeccYYtWrQo5de33nqrDRw4sMI8KEqe0PYJSpLQFgkUBBBAAAEEEEAAAQQQQAABBBBAAAEEEEAAAQQQQAABBBDIrsCrE2bZk1fc6VV69AWn2YmXn5PdC1DbRgESAEoMhv/85z/Ws2dPmzp1aspvXIFxV6DeL0lAwXZtLVC5cuW0w3LGjBl20kknpfxOqwbMnDnTGjX677IYS5cutbZt25q2LkiUkseUrNzvPl3tKbZnRwkA2hJh6623JgGg2DqX+0EAAQQQQAABBBBAAAEEEEAAAQQQQAABBBBAAAEEEMgLgdHtBtin/1rhtaXHw9db3aMPzot2FWMjSAAo0at+M+ODZtOrikmTJlnnzp1Tattnn328RIIGDRqYX8D92muvLbXaQHIlixcv9rYj0HYAyWXu3Ll27LHHej9KlyRwwAEHeG2qU6dO2nH766+/2kUXXWRjx45N+b1WEhgzZoxpO4CKUEgAqAi9zD0igAACCCCAAAIIIIAAAggggAACCCCAAAIIIIAAAgiUp8DFu7fyLl9j75o24Jk77W9VSm9hXp7tK6ZrkwBQojdXrFhhp512mi1fvjzlNwsXLrRmzZr59v0rr7xihx9+eKnfJ85bs2aNt+T+vHnzUo5xJRa8//771qlTJ3vrrbd8z5swYYJ17do15ffHH3+8t+VAtWrVfNt83XXX2TXXXBP5vGJ6AEgAKKbe5F4QQAABBBBAAAEEEEAAAQQQQAABBBBAAAEEEEAAAQTyTWDJY8/a1Etu95rV/PyO1vrKnvnWxKJqT9ElAGjpe5Xk5fBr1apl9evXt6OOOspbKl+z4jfZZJO0HekK5Pv1vuu8MIH8dHWHOS/TQH6m5xXTE0ACQDH1JveCAAIIIIAAAggggAACCCCAAAIIIIAAAggggAACCCCQbwJjT7nIPnr9Ha9Z5zx0rdVr0TjfmlhU7Sm6BIAwvdOmTRsbOnSoNWzY0CpVqpRyiiuQ71f/0qVLveSC5MQDHZuY4R8mkJ+ubr8tCZK3Dsg0kH/bbbfZoEGDUi7r2jogjG8hHUMCQCH1Fm1FAAEEEEAAAQQQQAABBBBAAAEEEEAAAQQQQAABBBAoNIHE8v/Vau1iA+eOtc23qlJot1BQ7a2QCQDqIa0KcNddd1mrVq1SkgAyTQBwBfhdv/cbNd9995116dLF5syZk3JINhIAtEXAmWeemVIvCQAF9fzSWAQQQAABBBBAAAEEEEAAAQQQQAABBBBAAAEEEEAAAQTyVuCNyc/ZpEG3eO07slcHa3vNuXnb1mJpWEEnAGj2tmbyawZ8JkXB7scff9zq1au38XQSAA6wSZMmedskVITCCgAVoZe5RwQQQAABBBBAAAEEEEAAAQQQQAABBBBAAAEEEEAAgfIQuPvUS2zVq297l+4+/p+237GHlkczKtQ1CzoBQD21fv16W7t2rddpW265pVWp8n9LRvz000/27rvv2pgxY2zChAlpO/bqq6+2IUOG2Kabbur9PtMEgBUrVthpp51my5cvT7nO9OnTrV27dpbpCgBr1qyxM844w+bNm5dS76233moDBw70fpbpFgAy6dq1a0q9TZs2tccee8xbIaEiFBIAKkIvc48IIIAAAggggAACCCCAAAIIIIAAAggggAACCCCAAALlIZBY/n/bXXa0wc/fY1tss1V5NKNCXbPgEwDC9NYff/xh48ePt169epU6vHnz5qal8HfddVfvd5kmALjOyzQBIMx5mSYAZHpeGPNCOYYEgELpKdqJAAIIIIAAAggggAACCCCAAAIIIIAAAggggAACCCBQSAL/evJ5e7z/CK/JR/Q8xdr987xCan7BtrVCJACod3744Qfr0aOHTZs2LaWz9tlnH5s6dao1aNDA+/nixYvtuOOO27iqQOLghQsXWrNmzXw7Ol0CwC677GIzZ860Ro0a2YcffmidO3e2pUuXptTxyCOPWJcuXXzr9UsASKwsoBOHDRtmV1xxRUodxx9/vJfYUK1aNd+60yUAdOzY0e677z7bdtttC3ZQR2k4CQBRtDgWAQQQQACB/8/eXYBJWXUBHD90dwrSIA2iNCICokiHSEg3CEgI0iUNUgJKdyMipTQo3YIKiMTS3Z3fc+5+u847O7s72zOz//s8Puo7973xe4fdYe655yKAAAIIIIAAAggggAACCCCAAAIIIIAAAgg4JzClbg85+fshU7nRtL6Sp3xx526kVogEIk0AwOvXr2XAgAHmH/tiu7jvzI57R+IrV66UqlWrWl7Shf9FixZJ1qxZ5ebNm2ahf926dZY6AwcOFD2GwL+iAQOVK1eWy5cv+1ZJkCCBrF+/XooW9T4jQxf669evb2kif/78snjxYsmePbvDpvXohO7du8uYMWMsr7dt21a+/fZbiR07dojeWO5yMwEA7vKkGCcCCCCAAAIIIIAAAggggAACCCCAAAIIIIAAAggggIA7Cfik/4+fPLF02zpV4iRO4E7Dd9uxRpoAAH1Cjna863XbAIDr169LvXr1ZOPGjZaHOnr0aOnUqZO/D3ry5MnSunVry+sVK1aUuXPnSpIkSeTRo0fy5Zdfmt31tkXbHDZsmMSMGdNh2xs2bDAZCWyLbWCBXv/tt9+kVKlSljq22QccNXz//n354osvzPhsy5AhQ6RHjx5u+4YO6sAJAAiqGPURQAABBBBAAAEEEEAAAQQQQAABBBBAAAEEEEAAAQQQCFjg8MptMr/tUFPpvaZVperANpCFk0CkCQDQhV7daa/p8m2L/U55/xbqA9oZ799uel1I16CDaNGiiX8ZCGyDBBw9c92h37lzZ8tLDRo0kIkTJ4pmAtBy/Phx+eyzz+To0aOWepp9oHbt2g7fSl5eXibQYefOnZbXNbNAuXLlwuntF/HdEAAQ8c+AESCAAAIIIIAAAggggAACCCCAAAIIIIAAAggggAACCHiWwLQGveXElv1mUg2n9Ja8Fd7zrAm68GwiTQCAptBv2LChn539js68d7ToXrx4cVmwYIFkyJDBz+M8c+aM1K1bV/bs2WN57eeff5YqVar4XnN0TEBAO/Vv374tzZo1k59++snSrn02grt370rz5s1l2bJllnoBZRdYvny51KxZ01I/oDm68Hs4REMjACBEfNyMAAIIIIAAAggggAACCCCAAAIIIIAAAggggAACCCCAgB8Bn/T/cRLGl6+3z5B4SROiFE4CbhsAoLvu+/XrJ3HjxjU75OPFi+cv2dOnT0UXzXv27Omnjp53rwvlUaJE8X1t7969Uq1aNdGgAdsyZcoUs9BuW1d39o8fP146duxoqfvhhx/KnDlzRBf4fYp/gQI6rgEDBkj06NEtbWgAge7213T9PiVnzpyydOlSyZ07t+81HYMGLXTp0sVyv9bVLAD58uWzXNfAglatWpl2bItmSFBTzVgQWQoBAJHlSTNPBBBAAAEEEEAAAQQQQAABBBBAAAEEEEAAAQQQQACB8BA4una7zGk5yHRVvHFlqT7oi/Dolj7+L+C2AQC6iK2L42vWrDG78nWnvO7CT58+vcSMGdNM78GDB3L48GGZNGmSLFy40M9DL1GihMybN08yZsxoee3hw4fSrl07mTVrluW69jNo0CCpXr26CTjQMUyfPl0GDhxoWaTXm8aOHSsdOnSwBAvoYrMu9OuxALZFU/n37dvXzCFJkiSi/euu/969e4um6rctusg/ePBgiRUrluX6X3/9JbVq1ZJjx45Zrn/00UdmzAUKFJCoUaPKqVOnzCK/vYfOTTMIFCxYMFL94SAAIFI9biaLAAIIIIAAAggggAACCCCAAAIIIIAAAggggAACCCAQxgIzG/eTvzd6Z05v8EMvyVepZBj3SPO2Am4bAOBf2ntnH68ueM+ePVtKlSrl8JYdO3bI559/7mcB3pn2NUBg8uTJkiJFCj/VT548aQIX7I8LcKbdIkWKyNy5cyVbtmx+qutCtmY56NatmzNN+akzYsQIk0nBk3f/b5++ws+8X716LU+ePpFYMWM6nPt7zaoFy5ObEEAAAQQQQAABBBBAAAEEEEAAAQQQQAABBBBAAAEEEIiMAj7p/2PEiSU9d82W+MkTR0aGCJuz2wYA6IK37oTX3exBLdmzZzc79D/++GPLDn3bdjStvu6Sb926tZ/d/QH1pzvuJ0yY4HCR3ue+bdu2SaNGjYIUXJA/f375/vvvpVixYv52r5kDNABAMx4EpegRBPpPQMcoBKU9V607p8U3cvSXHU4PL32BHNJ+1Vin61MRAQQQQAABBBBAAAEEEEAAAQQQQAABBBBAAAEEEEAAgcgs8Nf63TKraX9DUKxBRakxtH1k5oiQubttAIBqPX36VFavXi3Dhw+Xffv2BQqoqfZ14V3T6Nun/Xd0swYBrF+/Xrp27SpHjx4NsH1tu3HjxtKnTx+HO//tbz548KBZrN+0aVOg4/7ss89k6NChkjlz5kDrPn782AQ3jBo1Sm7duhVgfc2CoEcS1KlTx8+RAoF25IYVCABww4fGkBFAAAEEEEAAAQQQQAABBBBAAAEEEEAAAQQQQAABBNxGYHbzgfLnrzvNeD+f1EPeruI4G7vbTMgNB+rWAQA+3i9evDAp9desWSPbt2+Xw4cP++7aL1q0qOTIkcPs9i9TpoykTJkyyI9JF9V///13kxHgjz/+kEOHDpk2kiZNKoUKFTLt6iK9LqhHiRLF6fZ9xr1kyRLZu3ev7N6929yrwQRvv/22OZ6gdu3akitXLokaNarT7WrFa9euyYoVK4yJjtnLy8vcr9kPChQoIFWrVpUKFSpIwoQJg9SuO1cmAMCdnx5jRwABBBBAAAEEEEAAAQQQQAABBBBAAAEEEEAAAQQQcHWBrzNUkFcvX0nUaNGk1765kjBlUlcfsseNzyMCADzuqTChMBEgACBMWGkUAQQQQAABBBBAAAEEEEAAAQQQQAABBBBAAAEEEEAAATm+eZ9Mb9jHSBT9vILUHN4BlQgQIAAgAtDpMmIECACIGHd6RQABBBBAAAEEEEAAAQQQQAABBBBAAAEEEEAAAQQQ8HyBua0Hy5HVv5uJ1vvuaylQvbTnT9oFZ0gAgAs+FIYUNgIEAISNK60igAACCCCAAAIIIIAAAggggAACCCCAAAIIIIAAAggg0CNLZXnx9LmB6L1/niRKnRyUCBAgACAC0OkyYgQIAIgYd3pFAAEEEEAAAQQQQAABBBBAAAEEEEAAAQQQQAABBBDwbIF/fjsoU+v1NJMsXOdjqTWqk2dP2IVnRwCACz8chha6AgQAhK4nrSGAAAIIIIAAAggggAACCCCAAAIIIIAAAggggAACCCCgAgvaDZNDK7YajDrjusq7NcsCE0ECBABEEDzdhr8AAQDhb06PCCCAAAIIIIAAAggggAACCCCAAAIIIIAAAggggAACni/Q661q8uzREzPRXnvmSOK0KT1/0i46QwIAXPTBMKzQFyAAIPRNaREBBBBAAAEEEEAAAQQQQAABBBBAAAEEEEAAAQQQQCByC5za+Yf88NnXBuGdmmWl7riukRskgmdPAEAEPwC6Dz8BAgDCz5qeEEAAAQQQQAABBBBAAAEEEEAAAQQQQAABBBBAAAEEIofAoi9HyoEfN5nJ1h7TRQrWKhc5Ju6isyQAwEUfDMMKfQECAELflBYRQAABBBBAAAEEEEAAAQQQQAABBBBAAAEEEEAAAQQit0DfXDXl8b2HBqHHrtmSNF2qyA0SwbMnACCCHwDdh5/A8yfPAuxs84TFsnHsfFMnU6Hc0mLhUIkRO2b4DZCeEEAAAQQQQAABBBBAAAEEEEAAAQQQQAABBBBAAAEEEHAjgTN7/5RJNb4yI85f+X2p/31PNxq9Zw6VAADPfK7MKhgCzx49kdHl2shNr8vm7hpD2kmxhpWC0RK3IIAAAggggAACCCCAAAIIIIAAAggggAACCCCAAAIIIOD5Aku6jJZ9i9ebiX72bScpVPtjz5+0i8+QAAAXf0AML3wFds5aJT/1nmg6TZ0jo7T9cZTESRQ/fAdBbwgggAACCCCAAAIIIIAAAggggAACCCCAAAIIIIAAAgi4gUD/fJ/Jw1v3zEi775gpyTK84Qaj9uwhEgDg2c+X2QVDYHylDnL+8D/mzvLdGknZDnWD0Qq3IIAAAggggAACCCCAAAIIIIAAAggggAACCCCAAAIIIOC5Al4Hj8mEKp3MBPOULy6NpvX13Mm60cwIAHCjh8VQw0fg8M9bZf4Xw0xniVInkzY/jiJaKXzo6QUBBBBAAAEEEEAAAQQQQAABBBBAAAEEEEAAAQQQQMBNBJZ9PU72zP/FjPbTER2lSL3ybjJyzx4mAQCe/XyZXTAFptXvLSe27jd3l2pVUyr1aRHMlrgNAQQQQAABBBBAAAEEEEAAAQQQQAABBBBAAAEEEEAAAc8TGPhOXbl/7baZ2Ne/T5fkmdJ63iTdcEYEALjhQ2PIYS9wYtsBmfZ5L9NRjNixpM2PIyVd/rfCvmN6CFWB3bt3y7x582Tx4sXyyy+/SMGCBZ1u//z587Jo0SJZuXKlnD17Vq5duyYJEyaUFClSmHYqVqwoVatWldixYzvdppeXl8ycOVPWrFlj2rx//76kTJlS8uXLJ7Vq1ZJ69epJjBgxnG7v9u3bMmvWLNPen3/+Kbdu3ZI4ceJIqlSp5K233jLjq1mzpiRNmtTpNqmIAAIIIIAAAggggAACCCCAAAIIIIAAAggggAACCAQmcOHISRlXob2plqNMIWk255vAbuH1cBIgACCcoOnG/QQWtBsuh1ZsMQMvVPsj+ezbzu43iUg44pMnT5pF//nz58upU6d8Bfbt2+dUAMCzZ89kyJAhMmzYMHn69GmAghkzZpQxY8ZItWrVAqz3+vVr0+agQYPkyZMn/tbNlSuXzJ07V955551An5wGNbRq1Uru3r0bYN1kyZLJ2LFjpX79+oG2SQUEEEAAAQQQQAABBBBAAAEEEEAAAQQQQAABBBBAwBmBn3pNkJ2zV5uqNYd1kKL1KzhzG3XCQYAAgHBApgv3FDj/xz8yvmIH38G3WDBE3no/8IVZ95yte49ad+frbn1d+NeFfkfFmQCA58+fm8X8tWvXOg0SJUoUmT59ujRp0sTfexo3biyzZ892qk3NMvDrr79KsWLF/K3fs2dPGTp0qFPt+VTSMTZt2jRI91AZAQQQQAABBBBAAAEEEEAAAQQQQAABBBBAAAEEEHAkMKhQfbl7+YZ5qevWqZIyazqgXESAAAAXeRAMwzUFVvSeJDtmrTSDy/1xMWk8vZ9rDjSSjmrTpk3y7bffyoYNG+TFixcBKjgTAPDFF1/IpEmT/LQTLVo0efPNN+XBgwdy8+ZNh6/v379f3n77bT+vaYaAzp39Zo/QVP2amv/SpUuiGQJsS9q0aeXo0aOSJEkSP+1poEPdunUdjiFNmjTmWIE7d+74eT1mzJii2RHSp08fSd8tTBsBBBBAAAEEEEAAAQQQQAABBBBAAAEEEEAAAQRCQ+DS36dlzEdtTVPZShaQlguDtmkxNMZAG/4LEADAuwOBAARuel2WMR+3lacPHptan0/qIW9XKYWZiwgEZWd9YAEAZ8+elSxZssirV68ss2vWrJnZbZ8iRQpzfdeuXSad/unTpy31GjZs6GeXvwYL6DEBGjhgW7766isZMGCAxI0b1xxT0KhRI9mxY4elTvv27WX8+PGWa7q4r+3dunXLcr1evXoyevRoSZUqlQkmWL58uclIoPVtS69evcwxBBQEEEAAAQQQQAABBBBAAAEEEEAAAQQQQAABBBBAILgCP/f9XrbP+NncXmNIOynWsFJwm+K+MBAgACAMUGnSswTWj5orG8bON5PKXDSvtFk20rMm6MazcRQAoGfea7HfqR9YAMCECRNEF91tS7ly5WT9+vV+hLZv3y4lS5a0XE+XLp2cO3fOcm348OHSvXt3y7Xy5cvLL7/8Yrl29+5dyZEjh1y5csX3evz48eXChQuSKFEi32szZswQDUiwLUWKFDFBCXoUgW3R4IEvv/zScq1EiRKiY6cggAACCCCAAAIIIIAAAggggAACCCCAAAIIIIAAAsEVGFqskdw6f9Xc/tXmyZLqrQzBbYr7wkCAAIAwQKVJzxJ48fSZjCjVXG5fuGYmRiST6zxfnwAATZlfrVo1qVGjhpQqVUoqVqwo69atsww0sACAjh07yrhx4yz3TJ06VZo3b+5wwrpA//DhQ9/X9JgA+2MIypQpI1u2bLHcr8cVfPjhh37a1N35Q4YMsVxftmyZ1KxZ0/eaZhmYO3eupY7+v2YksC8XL140xxbYFk3/7+Xl5ToPkJEggAACCCCAAAIIIIAAAggggAACCCCAAAIIIICAWwlc/cdLRpVpZcacuUheafMjG2dd7QESAOBqT4TxuKTA79NXyMp+P5ixpc6RUdqvHCsx48Z2ybFGpkGtXr1akidPLroL3nYHvO6yD2oAQFDcNM2+pu9/8uSJ7226U//OnTuWZlKmTCnXr1+3XHv8+LHEju33vfPrr7/KJ598YqmrO/jHjh3re02DG3777TdLncOHD0v+/Pn9DP/Zs2cSK1Ysy3UNlNCsAhQEEEAAAQQQQAABBBBAAAEEEEAAAQQQQAABBBBAIDgCqwZOkd+mLDe3VhvUVko0rhKcZrgnDAUIAAhDXJr2LIGx5b+Qi3+eMpMq/3VjKdu+jmdN0INmE9YBAJs2bfKzi79q1aqyYsUKi6JmBXj16pXvNT2e4MaNGw6ljx49Kvny5bO8VqVKFfn5Z+8zdIJa/vrrL8mTJ4/lttKlS8vmzZuD2hT1EUAAAQQQQAABBBBAAAEEEEAAAQQQQAABBBBAAAEjMLxkU7lx5pL57y4bfzAbZymuJUAAgGs9D0bjwgIHftwki770TmOSKHVyafvTt5I0XSoXHnHkHVpYBgDs2rVLateuLefPn/cF1oX+nTt3SuHChS3oceLEsWQJiB49uvl/rW9f/v33X8mWLZvl8nvvvSe///57sB5kly5dZPTo0ZZ7R44cKV999VWw2uMmBBBAAAEEEEAAAQQQQAABBBBAAAEEEEAAAQQQiNwC109fkBHvex+dnP6dHCZjNsX1BAgAcL1nwohcWGBKnR5ycvshM8JSrWpKpT4tXHi0kXdooRUAoOn1O3bsaCBfvHhh0ud7eXlZYPXogUmTJknr1q39gGfJkkVOnz5tua4783PlyuWn7okTJyRHjhyW6++++67s378/yA/y5MmTkjdvXnn69KnvvfHjx5czZ86YIxPsy+3bt2Xp0qUyb948SZw4saxcuTLIfdrfsHv3btPe4sWL5ZdffpGCBQs63ebDhw9lyZIlZhyaGeHq1auixy6kSpXKGFWuXNkEYSRJksTpNjVgY+rUqbJhwwbzTHTO8eLFE31GmhmhWbNmfvydbpyKCCCAAAIIIIAAAggggAACCCCAAAIIIIAAAghEAoG1Q6bLlklLzUyrDmgt7zWrFglm7X5TJADA/Z4ZI45AgWOb9sqMRn3NCGLEiSVtfxwlb+az7tqOwOHR9f8FQisAYPr06dK8uXckm6OSMWNG+f7770X7c1Tq1KljFsBtS9u2bWXixIl+qjvasV+oUCHZu3dvkJ6rLvqXKFFCDhw4YLlvyJAh0qNHD99rWm/16tVmkX7t2rXy7Nkz81rFihXN9eAUDTzQ9ubPny+nTnkfl6Fl3759TgcA6JEH7dq1M8EWARUNZBg1apQ0atQo0KHq3AcOHGgJiLC/SbMyaHYErRs1atRA26QCAggggAACCCCAAAIIIIAAAggggAACCCCAAAKRTWBk6RZy7aR3huRO6ydJmlyZIxuBW8yXAAC3eEwM0pUE5rUeIn+s/s0MqVDtj+Szbzu70vAYi4hZkF+3bp3FIiiL0D43Dhs2zLJobo/79ttvS79+/aRaNccRbrqr/rPPPrPcpscAzJ07VzQ4wKc4qqev6c70zZs3B+mZNmhAhHvFAAAgAElEQVTQwCzC2xYNJNAjCrRvzQKg89LAhLt37/ppO6gBANeuXZNFixaZPtXYUXHWXh3U5dWrV07PWQMwHGVf8GlAMziMGzfO6fYaNmwos2fPdro+FRFAAAEEEEAAAQQQQAABBBBAAAEEEEAAAQQQiAwCN89dlmHFm5ipps2TVTr+OiEyTNst50gAgFs+NgYdkQJeB47JhKqdfIfQYsEQeev9dyJySPRtJxBaAQBbt241i/CBlTZt2phd/XocgG3RYwPy5Mkjmt7fvuTOnVsyZ84sZ8+eNWnuHRUNLPjpp58C6973dd3hr4v7tiVlypTmGIF06dKZIIBatWrJpUuX/G3T2QCATZs2ybfffmtS6us8AyrOBACcO3dOsmfPLk+ePPHTlKb+1x36jsat1/WoBnW2L2vWrJFKlSr5uR47dmxznMDFixcdjl0DADQQgIIAAggggAACCCCAAAIIIIAAAggggAACCCCAAALeAr+OmCWbxi8y/12lXysp2aI6NC4qQACAiz4YhuXaAj/2+E52z11jBpmnfHFpNM37WACKawiEVgCA7Wx0kfvy5cvmPHvd9X/lyhXLZEeOHGlSyNuX3bt3myACRwvbgWl16tRJRo8eHVg18/rQoUOlZ8+elroJEyaULVu2yDvvvGMCDerWrSs6noCKswEAjRs3dnqnvDMBAL1795bBgwdbhqbBC8uWLZOSJUua6xrI8Omnn4qXl5elnmYA0EwA9kXnfejQIctlPV5AgyTixYsnjx8/ll69esmYMWMsdfRoBz3OQDMmUBBAAAEEEEAAAQQQQAABBBBAAAEEEEAAAQQQQEBk9Iet5fLxs4ai4y8TJG3erLC4qAABAC76YBiWawvcOn9FRpVuKc+feJ+bXn9SD8lfpZRrDzoSjS4sAgBs+XRHf/78+S1nyuti+9WrV0V3l9sX3S2vi+/Xr193+BQSJUpkUt9PnjzZ8rqzO9EnTZokX3zxheXeOHHimGMQdPFcU+rXrl1bli9f7pteX7MVZM2a1Sx025aQBAAkS5bMNHXz5k1Lm84EAHzwwQeybds2y30zZ84UDTSwLY529evuf/ssChosoEcf2JbChQubAAj7TA0fffSRyWRgWzZu3Chly5aNRH9qmCoCCCCAAAIIIIAAAggggAACCCCAAAIIIIAAAo4F7ly6LoMLNzAvps6eQbpssq5n4OZaAgQAuNbzYDRuJPDL8Fmy+TvvVCeZi+aVNstGutHoPXuoYR0AoHo1atTwk55//fr1Uq5cOYe4t2/flgkTJsjKlSvl1KlTZve57jSvWrWqdO7c2aTTHzFihOVe3bWfIUOGAB/W3LlzpVGjRvL69WvferpzXfv55JNPzLUbN25I6tSpzcL3+++/b8ZevXp10bT7xYoVs7Qf1ACAtGnTih5VoG2WKlVK9H4NPLAtzgQA5MyZU44fP265799//5UsWbJYrmkmBQ1usC0pUqSQa9euWa5pRoZu3bpZrmmghB7XYF8WLVpkAjRsS5cuXWTUqFGe/QeF2SGAAAIIIIAAAggggAACCCCAAAIIIIAAAggg4ITA+m/nyoYx803NSn1aSKlWNZ24iyoRJUAAQETJ06/bC7x6+VKGFGkod69473auMbS9FGtQ0e3n5QkTCI8AAE33r4v2tmXatGnSrFmzIBM+ffrUBAPYHiugu9X37NkTYFs//fST1KpVS16+fOlbTxf5NXNAgwbekXhaNPhgxYoVUqVKFfHZpa/XdTd8cAMAVq9eLcmTJ5ciRYpYdtQH175gwYJy4MABy3z/+ecfyZYtm+Xao0ePTPp+26J2Z86csVzTjAqLFy+2XFNPdbUvem/mzJktlzUrgH0gQ5AfLDcggAACCCCAAAIIIIAAAggggAACCCCAAAIIIOABAmPLt5OLf/5rZtJhzXhJl/8tD5iV506BAADPfbbMLBwEtk3+UVZ/M9X09EaOjPLl2gkSLSbnhocDfYBdBGcROlOmTKI77m2L7irX3eWOSpMmTWTWrFmWlxYuXGhS+Qe16G7z0aNHW24LLP2/pqyvVKmSPHvmfQyFT9EsAl27dnVqCCEJAPCvg+DYa1vt2rWTiRMnWpp1tGNfgx4024Bt0eMNdBe/bXnvvfdkx44dlmsXLlwQzVhgX54/fy4xY8a0XHZ0PIJTqFRCAAEEEEAAAQQQQAABBBBAAAEEEEAAAQQQQMCDBO5dvSXfvFvPzCh5prTy9e/TPWh2njkVAgA887kyq3AUGP1ha7l83HvhuPzXjaVs+6AvAIfjcCNFV8FZhC5durRs3brV4uPfYvqtW7fMznT9t23Rc+ffffddp4118b5Hjx5+Fv81Hb6eaR8tWjSHbenCtu5Q193wtqVTp05+2gpoMK4UAPD3339L/vz55cWLF75DTpIkidnF73Osgh4loIv/upDvUzTjwfbt26V48eKWqebNm1f+/PNPy7WbN29K0qRJHZJoAIAGAviUlClTytWrV51+llREAAEEEEAAAQQQQAABBBBAAAEEEEAAAQQQQMATBTaOWyDrRs4xU6vYq5l80KaWJ07To+ZEAIBHPU4mExEC+xavlyVdvHdvJ3ojubRfNU4SpU4WEUOhz/8LBCcAYNy4cdKxY0eLYfTo0WXo0KHSunVriR8/vnnt4MGD0qpVK9HFftuiKeRPnToV4DPQVP937tyRY8eOmWCDqVOnyqVLlyz3xIoVS3bt2iUFChRw2NahQ4dEgxXu3r1reV3PsJ8/f74lHX9gbwhNua+p921LxYoVRdP7B7cEx96nrxkzZkjz5s3l9evXlu51MV6fhb2VVho+fLh069bNz3AdZXTQoxASJ07scGqxY8cWfT4+RZ/3/fv3g8vAfQgggAACCCCAAAIIIIAAAggggAACCCCAAAIIeITA+EpfyvnDJ8xc2q8aK+kL5PCIeXnyJAgA8OSny9zCTeD7T7vJ6d1HTH+lWtWUSn1ahFvfdORXIDiL0LrYqzvQ7c+S19Z1d3iaNGnMgrDuIndUli5dKp9++qm/j2PFihVSvXr1AB+XLnLPnTvX32MEzp07Zxbsr1+/7qcdDUCIESNGoG8H3SmvC+1aDh8+7CfQICIDAHRM6qgBF/bZFewnpnOdMGGCtGzZ0uGcM2bMKF5eXpbXghIAEC9ePHnw4EGgnlRAAAEEEEAAAQQQQAABBBBAAAEEEEAAAQQQQMBTBR7evCv989c200vyZirpuXu2p07Vo+ZFAIBHPU4mE1ECf63bJbOaDTDdx4gTS9qtGCNpcmeOqOFE+n6DEwCgaLq7/uOPP3a4wB4Qas+ePWXw4MEBugcWAJAsWTKZM2eOVKhQwd92fv31V/nkk09C9HzLli0rGzduNG24YgDAggULTBaAx48fBzhPTf0/bdo0adKkicOsBwQAhOhtws0IIIAAAggggAACCCCAAAIIIIAAAggggAACCMiWiYtl7dCZRqJ8t0ZStkNdVNxAgAAAN3hIDNE9BGa3+Eb+/GWHGWyhOh/LZ6M6ucfAPXCUwQ0AUIrTp09L27ZtZd26dYHKpEqVSsaMGSOafj+w4l8AQJw4caR+/foyZMgQSZ48eYDNeHoAgKbyHzlyZGCUltfbtGkjkyZN8nMPAQBBYqQyAggggAACCCCAAAIIIIAAAggggAACCCCAAAJ+BCZU6yxe+/8219v9PEYyvJsTJTcQIADADR4SQ3QPgbP7/5aJ1Tr7DrblwqGSraTjc9zdY0buO8qQBAD4zHrfvn0yf/582blzp5w6dUru3bsnmhY+derUJg2/psqvUaOGxIoVyykoDQCoXbu2OYNez7R/5513pESJElKrVi1JkiSJU214cgDAvHnzpEGDBhaHdOnSmQCLDz/8UKJGjSpbt26VTp06medhW0aMGCFdu3a1XNMjEeyPcwjKEQAJEiQwz5yCAAIIIIAAAggggAACCCCAAAIIIIAAAggggEBkFHh894H0ze199HHCVEmlz4EFkZHBLedMAIBbPjYG7aoCS7uOlb0LfzXDy1O+uDSa1tdVh8q4EJCDBw/Ku+++a5HQwIbVq1cHWyc4wRevXr2SDBkyyIULF3z71cCKI0eOyFtvvWUZy/nz5yV37txy//593+u6WH/p0iWJHz++7zWt8/ff3lGJPuXmzZuSNGlSh3OLESOGvHjxwve1NGnSyMWLF4PtwI0IIIAAAggggAACCCCAAAIIIIAAAggggAACCLizwLbJy2T1N9PMFMp1+lw+6mLdxOfOc/P0sRMA4OlPmPmFq8CdS9dlWPHG8vLFS9Nv/e97SP7KpcJ1DHSGgLMCe/bskaJFi1qqR0QAgKNxVKpUSVatWuVwKo0aNZI5c+ZYXlu5cqVUrlzZ91qxYsVk9+7dljoaPPDmm2/6afPZs2d+MjnkzJnTTwCBs67UQwABBBBAAAEEEEAAAQQQQAABBBBAAAEEEEDA3QW+r9lVTu85aqbRdvm3kqlwbnefUqQZPwEAkeZRM9HwElgzeLps/X6p6S5z0bzSZlnQzjQPr3HSDwK6QK4L5bYlIgIAFi1aJHXr1rWMo3379jJ+/HiHD2nAgAHSv39/y2t6VEDHjh19r9WvX98c4WBbdL5FihTx06YeKZA1a1bL9Y8//lj0yAUKAggggAACCCCAAAIIIIAAAggggAACCCCAAAKRTeDZw8fSK3t1M+24SRLKgKNLIhuBW8+XAAC3fnwM3lUFBrxdRx7cuGOGV2NoeynWoKKrDpVxhbKAppF/8OCBSUcfPXr0UG49dJtzlQAAXajXBXvbUrt2bdHAAEelXbt2MnHiRMtL48aNkw4dOvheGzFihHz99deWOvZBAj4vLly4UOrVq2ep26dPHxk4cGDogtMaAggggAACCCCAAAIIIIAAAggggAACCCCAAAJuIPD7tBWysv8PZqSlv/hMKvRo6gajZog+AgQA8F5AIAwEtkxcImuHzjAtv5Ezk3ReP0kkSpQw6IkmXU1AAwD0fHo9l54AAO+ns2/fPilYsKC/j2rnzp1SokQJy+sJEyYU3ZmfPHlyy/VHjx5J9uzZ5cKFC5br9kcA/Pnnn5I3b15LnRw5csiRI0ckRowYlusfffSRbNiwwXJty5Yt8sEHH7ja24vxIIAAAggggAACCCCAAAIIIIAAAggggAACCCAQ5gKTa3eXf3ccNv1opmvNeE1xHwECANznWTFSNxMYWbqFXDt53oz6k68bS5n2ddxsBgw3OAIEAJSXdevWWegCCwB49uyZpEmTRm7evGm5T9P1z5gxQ3LlymWue3l5SevWrf2k5o8dO7ZcuXJFEiVKZLm/cOHCJvjAtjRs2FAmTJhgAjSePn0qepzA0KFDLXWyZcsmJ06ckCgE7QTnjwD3IIAAAggggAACCCCAAAIIIIAAAggggAACCLixwIunz6VHlspmBrHix5FBx39y49lEzqETABA5nzuzDgeBPfN/kWVfjzM9JXojuXT8dYLET5Y4HHqmi4gUIAAg6AEA+rxGjhwp3bp1c/joUqdObbIpXLx4UV6/fu2nTpcuXWTUqFF+rm/cuFF0d7/9PdpW2rRp5fr166IZBeyLHj2gRxBQEEAAAQQQQAABBBBAAAEEEEAAAQQQQAABBBCIbAI7Zq2SFb29j+F9v2UNqdy3ZWQjcPv5EgDg9o+QCbiywMTqXeTsvr/MEEu1/lQq9W7uysNlbKEgQABA8AIAdJG+cePGMmfOnCA9hQoVKsiKFSv8pPX3aaR3794yePBgp9ts2rSpTJ8+3en6VEQAAQQQQAABBBBAAAEEEEAAAQQQQAABBBBAwJMEpn7eS/7ZdsBMqfWS4ZKleH5Pml6kmAsBAJHiMTPJiBI4una7zGk5yHQfM04s6bBmvKR6K0NEDYd+w0GAAIDgBQDoo3n58qUMHz5chgwZIg8fPgzwacWIEUM6duxoUvjHiRMnwLojRoyQvn37mpT//hXNCqCZBPQ4AFL/h8MfFLpAAAEEEEAAAQQQQAABBBBAAAEEEEAAAQQQcDmBVy9fydcZKphxRY8ZQ4b8+7NEiRrV5cbJgAIWIACAdwgCYSwws0l/+XvDbtNL4TofS61RncK4R5qPSAECAIIfAODz3C5fvizLli2TtWvXyj///CNXr16VV69eScqUKSVz5sxSvnx5qVWrlmTKlMnpR3327FmZNm2abNq0SU6cOCH379+XRIkSScaMGaVs2bLSvHlzyZYtm9PtUREBBBBAAAEEEEAAAQQQQAABBBBAAAEEEEAAAU8T2D1vrfzYfbyZVonGVaTaoLaeNsVIMR8CACLFY2aSESlw/vAJGV/pS98htFk6QjIXyxeRQ6LvMBRwpwCAMGSgaQQQQAABBBBAAAEEEEAAAQQQQAABBBBAAAEEEHAzgRkN+8qxzXvNqFsuGirZ3ivgZjNguCpAAADvAwTCQWBxp29l/9INpqc85YtLo2l9w6FXuogIAQIAIkKdPhFAAAEEEEAAAQQQQAABBBBAAAEEEEAAAQQQQCCkAl3fLO/dRJQoMuzMaokWPVpIm+T+CBAgACAC0Oky8gncu3ZLvnmnnu/EG0zuJfkqlox8EJFgxgQARIKHzBQRQAABBBBAAAEEEEAAAQQQQAABBBBAAAEEEPAwgb2L1snSr8aYWRX5/BP5dPh/2a09bKoePx0CADz+ETNBVxFYNWCK/DZ1uRmOHgGgRwFQPE+AAADnn+mjR49M5bhx4zp/EzURQAABBBBAAAEEEEAAAQQQQAABBBBAAAEEEEAg1AVmNR0gf63fZdptMX+IvFXqnVDvgwbDR4AAgPBxphcEjEC/vLXk0e375r9rDG0vxRpURMbDBAgAcP6BPnjwQF6/fi0JEiRw/iZqIoAAAggggAACCCCAAAIIIIAAAggggAACCCCAQKgLdEv3ifnOXsvQ06skeswYod4HDYaPAAEA4eNMLwgYgU3jF8qvI2ab/34jZybpvOF7ZDxMgAAA5x8oAQDOW1ETAQQQQAABBBBAAAEEEEAAAQQQQAABBBBAAIGwEti/dKMs7jTKNF+wVjmpPaZLWHVFu+EgQABAOCDTBQK2AsNLNpUbZy6ZS590byxl2tUByIMECABw/mESAOC8FTURQAABBBBAAAEEEEAAAQQQQAABBBBAAAEEEAgrgTktB8nRtdtN883mDpIcpQuGVVe0Gw4CBACEAzJdIGArsGvOalnec4K5lOiN5NJl4w8SJ1F8kDxEgAAA5x8kAQDOW1ETAQQQQAABBBBAAAEEEEAAAQQQQAABBBBAAIGwEuieqZK8fP7CND/k5M8SI06ssOqKdsNBgACAcECmCwTsBb6r3FHOHTpuLpdq/alU6t0cJA8RIADA+QdJAIDzVtREAAEEEEAAAQQQQAABBBBAAAEEEEAAAQQQQCAsBA79tEUWtB9umi5Q7QOpN6F7WHRDm+EoQABAOGLTFQI+An+t2yWzmg0w/xszbmzptG6iJM+UFiAPECAAwPmHSACA81bURAABBBBAAAEEEEAAAQQQQAABBBBAAAEEEEAgLATmtR0qf6zcZppuOnug5CxbOCy6oc1wFCAAIByx6QoBW4HpDfrI8S37zKXCdT6WWqM6AeRmArOaegdx2JbXr1+LBgFEjx5dokSJ4uf1xjP6udksw264BACEnS0tI4AAAggggAACCCCAAAIIIIAAAggggAACCCDgjEDPrFXl+ZOnpuqgEz9JrHhxnLmNOi4sQACACz8chubZAheP/itjP2nnO8kvVoyWjAVzefakPWx2Mxr1lWOb9jo9q8xF8kqbH0c6Xd/TKxIA4OlPmPkhgAACCCCAAAIIIIAAAggggAACCCCAAAIIuLLAH6t+k3lthpgh5q3wnjSc0tuVh8vYnBQgAMBJKKohEBYCC9uPkIM/bTZN5/mkhDSa2icsuqHNMBIgACBksAQAhMyPuxFAAAEEEEAAAQQQQAABBBBAAAEEEEAAAQQQCImA7TpVk5n9JVe5oiFpjntdRIAAABd5EAwjcgo8vHlX+uev7Tt5TQ+f+6NikRPDDWdNAEDIHhoBACHz424EEEAAAQQQQAABBBBAAAEEEEAAAQQQQAABBEIi0DtHDXn64JFp4ptjP0rsBPFC0hz3uogAAQAu8iAYRuQV+Lnv97J9xs8GIEuxfNJ66YjIi+FmMycAIGQPjACAkPlxNwIIIIAAAggggAACCCCAAAIIIIAAAggggAACwRU4+ssOmdPiG3O77vzXDAAUzxAgAMAzniOzcHOBPjlryJP73hFWtUZ2lMJ1y7v5jCLH8IMaAJChYC5pt2J05MBxYpYEADiBRBUEEEAAAQQQQAABBBBAAAEEEEAAAQQQQAABBMJAYHGnb2X/0g2m5UbT+kqe8sXDoBeajAgBAgAiQp0+EbATWD96nmwYPc9cfSNnJum84XuM3EAgqAEAOqWo0aNJisxvSorMaSVFFv23938ny5hGEqRI4gazDr0hEgAQepa0hAACCCCAAAIIIIAAAggggAACCCCAAAIIIIBAUAT65aklj+7cN7cM/GuZxEkUPyi3U9eFBQgAcOGHw9Ail8DQYo3k1vmrZtKfdG8iZdrVjlwAbjjb4AQABDbN5JnS+gkOSJo+tSR5M1Vgt7rd6wQAuN0jY8AIIIAAAggggAACCCCAAAIIIIAAAggggAACHiDw94bdMrOJd8r/7KXelebzB3vArJiCjwABALwXEHARgV1z18jyHt+Z0SROk0K6bp0qMePGdpHRMQxHAkENAIgVL47JAPD47oNggWoQQIosGiDgnTlAswYkTZ9KkqZLLdFjxghWmxF5EwEAEalP3wgggAACCCCAAAIIIIAAAggggAACCCCAAAKRVWBp17Gyd+GvZvoNp/SWvBXei6wUHjlvAgA88rEyKXcVGPdJe7lw9KQZ/getP5WKvZu761QixbiDGgCQuUheafPjSHn68LHcPHtJbpy5JDfOXvT+9xnvf9+/fjtYdglTJfv/kQLeAQKaNcD8ky61xE4QN1hthvVNBACEtTDtI4AAAggggAACCCCAAAIIIIAAAggggAACCCDgV2DA23XkwY075oX+R5ZIvKQJYfIgAQIAPOhhMhX3Fzi2aa/oorIW3f3/1ebJHpn63f2flPcMbI9tcGZOPgEAAdV9/uSZ3Dp3RW56/T9A4P+BARogcPviNWe68VMnXtJEvsEBesRA0nSpfIMD4idPHKw2g3KT14FjcvfyDT+3PHnyRF7La4kTO46f13RcmYvmDUo31EUAAQQQQAABBBBAAAEEEEAAAQQQQAABBBBAAIFABI5v2SfTG/QxtbIUzy+tlwzHzMMECADwsAfKdNxfYGq9nvLPbwfNRArX/Vhqjezk/pPywBms6DNJdsxcGaSZORMAEFCDr168lJvnrsitc5fl5tnL3lkDTCYB7+wBr1+/DtJ4tHLsBPF8gwOSZXjDZAzwOVYgcdqUQW7P0Q0aADChatDex22WjSQAIFT0aQQBBBBAAAEEEEAAAQQQQAABBBBAAAEEEEAAgf8E9DhqPZZaS70J3aVAtQ/g8TABAgA87IEyHfcXuHzsjIwu18Z3Ih3WjJd0+d9y/4l50Ax+6jlBds5Z7Tsj3VUfL1miQGcYLVo0cwRAWBWTOeDcZe8MAj5HDPw/OOD502dB7jZGnFjmOIHkmdL4ZgzwOVZAswhEixHdqTYJAHCKiUoIIIAAAggggAACCCCAAAIIIIAAAggggAACCIS5wDfvfi73rt40/fQ7vEjCI1NwmE+KDiwCBADwhkDABQXmtR0qf6zcZkaW55MS0miqdyoWSsQL/Nh9vOyet9Z3IJ9P6iFvVykV8QMLZAR3Ll73zhxwXjMIXDEZA3yyBzy59zDI448aPZoJDjBZA9Kn9j5WwGQP0P9OLbHi/5fWnwCAIPNyAwIIIIAAAggggAACCCCAAAIIIIAAAggggAACoS5w8veDMqVuT9NuxkK55IufRod6HzQY8QIEAET8M2AECPgReHz3gfTN/anv9WZzvpEcZQohFcECS7uOlb0Lf/UdRYMfekm+SiUjeFQh714j/TQowDuDwP8DBP5/tMCDG3eC1YHJGvD/gICoUaNaMiY40yBHADijRB0EEEAAAQQQQAABBBBAAAEEEEAAAQQQQAABBJwXWNF7kuyY5X28ce0xXaRgrXLO30xNtxEgAMBtHhUDjWwCy3tOkF3/TzOfpVg+ab10RGQjcKn5LukyWvYtXu87poZT+0jeT0q41BjDYjAPbt7xDQ6wBghcFM0qEFaFAICwkqVdBBBAAAEEEEAAAQQQQAABBBBAAAEEEEAAgcgqMKRIQ7l98ZqZft+DCyRByqSRlcKj500AgEc/Xibn7gK9slWVZ4+fmmnUGfuVvPvph+4+Jbcc/6KOo+TAso2+Y288vZ/k/riYW84lNAf96M79/4IDzv+XPcD7iIGLIeqKAIAQ8XEzAggggAACCCCAAAIIIIAAAggggAACCCCAAAIWgVM7j8gPn3Uz19Llf0s6rBmPkIcKEADgoQ+WaXmGwPpv58qGMfPNZN7ImUk6b/jeMybmRrNY2H6EHPxps++Im8waILk+LOJGM4iYoT598Mj3OIFTO/+Q7TN+DtJACAAIEheVEUAAAQQQQAABBBBAAAEEEEAAAQQQQAABBBAIUGBl/8ny+7SfTJ1Ph38pRT7/BDEPFSAAwEMfLNPyHIFBhRrI3cveqdYr9WkhpVrV9JzJufhM5n8xTA7/vNV3lM3mfCM5yhRy8VG73vC8DhyTCVU7BWlgBAAEiYvKCCCAAAIIIIAAAggggAACCCCAAAIIIIAAAggEKDCsRBO56XXZ1Om9f54kSp0cMQ8VIADAQx8s0/IcgT0LfpVl3caaCSVOk0K675gp0WJE95wJuuBMXr96LfPaDpEjq3/3HV3z+YMle6l3XXC0rj+k4AQANJrWV/KUL+76k2OECCCAAAIIIIAAAggggAACCCCAAAIIIOjGsE0AACAASURBVIAAAgi4uMCZvX/JpBpdzCjfyJVZOq+f5OIjZnghESAAICR63ItAOAmM/qitXP77tOmt9BefSYUeTcOp58jXzcsXL2V+2yFydO0O38m3XDhUspUsEPkwQmnGwQkASJbhDak5rAPuofQMaAYBBBBAAAEEEEAAAQQQQAABBBBAAAEEEEAg8gqsHjRNtv2wzABUG9RWSjSuEnkxIsHMCQCIBA+ZKbq/wImtB2Ra/V5mIjHjxpavf5suCVMnc/+JudgMXjx9bnb+/7Vul+/IWi0eLllL5HexkbrXcIITAKAzjBI1ilTu01JKtqjuXhNmtAgggAACCCCAAAIIIIAAAggggAACCCCAAAIIuJDAiFLN5fqpC2ZEvfbMlcRpU7jQ6BhKaAsQABDaorSHQBgJ/PDZ13Jq5x+m9cJ1y0utkR3DqKfI2eyzx09kfpuh8vfGPd4AUaJIm6UjJHPRvJETJBRnHdwAAJ8hFKrzsdQY0k6ix4wRiqMK26b27NkjRYsW9dPJ7du3JXHixJbr5cuXl3Xr1oVoQFmyZJF///3X6Tb++OMPWbVqlWzatEkuXbokV69elSRJksiZM2ecboOKCCCAAAIIIIAAAggggAACCCCAAAIIIIAAAq4vcO7gcfmuiveaUsqs6aTr1qmuP2hGGCIBAgBCxMfNCISfwNV/zsmoMi19O+y0fpKkyZU5/AbgwT09ffBI5rUdKsc37zOzjBotmrReOkIyFc7twbMOv6nd9LocpM40CnHzhEWiZxL5lHRvZ5fKfVpIpiJ5gtRWRFR++fKlFCpUSA4dOuSn+4gOANi2bZt07dpV9u3zfq/blgwZMsjZs2cjgow+EUAAAQQQQAABBBBAAAEEEEAAAQQQQAABBMJI4JdhM2XzhMWm9cp9W8r7LWuEUU806yoCBAC4ypNgHAg4ITCn5SA5una7qZn3kxLScGofJ+6iSkACj+8+MIv//2w7YKpFixnD7PzP8G5O4CJYYGX/yfL7tJ98RxEjdiyp3LeFFGtYKYJHFnD348ePly+//NJhpbAKAMiVK5f89dd/ARP2nT9//lxatWolM2fO9HfwBAC49NuKwSGAAAIIIIAAAggggAACCCCAAAIIIIAAAsESGFWmlVz9x8vc22PXbEmaLlWw2uEm9xEgAMB9nhUjRUB0p3rvHP9FZrVcOFSylSyATDAFHt2+J3PbDJF/tx82LegCs+78T18gezBb5LbQFtiz8FdZNWCKee/7FA0A0CMBXLFcuXJFsmfPLvfu3XM4PEcBAE2bNpXffvvN6encv39frl27Zqnfr18/6d+/v8M2tH61atVk8+bNAfYRWBCB0wOkIgIIIIAAAggggAACCCCAAAIIIIAAAggggIBLCFw4clLGVWhvxpIswxvSfYf/m8RcYsAMIlQECAAIFUYaQSD8BJZ1Gyd7FvxiOsxSLJ9ZsKYEXeDBjTsyt/VgOb37qLk5Vrw40nrpcHkz31tBb4w7wlTA68AxEwTgdfCYbz96FIAeCaBHA7hSqVevnixcuNDfITkKAAjq+Js0aSKzZs3yvS1mzJji5eUlqVOndthUnTp1ZPFi7/ROtqVgwYLSokULKV26tGTMmFFixIgR1KFQHwEEEEAAAQQQQAABBBBAAAEEEEAAAQQQQMCFBdaNnCMbxy0wI6wxpL0Ua1jRhUfL0EJLgACA0JKkHQTCUaB7pkry8vkL0+PnE7rL29U+CMfe3b+re9duydyWg+Ts/r/NZGIniGcW/9Pmyer+k/PgGSztOlb2LvzVd4ZxEsU3QQCF6nzsErPWHfZly5YNcCwhDQC4fPmyWax/9uyZbz/169eXuXPnOux36tSp0rJlS8trcePGlcmTJ4veR0EAAQQQQAABBBBAAAEEEEAAAQQQQAABBBDwXIExH7WVZ4+fSrlOn8s7Ncp47kSZmUWAAADeEAi4ocDGsQtk3ag5ZuRv5MosnddPcjiLKFGi+LmuZ5OPHTs20FkfPHjQ7GTetGmTXLx4Ue7cuSPJkiUzu4xLlSollStXljJlQv7LIiRjDHQSDircvXxD5rT8Rs4dOmFejZs4gbReMtw4Ulxf4Lepy002ANtSskV1qdKvVYQOXhfk8+fPL8ePHw9wHCENAOjevbsMHz7c0sfevXulUKFCfvp98uSJZMiQwXJcgO7y1z/TJUuWjFAvOkcAAQQQQAABBBBAAAEEEEAAAQQQQAABBDxRQI+HTZQokZ+p/fTTT+ao1oDKy5cvZd26dSaj6/79+83ajH73nCJFCvNdb7ly5aRGjRqSO3dup+iuHD8jh1f+JmU71JUYsWOae86fPy+rV6+WX375Rc6cOSNXr16VmzdvyqlTp8zmM4pnCBAA4BnPkVlEQoGB79ST+9dumZlXHdhG3mta1aKwfPlyqVmzph+ZwAIA9Azzjh07OkwZbt+YLiJOnDhR8ubNG6wnENwxBqszEbl94ZrMaTFQLhz91zQRL2kis/M/dXZ+qQXXNCLu+2fbAVk1cIpcOeHl2322kgWkxtD2kjxjmogYkgwZMkR69erl27ceBbBnzx7zocm2hCQA4MGDB5IuXToTjONTihYtKrt27XI450mTJskXX3xheW3AgAHSt2/fCDGiUwQQQAABBBBAAAEEEEAAAQQQQAABBBBAwNMFOnToIN99952faQYWAHDgwAGTzVU3ZwZUdFNlo0aNZNSoUWbTZkDlwpGTJvNxlKhR5PTp09KzZ09ZsmSJvH792s9tGgxAAIDnvDsJAPCcZ8lMIpnA/iUbZHHnb82sE6dJIb32/pcC/OHDh5IzZ04TyWVfAgoAuHTpkpQoUULOnj3rtGbixIlly5Yt8vbbbzt9j1YM7hiD1IlN5VvnrsisZgPk8rEz5mqCFEnMzv+U2dIHt0nui0CBpw8ey9KuY+SPVb/5jkKfaeW+LaVA9dLhOjIvLy/JlSuXPHr0yPQbL148OXHihMmUEZoBAGPGjJHOnTtb5qZZOurUqeNwvkWKFBHNDuBT4sePL+fOnZNff/1V5s+fL/qB8tatW5I0aVKTvUA/NGpbjrJyhCsonSGAAAIIIIAAAggggAACCCCAAAIIIIAAAm4ocOjQIZOtVXfy25eAAgD0eNkKFSrI06dPnZ61rsno2oyu0QRWdLNYp06dLEfL2t9DAEBgiu71OgEA7vW8GC0CFoFRZVrJ1X+8d0F/9m1nKVT7I/Pf3bp1k5EjRzrU8i8A4MWLF1KwYEH5448//NwXJ04ck/r/2rVrZuHevuiuZE19rmeLO1uCM0Zn27avd+PMRbP4f/Wfc+alhKmSmZ3/KTK/Gdwmuc9FBDaMmS/rv/0v+EWHVfqL2lKhR5NwG2GVKlVk1apVvv0NGjTIZAPImjVrqAUA6J/PLFmymAV8n5ImTRoTrKNp/e2LppnShX3bD5rvvPOORI8e3RIUYH+fBi3oB9EkSZKEmx8dIYAAAggggAACCCCAAAIIIIAAAggggAAC7i6gu+qLFStmMsM6Kv4FAOjOfN2gpRlg7Yt+T5swYULRzZvPnz/387pmgV62bFmAdAGtxfjcqGtAusaTPj0bJt39fegzfgIAPOVJMo9IKXBy+yGZUqeHxE2SUOqM/Upyli0sf//9t9mN7+iXgSL5FwAwd+5cadiwocVRFwtHjx4tLVq0kNixY4suQi5atMikoXn8+LGl7owZM6RJE+cWXYM7xuA85GunzsusJv3l+umL5nbNlqA7/5NFUKr44MyBewIWOLp2u6wcMEXuXLzmWzHnh0Wk7riuEidR/DDl04V/DQDwKZkyZTJ/BvXPS2gGACxYsEA+//xzy1x8Ag0cTVDPb9KI0eAUzRywfft2EyxAQQABBBBAAAEEEEAAAQQQQAABBBBAAAEEEAhcYMqUKdKqVSt/K/oXANCsWTPR9RXb8sYbb8j06dOlfPnyJmOrbvgaPHiwjBgxwk/7moU2c+bMDvv9/vvvpW3btn5eS5s2rbn+0Ucfmey2QdncGbgENVxBgAAAV3gKjAGBEAh8/2k3SZUtnVQZ0Fqix4whH3zwgWzbts3fFv0LAPj000/lxx9/tNynv1D0TBj7oguPffr0sVxu0KCBzJkzx6mZBHeMTjVuU0mzI8xs3F9unrtsriZ5M5XZ+Z80XeqgNkV9Fxe4d/WWLP1qjBzfss93pPq8K/dtIXkrvBcmo9cgGP1wZHtkxvLly6V69eqmv9AMANDd+5o+yqfEihXLHPGRIkUKh3ML7MNmqlSpJGrUqHL5svefDfuiHyS7du0aJm40igACCCCAAAIIIIAAAggggAACCCCAAAIIeJLAjRs3JHv27ObIVf+KfwEA+h2v3m9bdIOWHtdsXz788EPZtGmT5bIGCjRt2tRP3aNHj0rhwoXlyZMnlte++uorE0wQM2ZMT3oEzMVOgAAA3hIIuLnArfNX5MXT55IyazqzAK/neAdU/AsA0KwB9un/T548aRYx7cv+/fvNOTa2pUyZMn5+8TgaR0jGGJRHdfnYGZnRuJ/vrvBkGd4wO/8Tp00ZlGao62YCqwdNk20/WFMeletcXz7qXD/UZ6LBMUOHDvVtt2zZsrJx40bf/w+tAAD9QKcf7GxL48aNZebMmf7OaciQIeYYAvtSrlw5GT9+vOTIkcO8dPDgQdHgHc1aYFs0AtTLy0uiRYsW6m40iAACCCCAAAIIIIAAAggggAACCCCAAAIIeJKALsAH9H2tztVRAMCdO3f8HMeq381euHDBIc+oUaP8bNwaOHCgnw2berP90bV6bdiwYfL11197Ej1z8UeAAADeGgh4iID+otAIs2vXvNOga/pu3cFru0Cp1/0LAAgKw+7du81ZNralatWqsmLFigCbCa8xXvrrlExv2FfuXb1pxpM8c1ppvXi4JHojeVCmSV03Fdi3ZL2sGjBFHt/978wkzQLQcErvUJvRiRMnJF++fPLs2TPfP2+HDx+W3Llz+/YRWgEAmuZp3bp1lrHrwn2BAgX8nY9/5zrp0SD2qf31jCn92aFHfNiW33//Xd57L2yyJ4Tag6AhBBBAAAEEEEAAAQQQQAABBBBAAAEEEAhVgZcvX5rvIxcvXiy6GfDixYvme1DdqZ4hQwbRTUY1atSwfBca2ABev34tmj11yZIlsnfvXrl69apoltN06dLJxx9/bHaw58yZM7BmAn1d1y7mzZtnxq7HpBYsWDDQe0JaYefOneZ7VJ2jFk3HX7x4cTMO2+JfBoCg9K8L+D169LDcMmbMGOnYsaPl2l9//SV58+b1HZO+WLp0adm8eXNQuqOuGwsQAODGD4+hI2AroOe16HkuPkUX+vWXm+7utS2hEQCg6f/1GADb4uiXjP0TCo8xXjhyUqY36CMPbt4x3WtmhFZLhkvClEl5w0QigeunL5gjAc7s/ct31imyvCk1h7aXLMXzh1hCd/vbflhq37692VlvW0IjAEDTNGmggW0pWbKk/PbbbwHOQdM4ffvtt5Y6+qHc/pgPnwr169eX+fPnW+prNGmXLl1CbEUDCCCAAAIIIIAAAggggAACCCCAAAIIIOAeAgcOHJCWLVuazKEBFT2XXrMR63eIyZIlC7Du8ePHzTqFBhP4V3TTUufOnUUzmwY1K6lmMtbFdv1+89SpU75d7Nu3L8wDAHRT1bvvvitHjhzx7VcX+levXi2amt+2hEYAwPvvvy+6ccu26NGxmuHZtugufz3m1bZoplkNutDjY/X75StXrkjcuHFNFmg9IrpNmzYSP35893ijMspABQgACJSICgi4voD+4ixSpIi8evXKDDZ58uSiv/T0l0xoBgBo5J/+Em3RooXvzmft78033xSNKEuYMKG/WOExxnOHTsj0Br3l0Z37Zhyps2eQVouHS/zkiV3/ITLCMBH4sft42T1vraXtCj2aSOkvage7vwULFsjnn3/ue79+wNU/b0mSJLG0GRoBAPohWo/NsC1Lly41H8gCKhoFqtGgtmX06NHSqVMnh7eNGzfOT5SoRo1qYA8FAQQQQAABBBBAAAEEEEAAAQQQQAABBDxfQDc8VahQQZ4+fer0ZHXhecuWLZI4sePv4DWg4KOPPpJbt2451Wbt2rVFv3+NGjVqgPU1E/KiRYvMwr8u9Dsq4REAoN+52m6i0qNcN2zYIM2bNw/VAICHDx+aI1/1e1zbUrlyZVm5cqWf6esRzrYBF3HixJHPPvtMZs+e7a+rZnfQIIWAMs869RCp5BICBAC4xGNgEAgEX0AX/XXx3/aH+eTJk02Unv7yC0kAwKxZs0T/0fLkyRMTPXfjxg3LYBMlSiTr16+XwoUL+zuJsByjT6deB47J1M97ydMHj8ylN3JmMjv/4yXxPygh+Orc6U4C22f8LKsGTpFXL176DrtA9dJS77ugn3V07949yZEjh1y+fNm3rQQJEkiaNGn8kOgxAfYlVapU5sNw6tSpZevWrQEyamqtTJkyiabt9ynp06cXTdkfWBTsyJEjRY8BsC3fffedtGvXzmGfGlSgHwBtiwb6aDQoBQEEEEAAAQQQQAABBBBAAAEEEEAAAQQ8W0C/c8yfP788ePDfsao+M9aNT7r579KlS5bvKn1er1mzpixbtswPkB4JrAECXl5efl5744035P79+w77053reryxo6K72DXzqS6y2x9pal8/rAMA1EO/K9Z5aNEsBj7HxIY0AEA3Z2lbWrT9Y8eOyePHjy1T1BT/GrShG0Jtiz5D/Q5aN3QGtehmN11rypgxY1Bvpb6LCRAA4GIPhOEgEFSBSZMmyRdffOF7m/5C1ag6jZALaQCAnlOza9cuf4ek6WamTp0qb731VoDDDssxasea5n1qvZ7y/Il3ZGLaPFnMzv84iUhXE9T3k6fW16Mh9EiAS3+f9p2iBonUHd/NBIs4WzQ1UqlSpZyt7m+9tGnTyoULFwJsRxfwdSHftuiufk3fFFjR6Ne6detaqmlWAE2h5ag4ygCg/dhnEQisX15HAAEEEEAAAQQQQAABBBBAAAEEEEAAAfcTaNasmcyYMcMycF2k1zT25cuXF035r5ujBg8e7Ce1vN6kmwczZ87s5/tI++8XdZe5Bgvo8cW6gK/t66Yl28V8TVN/5swZ0f7tS+PGjQPcxW5bP6wDAHRDlW6s8ikdOnTw3aEf0gAA9Q6o6PPS7AOOsjL/888/kj17dn9v102dGiCg3087ChLQLBBr1qxxvzcxI7YIEADAGwIBNxbQNDf6g1wj6XyKLlDqGeFaQhoAoL8E7t6966+QppfRX/gaaeZfCesxnt59VKbU7SEvn78wQ3gzXzaz8z92/Lhu/GQZelgJLGg3XA6t2OLbfJSoUaRyn5ZSskV1p7rUoy7y5MnjVN2AKgUWAKBRnenSpbP8+dM0TfqhLGnSpIH2r9Gn2odtKVGihGzfvt3hvfXr1zfHe9gW/fDdtGnTQPuiAgIIIIAAAggggAACCCCAAAIIIIAAAgi4t0CKFCn8ZP/V7xL1O0X7omnudSd+QN8lPnv2TLRNDRqwLbt37zYZjW3L8OHDpXv37pZrffr0kYEDB/rp21EAgO5a13Lz5k1L/bAMANAMBHq0gU/RXfi68O5zTGxYBwC0bdvW+PjM3XbiO3fudPjcNNusZnzV56flypUrou1o2n/7ohkHNLsBxX0FCABw32fHyBGQhg0byty5c30l6tSpIwsXLvT9/5AGAPTv318GDBgQoHSMGDFMlJ79UQM+N4XlGP/dcVim1Okhr1+/Nt2lL5Dd7PyPGTc27w4E/BXY9N0i+XW499EWPqVQnY/ls1GdAlXTgBZN4x/SElgAgKax+uqrryzdBDUlv36Q3rt3r28bGjWqGT3sP2D/+++/kjNnTj8ps86dO2eCECgIIIAAAggggAACCCCAAAIIIIAAAggg4LkCusHQZ+HaZ5YBfX85atQoPyn6dTFaF+19iqNMqv5tUNLNUClTpjTHEPsU3YR19OhRP+g+AQA6vmrVqkmNGjVMxtaKFSvKunXrLPXDKgDg6dOnZlPkyZMnffv74YcfpFWrVr7/H9IAgA8++EC2bdsW4JtOv6fW45nz5ctnqbd27VrjYV8cfd+rmRdy585tghdsyzfffCO9e/f23Dd9JJgZAQCR4CEzRc8UsP8FGjduXDl+/LhlwS6kAQC2cvrLV9Pu6C5h/QWvv+R8ih43oAuLhQsXtmCH5Rj/+e2gSfvvUzK8m9Ms/seIHdMzHzizClWBU7uOyNIuY+Tmucu+7aZ7O7s0ntZXEqb2jhgNacmaNatJfWVbbt++bdIrBVT0Q5emyzp//rylmn7gDUr2gR9//FE+/fRTSxtp0qQxmUFKly5trh86dEjq1atnfnbYlipVqsjPP/8cUgLuRwABBBBAAAEEEEAAAQQQQAABBBBAAAEPE9C0/nrcqG0ZM2aM6Ln1PsX+WGC9rrv8hw4d6lCjaNGismfPHt/XdDOT7ui3D0xYvXq1OfNeNznZpsnXYwrCKwBAgx369evnO1bbY5l9LoY0AMAWSQMk9Lvh7777TvToV9uixyTod7u2RwGokWZvti8+Gyntr0+bNk1085ltqVSpkqxatcrD3rmRazoEAESu581sPUTg+fPnUqBAAdF05D7FPsJOr4dmAIAt3ezZs0Uj7WyLprux/QUblmM8sXW/TKv/X/RZpsK5zeJ/tBjRPeQJM43wEpjZpJ/8veG/D5YxYseSmsPay7ufeqdBCkkJbgCAoz+3umC/efPmIA9HP+jpBz77oh+c9SwtTfNkXzSYSKNjc+XKFeT+uAEBBBBAAAEEEEAAAQQQQAABBAIW0POW9Tu0xYsXy/79++XixYvikypbz8YuV66c2dGqOzJDUjTttp7zbF801bPumg2s6MaEqVOniqa5Pn36tOimhnjx4kmWLFnMxgI9f5r00IEp8joCninw/vvvy++//26ZnG400oVwn2K/SK7XdQG7Xbt2DlFq1qwpy5cvt7x28OBBsw7iTAmvAAD9eag/n22zFehOfTWxLaEZAGDbbpMmTWTWLGt22yFDhpiAjNevXkmUqFHN7xj1sC2FChWyZIu1fe2PP/6wPDt9TZ+lPlOK+woQAOC+z46RR2KBESNGyNdff20R0PNbYsa07n4/ceKEQ6Xs2bOb64MGDfKzQ9gZVv2LSurUqS1nAkWPHt2cV66Lh1rCaozHNu2VGY36+g4zc9G8ZvE/arSozgydOgj4EVg7dIZsmbjEcr1Yw0pSY4jjD6POEgY3AEA/XOmHLtuyYsUKqVq1qrNd+9bTKFn94sDZD2v651gDEGrXrh3kvrgBAQQQQAABBBBAAAEEEEAAAQQCFjhw4IC0bNlSdFEroKK7Whs1amSycDo639kZ5w4dOpjFNvviTACALibp4p1tBlD7dqJFi2aOL9S6mh2UggACni/w8OFD6dWrl4wbN84yWd2EtHLlSsu14cOHmx3/tkWPG+7b97/v9m1fK1mypGzfvt1Sf+PGjVK2bFmnYMMrAEBT62uKfZ+iPwv1e2D7EtjajKbuT58+vVNzs6105MgRyZ8/v+W+4sWLy44dO+TF0+cSLUY02X/ggJ9szRpgsWzZMof9Xb9+3RzBYFuyZcvm51iAIA+WGyJUgACACOWncwSCJ1CmTBnZsmVL8G62uUujeDUSLTilYMGCon9psS16lrhGAWsJizEe37xXpjf87wNC1hJvS6vFw4IzfO5BwCLw98Y9sqTLaHl4867v9UxF8kjLhUMleswYwdIKTgCARtVrNg3bosE9+mcruH+Z1hRRbdu2Ncd3+JfmSftLly6dzJgxQz78MOTZD4IFxk0IIIAAAggggAACCCCAAAIIeLCAZvarUKFCgIvq9tPXTQL6HWBgxwna36cbAXS3p27isS+BBQBoCm/7xb2AHkvDhg1Fs4VSEEDA8wT058Hhw4fNxPQ7xmPHjsnjx48tE82bN6/JXKpp+W3L3LlzRX8+2JZatWrJkiXWjVg+r9um8/e5pinoNRW9MyU8AgD0u9UYMWI4/NnqzBht65w8edJh4EBg7Tx48EASJEhgqfbmm2+a42SfPX4q0aJHk+s3b4geDWBbihUrJjt37nTYvKMMAHrEwu7duwMbDq+7sAABAC78cBgaAv4J6C9K/6K1gqLmEwDg5eUlGTNmtNyq6b9tjxiwb1cXJc+ePWu5fPnyZZMZQEtoj/HOxWsy4oMW8vzxU9N+tpLvSMuFQ4IyXeoiEKDAi2fPZdrnveTUriO+9eIkii91x3eTnGULB1kvOAEAuvivQQC2RaP9u3TpEuT+7W/QtIK6u3/Tpk1y4cIF82FdP5hrxGiVKlXMzoLYsWOHuB8aQAABBBBAAAEEEEAAAQQQQAABq4CmjNa/f+vCjX3RY/r07OZLly6JHqlpXwLatenIWReodKHH9ixt23oBBQCsWbPG4WKbfl+QKlUqc1zBixcv/HSrAQD2C328BxBAwP0FHC3K285KjwIZPXq05fx5n9f1XPqcOXNaEHTx/MyZM5I2bVrLdf2e0iezsO0L+jNJA6ecKeERAKDjSJEihSUzsjNjc1THJwDA0XHLuplr4sSJDpt2tJajGZ/V+/Fd798x+p227uDXTWU+RX+OX7t2zU/wgL4+bdo0adGihaW/Bg0ayJw5c4I7Pe5zAQECAFzgITAEBIIqoL8Avv/++6De5qe+TwCA/uVCz/Cy/0vG3r17TbSwfdm6das568u26Jlit27d8t2lHNpj3L90gyzvOcEEAGT/oKA0nzcoxPOnAQQcCfzUa6LsnL3K8tL7LWpI5X4tAUMAAQQQQAABBBBAAAEEEEAAAQSCLKCLZJp1z7bo7szp06ebc5p1ke3evXsyePBgc6ymfTl16pRkzpzZqX6nTJkirVq18rduQAEA77zzjp9jBPW87mHDhpnvDnWRTtN/jxkzxtK+bizSxSw9WpAS/gKa6UHP/F68eLHoBhAN1Hj27JlZqMyQIYM5HrJGjRrmM9e7QwAAIABJREFU3HJny+3bt80547oA++eff5rvfePEiWMCQd566y1zVKUGpyRNmtSpJsNijE51TKUQCQQWAKBrAHpciH9HleTJk8fPJsNSpUrJjz/+6HuPHmGqAUS2afV9Br1t2zZ5//33nZpDeAUA6MZJzYQQ0uITAKBz/OCDD/z8ftAFfQ0Osy/9+/cXPUrBtmiWBM2WcNPrijx79FjeyJnJHCFt//tEj2Xo1q2b5V5dE9KfDToe26IZHOrXrx/SaXJ/BAoQABCB+HSNQFgL6G5fjdSyLV9++aWMHTvWT9fVq1cXPWfctuhu/kmTJpndwXqWjX5Q018k+pcIjRazLU2bNjV/aQlqcXaMWyYulnUj58pbpd6RprMHBrUb6iMQJIHDK7bK4i6j5cXTZ773ZStZwBwJQEEAAQQQQAABBBBAAAEEEEAAAQSCIuBox6iedV2iRAk/zejRfJq9z7bod2763Vtg5caNG6I7QXWx1r/iXwCALhzbbwQqXLiwSQFtvwjoKINhUM7qDmwevO68gB7R2rJlSzl48GCAN+kz1OyPmmnSv8VanwY0kEC//71797+jMh01ru3o98yBLRKGxRidF6JmSAR0YVoXqAMqGhSi59nny5fPTzVHxwBoJQ0o8vn5t2vXLnO8gKOixw/Yn3fv31jCKwDAWU89etl+vcTRz1/NqqIZEezXW/Tnr67NvPvuu6ZLzSCjm0J79Ojh5wgC3amv60DHN++T66cuSMkW1U1WGc3irMFAPkUzMHz33Xfm94n+95UrV6R169by888/W6al60KauUaDfijuK0AAgPs+O0aOQKACzi6ua0P6IbFo0aIOU43Fjx/fRIxev37dYaoy/YWtxwVoRGlQizNjvPTXKVnQfoQky/CGNJnZP6hdUB+BYAk8vHXPHAlw4eh/0Y8JUiSRxjP6SfoCOYLVJjchgAACCCCAAAIIIIAAAggggEDkErhz545omn/boos9ejyfo6ILtF27drW8pDts+/TpEyicLurMnDkzwHr+BQCMHDnSz85QXXxq06aNn/YWLVokdevWtVzX4wt17JTwE9Bz1zU9+tOn3kemOlPefvtt2bJliyROnNhh9Z49e8rQoUHbABNQgEpYjNGZeVIn9AV0kf7o0aNmAVl/BtgWzWji3451RxsPnR2d/vzUzMPOFHcNANC5TZgwQdq3b+9wmnqEq66/6PHLtov5PpX1z/S+ffskiois7D9Zzh86IR3WjDcvO/p9otf1uAUN4NEgAd30aV/090jjxo2dYaeOCwsQAODCD4ehIRBSAWcW12370LROGpnm6Ie+f2OJFSuWLF26VCpXrhys4QY0Rl34/7nvD+J14Jjk/LCwNJrWN1h9cBMCIRFY1HGkHFhmjbwv362RlO1g/YtuSPoI6F6NAtW/yOmfNVLphZUy7SKAAAIIIIAAAggggAACCCDgGgKabl93eNoWTbnfsWPHAAe4c+dOee+99+T169emnh4ZULx4cdHv3myLfwEAderUMSnkbcuePXtEd6HaFz3D2/5IAs0KoGnoKeEjoLtzdWe07gq2LxpwoqnDdXHP/shXraup+5ctW+bnPkeBHVpJM8OmSZPG7NLWBVn7EjNmTJM+PH369JaXwmKM4aNLL4EJNGnSxBwRYVuGDBni52eXvq7fa+pisn3QgO291apVM2n1T5w44XtZd6/re8jZ4s4BADpHRxkDApu7/pnTIJssWbLIvzsOy4J2wyVrifxSb0J3c6v+PtBnNXv27MCa8n1dAxHGj/cOIKC4twABAO79/Bg9AgEKBDUAQBvTXxh6do/tL1v/OtFzwSZPniwFCxYM9pMIaIz//HZQ5rUeIlnfe1saTukd7D64EYGQCuyZ/4ss+3qcpZmcHxaRprOs5y2FtB9H92sAgP4FK0GCBAQAhAUwbSKAAAIIIIAAAggggAACCCDgQgJ63vXvv/9uGdGhQ4dEd3n6V/S7A00TfeTIEd8qutC/evVqp1JQ600aPLBjxw5LF5qlQLMV2BddVNZFX9uSNWtWP2dIuxCrxw2lWbNmMmPGDMu8dBe27sbXhVBN+X/v3j0ZPHiwn3PA/8femcDNVP1//KSfXWSvLJFsiSwhyZK1lCJbWlRE0q5SoRDak0qpkPbtnwhRorK12rckUfqJREm2Nr//630ed5x7587MvTN3nmdmnu/39XpeZebcs3zOmXPvPd/P9/Plou+++85G4uDsqVKlSmHpIy655BI1ZswYhcw7zsR33nlHOxSdku1DhgxRo0aNsvUn6D5m3CSm8YDYa5zS/BCOnHuIOcQPP/xQr1nKIHfPWScEI9JNnH322VopxQxMZJ0513g0yNKdAMDYnnrqKa328ttvv8VcHd26ddOOeuT69//2h3qx771q0+erdQpbUtlaxu8WYhm/z/3790esF5UB1GYGDhwYs20pkB4ICAEgPeZJeikIxIVAPAQAGuKlYfbs2ZoJinwMD/sHDhzQcjvI/JMqgBsMOYAStVgEAHKxdx8jN51EcZbrE0fg1x9/VhMvHax+2bQ1VFnx8mVVvzfuV6UqnZB4AxFqEAJA0qCVigUBQUAQEAQEAUFAEBAEBAFBQBAQBASBlEFg3759Cifq44/bAxBQ3Zw+fXrUfuKgRYLfsjZt2iicbV5zUHNd7dq11Zo1a2zt7Nq1S5UoUcK1bQgAZnR5mTJl1M8//5wyeGZ6R0jXunPnTtswFy1aFMqrbn7Bepg3z65u6ZTtx9GKw960xo0bK/KzQyYwDafjTTfdZPuMfO60b1rQfcz0OU2n8aE8gQPftPLly6sff/wxrmGw7zlVTmbNmqXOPfdcz/VlAgGAwULcQY2F8UP+giwBMYK9uHr16pqsdfnll+v/x3DwT7p8qNowf5n+/4f/+74rZvh4UG2gXghAkAwgXaAeAM59+/bVZAKxzEFACACZM5cyEkHAFwI7vt2iylS1yzL5qiAbCiP9f2KDmtnQkjQhCHhH4MWr71Vr3v/UdkGXB25QZ1x2nvdKfJQUAoAPsKSoICAICAKCgCAgCAgCgoAgIAgIAoKAIJAmCODsWrFihe4t0dTIXxOAYxpOedQ6yQEdyZB5r1GjRigim/SB1FurVi1fBADktr///ntbMziIIuWKL1CggC33fJEiRcKiwtNkKtKum8jw47gzDaUGHHxu5pYHnEhfIo0t69Wrl3r55Zdtl/Pvyy67LKzKrVu3Kpy9piFF/sMPP4Q+SkYf026i0qjDSMQ7c76jEkxEupsx1yhGmIZDev369b5Hzb6DwjCEI8uqVq2q1q1b50sNNdUIAL6BiPMCzqk5r8ZOPedMSaMcJ46ZeJkQADJxVmVMgkAMBH777w41dfA4ddmzg1W+ggVSEq99v+5RhUsUTcm+SacEgQXPvaNm3PucDYg65zVTlz87JHBwhAAQOKRSoSAgCAgCgoAgIAgIAoKAICAICAKCgCCQ4wg4o6qdHSIam8h+crlHs+7du6v/+7//CxW58cYbQyoCfhQAcOaZDlwq9EMAQD7aLR99jgMtHdDy33fddZcNiccee8wWcd2iRQu1YMECWxmIJE6Zdwr89ddfKn/+/Lay0QgIXqbASx+91CNl4kNg/vz5YWq/pJTAoe+2Bw0fPlyNGGFPjXr++eerGTNm+OrAkiVLFHvY5s2bbde9/vrr6uKLL/ZVV24lALzcf7RaNTMrbUyfl0aqGq0a+sJNCmcuAkIAyNy5lZEJAq4IvHXrGLXi3U/U3wf/Us37XaQ63tMvx5FaPWuR+uzl97L68b//qcqNaqu2Ay/N8X5JBwSBaAhsW79ZTbhkiPpjx6+hYqWrlFc3TB+rChYrEhh4QgAIDEqpSBAQBAQBQUAQEAQEAUFAEBAEBAFBQBBIGQRiEQCIviVKu2TJkhH7jMx/u3btQt+jFLBhw4ZQdLgQAFJmunO0I82bN1cLF2Y5CC1DWrxu3bpx9Wvt2rXq1FNPtV1LDnfUKuK1oPsYbz9y63WcP0LiQG7etEaNGqmnn35aNWjQQH8MyWf8+PGaUIIsvWkvvfSSlqaPZMjTI2+/fft29eWXX+r0wxAG+Nw0CAFI4Pu1TCYAHDp0SON09NFH22D556+/1d01L1L//Pm3/jyS/L9fLKV8ZiAgBIAI87hx40YtebJ48WLfMz1o0CA1cuRIRR6kWMaGyiY3d+5cnc/jm2++0Zcgl1KvXj1Fjidy9JBDyY+xYX/xxRfqvffe07l3YOshJUVeFm7sMPouuOAC3QayUGK5B4Hftu5Q9zXuFRrw4M9fVOQxj2Xc3LnJOHP7xLou1vefPPO2em/UxFCxhj3aqe6PDox1mXwvCKQMAs9dfJf6dtFyW39QAkARIAgTAkAQKEodgoAgIAgIAoKAICAICAKCgCAgCMSPAJGRr7zyivr000/Vli1btOw5jlZy5eL06tKlizrzzDM9N0Cu97feekvndV+9erXOm86ZS9myZbWUO+eBPXr0CJP4jtYAeZcnTJig875v2rRJR24TkU1uX/pINDl1i6UOAi1btlSsrWjGmpgzZ46qU6dOWDHWISkCvv3229B3zzzzjLrmmmtC/xYCQOrMd070hL1myJAhIUUIqw/sMew/8dqtt96q1SlMe/jhh9Vtt93mu8pk9dF3R+QCNW7cOHXDDTe4IsE9j3vKtm3btAKE0/A5ffXVV1F9TZRZuXJlVKS5l77//vtx+SAymQDAPb1gwYKK1CumEej56nUP6I+I/EcBQEwQsBAQAkCEtfDqq6+65rfxsnTOO+88nS/HmYfHvJZ8TjyQjRo1Sv3665HoUbf6S5QoodmePLA5pXXcyuPsJ3/PzJkzY3YXWRZuzvICEBOqjCrw0jWj1Or3FukxNejaWl089vaY40sGAeCjcW+q2Q9MDrXdqOc5qtvDN8fsixQQBFINgQ/HvKLmjHnF1q0zLjtPdXnA/aHZT/+FAOAHLSkrCAgCgoAgIAgIAoKAICAICAKCQHAI7Ny5U1111VWeztg6deqkoyIhBUSzd999V11//fURc3Vb1+JsIW/3FVdcEXNA9913nz47xCEcyYgaxDlH2Tx58sSsUwpkLwIEbkEGefLJJ9Ubb7xhazySDDdzPmzYsFBZnGtLly61za8fAsBJJ50UJsPtJwUAQUNE94rlHAI333yzDgTEWFNff/21wg9hGqQRIvXZY+IxCCfUYe43RYoU0WvHS53Z0cd4xiXXZCHgtmfEwqZixYp6TUE4i2axCACQ6VARKFSoUKwmXb/PjQSA165/QC2f9onG44qJ96hTz/FORowLZLkorRAQAkCE6UomAQBWGyoBSKf4scGDByv+YFpFMlijvBg48zVFa4c8PrygNGnSxE93pGwaIwCrfFCFc0MjuOm9J1T506pFHVHQBIC5Y19THzzyUqjNMy7roLo8cGMaoypdz+0IfL9knZpwyWD11/6DISiOr1lZDfxwfELQCAEgIfjkYkFAEBAEBAFBQBAQBAQBQUAQEATiQgBn1llnnaV++uknz9fXqlVLffbZZxEjF8nTTk5jpHy9Gmd2/fv3j1gcZ9rjjz/utTrVq1cv9eKLL3ouLwWzHwFIJy+88IKtYYgbZg53VB5YbwcPHjmD4FwYGXXT/BAAqG/dunW263ft2qUITnOzvHnzKs4sLDvhhBPU1q1bsx8waTGEQKy0EiiBELnvltPdC4w4/Zs2baqJJqY512e0upLdRy/jkDLREXjqqad0gCkEoFjWrVs39cQTT8Qkv1FPJAIAew+K2p07d47VXNTvcxsB4H+HDqmhNS4KnUWL/H9CyycjLxYCQIRpTYQAwOYI+9KZj4OmeCh64IEH9AYajz333HOaheV2o4TR17Nnz5gyKm7tIgWGagF5XsRyBwLTRzyrFk6Yqgdb4+zTVZ+XR0UdeJAEgDmPvqw+fOzVUHtn9jpfdb7v+twBvIwy4xF4suNNasvyrHQu2FF5jlLXvPGAqnLmaXGNXQgAccEmFwkCgoAgIAgIAoKAICAICAKCgCAQNwI4VQmUsSJpzYqKFSum+MPR6cx/TDnk11H9dBqpA0j5aTpsrTLIvHOO6EY24HP64cy3zbWk/kTd02lIBFMnfTQdtFY5CAAQAcRSE4FVq1YpArZMQxbbTFWLAu2sWbNCRVgnJ598ctiArHSzzi9YixjpBYjexVjzn3/+ua0oqSXKly8fVi8S4E6l2po1a4YRCFIT4cztVSzn+oABA7RaSMmSJeMCgfzupEMxrWHDhjo9itc0w8nuY1wDk4vCEEDN480339T7DKmrSWXNPQ9CEPsHBDnWg7WXeIGwfv366rvvvtPK2exXjRs3Vh06dNCkkiAstxEAVr23UL18zWgNXdVm9VS/1+8PAkapI4MQEAJAhMl0EgB46GLD87OhuVW9YMECzfQlV4ppSHDB2IUp+ffff2vJlDvvvDPMmc9myE22UqVKtuuR8rnlllvUs88+a/ucfkM4aNWqlYKVyYvE2LFjtYSY0/j8xhtvdCUXZNCal6EYCNxe/pzQv/q8PFLVOLthRHyCIgDMfvAF9dGTR6TMml51geo0coDMiyCQUQjMHDlBzX92im1MrW/sqc4ZFFu60QmEEAAyamnIYAQBQUAQEAQEAUFAEBAEBAFBIA0QGD16tBo6dKitpzg9Jk+erMidjQPr559/1pH506ZNs5VDupjzN0gCplEf9ZpWpkwZ9fbbb6tmzZrpj5csWaK6du0apuxJOygBOA1nCo4Z00gvwFkgCqKcF5L/+7HHHrOV4VwRGW+vDrs0mLKM6iJncMjpm4YTHmc8hrIn57xuBBS/QLAOLOLAZZddpjgTNw1CAE46p+HEcxIO2rdvr3N3i+UcAi1btlQoQUQzyEEQP+rUqeOroyhQsLc49zD2rQoVKniuK5l99NIJotpR2IBAtWbNGp2emdzq4FKtWjV14YUXKqToIylfxGoD387ChQvVjBkztCIM9wr+unfvHqbsEasu83v6jYoMvqFjjz1WTZ8+3c/lUjbNEWD+WacQ/Cx746aH1dIp8/Q/Lxs/WJ3W0a4Ak+ZDlu4HgIAQACKAmAwCANL/PIQ7JZxg3j300ENh0v7ciHnoJ1+PaRMnTlTI9Zg2b948LZFilj3xxBO1pFeLFi1sZWFv3XDDDTqfimlt2rTRn5FXSix3ILDguXfUjHuf04MtX6equmnWkxEHHgQB4L3Rk9Qn4/8v1EazPp3UBSMiy9jljlmQUWYqAhvmL1UTLh1iG17FejXUDTPG+hqyEAB8wSWFBQFBQBAQBAQBQUAQEAQEAUFAEEgYAc7UiNg3jSjIc889kk6R73Cw4wR1Ru5/+OGHinM209ycXhAKrrzySls5t6h+ov/JD28aTjcib01r1KiRjuB2Rti2a9dO0SfT5s6dq1q3bp0wVlJBbAQ4n3XOM+fByGy7GaldncFfBKWtX78+VLx06dJq586dsRuPUcIkAHA+fccdd9iugDxC0JrTXn/9dXXJJZfYPkbxluhysdRAAD8B+8aTTz6p3njjSDAWveP8n/XkNRXA/fffr1MTm8a1H3/8sYKIFK8F2UcvfSDAE5WW33//PWpxFBIIloQU49VI7YLf55577nFNhUHaZqdfKFbdpFyYOXOmdvpzD0J5A0MBhM/Fcg8CbgSAe07pog7s2adBEPn/3LMW/IxUCAAR0EoGAQD5Jhz6PFhZxs0WpjAP6E7jBnjddddpaX7TuEnx8AXjB4PtyQMWN2LTiObnwc0px0QZHvp5+DcNZuns2bMDk1zxsxClbM4hMKR6Z/XXvgO6AxePvU016Gp/QbV6ligBAKIBhAPLmve7SHW8p1/ODVxaFgSyAQFY+Y+2ukb9/O2Rg6O8BfJrEsDxNSt76oEQADzBJIUEAUFAEBAEBAFBQBAQBASBEAJEP3JYjiQxTlwO0EuVKqXz05ICkcg+5LRjGXLbSNz6NdQY3aTjY9XzxRdfqDPOOCOsGIe+RPuJZQ8C5FavUqWKrTH+vXHjRtcO9O3bVxGsY9rzzz+vyONuGvLopgOX76jT2RYpAqwzP+t6nL3IL5v28MMPq0GDBtk+e/rpp9W1114b1k+cf6QNNe3WW291VQjNHpRzVyvsSRBATIvmgB0+fLgaMWKErTypHogotuyUU05RpINN1EwCANHQtWvXtlVZo0YNxZk2igOmuZFKcAY7x5lo/+T6YBBgP3I6n++77z5FVH8sY1/BR2Eae9QHH3wQUi+JVYeX7xPpo5f6ITA4/Sexrps0aZLq3bt3rGJa7RnlgK+++ipiWa8EAM4SrecYFGLcyAqZQgCwCA358uWLiXFuL+AkAKx5/1P14tVZhKuTGtdW1055OLdDJON3QUAIABGWRTIIAM46aZq8JDj4eRF1Mxz9AwcOtH3FS+prr72mYCNjsD3Jt+KUWOJl99JLL3WtFyYpLE1ehk0bM2aMTiUglnsQWDVzoXq5f5YEXfHyZdTgz+3KEBYSiRAA3r1nvFr0/LshUFv276rOG3p17gFZRprrEZhy5xPq81eO5OYDkI7D+qnmfS+KiY0QAGJCJAUEAUFAEBAEBAFBQBAQBASB0PkIDgQvUXGdOnXSkuqQAiKZW4SrF6jjIQAQ3EE0t1POnfaEAOAF9eDK4MQklaZprJepU6e6NuLmVJowYYK6+mr7ucfpp5+uli5daqtjw4YNqmrVqrbP9u/fH6YSSjT45s2bbeVIMUo0q2mQSNyCjLj2pJNOspXFgYsDTyz5CPBeX65cuTASB3OFc7VBgwa6E5y9sS/hlHXK+6PayvmvX2Md4sQ0jbXMmnYz+uR0Yvbq1UuNGzdOpyWAUAU5welIZR1/8803klrW7wRlU3lIHNybTMPHANEtmuG3wHGNU9oyUocgP+9UREl0KPH20Uu7biQorjv66KN1SmYCMXfv3h1WFY5pSDIVK1aM2AxEHHw8TtUY84I8efKofv36uaZyscqx9/Pbwu/z3//+N+qwMoUAAOENJZ3ixYt7mcZcXcZJAHjr1jHqqzfnaEx6Pn67qt9FFH1y9QKJMHghAEQAJmgCAGymO++8MyznFs52cudEYjlxM4U9ZhoMURif1sMhLw/kH4NpZpmzjHOYMMd4AIRFZlqs/siPKDMRGN24l9q9NYtJ3vGevqp5vy5hA42XAPDO4HHqs5eOSBKdfV131eGu2MzJzERaRpWbEVg9a5F6qd8oGwQ1WzdSvV+MLo8nBIDcvGpk7IKAICAICAKCgCAgCAgCXhHAwUm0vlOKPdr1tWrV0vl5nbm2rWsefPBBfZbj1+IhADzxxBPqpptucm1KCAB+ZyB7y3fr1i3sfI3ozebN7bl4SQvqlHx3i9jHOXvRRXayeI8ePcIkvFnvTucdTiMczU4jJ7Xz7JHUBaZKafailvtaw4FOSlY3IzCscOHC+mzXiog1y9WtW1c75XG8+jW/BABSQ0AOMR2+tEnbrK1ffvlF4ah0Gg5W1qlYaiLAua7zXle+fHn1448/RuwwexH7m0lGIb0IKS3iIaPEQiaePsaqk+9x7kOi+vXXX23FCY4kGLJs2bJ6vb/zzjtaucWZjnnIkCFq1Cj7eZ5VEWVJgeBUiAEn0jXzm2jWrJluAxJANPv+++9V5cre1EKFAOBl5jOrjJMAMLxOd7Xv1z16kA9tma2OynNUZg1YRhMIAkIAiABj0ASASA538iIh3x/JyNvFQ5fzxjNnzhzVtm1bfZkbSYCXTVjA5IdyM9hVSH3xomEaN29eRiK9/Aay6qSSlENgy7L16skLsvJ55S9cUI1Y83/q6Lz2l4p4CABv3/G4+uLV2aHxtr7xYnXOIHtuu5QDQzokCCQRgYN796tHzu6nft92JE9fwWJF1G3znlVFjyvp2rIQAJI4IVK1ICAICAKCgCAgCAgCgkBGIMAZR5MmTVxl94sVK6b427p1a1hELYMnzeIzzzzjigOSx85zE6IFYxnOOvKze7Xt27fr85s9e7IOcp0mBACvSGZ/OWT5cSwRwWgZkYzMqdPhvm7dOh2ByzueWZbzO+uMDycvzn8z+hNH0qJFi8LSViDVjmS7abt27VIlSpRwBYL+QASwrEyZMurnn3/OftBycYtuzvhYcBB5/NFHH4Wlioh1nfW9XwIA1w0dOlSNHp2lFurFkEh3qgx4uU7KxI8ATvgrr7SfsQ4YMCCMZGS1gBowe5Vp3HecaUms70kfTNoJJyGFdMO33367p44nu4+eOqGUIiVLnz59bMUbN26sCYDsr6a5kfGaNm2q92A3Q32ZiH3TcOL/3//9Xyh402s/3QgA9M+NrCUEAK+oZk45kwDw9dwv1PNXDtODq1i/hrph+tjMGaiMJFAEhAAQAc6gCQCwI2GVwaI0LZpMP+WQToIptnLlyojXIQGFFI9p7du3V4yhZEl3hxJlR44cqe655x7f1wW6AqWylEHgqU4D1fdL1un+uEXp+yUAmDI01Nnm5ktU+9t6pcx4pSOCQE4i8Nr1D6rl0z62deHisbepBl3bhHVLCAA5OVPStiAgCAgCgoAgIAgIAoJAOiCAowqHlWk4QSdPnqwVEzlAx9HZv39/NW3aNFu5QoUKadUASAJO41ozncCpp56qVq9eHTgknBeRbiCSCQEgcMgDqxDHJ+vMtDvuuEOrfboZjigcss7oapzxRFi7KVigRDFo0KCw6nAy4TAyLdpaKVCggJZvt6xIkSJhAUeBASMVRUSAwCuCwZirWEb0NQ7JaKlKYtURDwGAOnH0cm5srhlnW6xZAsxIB+B0pMbql3yfGAKojLRs2dJWCYrAOPSLFi0aVvnw4cO1vLxpOPhRGXYayiIEJDqVHlAOJmLeqyWzj177QDlSWJDKwDT+fdlll4VVA1kQZQTTIOFAoHDasmXLwpz8lIXIxZ7u1ywCAL8rFGQgg6EiQGoBSI6mCQHAL7rpX94kAJhBl90euUU1urh9+g9QRpAUBIQAEAFWJwGAiPj4zC78AAAgAElEQVTSpUurTZs2ha7gM1jd9erV05sxzLGCBQu61ujFke92oZfr4nXkx3tdUlaiVJrjCPy+fZcadfqloX7cvfRVVbTsEQKJHwLAGzc9rJZOmReqq92tl6u2txypO8cHKx0QBFIAgSVvfajeHPiorScnNqgZ9tD277+H1ME/D6oC+Quoo48Olwtr1POcFBiNdEEQEAQEAUFAEBAEBAFBQBDIOQROPPHEsNy7s2bNCstPTJQ2kXROJyuRjm3ahJNxOfMxAzIiOUsSGTmRva1bR8/bKgSARBBO3rVTpkxRXbt2tTWA04ezvGOPPTZiw0SGQkZxylE7L8ibN6/Ou07eaDcjmtfplPJDAEBynrMesexHALUPlB/Yp5YvX65QkkBmHeISUdmkd0ClNZKyq58ex0sAoA0ckhMnTlTz5s3T6xqFWshSrD32LequWrWqn+5I2YAQIFiElAysHdMaNWqklWus1MH8xsePH6/uuuuuMBUcggqdUv6sx7PPPluhZmxaz549dbChH6JHsvroF8IWLVqoBQsW2C5bsWKFVmRxGooH+fPnt30MzqYqi/Vl9+7ddaS/aW7pX7z2l/0bkuIFF1xgC+pEIVoIAF5RzNxyJgHg3vo91R87skhkD37/nsrzn9jqVJmLjIwsGgJCAIiAjpMA4GUZ8VAGM7JLly5hNwovjny3NniQhwn+6aef2r42UwfE68h/7LHH1MCBA231xkod4AUHKZO+CLw64H61Yvp8PQCYYzDILPNKAHj1ugfUinc/CV3X/vYrVJubeqYvKNJzQSCJCOzZvks93KqfOrhnX1ytVG1WX/V7/b64rpWLBAFBQBAQBAQBQUAQEAQEgUxAgECNKlWq2IbCv535eK0Cffv21Q4t04jKJu+v03DGmVG65HB/8sknA4MNRwPnMJEkmK2GhAAQGOSBVYTziLzOTgc6zpsLL7wwajvIReM4NdMGuF2Ao421ytp0c7oJASCw6ZSKBIG0RACC0A033ODa91KlSilIPtu2bQuT8ecCCG5EqhNtbhmR5qeffrpCydhpJ510koKUFMvOPPNMLblvWdB9jNV+ot+vXbtWofZjGoQIyHqmQYbhGcFM6cI94b333tNphaZOnapJM/v27dMKHkT0k3KIdAJ+TQgAfhHLzPIWAeCHz9eoiZdlqV6VO/VkdfP74zJzwDKqQBAQAkAEGOMhAFhVIamDNJepBhAvAYDcXeSS+eCDD2w9DYIA4DZGIQAE8rtK60puL38kmviWOU+rE045SY/HCwHg5f6j1aqZC0PjP/fOq1Sr63ukNR7SeUEgOxCYfNVwte7Dz303JQQA35DJBYKAICAICAKCgCAgCAgCGYbAxx9/rFq1amUbVadOnfThu5sNHjxYy1WbNmHCBO2QNY1DeyTSTXvkkUe03HVQdt9996khQ4aEqiMA5IsvvlDfffedrQkhAASFeDD1QDrB0eNUkiDCljmNZpwXPvzww746cu211+qIXqcJAcAXjFJYEMhIBNwUHmINFJl6HNpO8tz7778fppwTqy7n9yhDOFMgB9lHv/3xW557vDPNAXv2bbfdZqsKRz+qQKbx7IGzfvv27a7NQuSCsDF27FhfSgpCAPA7i5lZ3iIAzB45UX364kw9yIvuu0E16XVeZg5YRhUIAkIAiAAj0kbI+sPmisfII4Pj3mLoCgEgHhTlmpxAYOaoiWr+M2/rpmu1O0Nd+fxw/f+xCAAvXn2vWvP+EaWK8wb3US0HdMuJIUibgkBaIrB48nQ17e7wQ51ogxECQFpOtXRaEBAEBAFBQBAQBAQBQSAHESCn9ttvZ73zWuYm2btu3TpVq1YtW7nRo0ernTt3qjlz5ugUkZz5ENmHXDe5hNu2bet5ZCg+nnLKKaEcy0RqcnaEVLEQADzDmO0Fcfoz35s3b7a1jYz2iy++GNWp88orr4TJbVeoUEGh0EkKijx58qhPPvlEkWfbuQbIx3777bfb2iQi19kPPykASG2KFL2YICAIpDcCTz31lLr77rttijWRRsQ98IknntD3LqcliwBAO0H1MZkz9e2336ratWurP//8M9QMRED2WRQVTLvjjjsU+3I8hiLzo4/aU4JGq0cIAPGgnHnXWASAR5pdrX7ftlMP8P5NM9R/8sVW5sg8NGREXhEQAkAEpA4dOqRz3fBfpHCKFi0aeohHom3r1q06VxMMMLecXTy4k0fn+OOP1y3ESwBAcgcGuJM5BxONFwIs3hQA9O+KK66wIYBMD1Jk5M8Ty70ImCoA/V6/X1VtVi8qAWDylcPUurlfhAA7/+6+qsU1XXIvgDJyQSBOBMZdeIv6YenXnq8WAoBnqKSgICAICAKCgCAgCKQwAjhfcYyR+g75WQ5eOWjlcBrZVdLs8a6aiHFoRp5W2iE39/Tp031V9+OPP6o33nhD52vG8UvO3QIFCqiyZcuqhg0baslvIr9MKV1fDUjhbEGAeSNq2pReL168uI7Wy5cvn60P8ThCOnbsqHMk41iNZeT4nTFjRqjYqFGjtBrAySefLASAWODl0PeQP5Bx/vpr+zsbv31IJUcfHTkHL+eLnLWZeaTJM71q1SpVrVo124jYbyCfmEFJrCnIB6YqBWUgqpiGkiiy1G6GfLcpV33CCSfo802xzESAe+m///6rFWr95G1PNTS4f7/wwgtaWn3NmjX6HJ4xcf/lt8P9l+eESOvebTxBP3f873//U++8846aMmWKjgDnXsNvrUyZMqp+/fqqa9euinzxzvtMkFhD5sFXwXPK8uXLdR+Yf3AhbTHEJYhK/H8ki+e+56zLTQHAKhNEH4PEzKyL3wvy/EuXLrU1gaoL6i5Ow1/z+uuvu3aHewH7K3v47t27w8rwe2SdNGrUyNNwhADgCaaML8Re+NPyDeqFXsP0WI+rfqK6dd6zGT9uGWBiCAgBIDH8dK4c8setXLkyrCYY4Rb7O14CgJfr4iUAxHtdgpDJ5WmAwKLn31Xv3jNe9/TEBjXV9e8+FpEAMPHyoeqbj5eERnXBsGtUs76d02CU0kVBIPUQeK7nXerbhcs9d0wIAJ6hkoKCgCAgCAgCgoAgkIII4Ewjt/XMmVkyltEMB9v48eNdI9YiXcdhLnXj9OdAHDI/dt5553lqk7Ic6iMXj3M2Vr5ucsaSr7tx48axhiPf5xACvXv3VpMnT7a1ThTfAw88ENYj0gL069fPd08hq+BcikYGwfEPAcCyypUra0cupBIhAPiGPFsuwHEFIWnZsmW29kg/wf6CMz+akdrhjDPOsBVBPtokgZhfErBD4I5pEJcgmVjWpEkT7UQyDfJA+fLlw7rC/ufsY82aNcMIBNkCpjSSLQhwD9y/f78mvaUrAQCHNnnTCdKLZiVLltSy6iixRLNkPHds3LhREVW/YsWKqG3zeyPorm7dutky/9KIPwQgR/C8aBoET8ipbvfzdu3aqQ8//DCskZtvvlmT+SCyQvwiHRHPuk6V6R49emhiqRcTAoAXlDK/DASAjx55VX1+WP7/whH91Vl9OmX+wGWECSEgBICE4Ms6DECqyy0H3DPPPKMfUjAeBi6++OIwFhk3FlIFRLJIBIB333039LLIYQQ57Exr3769Zp3zABTJ3AgAMBI5sChWrFiCyMjl6YrA1tUb1eevzlJfvv6+OvTvIT2MqmfVVUXLldb/D2Pcsq/nfRmSnOGzC++9Vp3V+8J0Hbr0WxDIcQSEAJDjUyAdEAQEAUFAEBAEBIFsQgA5VaLRnDm0ozVPtOtnn30WNbqad3Qrso+IXDengR8CwI033qiefPJJz6gQnUteXQ6NxVILASIzOfMwjehMzl1wkDkNOWWIH6YR1YeDHwcrUX0LFixQ+/btC7sWQgHEAjeDSIL0//fffx/6mshR0lBiQgBIrXVDb3Cics62aNEiW+fq1aun9xsvig84enr27Gm7nlzQSHG72YgRI9Tw4VkpGS3j/BHnkmU4Ozn7Mw1HkRsJiZQCrC3TGBMRv2KZiUC6EwA46+bM249NmjRJQfRys2Q8dyAZT9Q4Cr5eDIVh9gwhAXhBK/vKEOHvJALyfLBkyRJFmhY3I3qfwFDTUKOYNm1aWHE3FWZULHhGNc/ZI41YCADZtxZSoaU5Y15RX73xQVhXIJTs/eW3kL+m2PGlQuSuIV++nApdlz6kIAJCAAhgUnjhI0eb0+69916dfwdDggtH/wcf2H+8Zhm3riA7A7t327Ztoa95sUBdwGIO87DvZDiedtppWvYnkqwPzN8777xTkxdMGzBggM5BA+tcLHciAAFg7LnX+x5851HXqTOvPMJE912BXCAICAJKCACyCAQBQUAQEAQEAUEgNyBw8OBBReSqW7QcZHT+kKVGutZpkOwh2zsNBx0OM6LrTIltNzy9EgDeeustRYSW08jTjQOYiGA3adeKFStqp7K8V6fOamatNWvWTCvbmcZBPQf2boZD5+OPP9ZO/oULF+pIPtJI1KhRI1QcKWoitZ0qFqSD/OGHH1wP9p1OLadcshAAUmfd0BPOz1BrcJ7nnXTSSToyFBlyL+Z2dhctAvT666/XObNNe/zxxxWkJMvIP+0kmjhJAlZZpKqRrDaNM0vOJcUyE4F0JgC4EWaYpVjS6kjs45TnPmxaMp47uCfg/HeqcNAuKYz+/vtv7Q9wGmf1q1ev9uT4TbWVaaUQyaR0R26BlRA1uP+TviGSnX766WGBnhAC+NxpPM9WqVJFPxeYBsGgQYMGMadZCAAxIcqoAhAAPhxjV6OINsC8BfKp+zb6S22WUYDJYKIiIASAABbI4sWLdeSC00znPocRN910k46uN+2WW27RDLNIOYCQkkFSxjRuDDwIWcxdNwICL5vIiEW6iSA7c91116mXX7azgyLltQkAJqkiTRCIhwBA1D/R/2KCgCCQGAJCAEgMP7laEBAEBAFBQBAQBNIDgdGjR6uhQ4faOkuOWqTZIcAjVfzzzz+r/v37h0VSFSpUSKsGOFXriKZGRt2LeSUA8J7P+75pEPF5HyeXN2oD/P+VV14ZSi9gleVzN/KAl/5JmWAR2LRpk3b+O9UmiPjjDCRRg1SAQ8dZP6QB51kRxJA6deqE1gtOFMgJqFtYJgSARGckuOtx2vA7Rj3CtNKlS2vnvzOiPlrLlMdZaBpOJiLzkYo2jTNE1pSTzORMAUA+9Nq1a9uuhaCyatWqMOeim1w1Dq6WLVsGB5jUlFIIpCsBgDPrSpUqKQhWpkFgGTNmjCbdcP9FOcVNWh35dad6SzKeO1DnJT2RaeR9R30IkiOGahEBgagPmIZ/oE+fPim1Xrx0BiIFKjbFixf3Ujzlyzz99NPaP2IakfkQvnhuiGZuKVggn0S6L6Dy41QHiEZCNNsWAkDKL6VAOygEgEDhzPWVCQEggCXg5qSnWlPenwcTohH4M42DB5zwkW6cMHcHDhxou4acNLCALYmx9evXq+7du2v2oGnRDhxgnPHgxAuIaSgLtG3bNgBUpIp0RSAeAkDf1+5T1ZpHZkWmKxbSb0EguxEQAkB2Iy7tCQKCgCAgCAgCgkBOIIDzfMuWLbamyaF97rnn2j7jkJmDVKdjlXfwNm3a2Mq6EQAgEnA9B7LO93BnxLYTByL3ChcurCP4LKM+0vsR+Wva7bffrh555BHbZ0Tv+kkdkBPzkBvaZO3ghHc6XzhXefHFFwPLi40sO9HZpj388MPqtttus31GtD8pIixzk4AXAkBqrEzO8XAusk5MI80HjnO3KM9oPUdJAOegMyIYuf7nn39ep4XAOK+D/OSU5kdRZPv27WHkJzcZ6l69eqlx48bpc0OcwJxFOqXUq1atqpVKgs4NT47iF154Qb333nsKggJOXBxqOG2rVaumFTe6dOmiIH15tR9//FFNmDBB59uG0EMb7M9E1J599tnakWoqc8Sql/o4M4VQwb1jx44dCjIGxA7mlbNa+pnuKi7pSgDg9+B0jvM7wZnuXK+k0CDgzjSINs50Hcl47jj//PP1OjeNf3fo0MH2mRv5h/sSJLF0s0wiAOCPQcGHvd4ySHnsC87nUbd5Yp/g2dU0fDOnnnqq67RCNIBwYBrKME5lFreLhQCQbr+UxPorBIDE8JOr7QgIASDBFQEbmAfpkSNH2mpyi8DnBuKUlosWqc8DLQ88U6dOtdUN2xHlAMvIF3P11VdrhqFp0dQFYEnywG0aeeyQS+ShSCz3IiAEgNw79zLynEdACAA5PwfSA0FAEBAEBIH4EOBgCgI0achmz57t2zHyxRdfaGI0jjGk35EY5V2JA1LSnTmdvbF6SU5uosmJrPn666/Vzp07NekaZwHRWjh1nBGXseqU74NBAOcN82Aa/8ax7mZ9+/YNU9LDOcAcmmYRADi8bd68ubrooot0TnWIBlYknlXeiwIACgRI+JqG7D+OI6fhqHMeFnfr1k2RQkAs5xDgd89aYA8wjT2A8xOkpIMytyhCzmQ4v7GM8xYiQS0rWbKkJqc4A0KEABDUrCRWD9L6SOw7DUcx9ycvxpybEtKQQgYNGuR6KfsN+xf3QNMhZRW+9dZbw4hGfDd37lytHOq8hrrKlSunc5OjKOC0ZKiU8AxAmhbOKaMZa3/s2LFh6UzdrkGlA4VVnNmRjN8yZBvKkqIlkkHCoAxKrNHq43oi0AnKckZ4e5n3VCmTrgQACCxOxVr+7Ux/C878Xrg3m4b8vym1noznDuT/jz32WIVagWXkjIek40aqgaAC4cYy1ixkIKeaUaqsnUj9yBQCAL4WntPMVFPMG4QvCIJeDKLWs88+ayuKcoBTydkq4KYAwDvTOeecE7M5IQDEhCijCggBIKOmM8cHIwQAlymArceBAg/mTma/WZyHa1i/vXv3DsvhwqY+adIk24scjPOePXsqDrdMI/8bJAJn/hykhLjpmA8TNWvW1DnnTHk4+sFDKS8DplGWB3rk5UyDWMADOfWYRu6vYcOGBfoSnOMrXDrgGwEhAPiGTC4QBAJDwC8B4Oi8/1EPbJ4ZWPtSkSAgCOQeBFLFWesmx+llFoj04eBYLGcRwHGF05/oFSSMLYuU/9Ktt7zr8G5CbuJoRpQVDn0vTntSoXEo54waN+sn8pCoMdMZl7No5p7WeYdu1aqVbcA4WJzEd6uAM186nxMJCgne+Z4L4YNc3TiXLIv30BRZd0t1z6qL6F2cDU4jAgxSgWmkBWDNiuUMAnv27NGRwcuWLbN1gLXHfOXPnz/Qjrnlq2aNslYx+oMDaNu2baF2WV+sKaeZTiLrO6KncTbhJP7kk08C7btU5o4A6T6c53d+sXKmgeD8jr3hpZde8lUVEcXsb3nz5nW9jpQqPFN5Nc4xObMM0tz26lj10wf6EsnclDWi1Ynj2KnYYJVHzYV7jTNiN1p9OATpo5NwFmtcqfJ9uhIAWrRooUh3axqpUk477bQwaCF1OPdziC9m+oxkPHegxsu5u2kQASOtLyLNnb97lAGcBMVUWTuR+pEJBACURHivYO2YBuELRSevxvuPk5Tiln6C+iAaQHY1iSl8zvtTNN+T1Zd4n2W9jiUny2XCmooXv/8dOqT27vxd7d21W+3defhv1261etYitfnLtZ6rzVsgn7pv43TP5aVg7kJACAAu840sFg+uvIzhyCfioG7dugqZL4wbBFEEMHmReHPmJOI6mInOaP9IagGUv+eee3S0P8xvolU4/OAB3nljwMnPQ73z4Wbt2rWaueZktsM6I+9RvXr1NAuWGwtOfucBG1H/MOD9Spjlrp9L7hitEAByxzzLKFMTAb8EAEZRqnI5dcfCYA9vUhMd6ZUgIAgkikAqOmtx/D733HO+hyYEAN+QBXYBMrk4unD84+h3M68EAIjJOOM41PVikKBRCCDCKpJxUN+vXz9FZFYs42AfiXZn7s9Y18n32YsA77lOtbv58+fryG4vlsihKTKuvGubxr8tqW7rc/YkCCWmjR8/XhNRxLIfAaKd27dvHyYBzbkIa8dJ7Aiih27pG82IbZxZOLUSNadjK9H65PrICCSDAEBrnA0++OCDOhKd879ohsMfJzhBQ8joRzOcV5wtRotsJ/CIdcm5Z5DS/24EGPpKlDMkF8h+u3fvDut+vnz5tAoGEdtOIzgLJ53TkOWHEGOpBTm/hwAAEcBpbvLbVh+JIIf05UzPYH2/ZMkSfS6cbpauBAA/OHNPdkquQ/4yU634qY+yXp47UN5wptA1SV/ONt1IOmbqYL99zKny6e6sXbx4sY7Qd6qiOBV7vODLflGhQgVFuirL2Js2bNigU4qYRloUJ5EomvqVs/1EnmW9jCW7yhzcG65G8+fBg+rAgYPq2OLHunajQJFC2dW9wNrZtyvcqa8d/Tj5Dzv7/+D/f/lN/bnvyPqJtwNCAIgXudxxnRAAXObZ7cXNz3JASooHamdEP3XwYEtUfzwsYvIdQSwgT5fTeIFAWi6SlFis/vOiMHDgQIn+jwVULvheCAC5YJJliCmLwP7f9njq27cLl6tXBtwfKluhbjV140z7obOniqRQ2iCQKtHaFmAcVqKWRIQDee6Q2OWAkkNpohh41nFGd6YN2BnW0VR31hIp48xx62UKhADgBaVgy8ybN089+uijOv8u8vzRzCsBAMI0adKcRpQrewqyxU6LJt3+5Zdf6pQBZs52rscBQdQs9TmjffiOCM10i8AKdnZTtzb2MGSYzcNVSPNI7OI48mKJHJpCUIKoZBoRiBASkGknmpcIMCJYzXVHHmne/bND2hciDep+OBL47bj9pqLhRNABSgU420ijgKMOkg1KgjhByE0bKeo4Ur1WSg8i1XHS8dxA33DSsO8nMwUHv3FUIJDhNY0IO6ItOZz3YkThO3OKk2s90lkOzz7MgWmkBbj22mv1R25OKi/9cJYRAkA8qMV3TbIIAFZvUINgL+F5GocRaUcgr/H7Y70iC81vsHLlyp4HwG944sSJins2a5jfM/sQ+2jr1q21corbmaLnBlwK0gb1O4Oj2Ds4p+Q3x15JKlJ++6bKKdVFipgldcLy5cttLV5//fVavr9w4cL6vsC1nOGaRl/Yf80zWXDB2eYkBxKIBRmCPRsjxzwRvUjGmxZNWSAR7JJ9bW4gAHD+bqZaAVMUfUkJEY95fe6YMmWK6tq1q62JG264IYwMaBWA8MN6jXSPiKevOXFNOhMA2E8ghzhTlKDWzLNcPKQo5nzcuHG2qeBdhOcq6zkx0t7nTPEcbT4TeZbNiXUSqc07TuygDv0bm6RtXX/OoCtV6xsvTokh7N/9x2Hnvd2RH4rc3/mb+uMX/narP12IDskchBAAkolu+tctBACXOUQaiJu48+E11nTDIscBz8NHNGYujHOkf5zR/dHq55CBCIJoB1O8VNM+L5l+DLUD/niAFhMEhAAga0AQSA8EVrw7X7163RESQLXm9VXf1+5Lj85LLz0hkIrR2nQcBwGHZRxSRjOcdMgcIrMtlv0IpIOzFlSI6F63bl0IIA5eouVutQpCAMAZLZZ9CCBZHElW19kLLwQAnHPOnJeonBHBj9OAtcB7GQfxTil/Dl3J7+60M888Ux/em9amTRu9F5GvmQM/cjo783Xi6Fy5cmX2gSkteUYAx7pTRp85xAHk1RI5NMVphcPKufZZn1bEKA540zgLwKHXsmVLr130XQ6nzsyZM7XDmbYsYks0goyzEcaGQwLFQA70IxlqBwQimHnMI5XlTIJnBPKARzNIHJxbXHxxsIe6BEb06NFDsUeYhnMP5z+H8V4NTIngM6OpuT+xVzijTTk7Yj2YRBXaQaHRIhHgVPJKPojWRyEAeJ1BKZddCEAK5ndvGgFM3I+dDjWUUniGM61p06Zhah1E3Dds2NBWDgIO+7mzTqJ5ISeaRnQ2hAfLcNDhqDON6O05c+aEwbRo0SLVrFkz2+dE+aIEm26W6QQA3pdr165t26dR7yUFr5eUUW7z6fW5g+cCno1Ni0ZQ5rnlrrvuspV/5JFHwtL5pvoaS1cCAL9fVI/dyMUQrrwQHXnPYL8zjWdAfDY//vhj2NTx7sFzgZv6Cekjli5dGlPZxao0kWfZVFpTqUYAOPjHfltUvhWhjyN/7y+7sxz6O/n/3xRlg7a8BfKrY8oUV8eUOlYVKVVcFSl9rP7//67aqNZ/7K6059YHIQAEPTOZVZ8QAFzmkxfhVatWaUmuWLkorcuRl+MgAkk3L4eW5KHDWc/hbCzr3r27ZqR6yQnDjYV8qDxExCIwIPuPjBgv3UHnv4s1Jvk+dREQAkDqzo30TBBwIvD5q7PUlDuORP7XOb+ZuvwZO6tcUEsvBFI9WpsoJZ4bOGD3YhyQc+CeDKldL+3n5jLp4KxlfnCumJFgRHYhyS6Wegi4rSkrz7pTMtcLAcBN/YHDUd6pTOPAiwM33tEs42DemRuWqFyiNU3D6UcUn5XKzfqOXMqzZ8+2leW9TJRLUmvduUXXERlLVCvR5F4t0UNT7nn33nuv/otlOJg5HHY6j2Jd5+V7fgMEE+D0537sjGCjDj8EAD/3CfZq1FqiBSTgaOI8xKvaIU48IpWj5f/2gotVJhJZg98/ZKJ40h1CRnKeCXEuAyGCfQkjzzTR/6gdmObm1PQ6HtYR6RtNw8ngZ917bUvKCQKJIkB0PL8J0/i3Mzc236MIAlnGNOT/nQFSRHA7FU5NRQ3zerf0A2b6DcqSRoEUrqZNmDBBKyK4GfuGmZ4BtaBY6keJ4piM6zOZAMDY2GdxopoGsc3paPeKrZ/nDjdJd78EgESUCryOKehy6UoA4BmGd49EDFIR5CKn8d4DqTmWH8a6jmdZnhkgAXi1RJ9lvbaT7HLZQQD4a/9Bu9T+L1lS+zjysxz7WVH6/P/BP6Kn4YkHj6Py5Mly6pc+/IdjHwf/Yee+dvRrh/+xuoybzRnzivpwjF1VKlpfhAAQz0zlnmuEABBlrnmB5CF02rRp+oURprf1UFq9enW9UfOCi/Off3tx/LxcBYgAACAASURBVJvN8fDIy/Fbb72lkKtkM8c4JCe3FHXDXodx77duHAj0myg9Z7/Je4fcJgdfzpw0uWfpy0gjISAEAFkbgkB6ITD/mbfVzFETQ51ufMm5qutD9qiK9BpR7uxtOkRrc2CHQ9/JYOcZhagY2PTOXHrMJpGTTqZ87pzl7B11qjtrQYO1RBSoaekYCZO9M5tzrVlriujTTp066Qh83ldwODqltmMRADi0Ze7NaFnUyNhn3CTTOeCFTGQae44Z3YVzdtiwYbYykWSFiRQkYtA0IZ/k3Npya3nFihXaiU5OZtN4x+Vd1o8lemjKeiVKnr9YxhkBaQOQfw3KuLdC3H/ttde0szmaeSUAREp7iHoByj2obpikG9rkt0/aH+e+bfXn9ttv14EITuM3jTON37fTyOXNXHOekqhBHiK1odM48yAKz4uBsal0QHQpZzNuzzfsP+xbRP05ZcV5NuIMqXnz5l6aDSsjBIC4YEv7iywlDyJR45GizikAeBZwkvL4XRMV6zTG6AxAclO1gHDsVBLh/BQVAKcR7e0MmOIe73w28YoPe1+hQoVsyijsY25RvF7rzKlymUwAcEu7gmoEz4tuKXljzYHf5w4hALg7LmPhnFPfJ5MAwJjWr1+vFSFikSAhUvKsQaoSP5bos6yftpJZNl4CwD9//qWd+n/wF3LiZzny94ak97Oi9g/ssb87BDWewsWLGo79Eocd+qZz/4hj/+i8/0moWSEAJASfXOxAQAgAsiQEAUHAhoAQAGRBCALph8AHj7yk5o59LdTxlv27qvOGukczpN/ockeP/UThxXKsgVgypLVvueUWrTJkGs4Z8uVBAOCwjGgfciWbUsIcgiOBW61atdwxmSkyylR31gITilvOw2GiWrt06ZIiKEo3TASQG8fhhayv6Zgg4sUvAYC0D6R/MI3ofad8v/X9nXfeqdXZTJs6daomIliGahp50E3jsA+yttNw5kG6Np12rEUOf8VyHgFUG7i/OFM/ENFHZJ9fS+TQlAjQ888/Pyy6O1ofuO9xbwxK3p7c1V5zgHshAKDYwcGzk1xBvmSIBji+iD4nbeHixYttQ42U3xhCDlG9lgOTi3DAEGGLk4boWcgLkAKd0XNECTujh/3OMeWTla8d0gmBGebYYvUPBUf2rXhNCADxIpfe12Wys9aambVr14al0CAn90cffWSbPEhUzv2HPQSygNP+/vtvlS9fPtvH/IYg8MRjELNJH2QaxDP2gnSzTF1TPA84UwERVU3qCN5L/Vo8zx1CABACgHOdcR4yffp0/T7Cs+f27dv1Gclxxx2nVYN4V+nYsaPf5anLJ/IsG1eDSbrILwGgcMli6tA//6oDvyfHqZ+/cMHDTv0SWRH7hyP3idLXsvylsyL1+Xe+gvmThEp4tUIAyDaoc0VDQgDIFdMsgxQEvCMAAeCla2JHt5g1dnngRkX+cTFBQBDIOQTeHfaMWjTpyKHEOYOuVK1vDDavas6NLvNbTvVobQ69eXE18xwT9UbEDRLbpuGcIerWtKFDh6qRI0dm/kSm0AhT3VkLVPTReQjCwV2DBg1SCEnpSiwE4iEAEClIxKDtebJLFy1r7makhbjxxhttX40ZM0ZBTLIM+X4ibk0jWtmZq9v6nvQFplQnUcJukuqxxi/fB4sATn8cP9xfTMOJTL7deKJiEzk0RR560qRJtr4Q1Y2DF2U9Upig6IczwnSo4/xmnUeTzPeKnBsBABzcHFxeCACQaZzOaX7HzrQY/B7IX88BtmVE8uOEcyp1EPmPAoBp/NsZkQ9ekBnMtCFEA/NvnisSsWQRAOgTa6hv375qzZo1UbsILmARSVbc6/hymgDA8x4ODNJNkHYAh0Ykc8tr7XWcZjmUFJzS8DhOUInwQ76w6kzHlAmZ6qw15xlpfu7fprnJoJPX3fl7Y59AocTNIABABLAMZ/DPP//seylCRITwY+bzhsBEVLmb+oDvBrL5gkxcU9x/Bw8ebEOSZzieAU0FF69Qx/vc8dJLL2minGl+UwA8+uijauDAgV67mhLl0jUFQEqAJ51QfgkA8UBG9H2WI/+wU99w7OPkN537BY5J7Nkznv55uQYCwP5f93gpGirTadQAX+WlcO5BQAgAuWeuZaSCgCAgCAgCGY7AW7eOUV+9OSc0ys6jr1NnXhEfwzjDoUq54aV6tDaqA85DLxjsTmlOgMVR4JTaxaGLY1cs5xFIFWctSJDL9brrrrOBgiNtxowZOs81a4lIVBwCRGL1798/EJnonJ+FzOpBPGsKeUycdaa5RQBa3z/11FMKiX7TnMQi8noS8W8a6yiSBLebIxnnQTyysZk1ozk3mp07d+r5QjXGNJQeIIfghInH4iUAbNiwIWzPwSG+fPly7ZQ0jcjQzp072z5r2bJlGCklnv5bBADWJviQfoO2tmzZEkYw8EIAcCPLkBbDGfFKXyH0OVUX3JRaaHfWrFm24aH04Zbflr382WeftZVl30dpIRFLJgGAfqEYwhitFI6kNMAxjTIKKkfsQb1797alJol3PDlBAMBRCDEPpz/jtJzusdZUMgkA27ZtUyeccEJcMAoBIC7YknoREfk49llrlkEqgvBlpvThO4hC7H2mRZtT9mRnvRCOohmqPzfffLMuQopWyE1W2lfrOp4VeF5l30pHyzQCgNu7A6lrUKJCOcivJfLcAUmK92HTIqnkUGb06NGKZ1fTSBkEuSydTAgA6TRbqdVXZPwHV71Q/e/Q/+LqmHbe48y3/g5H6x9x9GdF6hcuUTSu+uUiQSBTERACQKbOrIxLEBAEBAFBIFci8FK/UWr1rEWhsV/y5CBVr3OrXIlFOg061aO1n3nmGXXttdfaICWCcNCgQa4wn3jiidoxYRmHcsgoI4sslrMIpIqzFhTcZN2joYPziyhbcr2LpQ4C8awpIusqVqxoGwQqIxy+uzl5ORydOHGirTxRhGa+8T59+qjnn3/eVgbiwIAB7tEQbgQAnAU4I8SyH4E9e/YoSCDLli2zNY6zGmekM2e0nx7GSwBwi5RnzbH23AxZfdN5xBrDYeWMlvfTd8pSBwSDCy64QKFcYVm84yIyFsl+0w4cOBBGauB7t5y5bhGO/H7NaFvIW9z33Wzy5MnaUW4aJAP2d7HsRYAIe4hSOP0hdripoGQXAYD1w9o0zY0s5hUhIQB4RSp7yuGIbtq0qVq6dKmn375zP7X2QhQp3MxJAEBRxJnmxHkd6i7R1Drow/jx4xXPOelqmUQAIFUMEffsW5bxboBCCQQsv5boc4dbyj2eRZ3Pq1a/UC1AvcA0yPROEoHfcWR3eSEAZDfi6d3e/w4dUiumL1Arp89Xa+d85nswTa/sqFrf2FM79o/Kc5Tv6+UCQUAQUEoIALIKBAFBQBAQBASBDENgwiWD1YYFRw7Qe794r6rZulGGjTJ3DCcex1oypLWJViBqwTQOiy+99FLXifCTtzN3zGTqjDKeNZUMZy2IsH5ee+013+BAPHHmg/ddiVwQGALxrCkaRynElBbnMyJru3XrFtY3N2e9U17cjahUq1YtRRoA5/V8VqdOnbB2cFjiuBTLXgT279+v2rdvrxYtOkJgpAdI7OOcPOaYYxLqULyOcrdI9SlTpugIfDeDwPDJJ5/YvkItoG7dugn1P9LF8Y4Lkg3R7JZBKiAK0s3cfisQEd59991QcSJn8+bNa7s8Wv7tuXPnqrZt29rK44SbMGFCUnCSSsMR4Dc3YsQIfQ+GeBXNYhEAUHNAwt2rsV6cUdakhHH+dqjPLcLWqxIIcvGJkm+8jimocpnkrHViQhoX3h1Ma9iwoZbWd1PeyQ4CQCz1CvbuYcOGKVRo0sHWf/RVWDdRNmJdQYhwe5aq0aphOgxNTZ06VT8f/vvvv6H+Mh5SA7G2/FoQzx0bN25UVatWtTXtlk7HKuD2GyDlhFMRy+9Ysru8EAC8Iw4RDYUKp2qU9xrStyRBSSumz1erZi5MaBCS2jQh+ORiQUAjIAQAWQiCgCAgCAgCgkAGIvBkx5vVluXrQyO7buqjqlLDWhk40sweUjyOtWRIayNnOG7cOBvY0Zwg7dq1U8gJmxZJCjizZzD1RhfPmmIUQTtrqROpTqfDj+hrPifCC+IBB2PmYZ9+gTnqKLV48eJAcmun3gylX4/iXVOkf0DK1TTWGRHHlnOeub/nnnvCJMi5BucV31mGVDTqI2YOYL4jWpmobcvBsGrVKtW1a1eFFLFpKJTgmIonx3z6zVrq9BiZcRzKRNKZdtJJJ2nHUNmyZRPubLyOcjflCaJBI0lBn3rqqWrt2rW2/q5cudKVbJLwoA7npW/SpImtqljOWgpzGM0BvmX8Nvi3m2PVzcEByW/hwiMHujhanfLdyHzzW3Mz5pVIYNMipRUKAqdk1cF+gbF3pJvCkZVWwgs2XtaUl3qsMjjsSH1lWqRnSvJj33bbbbaykFVMJQw/bad62UwlAKDugbPdNNQeSA9WoUIF12nJDgIApBOIW7EMFTQUhVL9+WDYqd3U/t3R0x6YYz17QHfVYbBdjSUWFjnxPe+UpIix0pJYfXjooYcUZFC/FtRzB8+ovK+YShPsTaiZuN1Pq1evrkgtZBnEOVQI0s05LAQA7ysutxEA1n34uVo5fYF2/B8yyDo2xAji95EBQAgA3teblBQEIiEgBABZG4KAICAICAKCQIYi8HDLvmrHxh9Do7vlg6fUCbWqZOhoM3NY8TjWkhGtfdVVV6kXXnjBBjKRGJEiYtz6zSFfgwYNMnOi0mhU8awphhe0s5Y6ccB+/PHH2pGEckX9+vX1OjMj9sgF3rFjR/Xdd9/ZUO7SpYuWKxbLeQTiXVM4FnGYmjl7GQ2ONKKhSpQoocjPGyk6dezYsdq5b5pbGgC+J4c00eS7d+9WkKQsx515LYe4HNSJZR8CHJ736NFD4fwzrXTp0tr5TxR5EBYvAQBZ+iFDhti6gPOb/crpCMLZfdppp9nKBpUCIBIG8Y6rSpUqatOmTbZqIS6ccsopYU198803qkaNGrbPuZdzT7eMaG6cdaaBBb9fN3PrN86dGTNmBDHd2VYHTiRUQ7hnZQIBgPXqptwQNAEAghfKEpZB3OIe7+YwIz/7448/HioLSTBWXvdsWwBJaCgTCQBIniN9blrRokX18x/PfZEMEtjmzZttX0dL6+BMAYByDM5Vr8ZzAUTC2bNn66h/p0IRKhdOMorXurOrXCYSACD8QiwnYt+0W265RY0ZM8Y3tEE/d0AodT7DkKrgsssus/XNjfgWSfnE96Cy+QIhAHgHPDcQAL75ZKlaOWO+dvr/feBPV3Aq1K2uTuvYXP/d3+QKdejfIypUsdAUAkAshOR7QSA2AkIAiI2RlBAEBAFBQBAQBNIWgVGnX6p+374r1P9BCyaq0ieVT9vx5LaOx+tYCzpam0gtIrZM80sA+Oqrr9Tpp5+e26Yw5cYb75pKhrPWKzjkBHeSR4hgJVexU3baa51SLjgE4l1T9AAnPoe48RgS5ESOm8ZBG2vF6TTwUj8EAWf+eS/XSZn4ECCHL+Qy570FBx+OoSDvF/E6yt32HkZL/nqiWSEqYBzs9+rVK4yoBJEFFZNkWbzjuvjiixV5h00bMGCAjnB12q233hrmZEG2+8svvwwVdYsm90sACNrJnCzMzXozgQCA+kPz5s11WovOnTurLVu2hKnrBDk3KLw4c3VHi+KlXzxvWgZpzCQPZMc8Z2cbmUYAQOUHAqlpPL+h+ILaUzQjhQ/qYaahNgI50M14HjTJfRD/tm7dGtf0QXxiDzMJipAWiOxO5WjtTCMAkEIHhQae903r2bOnevXVV30rMiTjuWPWrFmKPdI0FHHeeOMN1bp1a/0xSkDsr85n02jp9OJauEm4yE1Rgt/FgQMHtPqBmxU6NrG0TUkYRo5VmakEgO8+Xakd/kT7H9iz1xXfcrVPDjn9S1Q4LlTmjhM7CAEgx1akNJxbERACQG6deRm3ICAICAKCQK5A4N9//lHDanVTf+47EBrvkC9fVseekHVoLZbaCMTrWAs6WlsIAKm9Tvz0Lt41RRtBO2v99Js8rBygmSakEj8IJq9sImuKXiHPT3SgU7rf6nHNmjV1jtXp06fbBkHUccWKFcMGhgMLYoBzvVgFiTKFdEC7puGMfv7555MHlNRsQ+COO+5QOP6chpMFEpsXI395tAhSq454HeVcz8E+B/xOYx2VK1dORyUiSe5mRLQT2Z4si3dcbnnVcQQTtQg5wDK3cnyHQ+ajjz4KlRMCQPopAOCUmDZtmt4rTTn9eNeU1zWOQ8xcO4UKFdIqL8WLF3etAiLQ0qVLQ9+lo1KEV2wol0kEAPaTK664QuF0tYx9hnu5kwTihhHpTViPpqFyVr58OJEdMk7+/PltZXl2cBII/MyFk3zCtXPmzFFt27b1U022ls0kAgDPcvz+f/nllzAMUYfwQgA+88wzbc91yXrucEtpRqchq0B4cSOioISCko6XcWTrInI0NqRaJ/XX/iMpg2L1pc3Nl6r2t10eq1iu+T6TCADff7VWrZi+QEf7792523UOjz/lpJDTv1SlE1zLfPbSe77nv0kvO8nGdwVygSCQyxEQAkAuXwAyfEFAEBAEBIHMR+Dgnn3q7lO62AY6fPVbqnDxopk/+DQfYbyOtaCjtYUAkOYLyeh+vGvKqiJoZ61XZMkPjTPKNLcIcK/1SbngEEh0TdGT9evX6+hj8rziDEJOGznySy+9VF1zzTU6UtCMOK5cuXKYhLk5IqIAiSwnAotoUQ7gyDeM8wnn/08//aQ6dOhgA4HyRHEn2+gLa5nIL6KnnMSGSO3jdJg7d67v7kVSa8EpQySjM6eulwaiyTB7uZ4yRMeTjiERI30IkvyxLBGnJmNt2bJlxHz2kdoeNWpUWPqAWP30+3284+L3QSQ1Ua5OI+oW5wpO/UiR1qT/MaOyhQCQfgSASGst3jXlZe0Szesk7LC/P/PMMxEvZ982HYCXXHKJwnHG/Z+0FUhRE22LggupgS6//HKFkzldLVMIAOwP3bp1U8itW0aKCe6zzJEXQ0KdKG/TWJ+NGzcOu5wUEs6UMe3bt1coTsRryP0/+uijtssnTpyoSDWUqpZJBAA3tRC/uPPMZz43Jeu5A7ICdZNCwovx7Ecqodq1a3spnqNlhACQGPzpTgD4ceUGtXJ6lrz/79vcya7HVT9RO/3rdGyhylQRpdHEVoxcLQgkBwEhACQHV6lVEBAEBAFBQBBIKQT2/LxLjWxwaahP+QsXVMNWvKHyFrRHS6RUp6UzKhHHWpDR2sgdT5482TYjflMAEMHlJVJTpj25CCSypqyeBe2s9TLi/v37q2effdZWNB2kM72MLd3LBLGmomFAJD8KEKYNGjRIPfjgg3FDhxQr0a+W5cuXT0v7RpIzjbuhwxfi1Jk5c6Z2+hNNbjnd/UhrV69eXW3YsMF3VyLt1RxUI5Ecj+UmAgD4EOGPM+ill16yRbO6YUdaANIDcN9MtiXirOVaIvlxoPo1Z+5lnB/kcTfNbwqAjh07eibD+O1vssqncwqASJgksqZi4Yzz/vXXX7cVW7NmjYJ04masTaJn/ViNGjX03s5+mY6WCQQAiHwoNTjJZdFSPbjNFeWJ2DbtscceUzfffHNYcdYV68u0u+++W917772hjyAOQlYybceOHaFULs5KUQV64YUXbB/TjqmSkmprTAgA9hnJLgIArUJC6dGjh02xxG19sEdBAoWElw4mBIDEZikdCQA/rduknf7I++/a4k5qKXNyhVCkf9lq9ue/xBCTqwUBQSAZCAgBIBmoSp2CgCAgCAgCgkAKIrBz80/qwWZHDqSLHV9KDf3qlRTsqXTJQiBRx1pQ0dpuKQWmTJmic8a6mVukKo4rZLzFchaBRNdUrN4nw1lLmxdeeGGYcyjZ8tqxxirfZyGQzDWFA4HoazOPOtGdkFCqVKkS1xQQcU8EsylLnAz5f+qfP3++dvq//fbbYTls6bwfAgBS2eRc9WuRCABE3xOxFo/lNgKAhRER8dz7cHDh9CYyGdlpopSJ5GM+iUJOFpHEOVeJOmvnzZunyKXsJrFMW8WKFdPOLif5yqmWwfVgYBp4rFq1ynV5LV68OEy5AeedM9o3nrWZndcIAcA72vxe2LPNHO1t2rTRv6VI9u2336pq1ap5b+RwSVIaoDZQoUIF39fm9AXpTgDgt92uXTudGsU0J2nIC86QQ5wR0jhP2Vecsum06VxLH3/8sX5+sAzC0yeffGJrOhIp4ddff9XvLPzXNCTbGzRo4KX7OVLm7hoXqYN77dhH60iVJnXUJU/dqYqWKZEj/Y3WaDopAFjjQPECAhLqU6yV7du366+4P5LOgGdP7nWkEEoXEwJAYjOVLgSAHd9uUStmLNCO/x0bf3QddKnKJxx2+rdQx9esnBgwcrUgIAhkKwJCAMhWuKUxQUAQEAQEAUEgZxGA0ftYuwGhThxXvZK6dV5k6c2c7a20HoRjLYho7bvuuktHNJpGbk/kOd2MnIumw44yRNc6HQQyw9mPQBBrKlKv/ThrcSgR1W9apKhuHKmVKlXSDjfTyO1KjlexnEUgWWuKPYM9xil7H0syOhoa7FusO9M5gQOXfZI1FoRR94gRIxT56UlnEM28EgDcHKykSUBSOZa98847Os+309zyu3s9lN61a5d2DovlLAKJEgDoPYfT48aN0wQrIhghmfBbgHQ1cOBALYGNk8w0omjNiH+clqSTMA1nL+mI3Iw82shzm3bttdeqp59+OmcB9dm6EAC8A4YDGGUq01hzKD9EMggqkASchlOYez9kAp413WS3uS/Nnj3bewdTpGQ6EwAgXeBk//33321oQjKC3OPlfuWchkaNGqmvvvrK9jGpetizjjnmGAVe3G/vv/9+Wxmc96Q4Mdt8/PHHw9QDIBRyLc8FRYoU0XUsW7ZMpx7CgWsaqVHYI1PRlr3zkVo4aZr670r/KkGMp2qzeqpBlzaqQdfWqTg86VMOIiAEgMTAT2UCwK4ftoXk/bd9vdl1oCUqHheK9C936smJgSFXCwKCQI4hIASAHINeGhYEBAFBQBAQBHIGgR+WrlPjLhwYarxyo1pqwDv2HIc50zNp1YlAshxrVjteo7XJedm3b19b9yAEOKU5rQJEXZmOr8KFC+sDQa/OJVkJyUMgWWvKr7OWyGgzMosR41D6+uuvwyR/3aKAypYtG4qsSR5aUrMXBIJaU/v27dPRdjgRcNwgt+6MIiTHL+lEihYtGrNrRGLt3r1b/fDDD+rTTz9Vzz//vK7baTgdcT4GZW750CPV7ZUAwJiJHjMNVQGizeM1HLvI2puG1D3Rs2LpgUAQBIBoI8W5BhnAimKkLA451COcVr58ebV169bQxyhW/PHHHwqiitMmTZqkrr76atvHOOHuvPPO9AD+cC+FAOBtutiHK1asqNeDZThTifB3Wx9WGcgo5Mnmb+HChToFCuRByCmWQQIYOXKkTerd+g7FjnSR2bb6nK4EAAia3KPc1ESYa2fEvtvKgTzMfdo0CIBE95uKPXyP475cuXK6PedzAt8TgY0cu2msP1KTbN4c7ugiDRApcSgDwc3NIM117drV26LPhlJ/7T+oFk6cqhZOnKb2/WonXSTSfIMurTURoGqz+olUI9dmCAJ+CQBNr7xAdRp1JNgkQ2CIexipRgDY/dMvWU7/GQsiEoaOLVdandaxhXb8VzjNvwpP3GDJhYKAIJA0BIQAkDRopWJBQBAQBAQBQSB1Efh24XL1XM+7Qh2s2aax6v3CiNTtcC7tWVCONTf4/ERrf/nll6px48a2ajiANXNoW1+65ZVu1qyZPsAVy3kEglpTiTprcc7iWHJGSHPQ+9xzz4WiS4nu6969e1i5IUOGqFGjRuU8oNKDQFIAkNOX6Lxodtxxx2k1gEj5os1rcTgVL1485uzccMMN6oknnohZzk8BNwIAUYiQF3B4meaVAMBe27lzZ9u1iUoROzEn+tF00PkZs5TNGQSSTQC49dZb1ZgxY2yDc8r/W1926NAhLOIawk3dunXDwCG6ln3eNKK9W7VqlTNAxtmqEAC8AQdhFCUp0yLlcvdWY3gptzRBEAOGDh0ab5U5cl26EgCSIdduTQBzOHr0aM/z0bt3bwXJyM3Yk1AfiZT2JFIjgwcP9tUHz52No+D2b35QiyZNVV+89n4cV9svKVnpBLXr+59c6zmmTAllkQFQDMwNxrsJJoT1rNnes+NXdd8ZV6h///rb1/TnLZBPHV+jsjquZmV1fI1Kh/9bWRUuEZu866uhNCicCgSAvTt3qxXT52vH//dL1rmiVrRsyVCk/4kNRF0vDZaWdFEQ8IWAEAB8wSWFBQFBQBAQBASBzEFg7ZzP1Au9jzj961/USvV8YlDmDDADRhKUs9YJhd9o7UOHDqnjjz9e7dixI1QVstnk58SpZRqHdM4D12HDhqnhw4dnwIyk/xCCWFNBOWuRhHVLI4GzlMguIvvMyFMLfRzBRPaVKlUq6RPCwQ1RX+RxJ683ksWJWqTc6/HmVccJRcQ8fSS/rd+D7UTHkx1riihOnODIinuxWAQAogfZkyCSBG0WAYA2mjdvri666CLtvCdCskmTJrbmvBIAICncdNNNtmsTjdanX1OnTg3VCcb8rjLV+J3wR2R6tKjjdBp/sggA4ITD1un8R3adNeLmHEGSG0KNaX369FEoCJkGyQTyl5lbG5Ug9npLgjtd5kAIALFnCowqV66sfvrpiJOReYb8F2QaETeSlNf9NfYosq+EEADmuoJNGpJ77rlHS/5HMu65kJZQE4mWbmDTpk1qwIAB6oMPPog5sahNQVYhjUFO29fzvtQR/5D4nZa3QH51Vp8L1ecvz1IH9uz13NWzB3RXLQd0U0unzFNL356rtq52T9uC9DeqABACChXPXCcuz4683xYsWNAzhplWcOf3P6k1sxerNbM/MEYJGQAAIABJREFUVT8s+zrQ4RUtUyJECiCH/HE1Kqvja1ZSeY4+OtB2UqmynCIAHPh9b8jp/91nq1whKVLq2FCkP4qgYoKAIJC5CAgBIHPnVkYmCAgCgoAgIAjERIAX/jduejhUTmTbYkKWrQWCcKzR4USjtamD/OwPP3xkrfAZcp/IbOKUQ55zypQp2qFrHtDhaEFuE/lXsZxHIIg1FYsA4MdZSxoJZ37paChxKDdz5sykRoqyfmkDh/qsWbO00xALwplAdFHDhg1dpej9EAD4vS1evFj3EYKC5UzDkbZ3r/fD3yBWZDLXVJkyZRS5oznU9yIhbI0nEgEAp0Dbtm3VI488osgjnQxjHnFGXXDBBTY5/USctUj1I9lvGbmP9+zZk1D32b9JLWDZ+eefr2bMmJFQnal8sThrI88Oex6/GVKwQCKaMGGCzWHLlThFUGSpV6+ea0UQUkjjYspx83sj7/v111+vSReQCMnf7XS8kQ6ANtPNZE3FnrHJkycrIrJNu+6663QO9yBt3bp1YeowrFXyuaeqIcXsNNYUqQ9Ic+PmxD72hNIpOZxkKgBYA4ZcB6EItZBvvvlGK9ZAIoFQ1Lp1a51WpGrVqp7x+eqrrxREVFIEfffdd/qeyjMUJFPujzzzQZRj78tJ+/TFGdrxv3NzeKT+cdVPVGf16aQaX3Ku7uKwU7up/buPpNqI1W8IAB0GH/l9oi6wdMpctfTteeqPHb+6Xl6jVSNNBqh7QYtY1afd97mVAPDTuk0hp/+29e654L1OZvk6VdV/8uVV1EmaCi9WtmpFdVyNSsokBZSocJyXS1O+THYSAMB75Yz5asX0BWrD/CPP9yZIhYsX1ZH+dTo2V1Wa1El5/KSDgoAgEAwCQgAIBkepRRAQBAQBQUAQSFsEPn1hhpo69KlQ/1vf2FOdM+iKpI8n0ahVDvVef/11fRBE3lle2sldzMFNixYtVMeOHT05CXGkFShQIOTk8zNwPw47P/VaZZPpWDP740Vam4N7ov/MqD2rDqK1ObB0+65///5q/Pjx8QxfrkkCAslcU/E6a5GUxsEbKe+qBQNqE+SFd0ZRBwET+8D8+fO1Q53c6r//Hp5PNQgCgFskt9V/L/sJDjr6+NprrykOw52WrgQAnPzkdka2n1zi5Bk/++yz9T7ux/Fv4cH9AIUInAMlSpTQeaDPOOMMnb/Xq4pAEOvKrCMRAgBpMCB6WFa9enWtXgABCycG40WhAucH65R9l3FHM36vplrEJZdcourUqaPeffddtXbtWnXw4EGNIU60Ll26qMsvv1znXU5XE2et+8y5RU47SzLvL7/8srr44oujTv/dd9/tmpoF4haRtER9o+xiGnvWqlWrFHnC081kTUWfMe6rEK3YTyzDqc19jD0sSENBAqUq09zSrgTZZqJ1jax/iZbY9mrNru6kLhje32txKZfGCPy+fZdaNHGqWjhxmvrXsWcyrFPanaGa9e6kTj7LnmJl+/rw58JYMOB4dbMNC5ZpZYBlU+a5fn903v8cVgVoo046IzmEylh9D/r73EQAQAreivTftWWbK5SVTj9F/bhyg/r3b/t9OxrubW6+VLW/7XJdZNcP29S2dZvUT19vVtv4W7dJf+bF8hcuGFIIyEonUEmnFShYrIiXy1OmTLIJAP/+86+W9udv3dwvXMddsGiRkLy/c89IGaCkI4KAIJBUBIQAkFR4pXJBQBAQBAQBQSA9EPho3Jtq9gOTQ509f+jVqkX/roF3PoioVQ75iEB+8803Y/aP3PNPPfVU1EhPt5z1MSs+XMCLw85rXW7lkumstdrzE61NNHSnTp3U3397ywWIM4nIGg74xVIDgSDWVNDOWpAhah2n9nvvvaej43FMEjGKkxIHJNHUl156aVzO4GjIE606YsQI3TbOqWiWKAGAvQunR6TI7Wj7CSQaIt9iRTPmBAEgNVZ26vciEQIA5AVSR3g1yABE3rJfuxnOfb8StzVq1NDKBkE77ryOKdFy4qx1RzAWAQBiJcSrDh06xJwCng3atWunVQS8GM5g1ukVVySfdOqlP37LyJqKjhjPjNw3TeMZhJQ1QRvPDfXr17dV26BBA7VkyZKgmwqsPiEABAZlxlSEU5Zo/1UzF4aN6ag8R6mzenfSEf8lKpTNtjHz7o4iACkCNi5e4dpu8XJlNBmgfpc2qvRJ5bKtb0E3lOkEAEgdOP1Xz/5U7d35myt8J595mqrd4SxVu0NTdUyZEmpItU6eI/mp0CQAuDVAlDrqABYhgP/6UQtABUWrBRikAJQDUtWSRQBYOWOBjvZfPWux69AhUBDpz1+1Fg1SFR7plyAgCGQTAkIAyCagpRlBQBAQBAQBQSDVEZh1/2T18VNHnOrdHr5ZNep5TiDdDipqlRyiTZs2dY18jdRRHCEff/yxqlvXHiVhlY+Uj9vLwNOZABBvtDbSvVdeeaVrbnYTMw59rbzpXrAMokyi+dqDUpWwxkKkI1G7pEZAahsHMA4PsK9QoYJ2qHTr1k0RpSaWMwhY+dq9tJ4oAYAIa1RLIlm0/QSJ2x9++CFmN4UAEBOiHCuQCAEAlRUzh7aXQUCgIZofaX+nffvtt6patWpeqrGVwRmMo439K91MnLXuMxaJAABBhJQ+9913n1aC8GqQqvr27atJVdEMtY9nnnlGoW6RriZrKvrMoeLiJINACjj33Cy58lhGRD/PTZaxp6HOU6RIeATopEmTtAS8aawtL2ThWP1I1vdCAEgMWVIqYUdnQP7w5VM/1o5/oq2dVqrSCdrp3/SqCxIDLICrf9++M0QG2LHxR9caK9avoRp0aa0adGmj8hcpGECr2VdFJhIA1rz/aZbT//3F6q997pL81VueHnL6Fzr2GBvgQRMAIs1mImoB1GmRArLSCGSlE0iFlClBEgDWfvCplvcn2h9ijtPyFsgfcvrXaNUw+3440pIgIAikPAJCAEj5KZIOCgKCgCAgCAgC2YfA1CHj1Kcvzgw1eMmTd6h6nc+OuwNBRq3iTCUn48qVK8P6w0E1MvbI1JPv3mk4K9avX68KFSoU9h0OWucBtNfDJCTLkZhOlqVqtDYRzMi2ky8a6V6k/0mjcMIJJ6izzjpLR2pz8JsdFkS+9qBVJRj3ihUrtFwyeUqjGdLKt99+uxo+fLjKly9fdkAmbRgIuBEAIGm4SQcnQgD46KOPdI7aaOaXAEAfN23apA4dOhSqVggAqbu84yUAEFXN/mrOM6OEFMA9ke+Q2F6zZk3Y4EuXLq1zGx9zjP1Al9Q5bdq0CSuPXDepXrjfku8dhRynJSuCN9kzJ85ad4QhAPTo0UOnkICcRhQ1REvIaTjp4zXWO9H9ixcv1uQl7tUQSFhfrKF+/frpNtPZZE1Fnj1Ij+xPpkE64lncLbe9W01uBIKnn35aXXvttWHFSQ3EmjONdxDSoaSqCQEgsZlJd2ftXwcOaol/pP737gpPO0XU7lm9L1Q1WzdKDKgkXQ1ZAVUA1AEO/hH+7k2zp55zpiYDnHpu0yT1Ithq031NgQbras3sI05/Fe4n1qDVat8ky+l/blOVr1CBiEB+8Zp/xZbGl3gjecWavUTVAgoWLayOq1lZqwUcX6PS4f+vpPIXCT8PitWXeL9PlACw/qOv1Aok/mfMV//8Ga7ASCoOK9L/lLZnxNtNuU4QEAQyHAEhAGT4BMvwBAFBQBAQBAQBvwi8fuNDatk7H4Uuu2LiPfoFPh4LMmqV/LO9evWydQPn6ZgxY3S0GU4QnBbkROZgmZz0pj3//PPqqquuChvGo48+qm677Tbb5zt37tQH1WKpiUCQ+dqToSoxffp0TSrB4eHVWNuQKsSyFwGLAMBe0rx5c3XRRRepzp07qy1btigcCqbFSwDASXTaaadpx0c080IAwEFLH/kjxQb7nrnOMoUAgNMbMheOa6+ErOxdOf5bi5cAwH6HUs3ChQvVggULtGP+hhtuUORbJyLWMqL9e/bsGXbve/LJJ9X1119v6zD3R+rij3o3bNignn32WXXhhReGynE/HTlypLr33nvDBrt69WpF+ph0skx01qYT/pnY10xcU/HuU875hQDpjL5324uirYvnnntOXXPNNbYiEH7Zq9jruG9znxgyZIh6/PHHbeW4F5LWJ5VJJkIASGxXSFdn7c8bftCO/0iO1SaXn6cj/sucnD5KO2vnfKaJAKtnLXKd1HyFC2hFAMgAJzaomdjEJ/HqdF1Te3ftDjn9v5m/1BWhPEfnORzlnyXvnyeNlTMSVQsoXqGsgxRQWZWtVjGhlUU6TVJ4OI33maPz5HHFu/cLI1zb/HbRch3lT7T/n3v3h5U5Kk+ekNM/3jO6hAYrFwsCgkDaISAEgLSbMumwICAICAKCgCCQfAQm9x6u1s05Eklz9SujVfWW/vOHuREA4o1a7dq1q5ZSN2306NFq8ODBYYCMGjVKO0dMu/zyy3UeW6fdfPPNtoNDpEX/+OOP5IMsLfhGIOh87clQlcCR1rBhQ9c870RX4sx0i6oFDOThOTRPN+NwAyc0B/Pp5qzF6U4E7AUXXGAj/QTlBGEukdDGQWEZqQBw6BKZbVo0AgAEphYtWqgqVarYrslkAsDevXtV0aJF025NRfr9BrmmIrXx2GOPqYEDB9q+Rnli7ty5cW8rkAIgNZkGMWDo0KFx15kTF2aiszYncJQ2jyCQiWsqiH0KYh3P+pZEO4ixl2/dutVVvj/SmuK5AhUBN3UTntVROOF56uDBcFnrdNijhACQ2G6Sbs5aInmR+ScPu9OKHV9KNevTSTv+iehNVyNie+mUeVoZ4IelX7sOo1TlE7LIAF1bq+Lly6bUUNNpTf364/aQ03/zV2tdccxbML92+tfp0FTVah9fMEdKTVCUziSqFgBB4jiUAmpW0uQA6/+LlvUWEAIBYPYDkz3DdVSeo9RDW46oK2z6Yo12+vO377c9rvXUOb+ZOq1jC1XnvLM8tyMFBQFBQBAAASEAyDoQBAQBQUAQEAQEAVcEnuk2SH332arQd9dOeUSd1NhfxJ9FAAgiarVu3bph8v/kMXbLn75kyRLthDWtVatWCtljpxFJO3Xq1NDHRDUS3ZipZuaM8yrDmipYBJ2vPRmqEm3btg1ztrF2IZ/wO8BIY4Gj3xkRjuzyokXu0TOpMgdu/YAAIM5a9xlC+vqUU05RkFcwohJJC4Ez3w8BINL8CwEglX8Z9r4F4ViLNVoOr52y7YmS2txyxMerhhGr/8n8PhOdtcnCy3pOSLdnhGThQb33nXGF+u2/P3tuokmv89RF993guXyqFAxin7rpppvUE088YRsSZFsISn4NUiUkJqL5vVqHDh00aSnVCYnDa3eP6OhxG2uRkseqhj3aqqrN66uqZ9XzCkfGlksXZy2p9RZOmqp2btoaNhcnnVFbO/2RYc8027n5J7V0SlaKgEh7Z+XGp4bIAP/JlzfHIUj1NbX9m++103/17MXqp7V2ErEFXsFiRQ5H+jdVNc6WPPCJqgUUKl40jBQAQQByhWnxEACun/aYWjEjy+m/5+dfXdc/e0Odjs11xL88k+X4FiEdEATSFgEhAKTt1EnHBQFBQBAQBASB5CMw9tzr1dbVG0MN3TTrCVW+TjXPDedU1KrbASZRjDgynEZ0EblKLTv//PN1bvtMtXR21gadrz1oVQnysTsjtIl6w+F73HHH2ZbUqlWrtCy8abzYE8mWL1++tFp+6bymIgEdhBOEulEWMPcT1ElQA4C4JASAyMtc1lT8WwBKI7/88outgt9//11H4MZj69atU7Vq1bJdWq9ePbVsWXgUYzz1Z9c1QgDwjjTrJW/evKpQoezLk+u9dzlTUggAMz0Bj5JNxYoVNSnQMlKV4Mh3Ph95qlAprRxw3XXXKdKcRDMc/tdee61ODcb6TUX7++BfWvr9i1dnK5x58RrPixABqh3+O75m5XirStvrUtlZu+fnXVrmn4j/f//+Jwzjht3bqbP6XKhOqGVXdUrbyYjR8U2frw4pA7jhweU4OFEGqNmmUY7BkIprasvy9SGn/87N4SQSwDqmdPGQ0//kpnVzDL90aThRtQDGWbLSCer4GofVAmpW0ooXC557JxAIarU7Q0f685vI85+jA6lTKhEEBIHcjYAQAHL3/MvoBQFBQBAQBASBqAj889ff6pFW16hd3/8UKnfbR8+qstVOTAi5ZEetIv+Po800Io+IQHKa01mCPDe5tTloXLt2rXbIlipVSuHw6NKliyKVAHlH09XS2bEWdL72oFUlILz06dPHtjT498SJE12XS9WqVdXGjUcINhSCRFC5cnod5Kbzmor0Ow6CAIDjHwKAZcwrzlT2PyEARN9BZU3Ff4epUaOGJh2ZRvRsuXLl4qp0+/bt6vjjj7ddy/pFgSedTAgA3mdLCADhWAkBwBsBwJnyBiSDItZCOnrxxRe1UhLPSpAMUDypUKGCatOmjerVq1cYWcn7qk9uyU1frNZO/2XvfJSUhoqUOjZEBoAYULRMiaS0k0qVpqKz9ocl69TCSdPUyhkLwqAqXKKYdvoj9Z+/SO4lV6149xNNBiAlgpsVOvYY1aBLa1W/a2tVvnbVbF1yqbKmNi5ekeX0f3+x2rN9lysGxcuVCTn9KzW0kzSzFbQMaixRtYBEoKjZupF2+PP3n/zpFQiQyLjlWkFAEMgeBIQAkD04SyuCgCAgCAgCgkDaIrB/9x/q4RZ91d5du/UYyJF2x6LnVYkK9ohmPwNMFgGAfKOvvvqq6tu3r+Kw37Ly5ctrZ74zAhLnPnnL/RjOFZQEqlev7ueylCmbzo617MjXHmmivKhKDBs2TN177722KsaOHauQw3WzM888U3322We2ryKltUiZBeTSkXReU37m24/s+YEDB7T0P6QVy9555x3VuXNn/U8hAERf0bKm4v/FFytWTO3ZY88f+scff/jKvW22vnz5clW/fn1bhxo0aKBItZNOJgQA77MlBIBwrHILAcD7KpGSsRA4+Mf+rGj/12arX74LT2FwVJ486n+HDsWqJvT9Ke3OUMdVr6S2LFuviAomijWSUQ51gCyVgHoqz9GZF0WaKs5a5mD5tI91xP+PK+zkO76rWK+GdvzX63S257nODQX3/fq7Tg9AmoCf1m5yHTIBB5ABGnRtrbzmYk8Eu5xcU+s+/Dzk9D+4Z5/rMEpVLqdqd2iqHf8VTvOuyJgIJrn92iDUAiJhWL3l6SGnf75CBXI71DJ+QUAQSCICQgBIIrhStSAgCAgCgoAgkCkI/L5tp3rgrN7qnz+znOrkQ0MJAMm5eCwoAsALL7yg+MNw5iOpvXPnTluXcIbMmTNHNWoULimIs7VaNf8v0CVLllQ4RYg6SjcTx1p8M+ZHVcJLC+RYJi3Ajh07QsX5XViHT17qSJUysqbCZ2Lw4MHq/vvvD31BDuO5c+eG/i0EgOirV9bUEXx69uyp3njjDRtgs2bNUueee24YiNwDWVumlS1bVhHFbxoR/eZnSHTj9C1SpEhYnZMmTVJXX3217fPu3burN998M1W2IE/9EAKAJ5h0ISEAhGMlBADv6ye3l/x20Qrt9Cevs5tVbVZPnXrOmerDx15Ve3dmkau9WLOrO6kLhvfXRXds/FGTACAD/LBsfcR84Fa9Jzc9TVVtlpUyoHyd7I2q9jK2eMrkpLOW/v594E+1cNJU7fh3m8d6nVqqs3p3UhXr14hneLnqmm1fb1ZL356rlQEi/SaqnlVPEwHqd2mdtFzo2bmmUFlcM3txyOl/6J9/XeccMo/l9M+NqT5S9YfgVAvY9NkqRdCMVzsqz1HqoS2zvRaXcoKAICAIJISAEAASgk8uFgQEAUFAEBAEcg8CRK881OKIE6DkicerWz54Ki4Zw6AIAG4R1OaMNG/eXE2YMCGik3/evHlaNtRptWvXVjVr1lT//POPjtDetm1bWJlzzjlHzZ6dfi9u4ljz95v1qyrhtXanPDzX+Ykw99pOdpSTNWVHGfl10ohYKiSkDFmxYoVNmlgIANFXpqypI/iMGDFCDR8+3AZYJAf8nXfeqR588EFb2R49eoQRCM4++2z1ySef2Mo9/fTTOn+205o0aaJQQDFt/Pjxqn//LEdUupgQALzPlBAAwrESAoD39ZMbS+7/bY/6nGj/V2erX7fYCVfgUey4Uqr2eWdpx3+VJnU0RCPrX6L27PjVM1wmAcB50fdL1oUIARADfvvvEXKpsywS61oZoFk9TQg4tlwZz31IpYLZ6aw1x/3zt1vUoonT1OevzgqDI3/hguqsPp30X5GSxVIJrrTpyzefLNHKAKgqRLL6F2WpArB+g7RkrykcxDj9V8/+VK3/6MuIXSf1geX0L12lfJBDlLqShMBH495Usx+Y7Ll2IQB4hkoKCgKCQAAICAEgABClCkFAEBAEBAFBILcgsHXNRjX2/9k7D3ApinQN/xxyFpAgOadDzjlIEEHEsKbFFdE1r2Fds645rHHNXjGBaxYjqKAIKojkDJIkowgSBQQk3Oerwwxz5nScru7pnvPV85zLXae6uuqtv7ur6k8D/hEfLjaoV495UrIKuQstqcsA4LjjjlOeamZl8ODB8sADDwgU+kYFYbq/++479Td58mRZvny5vPjiizJkyJB4dRgB3HfffXlCu6PCwoULpVmzZpGafirWrKfLa1QJJ8IARVTLli1l6dKluarDoASGJVErlKncMwZv/4kTj+X5vfrqq+Xpp5/OVYkGANZSTpk6xgcGJUg9k1xuvPFGueOOO1Rqm8OHD8sbb7yhPPXBLrF89dVXeQzdRowYIZdddlmuekiHg+8fIg7AaGXPnj1y++23y1NPPZWrXsmSJWXDhg2C72+UCg0AnM8WDQByWO3fvVdWTVsoyN8+5ZVPBB6bTkv9rq1k2Mv/lmKlSzq9JKPrZapMLZs0S3n7L/zie8P5Q4hnKP2bndxFSlXI/c6c+5G5gtNMGFqfbh9GHiGrf5o6XxkEIDoA/t2/+w9T+YKCEYrUht1zUgYULhaN/NN+K2uTgS2dNFN5+y//dnYellWb1lVK//bn9M/o5zjIwR0+dCgnRcDoCfLTDwsMb41IhDAEaHtmX6nSuLbn7vkhUzt+3hJX+q+aZjwOdLxW26ZK6d9iYDcpV6Oy57GwgWAJ0AAgWN68GwmQgDsCNABwx4u1SYAESIAESCDfE1g9c7E8f/q/4hzqd2sll73zH1dcdBkAwCsS3pFWpXDhwoIQxn/7299c9TG5MowCPv3001z/GYYBUMBEqVCxZj1bXqNKOJEFKISfffbZXFX79eunUlVEsVCmjs3aW2+9JUOHDo3/B6QLQaqRcuVyp0uhAYC1pFOmcvO55JJL5OWXX84DrUiRIlK1alXZvn27oTEcItzAACC57N+/X9q1ayeLFi3K8xvSAFSsWFFFvkFqneQSxe8exkADAOdfl0xV1toR2LN9l1L4rz6q9N+46Ce7S2x/r9elpVIAZ5/UWcpF1NPadpAOKmSSTP2+eZtMf2ucUvxDuZdcyp5wvMrr3GxAV6nTIdsBHX+rbN+4WVb9sDAeIWDDwhWWN6zToZk07NFapQyo1baJv53z0Lofylqj7vzw+lil+N+yakOen5ud3FW6XTQkHtXBw3B4qQUBPGcqRcDorw3nAZdWza4XNwYoWb5MSjx1yRRSdMQ8/TcsWG7al3pdWkjzgd3UX5lK5VPqMy8KBwEaAIRjHtgLEiABYwI0AKBkkAAJkAAJkAAJuCYA74eXht4evw4W6xeM+LfjdnQZACTeEIqK1atXy5tvvimPPfaYQMERK8hvjFD+HTp0cNzH5Ioff/yxnH766bn+cxRDtlOxZi0CXqNK2AkYlHhQ5iWWsmXLyoIFC6RmzZp2l4fyd8pUzrTs2rVLeWonpgwpXbq0UtAmF3h1Jxfkaof8ValSJU94drOJ9+NdGgYho0zlngV44yOizaRJzj1G69SpI1OmTDGUP7SOiDeIVgFvfqdl4MCByhCuYEF3UX+ctu9nPRoAOKebScpaq1Hv+nWb8u5XXv7TFsqvy9c6h5RCzWrN6kuzAZ0l+6Qukt9yOWeCTC35apoK8b9kwnTD2W/St2OOt/+ALoIw+2EtiOa2avoiWYfoAHOWyrb1eVMWxPqOkPaIDqBSBvRoI0j/FpaiS1lrNB6kZpj88kcq1H9y5I+ChQsppT88/o+rWjEsOPJNPyCzsz/IiQywf49xZIvGJ7aXtmf2kVZDerni4kWmNixYkaP0H/e9bF6x3vS+jXq1jSv9w/yecAWOlYUGABQCEiCBMBOgAUCYZ4d9IwESIAESIIEQE1g0bqqM+vu98R52OPckOeuxfzrqsd9Kq1GjRsmFF16Yqy/9+/eX8ePHO+qfUaUlS5bkyuGNOq1bt5Y5c+ak3GY6LqRizZq6n1Elxo4dq4xIkFYiVmCcgv9+8sknp0MctNyTMpWDEalEevbs6ZlptWrVHCtl/X6Xeh5Mig1QpvKCg1HbnXfeKU888USud4gRYij2kRIAxiRWZePGjXLVVVfJJ598YlkPCv8rrrhC3RtRdcJepr4+Nk8XDx08KPsPHJDixYoLcq8mly4XnBL2YQXWv0xQ1hrB2r7h16Mh/Repf39bvdGSaZnK5aVupxZSt1NzmfDUW7Jr01bHc3BctYqyY2Ne7/BYA1CkIipAs5O6SJ2O0Uol5RhCQsWoyhQ8j6H0h7f/71u25xk6FMCtT+ulvP1rtsmbqiUVVkFfs2LyXFk9Y1FOuoA5S2Xf73tMu1C+ZpWcdAFHjQKKlSoRdHfj9/OirDXr9NrZPyrF//wx3+WpglQJ3S8+TTrzW5G2OU++MRTuMAbAmYRRKViokIoK0ObMPrmiNHw34kP57IG8UZWOHBEpkHd5oJp+8KdPBe0lFnxHYkp/q/d9dv9OcaV/kRLFQsOPHdFHgAYA+liyJRIgAf0EaACgnylbJAESIAESIIF8Q2DOhxPl7WseiY8YeWSNAAAgAElEQVS3xyWny+C7cucVNoLht9Lq0KFDSvHx22+/xW+PnMY4gCxRIrXDqk2bNskJJ+T2fEEYb4T3jlKhYs35bOmMKgHPXXjPJofUfumll1Te7igXylTO7C1evFiaNfOuyKEBgKg89rt371b57aPobW70PE+bNk06d+6c66dUosjAY/+1116TiRMnCgzTEP6/ZMmSgggS3bt3l7POOktg8OamwJANhnOIGLBq1SrFHmkratSoIUgjcMEFF+QxgHPTftB1H+n5d9nyk/PIBsjbfPbj1wfdzdDeL6rK2mSgUPDHvPvh6b99w2ZL5lDm1u2co/Cv16m5HF+nWrz+g52GCQwInJbOFwySU++6XBaNnyqLx01VCqpkT+JYWyXKlVaGAIgM0LRfR6e3iFS9qMnUws+nqDD/y76ZZcg55umPf4umUQmuWwj27vhdVnw3R5DuDcYA6+ebhy/HvWu2bhw3BqgbsCGLTgOAeZ98oxT/6+bmjc4Eb/JuF50m8NxmCSeB/bv3qvQAsz+YYDiH6DWMstqe2VdFBvjx6xky5t4RrgbznzVjlQHA0okzZeEX38uicd/L3u2/G7ZRICtLEB0xFt6/YKHoRU1yBYeVVQQAyIabcuWHj7mpzrokQAIkkDIBGgCkjI4XkgAJkAAJkAAJgMC0Nz+XD25+Og6jz9XnyoCbc3vfJ5Py2wAA90N+49mzZ+e69cqVK6VevXopTdzcuXOlTZs2ua5t27atzJplfDiY0k0CuIiKtdQge4kqMX36dKVEg1ItsSBVxb/+9a/UOhSiqyhTOZOxefNmpYT1WmgAkJkGAF7lgtc7J0ADAOesjGpGTVkbG8OmZWtVSP/VR0P6I4y3VYE3c72jHv5Q+uN/m5VUDADOePDqXM0tnTRTGQIsHveD7N66w/BWWQWzlCEAFMuIEIAQ7JlQoiBTW9f+ojz94fEPRXhyOa5aJWl75onK2796iwaZMC22Y4ARzfLJc2XNUYMAMDIrhYoWlobdj6ULqFS/hm37Xip4NQD4c9+BnDD/r3xsGN2h64WnSreLh+QyBPLSX14bDAEY/yE9ACIDIIKHUSlXrZJs32htEJZ8XcvBPWXxl1Pl4P4/DdssXKxIXOGP9zcLCZAACZAACYSFAA0AwjIT7AcJkAAJkAAJRJjA5Jc+kk/veTE+ggE3DZM+15xnOiK3BgBr166V2rVr52qvadOmyuPWrCD/8Zo1a3L9jNzciSGR4dEPz/5YQTh2HFKWKlUqT7OvvPJKHk/ts88+W959991IzRyVtalNV6pRJRYuXKjCwsNLN7Hcfvvtcv/996fWmZBdRZlyPyGIHvLTTz/luhAyctxxx7lqzO271FXjaayciTKVRpz57tY0APA25VFQ1mKEKpf5tEVK6Q9P/73bd1kOvGLd6sq7P/bnJn/3pOffcw2195Vnm16zZtaSo8YAU+W3NT+b1mvQrbVkD8hJFVD2hONd9yEsF4RZpuZ9+q1S+q/8fp4hrmYnd5UWg7opo4zCxYqGBWla+oE0ASsmz5G1s5aolAF/7Mxt2JrYKTxfDZAuoHtrFSWgRLkyWvucqgHA5pXrleJ/2huf5+lPueqVldIfof7hxc0SbQI/TZ0fjwxw+NBh7YMpXqZkXOmPSBEsJEACJEACJBBGAjQACOOssE8kQAIkQAIkEEECXz/9tox7ZFS854PvulR6XHKG4UjcKq2gDEKIY/ybWGbMmCHt2+fdcH/zzTfSu3fvXHXLli0r27ZtEyj5YwV1UDexPP/88yrXcXJB6GaEcE4sL7zwglx++eWRmq1MVKzpCq1tN5Fuo0ogPQRCcv/6a+6wwRdffLG8/HLe3JN29w/r75Qp9zNDAwBrZpkoU+6lxNkVBw8eVBWR5oYlhwANALxJQliVtevmLs0V0n//7j8sB1q5Ya24sh8h/UtXKu8NjE9Xb1q2Jm4MsGHhStO7VG/ZUJqd1FlFCKjSqJZPvfGn2bDJFJTAytv/rXGC8OHJpVz1StLurH7K279qdl1/oES8VaS0WDF5rvpbO/tHwfNpVao1r68MARAloH63Vp5H79YAYNmkWTL5lY9k2Te5o8OhI/W7tlKK/+z+udP0eO4kGwgNgbkfTVKRAZZ9m3f+3XSy1PHHKaV/i4HdtMixm3uzLgmQAAmQAAmkQoAGAKlQ4zUkQAIkQAIkQAKGBL54eKRMfOad+G9nPHS1dP7boDx13RoAoIHTTz9dPv7441xtwZsfCvtTTz1V5YmGl/aYMWPksssuU+G4E8tFF10k8OJPLCNGjFB1E0vx4sXlxRdflPPOO08pVPbs2SPw1n7qqady1YNBAnIxu/XYTbfoZKJiLRUDAL+iSsTmd/369dKtWzdZt25drikfPHiwfPTRRxmT1xyDo0y5f6ppAGDNLBNlyr2UOLti165d6n2CbxJLDgG3BgDtzu4n5zwR/XQsuuY/LMra1dOPeffDwx8KR6tStWndXB7+JcuX1YUksHZ2bNwii8ZPVQYB8F41K8fXqaqiAmQP6CK12zUNrH+p3igsMoWw4FD8Q7aMSvOTu0rLU3sqb/+ChWlU5Wa+d/26TUUHUAYBc5YK0geYFXjXK2OAHq2lQfc2ckKTOqZ1p44aI1/8Z2Se348cOSIFCuA/q/+Tq9wx8w0pWionfcYP//tMefwjNHxy6fjXAdLtotOkSuPcUebcjJt1o0Vg92875P0b/ytLvpruquPdLhoiLU7pIXU6ZLu6jpVJgARIgARIIN0EaACQ7hng/UmABEiABEggwwh8ctf/qXyKsXLukzdI27/0zTXKVAwA5syZI506dcoTBQANI2R/xYoVZcuWLXnyrON3KEaQLqBWrdweU/v37xd4dS9alPcgMNYm0gbs27cvzyzdd999cscdd0Ru9jJRsZaKAYBfUSUgEDA+gef/8uXLc8lHly5dZMKECQIjk0wqlCn3s0kDgGPMXht+dx6AONiHZ3uhwoWkQNLhPnJi//XZm91Dz9AraACQd2L/0224bF1jnqvaSBTKVK4gx1WrKMgNfFzVSsf+/2oVBbm/S2oOXx1mcUyHsvbQwYM54fynLZTVR0P64z1gVZCH/VhI/xaCcMyZVPbt2hM3Blg8/gfToZWqUFZFBYDSOqxhqNMhUzFgm5aukWnw9n/zCzm4/0Aejgj73uG8k5S3f9QiK4RZ3hHZYsV3c2XFlByDAKsUHaUrllMGATkpA9pI6Url4kODAcBHtz/naqi3THlVpr89Tin+k3O2417dLj5N/RUpnr9TOriCmkGVvxvxoYy5d4SrEf1nzVgpyEhLrpixMgmQAAmQQDgI0AAgHPPAXpAACZAACZBARhEYfdOTKqxmrPzt/26XFqd0j//vVAwAcPHIkSPl73//u/L0d1qKFi0q77//vsDz2qhASdunTx/lze+0DBw4UD799NNIenFTWXtslv2IKoGQpL169ZL583N77jVt2lSmTJki5codO9R0Km9hqvf9yE/zdAfP44H9BwTPdYGsvJ5YXS88NUxDcNSXVIxKHDV8tBINAI7ReqLfFfLLj6sd42t9Wm8aACTQogFADgyEoF46caYsnThDrMKoOxa0pIpFihdTRgEwBiiHf5WRwNH/H0YD1SpmjHIgCGXtgb37ZNVRRT+U/pg/u1KzTWOl8Ec4/7qdWkiREsXsLsmc34/IMWOAcVNln0HYegwWXuswBMg+qbOKEFA4JArOIGQqebJnvjNeeftD+WxUEMa79em9Fa8COa7kLD4SwHO+fPIcWTllnqybs1SsDHxOaFw7xxigRxv5bc3P8vEdz3vuGSJlQOnfcnAPz22xgWgToAFAtOePvScBEiABEnBHgAYA7nixNgmQAAmQAAmQgEMCb1z5kMz/9Nt47WvGPiU1WjVS/ztVAwBcO3HiRLnyyitl2bJltj1p06aNCucPL3+rsnHjRrnqqqvkk08+sayHMMtXXHGFPPHEE1K4cGHb+4exAg0Ajs2K7qgShw8flq5duwqUx8kF6SrKlrUPR4y0E0YRKcIiS08PukbWz88d2cCqbzhgv2BE9CJlhIV3fugHDQC8zXJ+NQDYu+P3owr/mbJ00kz5Y+fulEFmFSoohw86Nyw0u1GZSuWVUYBZJIGohKT3Q1mL+YECMKb037Bghe181WmffdTDv4X6t1DRaK67bAeaQoWV389TaQLwt/OX30xbaNizrTQ7qbNKFQD5TFfxQ6aMxrJx4Uql9Mff4UOH81QpX6OydBw6UBDqv2K96unCke/vu3/3Xlk+ea5KFwBZNgrPrwtSmzP7SPeLhkj1lg11Ncl2Ik6ABgARn0B2nwRIgARIwBUBGgC4wsXKJEACJEACJEACbgi88rd/q4N5lMa928vwkfdIVsEsTwYAaAuhob/44gsZPXq0zJw5U3nv//HHH0rBijD/SBVw1llnKU9sNwUK4VGjRilP7VWrVql0AvDYrlGjhvTt21cuuOACyc6OTu6/58+4IU+4U3jcHDp8WAoWzMoTWrtUxXJy0ch73CALRV0v3to6o0ogVYTX8P4wMoF8h7XQACCsMxPdftEAwNvc5ScDgA3zl8uPk+DlP1N5kJoWOPNaR4/PdWn7c/rLafddKds3bJbtG39V/+7YuDnnf2/4VbZv3GypZHU6g/DGLnc0vYBZJIEg847P+XBirpRNsXEgqgs8orOysvIMbdgrd0nZKhVsh4w8y0rhf1TpbxflA/dLDOeP/x/rRRZ7AjCmiBkD/Lp8rekFNVs3iqcKqFS/hn3DGmv4aQBw5PBhFXUMSn8zw5IWg7pL27/0kab9OmkcFZvSRWD7+l9VdAAYBPw0db7s3rrTU9NIBxIL81/iuNKe2uLFmUeABgCZN6ccEQmQAAmQgMXW+IhdYjXSIwESIAESIAESIIEUCfy5b7+MOO82WTNzsdRs3VgufPUuQe5FlmAIwABg9YxFjm/WpG/HfGcAADi6okrQACCvqDECQG4mBw7k5B8uUqSI4+cy0yvSAMDbDGeyAcD+PX8c8/KfOMNSKVSxbnVp0KO1NOzeWsbe/4r8tnqjY7AwADj78ett6+/c9Jvs2LjFwFAgx2gA/fVakPsa6QXKHY0kkGwogHzvugoMAN6+5hFXzd0x601DA4AdP2/JFdLfzqMXhg4xhX+9Ti2kTsdmrvrBysYEIPcxYwCrtArwfs9JFdBFarVp7DtOPwwA1s1dKtPf/EJmvDPesP/la1aRTkMHCpT/FWqf4PsYeQN9BGDIAWOAFUgZMHW+HDnswqJLRO5f+pEULVVcX4fYUkYRoAFARk0nB0MCJEACJGBDgBEAKCIkQAIkQAIkQAK+EtizbZf839k3ydY1P0ufa/8qva88S7IKFvT1nmw8hwANAMY6FgUdUSVoAJAXNw0AcjPJZGWt44ctqSINAFIll3NdpsnUz0tWxZX+dgZsjXq2VXmiG3RvLVWb1o2DfKTn312FlHZqAGA3UzAAUJEDNm45GkEgJ3pALKIAlOReS+FiRXLSDCgjgYqGKQcKFXEWKt+LAcDWtb/kCum/bd0my6Eh+kG9Ts2lbqeccP612jbxioLX2xBAFIaYMcCyb2aZ1oZhbo4xQGdp1Ms6ZVaq0HUZABzc/2c8xL9ZVIkWp3SX9mf3l8Yntk+1u7wuRAS+HzlGPr7jOVc9ogGAK1z5rjINAPLdlHPAJEACJJCvCdAAIF9PPwdPAiRAAiRAAsEQwAH4C2feoA7BETq2ZpsmMuTey6VsleOD6UA+vUt+MQDIp9OblmEzBYA37JmmrPVGQwR5gB/vc7lSkjotx1WtKF2GDZYarRtJzVaNpEiJYk4vzch6UZepg/sP5Cj8J82UHyfOlF2btprOEzx6kdMcXv4NureRYqVLGNZNlwGAEwFDvnbIOwwFVDQBZSBwzFAAz4TXAoXucTAOMIkkUOr449QtUjEAgKJ4/fzltikRMDc5Hv45Cv8azL/tdVo9Xf/n/gOyeNzUHIOA8VPl0AHjVEOFixaR7AFdpNlJndW/To1J7Drn1QAAxkAI8z979ATDW1WodYJ0HHqytDq1l5SrXsmuO/w9QgSmjhojH91OA4AITVnouwoDgD/35UTkclp6XfkXKViokNPqrEcCJEACJEACoSFAA4DQTAU7QgIkQAIkQAKZTWDzinXy7GnXyx87d6uBVm5QUy55+0FtRgB79uxR7ZYsWTKzQboYHQ0AXMBiVUcE3BoANOnTQS4ada+jtvNDpagra3XMkRsPbyf3q9ywljIEqIG/1g2levMGTi7LmDpRlKlfV6yLe/mv/H6e5VzAux9/Dbu3kWrN6zuat/273YfiD0u4aBgAxCIIqGgCP8eiCeQYCuiIIlCoaBEVPQBh+DctM88Z7wj20UolypWOK/vh6V81u56by1k3YAIwuolFB9izzTzfeuPe7VVkABh+xAxHUulqKgYAiKgx/a0vVJj/zSvXG9625eAe0uG8AdKwR5tUusVrIkCABgARmCR2kQRIgARIgARIILQEaAAQ2qlhx0iABEiABEgg8wggp+PTp1wrRw4fVoNDCFgoB0scV9rzYH///XcpUKCAlCpVynNbmdIADQC8zeShQ4dUAwWZskJ5qS78bIqMf/x1ObBnnyuwJzStK416tlGeu/AGLVgo/6YAiaKy1tVkG1SGhzc8u6FwQhhqeED7WbIKZiljgGNGAY3k+NpV/bxlWtuOgkzhmx+TAcgBFNlmBREeGvVqqzz8ofjXsT5I6wT5cHMYASB6wI6fkW7gWCQBZTCwYbPs+z3HINLPAmVwvaPe/fDwr9K4tp+3Y9s+Elgzc3HcGACpHcwK1uw5qQK6SMW61QyrzXh7nKyavijPb38eOCAFsrKkkIEH7eA7L5WS5cvEr1n5/Xyl+J/3yTeG94C3f6ehA6X1Gb21GRH7iJdNeyRAAwCPAHk5CZAACZAACZBAviZAA4B8Pf0cPAmQAAmQAAkET2DV9IXywpk3xm8MpeDwV+8SeKR5KTQAyEvv8b6Xy6alaxxjxSH+FaMfdVw/0yvmd5lCTucFn02WBZ9NkfXzlmmZ7qysrJwQ3uqvjYoEkp9KFJS1Oubj1+Vr42HdV01bKIcP5Rh9GRWE8D+w17lRSf2uLaV+t9ayfu4yJZe7Nm+z7TKUyCpCQMwwoHVDKVUhJwx61EtYZeq31RvjMrDsm9mWmPHtadQTSv/Wao5YvBHY9/venBQDykDgaASBo4YCykjARcqN5J4MvO0iye7fWSrVr+Gtk7w6lAR+Wbomnipg46KVpn3EtzuWKiDxmYUBwPs3PulqbHcveE8KZBXI8fZ/a5xsXfOz4fXw9ofiv363Vq7aZ+VoE6ABQLTnj70nARIgARIgARJILwEaAKSXP+9OAiRAAiRAAvmSwNJJs+SVv90RHzs8ioa9fKcnFvldWQt4ONhXXpbIpfzVdDly5IhrpvCswuF+0/6dpF7nFq6vz6QL8qNMQWkHhT8U/xsXmh/+65pnePvCGADKvzodmwlyV2dyCauy1itzKPjx3oF394rJcwVyZFZKli8rSA3R+MT26t9nh/xTfvlxteMutD6tt/z12Zvj9eENDUOAdfOWxY0CDvyx37a98jUqJxkFNNKW79r25horhEmmoOiPyYGVDOA5x/zDy79h99ZSskJZjUTYlBMCeG6gcJ3w5FtOqsfr3DHrTSlbpYKra1g5mgRgKLJ43FQVHeCnHxaYDqJMlQrS7CREBuis1qFuDQCa9Ouo1qxGBdFbOg49Wdr9pa+UyvD1QTSlxP9e0wDAf8a8AwmQAAmQAAmQQOYSoAFA5s4tR0YCJEACJEACoSaw8PMp8vql98f7mKzUcdv5/KisBaOfps6Pe1nqyuUbY1+0VAnJ7t9JmvbrpP71GqXB7Zymu35+kSnk1o15+v+yZJUpdoT/Rfh2NzmoG/Vqp0IGL/9ujvpDfmurUqtNY2UQAMVgzTaNMy5dQJiUtV6fr0QP79Uzl8iBPeZ516u3bChNjir8kz28n+h3hScDAKNx4F2YaBRg5cmaeH3VpnUTjAIaCtJXhL2kU6YQyh9GH/iD8VksvY8Rs1rtmkrjXu2Ulz/eJSzpJzDnw4ny9jWPuOoIDQBc4cqYyn/s2i2Lx/2gjAEWf/mD6bgKFSksBw/86XncrU7tqRT/9bvS298zzIg3AAOAnZu2uhrFiVedI0VLFXd1DSuTAAmQAAmQAAmQQCYSoAFAJs4qx0QCJEACJEACESEwe/QEeee6x+K97XDeADnr0etS6n1+Udbu+nVrXOGyaPxUOXLY3Mu/RNnSsnfn7455Fi1ZXPZbKPGgmM3u10lFB4DndqaXTJapTcvWKE//hZ9NFivDEYTmbj6wm7QY2E3g5ff0oGtk/fzljqce114w4li0j3VzlsaNAVbPyJsnOLFhyGMsVUCdDs0yIl1AOpW1jifNouKyb2ap9w+8Qa289gsXK5rj5d+nvTQ5sYMgX7hZee706111rVy1yrkiADi5+PDBQzkRAo7+rZu7TKxyXcfaLFS08LG0AUgf0LqRlKte2cktA6sTtEyt/H5e/Bv064p1puNE2gV4+eeE9m8jpStldnSPwCZc441oAKARZj5qCtGllCEAogOMnyr7d5sbf7nBcnydatJp6MnS/pz+UqJcGTeXsi4JkAAJkAAJkAAJkAAJkIABARoAUCxIgARIgARIgATSSuCH/30mH976TLwPXYcPkdPuu8J1nzJZWQtFqfKwnDBDfllqHir7+DpVpXHv9tKodzv17/Nn3CB2StZE0E36dpQh91yuvLuWfDnNMuRrtWb1VGSApv07S/Xm9V3PVxQuyDSZ+nnJKuXpv/CzKQKvf7MCD10o/JsP6iYI155YvBoAJLb1574DsuJoZABEB9iyaoOlWFSsV10pE5H/t2brxpFMFxC0stbrc7Z9/a/y46SZap5Wz1wse7buNG2yUoOacS//el1aer2179fv3b5L1s1bnssoYM828/HFOgRjBkQxqNmqUc6/rRtK8bKlfe+v2Q38lqldm7bGU8vgO3Rw/wHTsdZo2TAe2r9Oh+y0MeGNnRGgAYAzTqxlTWDFlHlxYwBECXJbmp3cVboNP1Wi8N1wOzbWJwESIAESIAESIAESIIF0EqABQDrp894kQAIkQAIkQAKKwLcvfiBj73spTqP3lWfJwNsudkUnk5S1u7fuiHtYIlUC8mublUSFPwwAEksqBgAXjbwn3gTCtS/+cpos+Wqa+tdM8VO2yvEqKgDSBCDke6aUTJCpDQtWCGQIiv/fVv9sOjXw1oa3fvOBXaVY6ZKm9Q7s3ed6eouUKObomu0bNqvoACsm56QL+GPnbsvr6ndtKQ17tJXa7bMjky7Ab2WtI9A2lWIe3qtnLJZ1c5da1m4MY6M+HZSXf/maVXTcPq1tbFu3KU+kgEN/HrTtE969iUYBNVo3kqysLNvrdFTwQ6ZiRmdQ+MNwyKwgTQy8/FVo/x6tBd8ClugQoAFAdOYqKj0d98go+frpt1119+4F70nJ8vT4dwWNlUmABEiABEiABEiABEjAAQEaADiAxCokQAIkQAIkQAL+E5jw5Fsy/rHX4zfqf/350u/68x3fOOrK2rVzflRK/8Xjf7AMrV2+RhVp2q9j3MvfCtDrl97vmF+sYmK49uSLl387WxZ/NU1FBzDLA1+wcCHJ7t85xyCgXycpVsZcmey6cwFfEFWZQnhzhPZHiP9t6zeZUms2oMtRpX83KVysSMB07W+HVAPKIOC7OZbRKNBSqQrHScOebVS+4JptGoc2XYAfylp7ktY1kFt36cQZ8tPU+QKlv9mzjVaOq1ZJefnHlP4Fsgp4vX3or/958U+5IgVYpT5IHEz1Fg1yGQVUbljT01jNDBHsZArvZLuye+tOJQP4BuHPKhVM1aZ1c0L792ordTu1sGuav4eYAAwAEMrdTRly7xVStkoFN5ewbj4iMOPtcfL+jU+6GjENAFzhYmUSIAESIAESIAESIAEScEyABgCOUbEiCZAACZAACZCA3wQ+f+hVmfTce/HbDLr9Yul1xVmObhs1ZS28m1VY/6+ny/yxkwU5qs2KlZe/Izg+VNq46CcVGWDJlz/IhoUrTe+AHPJIFYDoAMjvGqUSJZlaO2uJUvjD099MgZtVMCuu8G8xqJsUCMhDWcecQ/kJY4DY32aL3OO4X9XseipdQK12TUKVLsBOWauDlZM2Vk9fJMu+nS1rZi5Wof2t3j91OzaLK/yrNK7tpPmMroPUFevnLVN/647+i+gVdqVIyWLH0gYcTR9Q9gTnHvMLxk6W/13+gN1tcv1+69SRppEZ1s1ZmvMNmjRTNsxfbtpuoaJFcow+TmwvDXq0kXLVKrnqAyuTAAnkHwI0AMg/c82RkgAJkAAJkAAJkAAJhJ8ADQDCP0fsIQmQAAmQAAnkKwIf//t5+f61T+NjPu3+K6XrhafaMoiCshbh2KFwQUh2q7DKx1WtKPDOboTw2r3b24493RV2bvpNRQVAmoBl38wy7Q5yhCMqAKID1G7XNN3dtr1/2GUKSlwo/KH43/XrVsPxFC5WVJoP6iYtBnaT7JM62445KhWQZzjRIAD53M1KVqGCyhigXucWUrNNk7SmC0iXAcDu33bI0kkzZdX0RbJmxmLZsmqDKa8S5coc8/Lv00GKliweFbFIWz9/37L9qFHA8rhRgF0KC3S2TJUKeYwCipYy5u3VAEAZnU3K8fDH394dv5vyqtywVk5o/97tVFQNFhIgARJwQoAGAE4osQ4JkAAJkAAJkAAJkAAJBEOABgDBcOZdSIAESIAESIAEXBB474b/ysx3xsevOOuxf0qHc0+ybCGMytr9u/9QCpfFX/4gC8ZMlkMHzXNJN+zRRpr07agU/sgnHdUCT22MVxkEfDVN9u3aYzgU5HvNiQzQWf0bxlDiYZQphGmPefpDqWtUkHYBCv/mA7spJV5+KIhCgVQBMApADnurUu1BqeIAACAASURBVK56JWmI6ABHjQEqN/AWmt0N3yANANbOWSorp8w96uW/RPbv3mva1erN68e9/JFCgcU7gS2rNuaJFHDk8BHbhis1qBE3CqiBSAEtG6prUjEAuPC1u+WXJauUwn/t7B9N743oIPj25IT2b2caNcC286xAAiSQrwnQACBfTz8HTwIkQAIkQAIkQAIkEDICNAAI2YSwOyRAAiRAAiRAAjkE3rzyIZn36bdxHEOfu0VaDelliicsytqfF0PZMkOF9UfuaLNSplJ5aXFK98h4+acql6umLVSpAhAd4LfVG02badq3o4oMAGOA0hXLpXo7rdeFRaZWTJ6rPP0XfjZF9ph4upeqUDYnvP+gbtKgW2utHKLW2OFDh5UhQI5BwGzZtGyt5RBqtWsq9To1V5EBarZu7Kv8+WkAAA9vROBASH94+VtFGYmHde/TQZr06eDrmKMmP372F6H2c9IG5Pxrl8oCfSlQoIDUaN1ISpQtrQzKdBWkZIHCH+H9Edof92EhARIgAS8EaADghR6vJQESIAESIAESIAESIAG9BGgAoJcnWyMBEiABEiABEtBE4MiRIzLyonuU8jhWLnzlLtMw5ulS1iIfNJQyi774XuaP+U7gAW9W6ndtKdkndYm8l3+qUwxlF6ICIDrAmllLTJuBEhbGAEgXkM6c4+mSKYCBIhee/gs/myx/mERRKFvleKXwh+IfedpZjAkgPUIsXQCMAnZv3WmKqlipEtKgZxup1bqxL+kCdBsAIK0IjGzWzFysFP9mUSEw4Ir1qitlf5MTO0j9bgzrHobnZf+eP2T93GXxtAEwCti1yTidh47+wrs/FtofBgAsJEACJKCTAAwAvnvpI1dNXjH6UUFUKBYSIAESIAESIAESIAESIAG9BGgAoJcnWyMBEiABEiABEtBI4MDeffLa8LuPhfQuIHLJmw8KwuUnlyCVtfAohmHCgrHfycZF5l7+JSuUlZan9JAmfTsopT/LMQJ7tu06GhngB/WvWWjs8jWrKEMAGAQEnYs6SJkCmR+/nhH39Idi0KiABxT+CPHPUO2pPVGIzBE3CJg817KRSvVrSN2OR6MDtGksTtMFmCnif9/9uxTMKiglSpQwvG+p44+z7A/eiYgIEfPyXzvHPKw7GmrUq600PjHHy79CrRNSA8arAiWwc9NvCUYBy1UaAbP3gV3Hyp5wvHp/xkL7ZxUqaHcJfycBEiABEiABEiABEiABEiABEiABEsgAAjQAyIBJ5BBIgARIgARIIJMJQJH22kV3y7o5S9Uwi5ctJcNfu0fqdMjONWw/lbWHDx5SOZQR1h9K/4MH/jRFDmUhvLKh8D++TtVMnhqtY1syYbqKDABjgN+3bDdsu2jJ4ipFgIoO0L+TFC5WVGsfkhvzU6Zi90JqBHj5I8Q/okkYFXhuQ+EPuarWrL6vY853jR85EjcGgFHALz+utkRQr0tLqYVUATbpAiDHMF5yU26c9JIg/3tyQZ9iHv74d/uGzabNQuEb8/Jv3KeDILc7S/QJ/LpinUwdOUamjhrjajC3Th0pMBpiIQESIAESIAESIAESIAESIAESIAESyF8EaACQv+aboyUBEiABEiCBSBLYtn6TSgcQU85ByTX81bulWvNjylDdytotP22QReOmynx4+S9cacoNBgktB/dQqQno5a9HvNbNXaqMAZAuYNPSNaaNNujeWrL7d1ZGAeWqV9Jz84RWdMtUrOmFX3wvCz+bopT+ZikjTmhSR3n6469Ko1rax8YGjQnA+ARpAmIRAsyMUXB16YrlpHaHbMN0AV4MAGBg9NMPC5TSf82MnND+VqlFYAwV8/KH3LBkJoEFYyfL/y5/wNXgaADgChcrkwAJkAAJkAAJkAAJkAAJkAAJkEDGEKABQMZMJQdCAiRAAiRAAplNAGH3R150t2xd+4saaOlK5aTHJWdImcoV1P/et2+f+rdYsWJ5QMATH3nl7cqSr6YrD394+h/cb+yNjTZqtWuaE9q/Twd6+dtB9fj7tnWblCEADAJWfj/PtLWqTevmRAbo10mqt2zo8a45l+syADhy5Ehc4b/gsyly5PBhw/5Vb9EgrvSvWJf5ubVMosdGYHQEY4AVk3OMAsxSVeA2UL7XatNERQf4c99++ej251zd/eSbh8vWdb8oxf/mletNr4XREd49OUr/9lKsdElX92HlaBKgAUA05429JgESIAESIAESIAESIAESIAESIIF0EKABQDqo854kQAIkQAIkQAIpEUAu5JfPv0P27vjd1fVXj3nS0AAAxgTwwoZiZcOCFaZtFi1VXCn8Y6H9Xd2clbURQB5seFar6ABfTlNKVqMCo5CYMQByX6davBgAHDp46Gho/ymy8PMppl2o1baJUvq3GNRNylWvnGpXeV1ABFZMmZtjEPDdHNm46CfTuyLXOlKH6CrVmtWLe/lDZljyHwEaAOS/OeeISYAESIAESIAESIAESIAESIAESCBVAjQASJUcryMBEiABEiABEkgLgckvfyyf3v1/ru6daADw44TpysMfyhQzBTIar9GqUU5o//6d6eXvinZwlVdMniuLv/xBGQWY5UWHIhZRAZRBQP/OAu/p5LLs29nyv8vuz/PfjxzJ+U8FCuQd05UfPC5Vs+vm+gFRI+DhD6OSxeN/MAVRr3OLo57+XeMRLIKjxjvpIrBn2854qgAYBezatFVX01KwcKFcXv6xSCfabsCGIkeABgCRmzJ2mARIgARIgARIgARIgARIgARIgATSRoAGAGlDzxuTAAmQAAmQAAmkQgC5sf/vrJtcXdp1+Kmyds5S2TB/uel1hYsVUQr/FkdD+7u6ASunncDPS1blRAb4aprlPNfp0Eyy++cYBFSsW131GwYALw+93dUY/jn+eWUAcGDvvpwoEp9NERiXmJWGPdrEw/uXLF/G1b1YORoEfl2+Nm4QAJk6csg41YPZaMrXqCzZJ3VRiv8G3VtHY9DsZWAEaAAQGGreiARIgARIgARIgARIgARIgARIgAQiT4AGAJGfQg6ABEiABEiABPIXgVQMAMwIVWtePye0/8Bu9PLPIDHa9evWuDHA0okzTUdWsV51FRWgdMVyMubeEa4I9Lv+fFk3d6ksmzTL9DoocpE2osXAblK0VAlX7bNytAkgKsVrw+92NYgbJ70klRrUcHUNK+cfAjAA2PnLb64GnH1SZylfs4qra1iZBEiABEiABEiABEiABEiABEiABEgg+gRoABD9OeQISIAESIAESCBfEfBiAFCwUCFpMbh7PLR/vgKXTweLPOyICqCiA3z5g/yxc7evJJqd3FUp/JsP7CqFihbx9V5sPLwEaAAQ3rlhz0iABEiABEiABEiABEiABEiABEiABEgg0wnQACDTZ5jjIwESIAESIIEMI5CKAUDnvw2S7pecIRXrVsswGhyOWwKrZyySxV/mGARsWbXB7eV56mcVKnhU4Q+lfzcpkFXAc5tsIPoEaAAQ/TnkCEiABEiABEiABEiABEiABEiABEiABEggqgRoABDVmWO/SYAESIAESCCfEkjFAODqMU9KzdaN8ykxDtuMwJafNqioALNHT5BNy9a6AoXw/h2HnqxSCLCQQDIBGgBQJkiABEiABEiABEiABEiABEiABEiABEiABNJFgAYA6SLP+5IACZAACZAACaREAAYAW9f+kufaHRs3S8nyZaRw8WJ5fqvSqBYNAFKinT8uWvbtbNm+/lfZu2OX7N3+u/o7Ikfk8OHDCkBWVpYULFhQSpQvIyXLlZXix5WS6s0bSNXsuvkDEEfpmgAMAHZv3enqutptm0qlBjVcXcPKJEACJEACJEACJEACJEACJEACJEACJEACJJBMgAYAlAk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shwArt27ZLJkyfL559/LnPmzJFp06bFR9ypUydp3LixnHTSSXLiiSdKpUqVUqZx4MABmTdvnowfP17dY/HixbJ27VrVXq1atSQ7O1twvwEDBkjr1q2lUKFCKd/LjwsPHz4sy5YtU/2fNGmSzJ8/37f+//HHHzJ9+nT58ssvZcqUKYrb77//roYFNo0aNZJevXrJwIEDpXr16lKgQAE/hpxym0HJVModDMmFQcoUhrx582YZM2aMTJgwQcny3LlzFYnSpUtLq1atpHnz5jJkyBDp3r27FC9ePCSUgu3GkSNH5Ndff5VvvvlGPet4zmOc0BO8o9q0aaOePXAqU6ZMsB0M0d3wnsI3Y+LEiXne6cnvKrzXa9SoIVlZWSEaAbsSZgKx78i3334rs2bNUs/itm3bVJfLly8vLVu2lHbt2knPnj3z/bMY5nlk36JBIOpr9CApR32NHiQr3ssZAaw9sSf++OOPBd+8H3/8Ua3TE793WH8OGjRIOnbsGLo9srNR5q6V+M75/vvvZebMmfFvPM4F8I3v3bu3OoPAvje/rh8hGxs2bFBnNV999ZUsXbo011lNbD0E+ejfv7+0b99eSpYsmcqU8Jp8SCB2FoGzgalTp+Y6H0jcy3Xp0kX69u2br5/FfCgeHLJmAnje1q9fL+PGjVNnTWbncTxnEgn6nFTzVLO5kBLAHg7rqU8++UQWLlxoqGfBt27w4MGedF8hHb5tt2gAYIuIFUggegSwmcQG8tFHH5XRo0fHlctWI4GS8Morr5R//etfUrFiRceD3rp1q4wcOVKeeeaZuMLc7mJsXh988EFldJDuDf+ePXsUo8cff1x9JJyUVPu/bt06ef755+Wll16KH4LY3e+CCy6Qe+65R2rXrm1X1dffg5Qpo4FgkQhF5L333qs+6rECuT333HPlscceC42yNkiZAoctW7Yo+YVsxQxJrIQBB2133nmnnHnmmVK0aFFf5SaVxtesWaPmOfndhUPRESNGSIsWLVJpVszaNWsMh2533HGHXH755aE0mNi/f798+OGH8tBDD+V6d6Hf11xzjdx6661SpEgR16wgv+D81FNPOX6n4yann3664gUjprAZLemSqVGjRsnVV1/t6DlzCh7zhW8oNiLpLn7JVOK48L568skn5f/+7/8cfwehLHjzzTela9eu6Uak7q/7e4TNKt7JL774oifZAp833ngj7esFJ/ON7xDeMVD+6CwwIsH7C0avicaVuEfMGA4Hb5deeqkyNAlL0S1TsXFFfY1uND9m7xCvMhXlNXq6181BfDv8fFb9kin0GeuPu+66S15//XVHQ0h1j+mo8QAqmcmC1a1POeUUue+++5Sxcn4p2FfDAPn++++Xjz76yPGwsR669tpr1TcsUw0BYKh94YUXKiWazjJ06FB1XlWuXDmdzYayLbM1hV1n//GPf8gjjzwSyn2vXd+d/P7DDz/IZZdd5vjMz6xN7GOw1w7bftcJAx11Dh48KJ9++qlgX5zoNBVrG2cBbdu2VYzggJLpBd89GNk8/PDDuc4prcYdO2fK5He50fiDPifNNNnTdaaVaVzwDH7wwQfqDDlmYGs1xlR1X1HnRgOAqM8g+08CSQRw+ImFu1NlYDJAWOS/8MIL0rlzZ0u22Fh88cUXymDAyUs2uTG8dKEswiY2HUpIbLzh6X/LLbcor4RUym233Sb4s9uA43Afyg5s8mMejm7uh83+E088oRRs6dhoBCVTZkzsDs+gQIByqEKFCm6waq8bpEzFOo+N7BVXXKE2X24LDH5w4BYWJUhM8Wz1nCBihlslIN5VWBDeeOONrhTaMZ5/+9vflIGFG8Mot3Phpn7s0BAHymPHjjW8FIcb//3vf10f4KxYsUJw+IPoJKkUyBLeVThkC0OUF50ytW/fPvW9w7dVd8Fm5d///rfuZh2356dMxTqB5xAGK/jup7JmSDej2Dj8+B6BxznnnJPSezx5kuFd2qNHD8dz71dFJxtxGCvgXaGrHDp0SK1/sS6zK6l8S+zaTPV3P2Qq6mt0I5Z+yVTU1+hGrPyQKaP7BPHtSPW5cnKdXzKFe4MNFLvXX3+967Un9sg33XSTWnNEKWLXpk2bVL//97//OcGfq06697quO+zhAijPcC6Ab5UTw22jW+FMAOt8cMu0gkiSiHaQKhszHjjjevfdd5WXeyYXPIe33367vPrqq66HmemMcO4Bg1uv5e9//7syYi1RooTXpiJ5/XfffacccH755RfL/odl7+Yn5FWrVskNN9zgypArsT9nnXWWepdXq1bNz26mve10nJOmfdAaO6DzTEtjt0LRFIx4sV5OZe2Jc+Wnn35aRYDND4UGAPlhljnGfEMACxAoA1NV3sRAwdP2tddekyZNmhiywyErFr133323580ZPLWwiA5SsY3+474333yz5/7/5z//UR8cM2UXvK/wOyxkvRRs8NEGwiEHWYKSKaMxOVno4LowGAAEKVMxVlD0DBs2zPXBYiJrGAFAYWJnxOKnzMW8FHAQZmeM41Zpg83G22+/rbz4vRwkhYET5sBptIdUDAAQknb48OEqPYmXgoNrLMCRbiJdxQ+ZgpLon//8p/LS1l0g+zgkKViwoO6mbdvzU6ZiN8dhNw43cPCW6nOY7kMkP79HOg0AdCvVbQUoqYIThWDsEt19XbBggTqQxLvMrrj9lti1l8rvfslU1NfoySz9lKmor9GTWfklU0byHcS3I5Xnysk1fsoU7q9r7Wm3x3Qy1qDqwGsba0+EXU21pGuvm2p/U7kO6yEYFcMBwWuB4ghr0kzzaEfKiG7dunnFk+d6nGu999570qxZM+1th6VBrCcvvvhiAcNUCg0AnFELw9mTs57qr4UUboiG5ySqTbr3bvpHn7tFPGd43lIxbE9sCRFfEZ0kU1NPpuOc1O+5D6p9P860gup7EPfRsfa0030FMY6g7kEDgKBI8z4kEAABHLDD00BHsVIg4cAMXlvIoe21pGOjgTyMf/3rX1UuNK/lhBNOkHfeecfU4w7hsXQpwk499VSVPqBSpUpeu+34+qBkKrFDbhY6uC4Mm7AgZQpjhnU/DGc+++wzx3NpVhHKWjzPQRrhxPpi56WW3Ge3ShtszDA2zI/Xkg5jpVifnXipJY7PrQEAlNvw2nr22We9YlLXI7cWDgbwfgy6+CVTfhoApOOAxG+Zis27LkVIOhhhDEF8j3QaAKQzAoBThWBMNnQaAECe4fEGxYqT4vZb4qRNp3X8lqmor9ETOfotU1Ffo8dY+S1TiXMS1LfD6fPktp7fMoX+wAjpvPPO8xzVBWsovCeRMi/MRecasnfv3sqINFO9IXXuSyATL7/8slJAZVLxywAgHWdOQc6LDkVIpjNiBADvEgkjL0RHdGLQna69m/dROmtBlzzhbjr3RM56H1ytoM9JgxuZv3fy60zL314H1zoMKmEoqyOK5iWXXKKcVdLpFBcEORoABEGZ9yCBgAjoXITg0GHMmDEqf1NyMTpchBIWXrIIoxILKY6NCDbxeDFbhb5HGDworIIqOg/b0Wd4hWKMRvm2EZr+/PPP1zY0LLphCBBUCUqmYuNZv369ChHtxKo4dk0YDACClCm7MMfIJYboFrVr11aINm7cqEIbPfbYY4Zikw5lbaohd90obbZv367eK++//77huPHcItw9OMH4Ae8rRNl44IEHDDe16cqvjTzWWNiahfs3GpxbA4AZM2bIaaedZhjKD/lokW4A3jhly5ZVnm1O3u2IRNOvX7+gXlUShEzB2AvPl5NDDzcDD/obGIRMxcY/a9Ys+ctf/mJohINoEfgNETqQIzIW6hgbOhg5zZkzR0aPHq0MnfAO0xku3sn8BPU90vX9SNc7CvOF9+w999zjygtG52EX3jeQJafPpptviRNZcVonCJmK+hodLIOSqaiv0cEqCJmKyXeQ3w6nz5TTekHJlJWxIL55WHsiWl/lypUF63lEWkNEPUSrMirIhQ7jzDAfSlophKBQxF4SRgwYw4EDBwQh3rHWNotYmKn5tWE8A2NbrGeSC2QDa3eshxAJAZEFY6weffRR0z0AFHHPPfec4PpMKTDSAQuk0NBZevXqpVIGVq1aVWezoWjLzggSa2yk3Tz55JOlSpUqkpWVpfq9e/dutW77+uuvVZouRJPA2d3xxx8finHp7oSuc61MfUfZ8caZEt45SKPqpOQ3AwCkF8G7Cylaqlevrt7jiMz0zTffqD2SVaTLTHyXx2RE1z431p7V2bsTuQx7nSDOtMLOwEn/rFKR4EwE73v8Cx3Nzp07lW4LegYjxzCsobDm6NOnj5NbR7YODQAiO3XsOAnkJZC8qDVa7DtdhKB1M6VE4uEilEMPPvig2tjHNhPJPbMLVR50Hq3kRYiREgLeNLC6e+GFF1R4PatDZasNZfLhIjb1MJQ4++yz4wtDJxv8GNNbb71VfcyCChUdlExhfPgwQxag8HFTwmgA4KdMrV69WnkWGYVqNwtVj4NPKHHxrBqVDz74QM444ww32D3VTTWyhBulDQ4zsAEzenbNwqriuUd6E7NIKkF72qRqMe3GAAAKfRzEGlnP4uAWh9JG6WBw3bhx41TuciPGkDW8r4IqQchUqmOxCpcItlCeZmdnp9q8q+uCkKlYh6wUIfgW4vs6YMCAtEQfsYMW5PfI7GBEp4Lcbrxefk/Vi1rX+IyMvfANRqQns5Qdbr4lXtgkXhuUTEV9jQ5mQclU1NfoQckU5iTIb4euZy6xnaBkysqg0mztabVGgEH+xx9/LB06dPADi+c2ca4AY9qRI0fmAwId0QAAIABJREFUacsqrOrKlSsFxg1GocrTYZjsGYSDBqyUINhvIy2AUUrBHTt2yDXXXGOY3xaOGjBOrV+/voMeZH4VK2NA7HOwFw7qDCVI2laKEHg24t0Tc9AJsl9hu5eRAUAYzpHCxsmoP9j3w3jpuuuuy/UzzjSxPjA6l8ovBgB4tqBYhJOAmbGeXYQOnNsjRUnjxo2jIA6u+hjk2burjoW0cpjPtMKCzMqg0mrtabVGwDoLqXGLFi0almFq7wcNALQjZYMkkD4CsUUtFiGwFoeSMOZRl9wrJ/mezazrsNnHCxIWxNis2lmdW72g0a+gF96JixAoCB9++GG1cTYKge4kV59VtITY4SIY3Xjjjcr62iy/k93CEKzg4QYlJDxxgyhByRTGYnYw0r17d7nhhhuU1R7GnlyClh8j7kHK1CuvvKIMJZKLXdi+xYsXC/JFGuVHdqMw9ip3ZkpBKATxfJQoUUJ5wBgVp0obeFXhoOehhx7K04xdeNFffvlFkIttwoQJea4N2hPLLAwm3ltghPe8UT/dzOfevXsVd6Nny87gyEr5AGMUhOMuVqyYV5GxvT4ImbLthEUFK2OUoDcbQchUDIXZgWQUwhoH+T2KugGA0YEq1qF4R0E5ceaZZxo+HToMAHAgiXUWPGcSC97hME4aNGiQp2+Jl+c++dqgZCrqa3RwC0qmor5GD0qmMCdBfjt0PnextoKQKaw94eWHeyUXuzRuVusEtIcUJ+lI1WU3FwsWLFB70xUrVuSpapc6y2w/k6meWFgT9ezZMw+nBg0aKOP3Fi1amOI2M2ABKxxod+rUyW6qMv53K2OUsBvSeJkcK2Pb/BLW2Ck/GgA4JZW3nlFqGxixI3c9ziOMUsNmugEAvmEw0MP4nSjuEWXDbE8E4k7PuVKfxfRcGeQ5aXpGqO+uYT/T0jdSby1ZnWtbnS9YrRPsztK99TgcV9MAIBzzwF6QgBYCCJOLzTYU2naLEByawrrsX//6l+m93SiR7Abw7rvvyrnnnmtYLWgFLjwtoJzq3LmzUqTaWXlZeVzHBmS2YEO4TFjKwhsW97M7vLFbGAbNKkiZSj7IRBitO++8Uy2U4ZkNgxQjb76gmRgJcVAyBU/rq666ytALxC4cltUBQZcuXeStt95SYSf9Lsn9wOEVnke8iypWrKiUOWZpM5xujOARCoUQ5De52Cm1rTzig+SEficfuCdGXMEYERLdaMPt5t1tlS/aLjS9lUy56YNXmQtCplLto13I16DDjQUhU2CFyDYwEMQ6I7ncdtttSkli5OmWKmfd1wX5Pco0AwAo3zG/SK9ilctXhwEAIjXhe5HoRYqDfnhEwssPqUuMitNviU65ClKm3PY7TGt09D35kN4vmYr6Gj1ImQrq2+FWdp3WD0Kmfv75Z7UuQ7jf5PLEE0+ofYxZ+e2339S6FZGVkkvQxt9OmaKe2bvDiVLbyiPejpebPoalrtn+xkloeqtvaTq+Z2FhmtgPq+gbQRtwB8ln9uzZMnjw4Dxp3KCcxVrIyrAkyH6G4V40AEhtFsxSTOB88+KLL1aOE/nRAMAtTUS+wXk4ntmw7E3cjiGV+kGdk6bSt7BdE+YzrTCxgk7AyGHMyVmt1Vlz0OmWg2ZKA4CgifN+JBAiAmaW6LEu6lTgWG1cw6DAtZoWKw/Z2HW6Nt9Lly5V6QEWLlxo2KWws/IiU8j5h5C9yPuMMFrYUMSiJVgpGsPOxGgiU5Upq8MyJ8oUs8VSkB4kULBDOYQ/bBgRjrFOnTpx4xgdBgBeOX311VfSv3//PFMXJCfcPPY+gDIVzwSMYWJRXawU927e3Vbt2IXxt3ouMa/4szN60vFJDEKmUu3nrFmzlHecUb4xRHKA9wBybgZVgpApjMUsXHRUvLCC/B5F3QDg9ddfl2HDhskpp5yinvk2bdrEU0L5aQAAb1uE6oNBSWKBMRnSmuDZC5MBQJAy5fZ9ErY1erpkyo5b2NboQcpUUN8OuzlI9fcgZArPEXJsJ6dFwtrxiy++ULlIzYpV5Kowh3k3y6ntZG9mZdQcZBSpVGXK7XVm+xsn82v2js7ksNFu+JopKGNtBJ3qzk3fvdY1CxcddIQxr+MI4noaAKRG2SiiG75nOHvC983MISHTIwC4pWl15oK2dJ0nu+1X2Oqnek4atnGk0p8wn2mlMh4/rvHqgGQVucru7NOP8QTZJg0AgqTNe5FAyAhYHfihq3aesm6GY5V7ER4Pzz33nG0qATf301nX6iOD+zjxcnDaHyvFJdoIOysvMoUFz/Lly6VSpUp5FGKZZgCQqkyZGVg4VUybKbYhW04MCJzKsV09pLvYt2+f1KhRI64oil2jwwBg2rRpSoFvlJv+22+/lR49elh20WphGCQnpCBBWNWaNWvmySmnywDA6gAWG3q8m81SjlilSwj6sM1vmbKTaaPfrcIBoz7SLsDQKcgShExhPGbvmrB/w2JzEeT3KOoGAEgFsnnzZmXIlRzVwU8DALyn4UmTmNYm0eMtbB6TQcqU23dK2Nbo6ZIpO25hW6MHKVNBfTvs5iDV34OQqZiRQXIfnSh4cY2ZkS5+C6NiAOt4GFw9//zzeaYFEfaeeuopldbLrFgZPTgxIEhVFtJ1ndUe7PPPP1fGI2bFLF1COgxJ08XP6r5W4YD79u0reDZhgJppxWoPh9QQ/fr1y7QhexoPDQDc44P39tVXX62eocQSS/Gybds2GgA4xGpmHI/LdZ4nO+xOaKulek4a2gG57FgYz7RcDsHX6jHjZ6M0qE4U+FbRutw4Ufk6SJ8apwGAT2DZLAlEgYCdt7aTF6iTcdopQcKc2xDjs7NCdHqw44SVnXdR2D0i/JKpTDMASFWmzA4HneYsioLFow4DAK+KH6sNWljCkuoyALBKeQDDEqQBOO+88/J48uM6KLAvvfTSPK+2mFcAQoCHoeiQqVTGYaUs6tixo7z99ttKaRqWokumMJ6HHnooj2c2/nuQkSH84qr7exR1AwArzn4ZAJjNAdatN910kwr/7/U74Jf8GLWrW6bc9D1qa3S/ZMoJsyit0YOUKZ3fDifzoLuODpnSocy2UhAjlPc555yje+ie2vPqhYWbm3kvOwnj6qnzabjYak04ZMgQZQBSuXLlPD3buHGjcgCYNGlSnt+efPJJgad3ENG20oDM0S3NogHFLn788cdV+o1MZGQWUpyRIYxFhwYAjh6pXJWM9tCnnnqqvPTSS8ppx+r7zwgAuXl//fXXAqMtIweVAQMGqBSfxx9/vPtJyrArUj0nzTAMhsNJ15lWmNh6ddSyMpwbNGiQeg6DjM4ZJFsaAARJm/cigZARsPI0QFd15UCBdxYUSPPnz89DAAqmoHMgu50GKysxtKUzN6PV4Q/uFRbloxlDv2QqyINMt/KRSv1UZcos1Ca8G9566y2pWLGiZXesDp/CopjTsbC1Osx18l6LwmZW54G7Vd5MvKMRThuK/qJFiyr5gvIf7+3rr7/eMLR9zCsgLIdtOmTK7XMORjjYhnecUQnjgaQumbJ6XwcZQcPtnDmtr/t7RAMAp+SP1YNnG9ZeiYdoyYZHNABwxjVqa3QdylpnZPLWitIaXfd7yoqZrm9HqvPi9TodMmXF24k3PMZg1Y9Ro0aptFlhKlZjdro3NlufOTVsDhMPu74gTD0M1J5++mnDqohchqgJjRs3jv8OTzesI3EgnVx69+6t/nu1atXsbp3Rv69evVqdM02fPj3POMNobKtzMszeGZkYQUMHNxoAuKNoZHyEcwG8d2C0hBKFMxN3o/an9p49e5QhEgwnjMq///1vZSQPA+b8XlI9J80P3NJxphU2rlZrZSeRXq3Wrk7P1MPGxGl/aADglBTrkUCGEbALraNrw4SFIxY777//viHBKIRZMcvpGBuQLkWOlScu7hX23Ml+ylSQB5lBPOqpyJQOBlYhk8LyLOpY2Fp56cGjHWO1KlabWbzP/vOf/0iRIkWCEBXTe+g8cLfLnYlOIL/3Pffcow4mX3jhBfX/G1mwI0oJ8nKXLFkyrXwSb65DptwOxio9AsKU45uYnZ3ttllf6+uSKat2YmGMETJ+4sSJMn78eGUcOHfuXDW28uXLS/v27VWuZHhJNG3aNE+aEF8hOGhcx7s48TY0AHAAPaEKvmN4h8MIKbEkGx7RAMCeaxTX6DqUtfZk8taI2hpd93sq1TVTWNaWVv3XIVM6vp9Wa9cwelIm5qpN5turVy/B2qtq1aqWj5vZ+gx73jFjxgii7GVSmTVrljJeQ6Qxo4I10B133KGMbpEC7OabbxYYvCWXWrVqCYxCevbsmUl4UhqLWXoENJbpSjWz5yf23i1cuLBaX48bN04ZGM2cOVMQsh2ldevWAkObgQMHCgwGypQpkxL/KF1EAwDns4XIGnA8gtFSYoEh2jPPPBOXFxoA2DPFOQuMu+6//37Ds5NMNHizp2JeI5VzUi/3i9K16TjTChsfrwys1q6Z/izSACBs0sz+kEBABIxypybe2suGCXkiN23apA5nkT8ah9tGBUYGr732mkAZEtaCscAaE2FljYpORY5ViD/c+8ILL5Rnn302VIq1RCZ+ylSQB5l+y2KqMmUVDstpuCIdB5R+8/G6qEP/rEL4O3mOosBJdx+RbwwHRoiQYFZg9Y8oE6tWrTKscskllyjjCBxghqnokCm347E6kES4VhhJxCIquG3br/q6ZMrq+cOBNQ4g8a+RAUny2GAEgO9vokecX+N32q7u75GZAQBCuCL3ZqKiAM9gq1atpF69eurAFkoWhAwOS7SNZIY6FGuJbZqlHkkMRxqrTwMAY4mO+hpdt0w5fe6jtkbX/Z6y4qTr2+F0LnTX0yFTVga2TtO3WUXpCqMBAObBLIS/0wh/6Vif6ZYfN+3hG4b0T5dffrnlGqhGjRoCj9GYsjbxHlD+wxAXIaPD+u13w8RLXStj27A7TngZd+xas+cPKSP69OmjzuGw5rYrkCkYm1x00UWh25vY9d3N70YGANizIh3b7NmzczXVqFEjqV+/vuC8EuttrL3TbfzvZqxe6xqd6+GZQjqaHj16xJunAYAxabzrd+zYIdOmTVPKfxi8GxWrdIte5zCK16d6ThrFsabS5/y2ZjJi9Prrr8uwYcPy/IRnCQaTnTp1skVrFlWXBgC26FiBBEggagTsvD2h1MbirkWLFrZD+/zzz1VeOqMNqtXF8CaFVWmDBg1s75HOCnaW+rfddpvyhC1UqJCnbmKRiJCA1113nenicPTo0YLwgGEsOmXKaHxBHmT6zTdVmdJxwGrVhtMQpX7z0bGwtcrthM0rwpCfeOKJhkM5fPiwTJgwQT2LCI2cXMLizaZDHpLHBsMtWPobhRq1mncsuHEdwpQWL17cbxFx3b4OmXJz0+3bt8vFF1+cx0MZbTg9FHdzP111dcmUlRIjlb7iEA7e3YkHTqm0o+sa3d8jr7wQ+hYHt1izhU0ZoEOxljhva9askfPPP195ssVKcjjS2H+nAYBIJq7RdcuUk/dCFNfout9TVpx0fTuczIUfdXTIlA7lfRTSdCXzt0qLAaNQKCjNIkLBaAIGfshjb1RiEYP8mPN0tol9xgcffCA33nijaSQAs/4hOhLOC9q0aZPOIYTm3h9++KGceeaZhv1xYvAdmoGk2BEzJUaKzcm1116r0r6FKYpbqmMxus4LL+xFrr76auWQk6l8YszMzvWwz4d8JBqw0wBAZP369TJ8+HD5+uuvXYkrZOqhhx6S0047LXT7N1cD0Vg51XNSjV0IdVNBn2mFEYYO5b1ZG3C+eO+990LleKJzDhgBQCdNtkUCESGAsLs4QIXVtNni+JZbbnGk1HazkMYhLayRoUBD3rqweT8ms7DL1QQLMVjx64hgYJWDFf2yO0RJt+jplCmjsQR5kOknSy8ypeOA1aqNsOQL1LGwtcu/jg0XFGbYcJUrV07ltI9ZaT///PMyduxYUzHIZAMADBrPGtIkIEydE8OuSpUqCbzdEYUibMrH2CTqkCk37wWj/OSx6+HRDl6Qu7AVHe8YjAleIwhxi/C1ukpyfndd7abSju7vkVcDAIwBHkwwqhw6dKijtVsq407lGh2Ktdh9zbxCksORxurTAEAkE9foOmXKqUxHcY2u+z1lxUrXt8PpfOiup0Om/DYACMvaM5m9Vf511MX7+YYbblB7ZRjLHzhwQNatW6f2z1gLmYXCx7WZagAQYzhv3jwVot5qz5HIGw4X8CQN4/pR9zPppD1ESIJCFt6ARgVGFmeccYaTpiJZByHaIT9QIOosMMhBpLKw7um8jNXNmsjsPtjHwbAJURMytRjtY80cxGgAIMoouVu3bo7FAVElcBYPA+4KFSo4vi7TK3o5J810NrHxBX2mFUaufhoAZPrakwYAYZRo9okEfCRgF+YZSpyXX35ZqlSp4qgXbhfSULxB0YjFc+fOnUNrBOAkRB+8ZHHY7nWDhMUOvGeheDQqOg0NHE2qy0q6Zcro9kEeZLocvuPqXmVKxwFrfjEAwKQsXrxYzjrrLEMvfseTZlAxLIewOuTBjAOeN3hcm0UkSb4uMWdpGL0igtws4X3+j3/8Q0aOHGmIF99XRAcIY9ElU24PQpyygKcgvpUFCxZ0eokv9XR/j3QYAGCgYQwjqUOxFptEI68Qo3Cksfo0AHBnAABuUVij65QpJy+IqK7Rdb+nrFjp+nY4mQ8/6uiQqfxqAAAlJCLh4TxAd8l0AwDsC5cuXSpIEfHNN984wocIiuCN/O1ezx8c3TDEleBti/Mko3RSffv2VYYBWCNkarF6x3sZcyaHQHZ7bmnGcciQIfLiiy+qFFyZVhDFDmcd77//fq6hme3BaADg3gAA5yZwioMjCs7FaQQgyhnHLj2OrrP3KD+zQZ5phZUTDQBSnxkaAKTOjleSQOQIwHsK+ZlhLWxUYMmKvLw9e/Z0PDYvC+n27dursH8wBAjbJtbO2webdeRw9qrswmIHH3JY9RuVMB7oJ/bTD5ky4hDkQaZj4XdZ0atM6ThgtWoDxj9YWKfbs0TXwhaHkvCIhcJQZ7nrrrsEf+l+Z+mQh2QueB/NnTtXbr31VpVDy23BweSjjz4aurBZumTKCY8ZM2aoDb1RhB1Y/GNzi1yTYSy6ZMrOAAAHH/jmIdco0gAhbQS+JXhHwpMJjIxKly5d5K233kq7143u75FVDlu3chK2g1sdijUwMGMOLzWsxYwiStEAwL0BQKK8hXWNrkumnDxbUV6j635PWfHS9e1wMid+1NEhU34bAGDf+fjjj0uxYsX8QOCpTUT7wTd9+vTpntpJvDjTw7DCsOiFF16Qe++911CBbQUSayhch9RtYY+mqE0gkhpCiHLs75AOwajgWfnnP/+Z9r2aX+O3Whcl3rN79+5y+eWXS79+/ZSSMSsrS6Dg/eijj5QMmUXgwP4Z/DKtIOoInhsdJSxGyTrGktiG0Z7Zav9KAwD3BgCJvPk+z6Hh9ZxU93MQ1vaCPNMKKwM/DQCge8EZaKdOncI6fE/9ogGAJ3y8mASiQ8CJVV0qIb9SzS8aI4dFz3PPPSfnnHNOaDZpdh7tOkMRf/vttzJs2DDTDZhRrq2wSJ1fMmU0viAPMv3gq0OmdByw6mjDDz52G8/Y7269gew891IZCw5MzIyoUmkv1Wt0zyUUsNhUXH/99aah/+FJY5Y6JjYOHBLgnd62bdtUh6b9uqA2S3YHkpAbGI+k24PdDLAumbJSpiDcIQ7NateubdgNu5Cu+Gb26NFDu4y4adCP79Hu3bsF8oOCA9qyZcuqf1HwrQUXKJhgpAVDTSOPt9gYwiRnOhRrGNcnn3yiFEyJ44bR6ujRo6Vdu3aG00cDAJFMXKPrkiknz3yU1+h+vKf8/nY4mRM/6uiQKb8NAMKy9jTjb/esuJ23sBmzue2/VX0oXaFchRLWqOAAGoaRmzdvtrzt3XffrZTgqJvfipWxLUKVw3s5Ozs7o7FYveOxPkIqN0TCMzMSsUpXBiU50k2UKFEioxhir4t15OHDh9W4ML7E5wcpSvDcTZo0SZ555hmZOXOm6fgzUc7WrFmjQtPjm5hYrM6IaQAgsn79ehk+fLggKkmq5dprr5UHHnjAs3NZqvdP53U6zknT2f8g7x3UmVaQY3J7Lz8NADJ57QnONABwK22sTwIRJIDDYyxk4W1nZumry6MdeBIPq3Foi3zSVrmksUnBxwyK9XQXbAqQGxxW+UYllSgJZmNatGiRskI285gIc3ixoGUqyINM3TKoS6ZgsQ8FyGeffZaniwgfhmfILoSYLgWfbkaJ7ele2EKphrDrd955p6Oc9giBjBDt8IQ38kTG+wyh8dJddM4lDkTgLXPLLbcYDgtM8DvkbNq0afLwww9b5izVaSSlg7NumTLrk1XaiSgcFOmSKa/KlK+++kr69+9viDkMz186v0f49k6dOlWuuuoqmT9/viGjMIW+9SoLGCC+fXgnJytLbrvtNhUKGXmljQoNAIzfVFFeo2NEOmTKyXclymt0jC/I95Sub4eTefGjjg6ZWrlypZx77rkye/bsPF10mjpKhxGBH3yctolw9jfeeKPjnPYwCEQUQERySS69evVS+5qqVas6vX0k6sHLEYois70/zmOg2IcB4KuvvqoiN1qdoaTivBEJUBadtEs7ESYjSD9Ze33H43wCa0kYluaX58/NfIAPDJbxDJqVMKd1czNW1MXa8L///a/A+Six9O7dW8lItWrVDJukAYA5aTyjmzZtknHjxslrr71maVCCVhDRDI4YYXUUcCtTTurrOid1cq9MqBPUmVaYWSFaJM4AjIpTZzEdRgRhZmTWNxoARHHW2GcScEnAziof1sGwcvUrj9WqVavkhhtuMLV0x3AuvPBCefbZZ9Nq9WjnLawzWoHdAQAUaAhTBsVbGEvQMuV1k5suhjplSgcDq00awr5jMZTuTYdfC1t40I4fP155ROKQEopsFHjatGrVSrp166aUjvBgR4F3DvL7JZd33nlHRSxJd9F54I4xXXrppYZexfg+4EAgcePvxKgiTNFL/JKpRBnAgSQ27mYbEqtQ5emWpdj9dckUFCCDBw82jBbxxhtvyNChQy2HbKVICYMXpI53sdc5t5JpROoYM2ZMKKJw6FCsoY2TTz451/vJiYU+DQCcSVlU1uix0eiQKTsyUV+jY3xBvqd0fTvs5sWv33XIlA4GVgYAYTB+c8IfnrVLlixRe36ss2EYGXM+wJ4Wueuh3B84cKBUr15dGbRh/Z1cwpKWzMmYndbZsmWLMiA28vzHGQPOYmBEEov+g3btjCrsIuE47VuU6lk9J1j/fPzxx9KhQ4coDSmlvsJbHYbb2KMlF6eOAWaKFCdrrJQ6HbGLEA3gkksukU8//dSw5zgrgIFAkSJFIjayvN397bfflKMJlNWJxW7fRgMAZ1OPM0Gk1kCqRLMoblFwFnA2Wme1dJ6TOrtj9GsFcaYVdko6GJgZAGSq8WlsTmkAEHbpZv9IwCMBHMTDujfdXuYbN25Ui0pEIjAqyAOMUK4tWrTwOOLULsdBGZQ3sLo3KlAS4vAF3gpec3/jIARzYuTJjXtDAQkrUSwCw1jSIVNBHmTqYq5bpvbt26essp9//vk8XYTHJ3JjV6xY0bL7YVesofM6FnVe59BsMxsmxZqOw2Zwsno3W0UhgacADgmuuOIKw8gyYdrEBiFTq1evVt8Ho28tvh848O3Tp49X0fT1el0yZXU4a3eQhAGG/TApDN+jn3/+WRlSfPPNN4YyEYZUCeiYDsWa1fOr44GAkROMvcqVK6ejuZTaSLdMhX2NnghVh0xZTVLU1+ixsQUpU7q+HSk9PBou0iFTVlG6nIbThsIchqhGygEn304NKAJvwuz9nkmKNUDFmhnewjC2TS52ZwyIAABF70svvWQ4P/nF4z3G0chLOQYmDA4lQT5EZkoMpwYAZs8fDQCOzSLWh5dffrnhtDp9twcpE6ney2rvlmqbidflR2OlZG6IuIhUgIgsYVaiYuznVSZ0n5N67U9Urg/iTCvsLN59911lLGlUnJx/WJ2pO/12hp2RWf9oABDVmWO/ScABgbB5sFgtoDGcdHnW2oW/xsYcm2scRpiFmnUwHaqKXY4jeEeMGDEi7TmOzcaTLpkK8iDT6Vxa1fNLpryGK4Inydlnny0LFy7M0/2wHC6GYWFrxilMVqG6DtzNeDvxosGB5tNPPy3XXXed4eMQlk1sEDKFiC04CDIqp59+uorokk4Fo5P3mi6ZsjI0gvcDvqVWhQYA9rNl9U3E1WF5n+tQrPltABAGw64wrHHCukZPfhp0yJTZExb1NXriuIKUKV3fDvs3nz81dMiUDt7fffed9OzZ03CQTsOa+kPIn1axhkQaF/wll7CsH3WN3My7Fu07iRBllpsb14dpb6KLl1k7v/zyi1xwwQUyYcIEwyoffPCBnHHGGX53IzTtm3nwd+nSRTkGQOlqVWgAYD+VVt+HTFIW+W0AANJO9oD2MxLtGgsWLJC//OUvsmLFCsOBIA0M0i4WK1Ys2gO16L1f56QZCyxhYEGcaYWdo9c1+969e+Xaa69VRpnJxWnKrrAzMusfDQCiOnPsNwnYEMAiDjlT8YI0KunwMrc62EAf03FgjQUILMmhWDULx4TQXvC81qH8v/rqq+X99983nBNs0kaNGmV6+JNuoU+nTOk4WAuKn58y9frrr8uwYcPyDAVGKl9++aV06tTJcphmz6DT64NgGIaF7YcffihnnnlmqBeFOg7crcJHImLLc889p1IkWJUo5Kz1W6bsDiSjkiNSh0xBVqzagecD/qwi6dAAwP5Na2cAgO9Bv3797BvyuYbXTTq657cBAO6RbuVaGNY4YVyjG4mnDpkyahfK/yiv0ZPHFKRM6fp2+Pw6Mm1eh0xZKbPbtm2rjNzr169vOUSzNb7T69PFL9X7ImoCziqSQ+Jj3fnFF18I0uE288o+AAAXlElEQVRlSrFKjeTkew35euCBB5RDQnLJT97aVsa2iIaHZwhGffmlmK2PmjdvLu+99540btzYEgUNAOwlxer74HSvbH+X9NcIwgAgDGnc0k0aqWD++te/mhoxZboC0s9z0nTPbRD39/tMK4gxeL2HlUMbomsgra1VsXoGnVzvtf/pvJ4GAOmkz3uTgE8EEMoTIeY/+eQTwzukQ/mPjlgtoPF70AYAyFMI62hYWvqt/Ef7N998s7zwwguGcxJ25X+6ZSrIg0wvj6XfMmV1QO8kgoaZh59TTwEvbJxem+6FLfLb33TTTcqzPbmESZGr48Ad7yV8K/73v//lGavTDWjYlbUYmN8yZWYwgnvje/v2229LnTp1nD4CaaunQ6bQeSvLaieHZQjBjcMR5AZOLmHwCgzD98jq2QWzdCu0Y/OmQ7HmtwEAIwDkzFbY1uhmL0IdMpXcdtTX6EasgnxP6fp2pOvjp0umvBjpHjp0SCl34dGbXOAtiPVn2bJl04XIl/vOmDFDTjvtNIERZWLJREXuV199pdI7GBWn3+v8rqw1MxiJMYXXLCJMeU3V6Iuw+9So1bmAE8MSOMFcf/31eXqXn6JK2E2N1bPrdK9sd48w/B6EAQAjAFgbyUMOMkmmkuXa73PSMDxHfvfB7zMtv/uvo30rBb6TCBpWUTigPzv11FN1dDOUbdAAIJTTwk6RQOoE7MJXQhmBQ4RmzZqlfpMUr7TK14Img3zhwpIeShnk9DJT/sMCDJuiokWLpjjinMv27NmjFIpGudvxO5T/r776qvTu3TuUm9YwyFSQB5mpTnYQMmUVWhvWjohkUbBgQcMhWDEM02Yj3QtbHKYgr1TygWTYPGx0HLjraMNqER4WS38/ZQoHknh+zCK7RCk3qw55iL18zMKSOjGIgDLm5JNPNvw2O8ntluo73Ol1YfgerV69Ws477zyZPn16nm6HyVtUh2IN3z3k9TWLaOV03szqnXXWWQLjuHSm6AiDTIVpjW41pzpkKrH9qK/RzVgFKVM6vx1en+dUrtclU9OmTVNKXqN9pZ3xmlWIeKztb7/99lDuEVPhjWus5DMTx6tjHWpmYBK2/UmqMmF3Hc6JYERq9Hw1adJErcOzs7Ptmsmo363OBewMIqyewUzKbe9lwnG2AyMJRAI1KpnkLQp5uO222+TJJ5/0gsz0Wpx3jh49Wtq1a+dL+1Fp1OqZxRhgxITos0WKFInKkBz1M4hzUkcdiXglHWuJiCOQffv2qXeykW7FifFafjampAFA1KWf/SeBBAJQxOBlaOTNiWo4eEdIZxwOB11wwIYFzUsvvWR46wYNGqhFYYsWLXzvGhYgCDcI5T48DY3K3XffrZT2xYsX99QfjBubA/wZFSyGERVgwIABoTzYCYtMBXmQmcqEByVTkKd//OMfMnLkyDzdtFOswdoRiu0ff/wxz7Vh8mxP58LWytgFm2LkKfWaCiQV+TK6RseBu9Vz5dQDy8yDC322O/DWxcKuHT9l6uuvv5bTTz/d8EAyaocdOmQqNhdWHjNWOVoRGhApAoy+mU42dXayoOP3dH+P8L1BhJLrrrvOcDhQlj/77LNSsmRJHcP11IYuxVoqnbC6t1OPy1Tum8o16ZapMK3R7fjplKmor9GtWAUpUzq/HXbz78fvumTKKh0Q1gkIX25maARvXXj6Jys3EQ4fe9Y+ffr4MfS0tGmlCIAiFxHNgjgPCHLwVjLmZA9mFZ0sLGsjP3la7X9xX5x/IUWCV6cNP8fgR9tW0aDs3jlW5wJh2b/5wcxNm2vWrJHzzz/f0AA1E9/NbtjE6kYhEmAq4/LjGnz7cCYBQyazkonPXlDnpH7MWdja9PNMK2xjteqPVTogq3OmXbt2qXRvMKhMLmE6P/FrLmgA4BdZtksCAROwOjRHV2AdDkVz586dPfcMB8tjx46Va6+9VrDptFOSY9M6YsQI5b1g5m0f5AvXasMDOFD04c/r4TkWO9jUX3rppYbMoRxCKCxs0MIYri5ImbITyiAPMu36YvR7UDKFe1steGAxjEOQZCW1lYebneFAKjy8XKNzYbt7925lQe3EihrGQDBSSs5FirGEUZGr48DdKmctxm0mT7H5tQqbjLDaH3/8sXTo0MGLOGi5VqdMJXbI6kAW9a655hp55JFHInMgqUOmYnyswvgPGjRIfRurVKmSZ37h4T9s2DBD47ywRFPQ+T2aN2+eSsOBP6wF7NZTCJ+I3Miob2bAaLXx1fJAuWhEl2LNxS3jVfOrAUDU1+h2c61LpqK+RrfjpPM9ZXcvnd8Ou3v58bsumUIYfxiKwoM9uUBZhIN9RG5J3vNZGZ/aKfH84OG2TewXIW+lSpWy3c+iLtZkMMLftm1bnltlqiLXKmetXWpGvKsmTZokF110keF3P2prTbfyhfpWxsZh2m+kMjav15iF8Ue7cAoaOnRonufS6lwgE6MpHDhwQBkX4117xx13qLRsdmdvcILB2aWZ81IU3s1eZcvJ9fnVAAD7N5zxQpl/zjnnSKVKlSxx4T2O1HbYv82fP9+wbiY+exhokOekTmQ2ynX8OtOKGpPFixcLIvgZObYNGTJERfarXLlyrmHZRaEI0/mJX/NBAwC/yLJdEgiYgF95m2655RaBN3zMojr5QAmKMeRJOeOMM6R58+bKsyErK0vwgt2xY4fMmTNHhZKCwYBZwaEIvP/NcuPpRIl+wUIcigSdpVGjRupAIzG6glU4Ry/3xkbumWee8T1cbVAyFWOBzRkOzsyiJbhlhgMVbHwRXcLPEqRMYRx21ujIfQTLxqpVq6rn8KeffpL777/f0NIR7eH5xOGR3UZYJ8PPP/9cbZiMDv/c3gfvDxgYIbpBYtm5c6cghOHEiRMFCkdE2YABFJSOMSUbZG7jxo0qbCTCSJkp1KDExWGlWXoFt312Wh9Wqoj4YBbVxWk7sXo4rMCCuGLFivFLrTzYUemCCy5QRiV4jmLcwHbWrFmW7/agw2oHIVPJvK0OJMPqGRKETIGTlSIEv+N7DyVJq1atlIEOUinA+AZpI4yew6C9AoP6HiVu5LGegqcR1lRYU5QpU0a9l2PrKRwYvfbaa4qTmTFl0M8d5hKHYHj/Ys2go+h634bNACAImYr6Gj0mP0HIVNTX6GAVhEzF5iSob4eOd4hRG0HIFO6LtRE8+Y2+Y+XLl1fKJxi9Y78MZfjcuXPVd89on4x1BNZ/OMwMc/n0009VH7Hvwnr7xBNPlMaNGxueCSASoZGhLcYX1L4tHSztPNjxzb/55pvllFNOkQoVKqizFMjHhg0bVESERx991HDPFBUZ8cLcztg2SCcSL+Pw61orRQjk484775Thw4cL3j9Ym0NhgjRdSIVpVMIW8U4Ht2QlNZ4zGGP16NFDKW5jjgKxcwG80+BwsXDhQsPb54fnzin3/GoAkLh/gzwgSg/2YMkyhXU5zuJGjRqlzmDM9m/gnYnPXtDnpE7lNsz10nGmFWYeRn3DugAGWkh1Y1Twjse3r3Xr1soxDudMiKCLM3Gj8+d0nJ+kgzkNANJBnfckAR8IWB10erldly5d5K233lIesChWHiWp3ifIxY4f/Y+NG9788CCOFb8U6LB0HzNmjO+pHIKSqRgvqw1EqrKFQxNY5fpZgpQpjMPOa83NWM0sJN20kUpdKP6wKNNVYPSABWCxYsXiTeqSJyOlua5+27Wj+x2CDSrCzHbq1Cl+a7sc9nZ9NPo9SKOu2P2DkKnEsdopuMPqGRKETPnxDQzaUEnX+yNRZoy+R1aW/G6fPazT0F7Xrl3dXuqpvs4xoCNQIEHpZRYq22lnw2YAEIRM+bEeCXKNHpvbIGRK97sw1veg1ui4XxAy5cf7HG0arUecPtup1AtCptAvu+hpbvqOtS0MorxGpHNzz1Tq6mBrZsybSn/Ceo1VDvtU+wwjXTgFwGAwU4uVghtjzg9ee1Zzi/0I3hP4VnstWD++8cYbUrt2ba9Nhep63d9KGOeDuV3UrlBB8KkzNADQA7Z3795q71OtWjU9DYakFT/2JbGhJZ+9h2TInrsR9JmW5w6nqQG7yBJOu4XzExjo9OzZ0+klka1HA4DITh07TgK5CfilrEXqgHfffVd5o6FgkwHveVgO6yhXXHGFPPzww+ogKIji5yIEHhyJkQX8OlwEpyDy1wYlU7F51705Q7vYxCJigp8lSJmKjcMqdJ/TseLZRli79u3bO71EWz3dC9vLLrtMEAIxcSOuQ55gDYqDteQQUtpA2DT0/+3dz8sNXxwH8FmxtPMHIKUoZKuEUso/YCulbKSwUfgXZM0fwJaIEOX3zxQLbFDK0h+gb++pq+t+n+eZuc+998zc+7ymbDxz75x5nXPPnDnzmc+ZRR+yVN+xUtr11Zxr09IBq/nOps+UaFPDZWiqmzZrujad0yz+3lTu1RxzuetRU6q1tsfKckPJ3FPyIcg0+o/R81vqepTx1Wj2krYuw/vl5jXLPCXTSclsLinDNB7+DJ/LoUOH6u/MW5CTbGshAGC0Tc37GH1Q3yXa1Cz6wkH5S4zRc6xS/VSONQuvUk6l+6mVUvq37dOSJSd9+qZNm9p+pLP9Jv295s3kZAZIwHbp61dJtGncuw2Xt2npgJLnNqtjNT3cPnjwYJ3hLoFXa3mbRp+Tub5k1MsbzIu2Jdg9mQdv3rw58akdP368XiIv/ZZt5XHI6NzoInndvXt3atlr05dn3mD79u2LRFSfSxfzpPOOWHpOa169pjHPlGdQeRaV5TxKZ3rtwl0AQBfqjklgBgKvX7+ujhw5Uv38+XOq3z6aASBfnknVPFRdLl12mwKksz179mydWrpk9GxSe2VZgzwsnPY2GoW40hrIkxy71NtFJdtUPGYxkVkiA0DJNjXcbrI2XX4/q0kPn4f/mVhMSvwutmkPbJfKADDJzX76p3xn+qgub/CnPeG+3Bt3GUAnCODEiRMTpfGOVVJrZXIk6bZKbiXa1PD5rLTmZm7kk1oza0z2bSvVpgbnnbchs+5x3kxaKe3hUk5djRNKXo8+f/5cT0o+f/581U0lb2xdvny52r1796q/Y5IPTvrwZ/TYMgC0r42lxjjzPEYfnHmJNjXvY/SS/VSOVfra0f5X0G7PEm1quCTp2/OWaLIujbvl4f+VK1dmvoTZuOVabv9JAtkShJyHaXn7cZEf/g/sMg5K2toEF0+yJb1t5h1mvczdJGWcxmeb+ulkf0v2xbXQdpo8J+lzuh5HNp3bpH9PIEl+L7mvX+3W5T3Jastc4nNrNQNA5uHyAspyS9q0tU/GwMwpDLLttv3cvOzX1TzpvPgsVc7Sc1rzbDXpPFOWHs78Z+l5y67MBQB0Je+4BKYskKjypNTOG73jTrKvVJTlUlx9+/atXjM7xxtnHe8MnrM24pkzZ+r1Abu4YXv8+HF18uTJZdf1Wk3VLJV6NxekTMrnzcVxjJqOXyoleek2lZuzWF24cKGJoNXfS64lWapNjZ541j+6evVqHbnYJiBn8GA7gQPD68C3Ap3iTg8ePKj7gWn8LpZLG5qH2tevX69v9tvYDE4vv688rMzDtKzB2eWW32AmttLPTmNr6jtyM5tU63lgO07d9KFfL9Gmhusg60Omf3/x4sU/19ykDzt16lS9Hm4X17emdlK6TaU8+S2mfi5evFilr2yzZXI7v8MsV9GFY8nrUSbPsi5dHgiM01ft2LGjDgJLX1oyO8Jo/X38+LE6evRo9f79+zZV27hP0qqePn164kj8uKbNZcmkgWvGagkwyP+XvgaWbFPzPEZPAynRpuZ9jB6nkm2qi2tHY2cxxg4l2tRocXI/nrXb83Z7mzFVgijPnz9fv4nUZZ8+Bmu9a94+zrUoQRZtt/TFye5z7NixhU5fv5THnz9/qvv371d5O7btmGjwPX257ret50n3y3X80qVLdSBNgpAGW5fX8knPaZafTz+ToIi293Hpc/JiTPqcDRs2zLJonX93fndPnjypAwHGeWjbh3vczvFWKEDGIdeuXavnhd++fVvvGbMElWROb3jZwT6fx2rKlnHRjRs36t/chw8fxvqKvXv3VufOnauSxWT9+vVjfXbedu5qnnTenAblLT2nNa9Og3Jnnunp06f1taztmCrzTBlb7Nq1q5N5pq7MBQB0Je+4BBZEIFF9GfBkQJ1/uTkbDP5yikkntmXLlmrPnj3Vvn376nTj8zSpsSDV5DQWXOD379/1gOfWrVvVmzdvqmfPnv094wxs8sZ/0irv37+/2rhx44Jr/Ht6ST0Wk7wVmcHhp0+f/k4i5QZ1586d1ebNm2uf9FFJ99/FA8c+VUpuaF++fFk9fPiwevXqVfXly5f/TbzlraO0rTzwTqaYSdfr7tP5K8tsBPLALeOD27dv17/HtLHBQ5FM5qafyluA+S1m7NB1AM5sFJb/1vhkPbtHjx7VGTmG+6p8KpNoWZc1/VT+pd9aKxHrpetiUY5njL4oNek85lng169f9QPfO3fu1IFSw/fJ6dcTcHr48OEqDwTmdS33TMD++PGjvhfJ9T1zA+/evfsbIDmYD0hwdq7xGXuvW7dunqt14rLngeT379+re/fu1Uv7ff369R+z4et+xtkHDhyotm7d6ro/sfzif8Fa6HMmqcX4ZK4kffJoX5X7kdzjZs5yMHfpHncS7cX/7KAvz7VvqetfAm1yj7tt27b6Om++afHbhDMsL2CeqdlcAECzkT0IECBAgAABAgQIECBAgAABAgQIECBAgAABAgQIECBAgEDvBQQA9L6KFJAAAQIECBAgQIAAAQIECBAgQIAAAQIECBAgQIAAAQIECDQLCABoNrIHAQIECBAgQIAAAQIECBAgQIAAAQIECBAgQIAAAQIECBDovYAAgN5XkQISIECAAAECBAgQIECAAAECBAgQIECAAAECBAgQIECAAIFmAQEAzUb2IECAAAECBAgQIECAAAECBAgQIECAAAECBAgQIECAAAECvRcQAND7KlJAAgQIECBAgAABAgQIECBAgAABAgQIECBAgAABAgQIECDQLCAAoNnIHgQIECBAgAABAgQIECBAgAABAgQIECBAgAABAgQIECBAoPcCAgB6X0UKSIAAAQIECBAgQIAAAQIECBAgQIAAAQIECBAgQIAAAQIEmgUEADQb2YMAAQIECBAgQIAAAQIECBAgQIAAAQIECBAgQIAAAQIECPReQABA76tIAQkQIECAAAECBAgQIECAAAECBAgQIECAAAECBAgQIECAQLOAAIBmI3sQIECAAAECBAgQIECAAAECBAgQIECAAAECBAgQIECAAIHeCwgA6H0VKSABAgQIECBAgAABAgQIECBAgAABAgQIECBAgAABAgQIEGgWEADQbGQPAgQIECBAgAABAgQIECBAgAABAgQIECBAgAABAgQIECDQewEBAL2vIgUkQIAAAQIECBAgQIAAAQIECBAgQIAAAQIECBAgQIAAAQLNAgIAmo3sQYAAAQIECBAgQIAAAQIECBAgQIAAAQIECBAgQIAAAQIEei8gAKD3VaSABAgQIECAAAECBAgQIECAAAECBAgQIECAAAECBAgQIECgWUAAQLORPQgQIECAAAECBAgQIECAAAECBAgQIECAAAECBAgQIECAQO8FBAD0vooUkAABAgQIECBAgAABAgQIECBAgAABAgQIECBAgAABAgQINAsIAGg2sgcBAgQIECBAgAABAgQIECBAgAABAgQIECBAgAABAgQIEOi9gACA3leRAhIgQIAAAQIECBAgQIAAAQIECBAgQIAAAQIECBAgQIAAgWYBAQDNRvYgQIAAAQIECBAgQIAAAQIECBAgQIAAAQIECBAgQIAAAQK9FxAA0PsqUkACBAgQIECAAAECBAgQIECAAAECBAgQIECAAAECBAgQINAsIACg2cgeBAgQIECAAAECBAgQIECAAAECBAgQIECAAAECBAgQIECg9wICAHpfRQpIgAABAgQIECBAgAABAgQIECBAgAABAgQIECBAgAABAgSaBQQANBvZgwABAgQIECBAgAABAgQIECBAgAABAgQIECBAgAABAgQI9F7gPzsCnsnZl8uD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09" name="AutoShape 9" descr="data:image/png;base64,iVBORw0KGgoAAAANSUhEUgAACAAAAAHhCAYAAAD6J17EAAAAAXNSR0IArs4c6QAAIABJREFUeF7s3Qn8VdP+//FPuJEhQ8rYLWOlKxJFGaIQDagoQqUkqVQyD91MpYylkCEyNZEmlEIkhW7oj0jXnCHD70qGDP0f731/p9853+/Ze+199jnf7znn+1qPR4/rfr97r732c629z/dxPp+1VqUNGzZsMAoCCCCAAAIIIIAAAggggAACCCCAAAIIIIAAAggggAACCCCAAAIIFLRAJRIACrr/aDwCCCCAAAIIIIAAAggggAACCCCAAAIIIIAAAggggAACCCCAAAKeAAkADAQEEEAAAQQQQAABBBBAAAEEEEAAAQQQQAABBBBAAAEEEEAAAQSKQIAEgCLoRG4BAQQQQAABBBBAAAEEEEAAAQQQQAABBBBAAAEEEEAAAQQQQAABEgAYAwgggAACCCCAAAIIIIAAAggggAACCCCAAAIIIIAAAggggAACCBSBAAkARdCJ3AICCCCAAAIIIIAAAggggAACCCCAAAIIIIAAAggggAACCCCAAAIkADAGEEAAAQQQQAABBBBAAAEEEEAAAQQQQAABBBBAAAEEEEAAAQQQKAIBEgCKoBO5BQQQQAABBBBAAAEEEEAAAQQQQAABBBBAAAEEEEAAAQQQQAABBEgAYAwggAACCCCAAAIIIIAAAggggAACCCCAAAIIIIAAAggggAACCCBQBAIkABRBJ3ILCCCAAAIIIIAAAggggAACCCCAAAIIIIAAAggggAACCCCAAAIIkADAGEAAAQQQQAABBBBAAAEEEEAAAQQQQAABBBBAAAEEEEAAAQQQQKAIBEgAKIJO5BYQQAABBBBAAAEEEEAAAQQQQAABBBBAAAEEEEAAAQQQQAABBBAgAYAxgAACCCCAAAIIIIAAAggggAACCCCAAAIIIIAAAggggAACCCCAQBEIkABQBJ3ILSCAAAIIIIAAAggggAACCCCAAAIIIIAAAggggAACCCCAAAIIIEACAGMAAQQQQAABBBBAAAEEEEAAAQQQQAABBBBAAAEEEEAAAQQQQACBIhAgAaAIOpFbQAABBBBAAAEEEEAAAQQQQAABBBBAAAEEEEAAAQQQQAABBBBAgAQAxgACCCCAAAIIIIAAAggggAACCCCAAAIIIIAAAggggAACCCCAAAJFIEACQBF0IreAAAIIIIAAAggggAACCCCAAAIIIIAAAggggAACCCCAAAIIIIAACQCMAQQQQAABBBBAAAEEEEAAAQQQQAABBBBAAAEEEEAAAQQQQAABBIpAgASAIuhEbgEBBBBAAAEEEEAAAQQQQAABBBBAAAEEEEAAAQQQQAABBBBAAAESABgDCCCAAAIIIIAAAggggAACCCCAAAIIIIAAAggggAACCCCAAAIIFIEACQBF0IncAgIIIIAAAggggAACCCCAAAIIIIAAAggggAACCCCAAAIIIIAAAiQAMAYQQAABBBBAAAEEEEAAAQQQQAABBBBAAAEEEEAAAQQQQAABBBAoAgESAIqgE7kFBBBAAAEEEEAAAQQQQAABBBBAAAEEEEAAAQQQQAABBBBAAAEESABgDCCAAAIIIIAAAgggkCTwxx9/2IwZM2z8+PG2aNEi+/77773f7rDDDta0aVPr3bu3nXjiiVapUqW0bnHPpzMQyAeBzz77zG6//XZ74YUXbNmyZRub1LBhQzv22GNt8ODBVr169XxoKm1AAAEEEEAAAQQQQAABBBBAAAEEEEgSIAGA4YAAAggggAACCCCAQJLAhx9+aJ07d7alS5emdTn++OPt0UcftWrVqqX9fdzzK0pnfPzxxzZ69OiUALOCy0cffbT169fPateuXVEocnKfa9assfvvv9+mT59uixcv9q5Rp04dO+KII6xv377WoEED3yQWHTts2DC74oorfNv2yCOPWJcuXXLS9opa6YYNG+ztt9+2O++8015++WV7//33PQo9F6eddpr16NGDpIuKOji4bwQQQAABBBBAAAEEEEAAAQQiCJAAEAGLQxFAAAEEEEAAAQTM1q9fb8uXL/dmx+ufArmJAKN8atWqZfXr17dDDjnEmjdv7v3vVlttVTB0Crp16tTJ3nrrrbRtdiUAxD2/YKBiNFRj5swzz7RXXnklbS1KAnj44Ydtt912i3GVinvqDz/8YOedd55NmTIlLUK9evVs4sSJXhKAX7nuuuvsmmuu8f09CQDZH18K/iv56L333ktb+amnnmr33HOPbb/99tm/ODVmTUCfkatWrfI+HxcuXGiff/65rVy50j755JON19hmm23swAMP9N5xBx98sDVq1MgOOOAA+jZrvUBFCCCAAAIIIIAAAggggEDFFiABoGL3P3ePAAIIIIAAAgiEEtDM1BUrVnjBJwVmE8vihzlZgY5TTjnFLrzwQi/gsckmm4Q5rdyOiRvAj3t+3BvXFgRTp061G2+80UvUiFo0S1xJHLvuuqsXINbs4/3339/bAsFv24Oo19AKCkoACCqaud6uXbuoVXO8mZdYccIJJ9jatWt9PW699VYbOHCg7+9JACj7oXTbbbfZoEGDfC+sd+ncuXPt0EMPLfvGccVAgb/++sveffddu++++yJ/RiZX3KJFCzvnnHOsTZs2VrVqVdSLUEB/P40bNy5ldRbdpj53lQTStWtX77Nvs802y+ju161bZ3fddZe3ldGbb7658XMgsY1R9+7dY9WfUaM4CQEEEEAAAQQQQAABBMpcgASAMifngggggAACCCCAQGEJaLb2kCFDbMKECbEbfvbZZ9v1119vNWvWjF1XriqIG8CPe37c+9LWBW3btrUvv/wyblUp5zdp0sTat2/vLUWuQEWcZABXcFkXVgLD5ZdfntV7qCiVhUmw6NOnj91yyy22xRZbpGVx9RErAGR3NP3yyy9eQoaSrIIK7tl1j1ubkuOWLVvmfa5NmzYtbnUbz1cillbg6NChg22++eZZq5eKyl9g0qRJ3koffsW1ypDrDpQAdvjhh/sepiQDtUFjjIIAAggggAACCCCAAALFK0ACQPH2LXeGAAIIIIAAAgjEEtBM8smTJ3v7gCcvXRyrUjNvhptmpx122GFxq8rJ+XED+HHPj3tTruBC3Po1C7ljx45ecKp27doZVecKLqvSa6+91q6++uqM6q/oJ4VJANAWAZpxXqVKlbRcrj4iEJ3dUUYCQHY9y6I2zbTWShojR44MXG0jTlu0EoDqr1u3bpxqODePBFzvZxIA8qizaAoCCCCAAAIIIIAAAgUsQAJAAXceTUcAAQQQQAABBHIloGDUiBEj7J///GdOLpHPe1nHDeDHPT8uuCu4ELf+xPlaTviqq66y3r17+waR/a7lCi7rPNcS9dm6D1c9iS0VtLT3a6+9tjHQp0SIZs2a2bnnnpt3yymHGQOabT58+HCrXLlyWgJXH1X0BAC9I++99157/PHHbfHixRsN9VxoGfcLLrjAjjzyyNArZZAA4HoS8+v3X3zxhbdiw5QpU3LesHxPmss5QJFdwPV+JgGgyDqc20EAAQQQQAABBBBAoJwESAAoJ3guiwACCCCAAAII5KuAZjVq+XX9y1XRnvJaXSAfZzXGDeDHPT+uuSu4ELf+kuefddZZXrLIzjvvHLpqLXOuxIGgMn36dC+wXt7lu+++sy5duticOXPSNiVusCYX9/fcc8/ZcccdF1i1K8GCBIDgnnE9564VFtLVPmzYMG/FFb+yyy672MyZM61Ro0a5GDbUGVLg66+/NvWv3lFlVbQFy/jx461evXpldUmukyMB12d03M8UtgDIUcdRLQIIIIAAAggggAACBSZAAkCBdRjNRQABBBBAAAEEcimg2c7aF/yyyy7L5WW8uhcuXOjNoM634grsub6cj3t+XA9XcCFu/enOb926tY0ZM8Zq1aoVqvqVK1eaEgeWLFmS9vhTTjnF2wu9evXqoerL5UGFmACwZs0aL0Dptye5gokPP/yw7bPPPr50JAAEjyrXc55JAsAbb7zhba/ht+XK2WefbaNHj7aqVavmcshTd4DADz/84D1bZTHzv2QzTjrpJO+9uNNOO9FHBSzg+ox2/Y3hunUSAFxC/B4BBBBAAAEEEEAAgYohQAJAxehn7hIBBBBAAAEEEAglsGDBAuvatatvACq5Ei2BrkBt9+7dTUsUb7fddt5y13/99ZcpSLJ8+XJvxqKCkGvXri11fRIAqoXqk6gHuYILUesLe3zU4JTGx6hRo+zll182BVNVGjZsaEom6NWrl9WsWTPspXN6XCEmAAjks88+s9tvv91eeOEFW7ZsmWdUp04dU3CpZ8+eplU4ggoJAMHDKhcJABs2bPC2mdDWAvPmzdv4Hj700ENNz1ePHj3yIikmpw9cHlceNUFOz5j6TCuZaIWUKlWqeHeX+IxcsWKFPf3003b33Xfb999/H+rO9VwqQW+zzTYLdTwH5Z+A6zOaBID86zNahAACCCCAAAIIIIBAIQqQAFCIvUabEUAAAQQQQACBHAh888033n7mM2bMcNau5cW1XLUCtgr6B5VPP/3Um7WqmYvJiQAkAJRPAkBQcEH7kP/444/23nvv2fz5871ZrongvHNQmFkxBqcKNQEgTH8FHUMCQLBgLhIA4vYZ5+dWQDOrtR2I3woNiavvsMMOdvPNN9sZZ5xhm2++ubNRWrFD26joHFfRKitTp061gw8+2HUov89TARIA8rRjaBYCCCCAAAIIIIAAAkUmQAJAkXUot4MAAggggAACCGQioJmn9913nzfz2lWUJDB8+HBTkCNsUf2vvvqqDRgwwF5//XVv9vHkyZOtbt26Yasos+NcgT3X7Ly458e90WwGF5QQ8MQTT9j1118fKhFAe5RPnDjRjjzyyLi3kTfnkwCQviseeeQRLxhaUYvrOc9kC4CKalkI963EqH79+tmECRMCm6vVcO666y477LDDIt2WVhd46KGHbODAgWlXzEmu7Oqrr7YhQ4bYpptuGukaHJwfAtn8jE53R2wBkB/9TCsQQAABBBBAAAEEEChvARIAyrsHuD4CCCCAAAIIIJAHAl9++aVpf2ktOx1Uoi7zXrKur776yq688krbcsstvRmPiSWR84BgYxNcgb2KlACQQFG/XXLJJd6+8a5SbPuUkwCQvsdJAHjfOnXqZG+99VZaIBIAXG+Kwvq9VkTRljfptrNJ3Ilm5yuIf9RRR2V0c2G3GGjSpIk9/vjjtscee2R0HU4qXwESAMrXn6sjgAACCCCAAAIIIFBRBEgAqCg9zX0igAACCCCAAAIBAk8++aR16NAh0Kg8lx5WYGTVqlWmbQP0T//95ptvpgRjtE+29lnWzMtmzZrZQQcdlFGCAQkA6YfBunXrvCSAsWPHBo6TbbbZxqZNm2YtWrQo02du/fr13piYM2eOLV682N55552NS3WrTQceeKDttddedvjhh1vLli2tZs2atskmmzjbmA8JANozfMGCBd7MYgUitV+4xrvuQ3uM165d23kfUQ+IugWA2qhnZ+bMmfb88897K30k9jVXWxs3buwFUPV8hlkWPWp7y/p413siHxMA1EefffaZl+gV9B7VeGratKn3T6u1VK5cucx4tRXNU0895Y2jRYsWpR1DCoCXZfLYb7/95r37Ro0aFehw++23W//+/Z3b4gRVomSrnj172uzZswOvVagJOPos/+CDD2zu3LneO03bKSxbtmzjvWpboTp16ljz5s29f/vss0+o93ScAVrW79diSABI9KM+j/Scfvzxx97nbqKU/MzV564+fzfbbLM4XVWQ58pG22Dpmdbnhsa3Pge7detmRxxxROD41upZX3/9tb344ove3zYrVqxIcVZde++9t7cliJ6XQw45xLbaaquCdKLRCCCAAAIIIIAAAtkXIAEg+6bUiAACCCCAAAIIFJSAArt9+/a1Bx98MLDdZb3ssL74VHBAs87vv/9+577LJRuvLQq0nLICcdWrVw/dJ67AXkVcASCBFzY4JXdtE+EXOFTwYMaMGTZ+/PiUIJ/6TEHH3r1724knnhgqkKbxq7GrL9jVd2GLvii/7LLLrF27dilBiaVLl3pL20epy++aClRq/CqIVbKsXr3ahg4d6n2pn9hTXPev8aWfJ85REF3Pnl/ihYIId955Z8qX/np2XnrpJe+cJUuWpCRCKBCv+zvrrLMCgzFhEwB0LQXwtE2EEj9cRe433nijHXPMMaEDe+pjJT9oO4rkIFMm40Xtffrpp+3uu+9OGXtqtxIVlAh1/vnnlwqiKCAt60RSg+s+s/17BYq0aoraGLVoK49Zs2Z5z8jLL78c6XQlfmlrmO7du5u2+IhSwo5x1blmzRq75ZZbvDEbNMtex2YyhqK0u+Sxrs8EHa9kHG0PENUoXbv0eackgKCSLsFEQcKbbrrJtAR8sqGChBo/l19+ue25556RKIKeFwXr1Q4lIbkCu3qGp06d6vXx8uXLQ7dB7b700ks93yiJQ2HHXibv19CN9zmwkBMAtBWG2q/3cZR+FIWSifRu1edP1apVIzEqoezmm29O+TxTBRqDxx57rA0ePDj033l616iu5557LiX5RO86fWarLr1j/IoSgu6991574IEHUs7Xyh/a5korZVWqVMn0d46sBg0alPZzo169ejZlyhSrX79+qUvpuXv77be951mrfYQtSrzo2rWrl7CkJEcKAggggAACCCCAQMUWIAGgYvc/d48AAggggAACCHgzpU899VR77733fDWCvqjMBaFmTF177bVewMAVDHJdX8EPzcxUYFVfyrqKK9hTkRMAZKeZmx07dgzsFwXxH3vsMdMX6unKhx9+aJ07dzYF29MVl3HiHM2Gu/DCC702ZVL0Zbm+XG/duvXG04cNG2ZXXHFFJtWlPcdvpm5QEChxjmb+ad9xBQn8SjqrH374wQvw+80i1j7lkyZN8mYi+pUwCQAaB/fdd59dc801kQLjcr/qqqu8vgsT1HM9k1Fm2ysYrgSVe+65J+2tp7P59ddf7aKLLnKufpG1QeNTUZ8+fbwA6hZbbBHqUgoivfrqq15QSgG0OEXPshI3TjvtNGewN3GdMGNcbdSKEfL1204hXbs1hpQYo750BZ/j3LfOVbKSgnpBRQklGofZKB999JGdfvrpXrDTr2i2r3x33XVX75AwYzSTJD4F0hWwVXJBpu9qrcyiIH6m72ld95xzzrEbbrjBW+UnTAkz9jJ9v4a5ftAxhZgAoFUStFKU3ttxk+P0jtV7TElgYf4mk6Xr80grmmjlpzBFCTJakcCv6G9PPSt+JejzKPFZ9Le//c1uu+02r91Bf8Oma7cSDMaNG+dtl5Xp37/ankZ1RE20COPHMQgggAACCCCAAAKFI0ACQOH0FS1FAAEEEEAAAQRyIuD6MloXTTfLOCeNMfOWBdYMpsSs6GxcJ8rezK5goys4Hff8uPfr6k9X+13XD7tihII9mpmXrmTDSAkrmpUcFCRz3Yt+r6CmZsYmiivQEKbO5GNK1p/4nStAdfLJJ4faciFdf7q2LchGAoBmgGo5ed1fpkWrRCjw6wrgusZLrhMAXEkDmd5/1POi3KdmnyoorWSWTINI6dqn+vQvzDLTrjGuIPfEiRO9JJdMVlZQEoCCbAoOhw0kRjX/888/vWCgEoP8ilbrULJagwYNolaf9vgw4033rnds8ooQstBsY7/SqlUrb0WSHXfcMXQ7NUv6uOOO8z1eiUZjxowxtadkUXKHVgVRm7Lxea4Ar1ZHCEpcKov3a2g8nwNz/RntCnCHef8nN12f+XrPx3nXl6TQeFF9Wu3H9f7Xua7P5XxKAFByw/Tp0717c717S7Zb722dr9WJ4pRGjRp571ZtD0BBAAEEEEAAAQQQqLgCJABU3L7nzhFAAAEEEEAAAQsT3BBTNmc3BrH/5z//8ZY+VjAl2+Xoo4/2gh+77bZbYNWuYKMrgB73/Lj3nevggtrnuoaOufXWW73ZuelKXCPN3FQwVF+yxy3Js/30PGg2ezYDHX6zCYMMNU4VxNfMbVcprwQALXX+5ZdfupoX+HsFgTRLUatBBBXXeIkSGHcFV9MFx3766Sdvm5SHHnoo1v3GPTnsfSqIFGb2aabtCZu44Rrjm2yySaggWVA7ldylzwvtgZ2L4lpNQ9dMrISx7bbbZq0JWqFCAcSgogCfZvomigK/J5xwgm/QUc/bM888E3qmtAL4mnUfNBs66D2fi2Q+rcQgm5122inQxjX24rxf43ay6/PT9TeG6/rZTABQ8F8z0e+44w7XZSP/XuNRf1sqEciVwFNICQBnnHGGnX322aGSXpITAPS8aUWiMIkDLuyoSR6u+vg9AggggAACCCCAQGEKkABQmP1GqxFAAAEEEEAAgawIhAm4p5tpmJWLp6nEFeiLe10tV679ioOKqw2uL+fjnh/3HnMdXFD7tDetgl4rV670bW7QcuVxjPQlufpR+5Jno5QM0LsCDVGvmckKAFpmXSsbhJk1W14JAFEd/I4Pk5jjGi9hA+NqQyYJAK5zsmXhqifsfSowrOfDNfvUdT2/34dN3Ah6F2nmurafyUYbtYqEAtVhtpOIes+u7UpUn1YQ0Xtj0003jVq97/EvvfSSaU/xoFIy+P7tt996W388++yzvqdpdrESs1wBV1Xgqk9JQE899ZQ1bty41PWytUJLuhvRChRDhw4NnDkeNPbivl/jdnKuP6OzlQCghDiNMe0nn6uiBB55uJbvd30u58sKAPo803YJSn4JU5Lb/cUXX3jP7wsvvBDm1MBjSACITUgFCCCAAAIIIIBAUQiQAFAU3chNIIAAAggggAACmQkowKjZSosWLfKtwLWfe2ZXTn+WX7BFAacWLVrYqaeeakceeaTVqFHDKleu7FWyfv160xen2tN85MiRgUtJh5mp6Qo2kgBgFmZWbOvWrb0VF7bffvtSnR3HWNdWEoeWlk5XNFYUKNUsOgUXtLywvpDXecuXL/dmC2uWXWLJ8ZIJAK5ltKOO95KzdBPnu4JAYa9T6AkAuk9XYo5rvIQNjOtarmB+usCJ3jFaklljozxLmPtUUo6CSK6tMTRD9YILLrD999/fqlSpYkqs0TMxZ84cu/322+31118PvNUwiRvZGuMu81wGuxYvXuwtgR+UqJCLFXLCJFkNGTLE9C8RzA8zYz/MZ2DC+7XXXjNtReK30scpp5ziLclf8h3vesZUv5bx1/jr0KGD7bzzzqbVIHSe3tHaUmDChAm+3R5m1YdsjT3X571rbKb7vattca+ZrQQA1dOlS5fARLTE5622bdp33329v8v0efvVV1/ZE0884fWl3t9BRe+i0aNHB+5XXygJAFHHQ3ICwJNPPuk9D37lkEMO8Z73ww8/3BKrjeiZkbWSfvR3zcsvv+ydnst3YtR75HgEEEAAAQQQQACB8hMgAaD87LkyAggggAACCCBQ7gIrVqwwzYbTl+5+Je6X0VFusmRgWV/0a39oBbQU9A8qCn7Mnz/fW3rVL2ChYNfkyZOtbt26vlW5go0uj7jnR/FKd2yugwu65q+//urt3T527Fjf5rZs2dIee+wxq169eqlj4hi5AmNhlif/8ccfvQQCLWuswIKSFRJl6dKlXtDDFbQI009NmjTxkiC0R3jJ4uqnMPXrmHR7cGt5a92DgrnpSpjggCvgklyvgkAKAGnWeb169bykCz3LMlaChWslA79AYuIarvESJjCeqMsVnPSzmTlzpnXr1i2jverD9qXrONd9asauZkar7/yK+krPrRK/FHRNV9asWeM93xq7QcWVuBF1jOvdPXjwYG8MaTa9tvrQtgua3e9aKUDbgbRr185FGPn3M2bMMC07H1T8knwiXyzpBNeY16HpxoNrGwDN2tdY1h7hruJKhvJbTUCfw3qm/fpMCRV33nln2vei2hRmH3RtS6BgqN+qC1HHnp9Fuvery831+2y1zXUdv9+Hef9r6X9te/Lggw/6XkZ/nz3wwAOmZCC/FSWUkKR65s6dG/hO0meFkjz9iuvzKF9WAIjSJ/q7QAmJDRo0cG7Hpb8lxo8f770b/YoSL959911v1Qb9jabEpKpVq0ZpEscigAACCCCAAAIIFJkACQBF1qHcDgIIIIAAAgggEEXANVNMdbmCTlGu5zo2sQeqvtzXl8aa6R3lC8zffvvNW6521KhRvpfS0qxaRcCvuAIvJAD8V871hXxQkCGOcdDS2MlfqLvGWtjfu4LprvHgd50oQSAFbbWlgpJhdt11V/v9999NyTsKmshZAcrkAIyrzWECQK7+TdyXgkBaeUMzF9MFlMPsA+7am9w1XqK8ozJNACjZj9lsU6LuuHV+9NFH3n7aQbP/R4wYYYMGDXIuV69ZpT179rTZs2f7PiquxI2wYzxoDIXdF7vkSh5hn2/XcWHuIUrw0XW9xO9dz7DfZ7Nr2X6dF2bFAtf2QH6JBK7P4DCz99VGBaC1VcG9996blsy1MlGYfktUHPX9GrYPs/Huj3utdOeHef+7Vn8Iuw2Irq/tIPReeuutt3xvp3///qZ3k982Hq7PoyjPoOvvXte7xPWeLnmTbdq0sWuuucYaNmzofUbq3Tpr1iwvSU5/52611Vb2888/24UXXuithpOu5GKbkVyMLepEAAEEEEAAAQQQyC8BEgDyqz9oDQIIIIAAAgggUKYCri9C1ZgowbUybbzPxbR0sGYj+5VHHnnEmx3tV1xf7roCvnHPj2voCny42h/2+sOGDTPtxexXcpUAEHR/xZgA4Aqwp/N3BQ/DBIBcARddV23TDO2gvcoVwFVQQ6sDBJWS+5knH+t6pqK8o4o5AUDLsSto71c0Q14BVddqKonzXUtSu2aTu95FiTF01113WatWrXxnEWvFDiW/BC0LH2UMhH3H6bgw9xAl+Bj22q5n2O+zOcw2AFrJQjPwFXj0K66VVvy2EnjnnXe8rXoU9E1XXDP3k8957rnnvO0X/EpQMl+YfkuMv6AEprD9FeW4sG2LUmeUY13v/zAriUR53jQY7wViAAAgAElEQVQmtZqEVhXxK66EDtfnUZRn0PV3bzYTALR1jP5OUsJEUHE97yQARBnhHIsAAggggAACCCCQECABgLGAAAIIIIAAAghUYIFJkyZZ586dAwWifNGbD5SuoAEJAMd7Qa1q1arF6i5XECNXCQBBKwDohhQo0JfuWoY+G8X1xXymCRUuP7VdQQPN1tXsSb8lltPdo6vNrgBQwlGzFv1KlLZ9/vnn3pLzif2J09WpFQ60pPgWW2xR6tckAPyXJOhdHGbJ7jAzv5PxV69e7SVLvfjii77jIKhO1xiPMobuuece6927t287crFUe5jnQMdECT6GfSe5nuGg8eDaBiDM8+9KJvFL2Anqc9dKHyVttHWI3huLFi1KyxaUNOQae3Her2H70O+4MG2Le42g8139ry2UtB3HvHnzfKvRkv7HHnts6Ga6EkpUUVCdhZgAoM80rWoQlGiTAHStAKA+e/zxxwO3AAjdGRyIAAIIIIAAAgggUGEESACoMF3NjSKAAAIIIIAAAqUFwnwRXWgJAK7ZXSQAZCcBwLXSQq4SAJYuXWpt27Y1BSn8ivYR11YQ1atXj/3YuwJxuUwAyDSZwdVmVwBIaK6AS5S2aUapZv5q1Qi/EuRIAsB/1YLexa5gqWu2frp+Wb9+vZdMo9m7fiVoZqrr80XP6A033BAqWWfx4sXebHC/feUzfQ5dLwjXc6Dz8y0BIMw2AEGfg65VMvzGkmu8NGrUyCZOnGh77723i937ves9FmfsJd5x2UwWC3VTIVeVCFtXJse53v+uz1jXbP10bXJtKaFzgpKJXM9hlGfQ9TdiNlYAaN26tbfyzc477xyqi1zPjipRv2m1ihYtWqTdbifUhTgIAQQQQAABBBBAoEIJkABQobqbm0UAAQQQQAABBFIFinEFANeXuyQAZCcBwPWFfK4SAMLMTtQo1/L0PXr0MM0M1n9HmUGf/JS4glCZBh5dwdGTTjrJNOt5p512ivzacrXZFQBKBMeCVgBwPUclG+161wQFB0kA+K9mUAKA673XsmVLe+yxxyInxcSZee8a465AW/IYco2BTJ9D18Pl2upE50cJPrqul/i96xkOGg9htgEI2nPdZe23/L8ryBu1j1yzooOeB9fYi/N+DduHfse52ha3ftf5rve/q33aZuSOO+6wLbfc0nWpjb8PkwQWlNDh+nsjyjPoele63kuu5yPM1jjp4FyrbiTOadOmjWl1gebNm1uVKlVC9wEHIoAAAggggAACCFQ8ARIAKl6fc8cIIIAAAggggMBGAdcXoUFBhrJk/OOPP0zLiC9btsw0O+3NN9807Qut//WbEerXPlfg0vXlriuIEff8uK6uL+9d7Q97fdcX8vpyWm3ZddddS1UZxyjMfsIlLxjnC3NXIC5TT1c/uYIQQf3karMrAKS6Xf3reo5Kts/1rtl///1t8uTJVrdu3cjjJcoqJa7ZzWFs1EDXGI7SpsQNx6nTNZ4yCdqpXTNmzDAFS/1K0Ph3tSnKGHfZZPocut53rnvQ+VGCj67rJX4fZvsFV0LICSec4Pv5GDSL29Xnfkvvu1ahCHvvYY/TLOuHH37Ytt9++1KnuPotytgL256wx7naFraeTI9zveNc7/4hQ4aY/kVNqtNKIoMGDfJtdtB4drUpyjPo+ixyjY1cvYs++ugjb7ufJUuWhOrabCU5hroYByGAAAIIIIAAAggUpAAJAAXZbTQaAQQQQAABBBDIjoDri1BdxW+2X3Za4F+LAr0KKOgLfs2M0n9no7gCl3G/3I17ftx7dAUXshEocwVRdQ9xlnR3tfHjjz+2M8880zR+o5Q6depYv379rFu3bqH25VXdrmC6q61+7XP1kysIEXTfrja7AkCq2xVwcT1HJdvnei50vF8Qx3VulGC7a+yGsVFbs9mmhFWcOl3BtYEDB9rw4cOtcuXKUR4Z7xk7/PDDfc8JSvTJ5hh32WT6HLowXPeg86dPn27t2rVzVRXp9677VWVB74gw2wCka7drKfKgrSTCtDkSguPgsko+yWabVZdrTMUdy65nNugd5+p/td8vAcTl5LpvrdYzZswY22abbUpV5fo8KoYEAP3NO2rUKBswYICLstTvlThw6aWXWoMGDSInZkS+GCcggAACCCCAAAIIFIwACQAF01U0FAEEEEAAAQQQyL7A22+/7QX4V65c6Vt5pktHx2nt999/byNGjLCxY8dGnuHvuq4rcOkKYri+nI97vqv9rt+7vmR3td9Vv37vCjDrmKCgbDaMXnrpJevVq5cXiI1alAhw/fXXW/v27Z176bruNVNPVz+RAPB/veoaLyQAuBM2Mh1PcYKJ2RzjrjGQ6XPoenc899xzdtxxxwUe9tBDD9nZZ5/tqirS7xcvXuxdN2iFm6A908NsA5BuyXXXygNBCYFh2hwJwXEwCQDpgeI8s64EKV3R9TeUX7e53gdB/VkREgDktm7dOrvyyiu9LRYyKeecc47dcMMNtvPOO2dyOucggAACCCCAAAIIFJkACQBF1qHcDgIIIIAAAgggEEXgww8/tM6dO3vL6vuVffbZx6ZOnerNLCqLopn+F1xwgc2ePTsnl3N9eR030BT3/Lg3HedL9rDXDpM4ErRMcLaM/vWvf5n2so66EoDuU7MMr7rqKrvwwgtt88039711EgDS07ieo5Jnufpcx7MCwPvWqVMne+utt9Kix1kimwSAsG+31OPCBLUztQ1q0aRJk7zP5qDiWnlA78WgbQDSrd7gSngImv3tCjxn1gP+ZxXrFgBxk1lc/RC0AgAJAMEra2g0uj7L4vaf+uCWW27xkmCjbnGl9jVr1szuueceq1+/frYfOepDAAEEEEAAAQQQKDABEgAKrMNoLgIIIIAAAgggkE2BH374wbTsqivY7go0ZKtNX3/9tTdzXNfLVXEFLuN+uRv3/Lj3XRYJANqSQXuKB5WJEyd6wcx0JZtGmjE3btw4b0a/Vo6IWvQlu/Yl3nTTTdOeSgJAelHXc1TyLFef63gSAAovAaBRo0amZ33vvfcuNVBc76IogXPX+IkbdPN7b7iuq/P0LtSM3S233DLq6yft8WFm74dJzHNtA6AkqGnTplmLFi28dvz55582dOhQb/uPdCVo+X8d7wo8ZwUnqZKrr77a24s+3bs7m2Mv2+12tS3uWHb1Q74mAAQldFSUFQASY03vgGXLlnnje9asWZGHYJMmTbzts/SeoCCAAAIIIIAAAghUXAESACpu33PnCCCAAAIIIICAhdnvVUzplgrONl+c/U+jtMUVuHQFfFxfzsc9P8q9pDs218GFH3/80fr162cTJkzwbaorOJULIwXqH3zwQRs9erRpFYmwpVatWt4KFwcffHDaU0gASC/peo5KnuXq86Ax4zqXLQDcWwAMHDjQhg8fbpUrVw77aHjHuYKJZbUMu2sMuN7LkW466eAwSXJNmza1xx57zPQuyUb5z3/+4yUV6L3kV1q1auUF+HbccUffY8IkEiiwqiXHK1WqZK6EgaA92tWIMCvDZMNHdZx22mneDGk/c9fnYJTkk2y1OVGPq21xx7LrmY2bABC0CkSQleu+46xw4pc8lq49Lh/X2CjLd9Fff/1lixYtMpkrWSdKueiii7ztAIJWOIpSH8cigAACCCCAAAIIFJ4ACQCF12e0GAEEEEAAAQQQyKqAlgrt3bt3YJ3plgrOaiPM7Msvv/T2UZ43b15g1aeeeqqdeeaZdtBBB1mNGjVKBbRcX+66Apdxv9yNe35cV9eX7HGDC3PnzjXtAx20NG3QPtG6v1waafncl19+2UsG0My5MEvoBs0kJQEg/Yh0PUclz3I9l0FBKdd4iTID27XEdVA7ku/J1aYoSQmJeuPU6XqPZ9IetWvGjBl20kkn+b6Wgp5117vIFWiL4h33veZ3g2GT5PRePPbYY+O+vr3zX3vtNTv55JO9z0S/EjYpz1VXciKB69i7777bW6HHr7jGb676KF17sjn2stKpSZW42hbXKc67VqtA6PNw2LBhvrcd5blNruS2227zVtvxK0FJSq4VABYsWGBHHnlkqK5y+bjurzzGuZJ5lNg4efJk02fv8uXLnfdar149mzJlClsBOKU4AAEEEEAAAQQQKF4BEgCKt2+5MwQQQAABBBBAIJTA0qVLrW3btoHBBlUUNeAX6uJJB7n2HtZMvzFjxnh7Gm+yySa+1bu+3HXdR9wvd+OeH9Wt5PG5DC6E3aLBNUOwLIz0hflHH31kCjo89NBDgYkAQQkuJACkH5Gu56jkWVoxomvXrr7Du2XLlt4s6urVq5c6JpvjpVgTAFx7xmcaVHQlFgQF7VzvIlegLXkgZHMMRH3HugxUX//+/b0Z6XFn2/7xxx/est833nhjYDPDbsujFQx69OjhO3tYy/o/9dRT1rhxY+9d6Regda3qosauXr3aunTpYi+++GLatgc941H7xHV8Nsee61pRf+9qW6bPaqIdrr+BXElOCv5fccUVvreVSTJRmMSCoL8bXAkAUT6PXD6u91J5vovUKfoMU3LjyJEj7fXXXw8cfq6knahjl+MRQAABBBBAAAEECkuABIDC6i9aiwACCCCAAAIIZF3AFSBIXPDoo4/2lhzebbfdst4GVegKstxyyy2mYJOWKg4qri93XV8Ux/1yN+75cXFzFVxYt26dXXLJJTZ27NjAJoaZdVaWRlpCV4HlPn36+CYBBAW3SABI390aB1o5xPU86uzffvvNGzujRo3yHTtBs/hd4yXKCiUff/yxt4KI3hPpiis4ljjH1aZMgmRx6ly8eLEdd9xxGY1xv04JM/s9KMDkehe5Am3J7XLZxA2aBr3Uwixt79pKJOx7XeNSQfSgbUwUSFdCjYL3rqJEKAX2tRy4X1Hg9ZxzzgncdsC1/L/qdm1dsP/++3szmOvWretqduzfZ3PsxW5MiQpcbYs7ll1/A7neca5koijv28Stu8aGjgtaRcOVABA20B1mqynXe6k830XJQ+mLL76wCy64wJQM5FfCrhSS7TFOfQgggAACCCCAAAL5IUACQH70A61AAAEEEEAAAQTKVeD+++/3vvx3Fc0KGzp0qG222WauQyP/3vUFb9g9Xl1ffpMAcLwpAFGtWrXQffT99997ywK7gv+qMGg5/cQFy/oLdM2q1T7XmqHrV/zGlysBwBVM8bueKwjkCkIEdV422ux6HhXw1MoKRx11lHMcvfPOO6atO9577z3fYzXjWcGKdMU1XhQInTlzpjVq1CiwLWGSWML2p6tNmQTxXHUGJRUoYHzGGWd4+0X7Fde7r+R5WkHj9NNPtyVLlqStcptttrFnnnnGmjVrlvb32RzjLptMvJ0D938P0Ljp27evt61IUNEWNqNHj7aqVauGrTrluLArrIRNhktU7lraX9s49OvXz/sbYOXKlWnbHibAGmaW9xNPPGHt27fPyCfKSdkce1GuG+ZYV9vijmXX30Cud5xrVSjXc5/OwDUGXW1yfR4FrUSS3B5tFaCVaIISbFyfveX5Lippu2zZMuvUqZPvc5tJIlqYMcwxCCCAAAIIIIAAAoUhQAJAYfQTrUQAAQQQQAABBHIq4Ar0JF9cgTotE5zJUsfa0/iOO+7w9jhWMOXvf//7xqpdX/CGTQB46aWXAoOSriBY3C93454ft6OzGVzQzO158+Z5SR+upWbVbteX+Il7Kw8j1xL0mSYAhA0+l+xXVz+5ghBB46QsEgB0/TBJAGGXNA+a/blmzRovuK2x6Ff0XtIqA5tuumnaQ8IE/7M5hps2beqtPCGjsMX1XAQFc1xbG6gNUQPUrsSw5P3j091jNse4yyZu0NTVR08++aR16NDBdZi3dLr+bbXVVs5jkw/QGNcsfa2yE1TCvmOT63Ct8qMVULTCz7hx49JeOszy/4kTXX3erVs3u/POOyP7RMI085LctNKHX4nzfo3alqjv/rhjOW4CwLfffmta8eHZZ5/1vdUoyaBKDNHfEPobz6+4AtWuz+8wz0WY4L/a5xob5f0uKvneCPpsdLnGHcucjwACCCCAAAIIIJDfAiQA5Hf/0DoEEEAAAQQQQKBMBMIsi5rcEAWS9IVu7dq1Q7VPgX8Fk7QUsWaTq5QMuLoSAMLseawvZrXfsd/y3rouCQD+KwBoyW8FizRTe/78+TZlyhSTaZiiWYGaJaoZw65l4eN8gf7GG294y/kPGDDAC8iFSUTR+NZ41b90JWhpalcwXfVFnZGrc3IZoHK1OUywxPU8Jhzr1Kljt99+uyloVbLfw2y/oHpcS0qvXbvWW+o4KDgalIwQZQWLMDZqs2sM65ios51ddbqCOa6AfZRnVO+A7t27+87+DzPusznGXTZxg6aud9w333xj5557rs2YMcN1qPcOVEJKmM9HvZs041rvs6DPrcRF9az179/f+Y5NbmSYbQCCbirM8v+J8139FGUMOqEDDsjm2IvTjnTnutoWdyzHTQAIE7APk/yVuPcwgXfXu/K5557ztjgJKvq7QKv8lEy+0fifM2eO94yF+XumPBIAlGypVYqUCBTlb+sVK1bYaaedZsuXL09LM2TIENM/199k2R7j1IcAAggggAACCCCQHwIkAORHP9AKBBBAAAEEEECg3AW++uorbwng2bNnh2rLDjvs4M0S09Le++23n2233XYbv2TUbFTVpyC/Zk4qmKwgXnIpGdB37TurZYrvuece03VLFn3Bq6WvFSR86623Attf0RMAQnVuBgf5ffmeripXkCgoAJI8E1DHXXrppd6KD5tssolvqxXMVFDOb2wEzWT++eef7cILL7T77rvPt34FQ66//no75ZRTvOCDxr+Cek8//bS3t/bee+9d6lxXEMgVhAjqorJMAFA7FNRTcPr888/3gp4KNqxevdpbDl3bRpR89ku23bVthCuBI1GfkhE0Hk4++WTbfvvtvX54/vnnQ69goXrCJgCEWZVAdSkgdcwxx3jbpmgfbL2n9F7UKiolt+FwPReuBIAwK7lorD7wwAPejG+/oJCWx9a7NOizoEmTJvb444/bHnvs4TsUsznGXTZxg6ZhXnn6zNJnnms8J54JvQ+6dOnijSn1dWLrHK2KoWdUWyvce++9NmvWrDCX994v+gysXr16qOOTD3ItwR5UYZjl/xPnK5CplThGjRoV+L4cOXKkl8AV9N5OrkDJaboHeb366qs2fvx4360ndF42x15kbMcJrrbFHctxEwDU/DDjRe8AfS7+4x//8L1jfQ7qXeK3jYhO1LhW8pLe2X7FFehOnKfk1MGDB1u9evW81WD0LhszZoz33IR5blWP67M3F++i5M8T/Y2rLQ30vg961vUeGT58uLftkl9x/b2b7bFNfQgggAACCCCAAAL5JUACQH71B61BAAEEEEAAAQTKVSDMTK1sNbDkF5OufWd13TZt2tjFF19shx56qFWuXNkUFNAXwwoKaD/yMF/wur4Qjfvlbtzz4/q6ggtx6093fpTgv86PY5RuZvoRRxzhzc5VUHPnnXf2Am2afa4gm4JrN910U+DMv6AAdJh9rYNM/cabq59cQYiga5Z1AkCcMaVAzcSJE61BgwaB1YSZARqnHYlzwyYAhFmVwK89fttGuJ4LVwJA2JVcEgkb2gt733339d6lel6UtKWZuAqYuWbKhpmJns0x7rKJGzQNM3aUUKLgtpawL+uiYKuC3npeMimubQD86oyy/H+iDq3SooS9oH3WE5/nem/r3pITJDQWlSyj8ag9zrUUvZJREqsH6VzX53g2x14m3kHnuNoWdyxnIwEgMSNdq9sEFQWr9TdZ586dbffdd/c+exWYVt/rPrXlU3K/laxL7yKt7HLSSScFXifO+zZq/7k+e3PxLkpXZyLJVkv8K8l266239m5F76GVK1d6Kw8pIdKv6F2hVZzq168flYDjEUAAAQQQQAABBIpEgASAIulIbgMBBBBAAAEEEMiGgAJImtXZu3fvUMH0ONcsuQKA9uju27evPfjgg3GqdZ7rChzE/XI37vnOG3Ac4AouxK2/5PmZ7Hkdxyjs0vRh71MzoqdOnWoHH3yw7yla9tsVoPA7WUuBX3755aV+7eonVxAi6P4KKQFA/XnZZZdtnB3td1/aRkSzO+fNmxe2a32PU8BRs03T7XEdNgFAlWtLE83kz6SU3AJFdbieC1cCgOr4+uuvvZmjer/mqqgftLpD1apVAy+RzTHusokbNA1rVRa+JdsSZbl1v/vIdBuAKMv/J66tALCCk3quc1Vcn+PZHHvZvgdX2+KO5WwkAOiew2wDEtdGfz9oyfvE6hhB9bm2OInSlvbt23vL5iuQXrK4Pntz8S5y1Rnl3hLHXnTRRXbDDTeE2iYpk/o5BwEEEEAAAQQQQCD/BUgAyP8+ooUIIIAAAggggECZCujLe82m1xKkYWbUZ9q4dAGwuXPnejMH4163YcOG3uxBBQ1LFlfgwPVFrOvL+bjnZ+qZOM8VXIhbf+J8LbeuZe/1RXrYZZwT58YxSt4CIBv3oiV09UV5UADi448/tjPPPDPUHt0l2+QXTHD1kysIEXTvuU4AuOuuu7xEnaBlncP0jZIqtDTzTjvtFOZw57LeYSrRuB03bpxptZNrrrmm1ClREgDCznRO165cJQDoWrkM3Gkfbs2A18xwV8nmGI/zznC1M+rvv/jiC29Z81wmWSS/Z7UEv7Y5ibuPd5hl3UtaRFn+P/lcJUr069fPm4Gci+L6HM/m2Mt2+11tc/2N4WpPthIAdJ1crgql5BIlioTd0uKbb77xVvpRQl6coi19dO0ePXqk3RbI9dmbi3dRmC1lotxz3BVDolyLYxFAAAEEEEAAAQTyV4AEgPztG1qGAAIIIIAAAgiUm4BmC86ZM8cGDBjgXAo6k0a2bNnSW7pUS2Enl2zMHNQXxN26dTMtS59uz3dX4CDul7txz8/EM/mcSZMmecvx5qqE3Z826PpxjObPn+/tGRw3SUTtC7t1gZ4H7XXcq1evyKy33nqrl0xTsriCQK4gRFBDcp0AoOD1Flts4dzbOaiNmQQotEqIlmAfO3Zs5H7QCQruK3nhsMMOM7+VJKIkAOh9NWTIENMqD1FLLhMA1Bbtk37++eenfQdGbWvi+NatW3vbA2hGepiSzTEe550Rpq1Rj9Gy5sOGDbObb7456qmhj9d7TvXvueeeoc8JOjDqNgBxlxBXUFPJVVriPdvF9TmezbGX7ba72pZPCQD67Js2bZq30olrS4coTvo7Tcl3+nsiSombkJBYsejzzz+3Tp065U0CQDZXwMrGiiFR+oRjEUAAAQQQQAABBPJXgASA/O0bWoYAAggggAACCJS7wGeffWYjRozwVgTIRsBVN9SmTRsv+HbggQemvT99EaqAWtSgmvaSVTBOQd1PP/3U98tdV+AgbqAp7vlxO33p0qXWtm3btKsfZFq3bFu0aOGZnnjiic6lv13XiWOk8aHAgfYWznRM6n4USFZwqkqVKq7mer/Xda+88krvulFKya0uEue6gkD5ngDQrFkzb/lkbduhlTuiFJ07atQoO+igg6Kc5h2baVBR752RI0da3bp1vXqykQCgejKZ6ey3r7rruQizBUAyqN7fV111VeA+0WE6QM+LZnNrSXf9d9iSzTHusokbNA17T8nHaa/6559/3hRUfP311zOpIu05WqVCq1N06NAhq8t3R90GQIl0Wu1hq622yvje9N5U0o3eZ5m+r0teXMlDSioIWoUim2Mv45v3OdGVpBd3LGdzBYDELbz55pt29dVX26xZs2JxKOCvsdCzZ8+MxnamCQklrxv0PnF99ubqXbR48WLr379/rHdJnM/WWB3LyQgggAACCCCAAAJ5KUACQF52C41CAAEEEEAAAQTyR0BfuH700UdeIODJJ5/MaBaYZiRpqfguXbqYlud3LRkfNbCi4J72kVXdWiZZQQfNnBw/fvzG9ipwpS9HFfgL2u9ds3oVXFAAQUsmJ4IWOr9x48beF9fapsBvyfi458fteV1fe9orgUJ73EYp+pJcM6C33HJLL0Fjv/3280xr164dOlAe5npxjTQ+FJBQMF6zE8MGltSHmlWr2YwNGjSIvKT2L7/8YloSW1sfaAawqwQtca9Atsboc889Z8uWLdtYlZ6Vww8/3AYPHuybJOO6rp7Zp59+2mvrokWLUtp66KGH2umnn+4tpRyU/PCvf/3Le1a04kLCV23TLPB//vOfG5dt1rOmJfXDmGh89e7d20u8iDrzM/meo/SD2qwVGLR6Q/L9Ktiid4aCZYn7U+BV7yiNjyhBT40FJUppZYIwY1FJEzq+pH8iWPrEE0+Y2pcosmratKlnpwScKEvB61nRrFmtRBE1eKfraqlsBaX22GOPSNdV27M5xl3vDCVH6DNm0003dT0eWf+92qYVHfQcyDjMGEjXCH2OKYGtefPmWX3fJl9LY1Wfi3rvKGkh3XtM7wiNN60AVLNmzax4aRuV22+/3ftsDfPuLHnR5CQ0Jbi5ns9sjr2sACRVovvXWFFyWLrnvHv37tauXbvAbWmC2pSoX58B+pxMjMfEeyTT+n/77TdvfOtz9+WXX47Eovew3sG6dsmVnyJV9L8HR0lI0Ge+EmqSk071rtU7UX/nKaCvkvgbUYmkegb8iutd5PobMeh+f/zxR69NSpqJ8vfb/vvv7634cvbZZzufjUy8OQcBBBBAAAEEEECgMAVIACjMfqPVCCCAAAIIIIBAuQisX7/eVq1a5QUVFfDQfyd/waxGKYimL3sVSNYXrgok7L777hl9ma0vWhUcffbZZ71AXXLAQl/QaiuBk08+OVRSQbmAcdGcC2hZa41HBTm1J7u2fUgEmBIJDUr40B7aGovbb7997DZpL2LN/NU2GbpeIoCvAILGvAL42itdM1XDrjAQu1HlXIG2HZDHzJkzPY9EUEXvAyWRKGin57VGjRpZa6mCJbqmAl3J/aBrapl/Bcs1m7Zq1apZu2Vd3EAAACAASURBVKZfRUq60LLSCpBpRYT33ntvo4Heh/Xr1/eCSq1atfI8/BKIctVQtU+rFSipSe9u9ZFWcEhe1lvtUltlp2QpjWVXoDVX7S3UepWc8u6779qSJUu8zyuNiZLOifdEtWrVPGsllunzMhvvpnx3098QCmzqna1/SgxIDoKn+xsiF0lo+e6Uz+1TUpFWF9HfZPqnd13y567arnedEgf1mat/ClBXrlw5q7elduhZUxJg8t+HiWRNfeYr+K9ERlfSaVYbloXK9LfvBx984CXg6TnR52lyoqCeCX3OyVarM+27775l/pmShdukCgQQQAABBBBAAIEcC5AAkGNgqkcAAQQQQAABBBBAAAEEEEAAAQQQQAABBBBAAAEEEEAAAQQQQKAsBEgAKAtlroEAAggggAACCCCAAAIIIIAAAggggAACCCCAAAIIIIAAAggggECOBUgAyDEw1SOAAAIIIIAAAggggAACCCCAAAIIIIAAAggggAACCCCAAAIIIFAWAiQAlIUy10AAAQQQQAABBBBAAAEEEEAAAQQQQAABBBBAAAEEEEAAAQQQQCDHAiQA5BiY6hFAAAEEEEAAAQQQQAABBBBAAAEEEEAAAQQQQAABBBBAAAEEECgLARIAykKZayCAAAIIIIAAAggggAACCCCAAAIIIIAAAggggAACCCCAAAIIIJBjARIAcgxM9QgggAACCCCAAAIIIIAAAggggAACCCCAAAIIIIAAAggggAACCJSFAAkAZaHMNRBAAAEEEEAAAQQQQAABBBBAAAEEEEAAAQQQQAABBBBAAAEEEMixAAkAOQamegQQQAABBBBAAAEEEEAAAQQQQAABBBBAAAEEEEAAAQQQQAABBMpCgASAslDmGggggAACCCCAAAIIIIAAAggggAACCCCAAAIIIIAAAggggAACCORYgASAHANTPQIIIIAAAggggAACCCCAAAIIIIAAAggggAACCCCAAAIIIIAAAmUhQAJAWShzDQQQQAABBBBAAAEEEEAAAQQQQAABBBBAAAEEEEAAAQQQQAABBHIsQAJAjoGpHgEEEEAAAQQQQAABBBBAAAEEEEAAAQQQQAABBBBAAAEEEEAAgbIQIAGgLJS5BgIIIIAAAggggAACCCCAAAIIIIAAAggggAACCCCAAAIIIIBAxgJ//fGn/XvJ/4t8/t7NDoh8TiGfQAJAIfcebUcAAQQQQAABBBBAAAEEEEAAAQQQQAABBBBAAAEEEEAAAQQqgIASAC6t3TrSnba5+lw76rwOkc4p9INJACj0HqT9CCCAAAIIIIAAAggggAACCCCAAAIIIIAAAggggAACCCCAQJELkAAQroNJAAjnxFEIIIAAAggggAACCCCAAAIIIIAAAggggAACCCCAAAIIIIAAAuUkQAJAOHgSAMI5cRQCCCCAAAIIIIAAAggggAACCCCAAAIIIIAAAggggAACCCCAQDkJkAAQDp4EgHBOHIUAAggggAACCCCAAAIIIIAAAggggAACCCCAAAIIIIAAAgggUE4CJACEgycBIJwTRyGAAAIIIIAAAggggAACCCCAAAIIIIAAAggggAACCCCAAAIIlJMACQDh4EkACOfEUQgggAACCCCAAAIIIIAAAggggAACCCCAAAIIIIAAAggggAAC5SSgBIAnLh/tXf27j1fbqlff9v57p33+brUO3i9tq2rsXdOOOq9DObW4fC5LAkD5uHNVBBBAAAEEEEAAAQQQQAABBBBAAAEEEEAAAQQQQAABBBBAAIEMBO7qMNj+veT/eWeeefcVdkCbIzOopThPIQGgOPuVu0IAAQQQQAABBBBAAAEEEEAAAQQQQAABBBBAAAEEEEAAAQSKUuDi3Vt596XZ/72njLCtd9yuKO8zk5siASATNc5BAAEEEEAAAQQQQAABBBBAAAEEEEAAAQQQQAABBBBAAAEEEChzgTenL7BHLxjmXfews1pb+2H9yrwN+XxBEgDyuXdoGwIIIIAAAggggAACCCCAAAIIIIAAAggggAACCCCAAAIIIIDARoF7Ol1mH77ypvf/u4y53A486Sh0kgRIAGA4IIAAAggggAACCCCAAAIIIIAAAggggAACCCCAAAIIIIAAAggUhEBi+f/qe+3uLf9ftcYOBdHusmokCQBlJc11EEAAAQQQQAABBBBAAAEEEEAAAQQQQAABBBBAAAEEEEAAAQQyFlg+e6FNOO967/wmXU6wjjddmHFdxXoiCQDF2rPcFwIIIIAAAggggAACCCCAAAIIIIAAAggggAACCCCAAAIIIFBEAvd2udI+WLDUu6MzRl9qDU85uojuLju3QgJAdhypBQEEEEAAAQQQQAABBBBAAAEEEEAAAQQQQAABBBBAAAEEEEAghwKJ5f933GNX6z15hG27y445vFphVk0CQGH2G61GAAEEEEAAAQQQQAABBBBAAAEEEEAAAQQQQAABBBBAAAEEKozAO3NetQd7DPXut/HprezUkQMqzL1HuVESAKJocSwCCCCAAAIIIIAAAggggAACCCCAAAIIIIAAAggggAACCCCAQJkLPND1Gntv/mvedTvfcbE16tCizNtQCBckAaAQeok2IoAAAggggAACCCCAAAIIIIAAAggggAACCCCAAAIIIIAAAhVYILH8f7W/72K9p9xk2+1WowJr+N86CQAMCwQQQAABBBBAAAEEEEAAAQQQQAABBBBAAAEEEEAAAQQQQACBvBXQzH+tAKBySKfj7LRbBuVtW8u7YSQAlHcPcH0EEEAAAQQQQAABBBBAAAEEEEAAAQQQQAABBBBAAAEEEEAAAV+BB3sMtXfmvOr9vtNtF9nBpx6Llo8ACQAMDQQQQAABBBBAAAEEEEAAAQQQQAABBBBAAAEEEEAAAQQQQACBvBVILP+//e47ecv/71Bz57xta3k3jASA8u4Bro8AAggggAACCCCAAAIIIIAAAggggAACCCCAAAIIIIAAAgggkFbggwVL7d4uV3q/a9SxpXW+fTBSAQIkADA8EEAAAQQQQAABBBBAAAEEEEAAAQQQQAABBBBAAAEEEEAAAQTyUuDh8663t2cv9Np22s0D7ZDOx+dlO/OlUSQA5EtP0A4EEEAAAQQQQAABBBBAAAEEEEAAAQQQQAABBBBAAAEEEEAAgRSBxPL/2+1a3XpPGWHVau2CUIAACQAMDwQQQAABBBBAAAEEEEAAAQQQQAABBBBAAAEEEEAAAQQQQACBvBP48JW37J5Ol3rtOqj9MXb6qEvyro351iASAPKtR2gPAggggAACCCCAAAIIIIAAAggggAACCCCAAAIIIIAAAggggIA9esFwe3P6i55ExxEDrMkZrVBxCJAAwBBBAAEEEEAAAQQQQAABBBBAAAEEEEAAAQQQQAABBBBAAAEEEMg7gcTy/1V32sF6Txlp1ffcLe/amG8NIgEg33qE9iCAAAIIIIAAAggggAACCCCAAAIIIIAAAggggAACCCCAAAIVXOCjJf/PxnYY7Ck0PLm5nXHnZRVcJNztkwAQzomjEEAAAQQQQAABBBBAAAEEEEAAAQQQQAABBBBAAAEEEEAAAQTKSODxC0fav56Y712tw/D+duiZJ5bRlQv7MiQAFHb/0XoEEEAAAQQQQAABBBBAAAEEEEAAAQQQQAABBBBAAAEEEECg6AQuqXmCbdiwwbbcvqpdMO0Wq7F3zaK7x1zcEAkAuVClTgQQQAABBBBAAAEEEEAAAQQQQAABBBBAAAEEEEAAAQQQQACBjAQ+Wfqe3XnSQO/cA9odZWeOvTyjeiriSSQAVMRe554RQAABBBBAAAEEEEAAAQQQQAABBBBAAAEEEEAAAQQQQACBPBWYfNGt9vqkuV7r2t/Y1w47u02etjT/mkUCQP71CS1CAAEEEEAAAQQQQAABBBBAAAEEEEAAAQQQQAABBBBAAAEEKqzAZXu0sT9//8M237qK9Ztxu+20b60KaxH1xkkAiCrG8QgggAACCCCAAAIIIIAAAggggAACCCCAAAIIIIAAAggggAACORH47K0PbFTr/l7dDVofYWfdc2VOrlOslZIAUKw9y30hgAACCCCAAAIIIIAAAggggAACCCCAAAIIIIAAAggggAACBSYw9dI7bMmjz3itPvm6Ptase7sCu4PybS4JAOXrz9URQAABBBBAAAEEEEAAAQQQQAABBBBAAAEEEEAAAQQQQAABBP5X4Iq9T7Lff/3NNqv8N+v/9Cjbpe4e2EQQIAEgAhaHIoAAAggggAACCCCAAAIIIIAAAggggAACCCCAAAIIIIAAAgjkRmD1O6vstuMv8Crf/4Rmdva9V+fmQkVcKwkARdy53BoCCCCAAAIIIIAAAggggAACCCCAAAIIIIAAAggggAACCCBQKALTrrzTFj00y2vuSUN72+E9Ti6UpudNO0kAyJuuoCEIIIAAAggggAACCCCAAAIIIIAAAggggAACCCCAAAIIIIBAxRW4qm57++2nn80qVbKBz46xXevvWXExMrxzEgAyhOO0zAX+/PNPmzNnjk2aNMneeOMN++KLL2z9+vVWvXp1q1Wrlh177LHWvn17q1+/fuiLrFu3ziZPnmwzZsyw5cuX29dff20bNmywnXbayerWrWtt27a1Tp062fbbbx+6znQH9u/f30aPHp3yqwMOOMDefPPNyPV+9tlnNmvWLHvmmWfso48+8tr83Xff2apVq6x27dqR6+MEBBBAAAEEEEAAAQQQQAABBBBAAAEEEEAAAQQQQAABBApV4Kv3P7FbWpznNb/+8YdZt/uHFOqtlGu7SQAoV/6Kd/GlS5dar1697F//+lfgzVeqVMm6du1qN998s1WrVi3w2OnTp1vfvn3t888/Dzxuxx139OpTvZkUBez//ve/lzo1agLAv//9b7viiiu8hAUlKZQsSgYgASCTHuIcBBBAAAEEEEAAAQQQQAABBBBAAAEEEEAAAQQQQACBQhWYPuRuW3j/U17z2w7pZUee275Qb6Vc200CQLnyV6yLP//883biiSfab7/9FvrGDzzwQHvhhRdsu+22S3vOlClTrHPnzvbXX3+FrvOuu+6y3r17hz4+caBWJZg2bVqp86IkAIwdO9YGDhzorXjgV0gAiNw1nIAAAggggAACCCCAAAIIIIAAAggggAACCCCAAAIIIFDgAkP+car9/D9rvbsY8Mydttv+exf4HZVP80kAKB/3CndVzXpXoPynn34qde9alr9q1aq2evVq+/3330v9vkOHDjZ16tRSP//000+tTp069uuvv5b6nZb+33TTTb06Sxb9XEv2/+Mf/wjdD1qmX8kL6UrYBIBLLrnERo4cGXjNKlWq2IoVK9KuNBC6sRyIAAIIIIAAAggggAACCCCAAAIIIIAAAggggAACCCCAQAEJrFn1uY04qqfX4v2ObWLdxw8toNbnV1NJAMiv/ija1vTo0cMeeOCBlPvbZZdd7P7777dWrVqZlvz/8ccf7YYbbrARI0aUcli1apXtueeeKT+/6qqrvOOTS40aNbxkgSOOOML78RtvvGEdO3a0Tz75JOU4rQCglQDCFCUY1K9f35TEkK6ESQDQtfr06VPq9N122837+XHHHWf77befbbnllmGaxDEIIIAAAggggAACCCCAAAIIIIAAAggggAACCCCAAAIIFI3ArOvutQX3POHdT5urz7WjzutQNPdW1jdCAkBZi1fQ61WvXt2+/fbblLtfuHChNWvWrJRIy5Ytbf78+Sk/V6LAOeeck/Kz5s2b24IFC1J+Nn78eOvWrVvKz2bPnm1t2rRJ+Zlm/y9fvjxUb1xzzTV23XXX+R7rSgDQdRo3blxqpYLBgwd7CQyVK1cO1Q4OQgABBBBAAAEEEEAAAQQQQAABBBBAAAEEEEAAAQQQQKAYBYYe2Nl++vZ/vFvrP3uU1Txg32K8zTK5JxIAyoS5Yl/kf/7nf0zL/CcXzXz//PPP08LcfPPNdvHFF6f87tprr7Wrr7465Wf16tXzlstPLh9++KHttddeKT/TDH4trZ9clJDwzTffODtm5cqVtv/++9tvv/3me6wrAaBdu3Y2c+bMlPOHDx9ul156qfP6HIAAAggggAACCCCAAAIIIIAAAggggAACCCCAAAIIIIBAMQt898mXNrxZd+8W6x7T2HpMuLaYbzfn90YCQM6JuUBUAQXHL7/88pTTbrvtNhswYEDKzw4++GBbunRpys8++OAD22effVJ+9vPPP9tWW22V8rPatWvbRx995Gza8ccfb3Pnzt14nFYDUDJCcglKAHjnnXe8BIINGzZsPOXoo4+2559/3nltDkAAAQQQQAABBBBAAAEEEEAAAQQQQAABBBBAAAEEEECg2AWeHvaAvTBmsnebra/sYc3PP7XYbzmn90cCQE55qTwTgSOPPNJefvnllFOXLVtmBx54YMrP+vbta2PGjEn52dixY+38889P+dm0adOsffv2KT/r1KmTTZw4MbB5kydPNh2XKA0bNrSnnnrKatWqlXJeUAKAZvmPGDEi5Xhtb7D55pvbuHHj7KWXXrKvvvrKttxyS9t7772tY8eOXvu33nrrTOg4BwEEEEAAAQQQQAABBBBAAAEEEEAAAQQQQAABBBBAAIGCEriuURf78evvvDb3m3m7/b1h3YJqf741lgSAfOuRCtyedevW2ZVXXml33HFHikLbtm1txowZpWTeffddU/D9jz/+2Pg7bTUwadIkO/bYY72fvf76617wP3m7gUqVKtnChQutadOmvtpr1641bTHwxRdfbDxGSQlaOaBmzZop5wUlABxyyCH2xhtvbDxeWxGcdtpp9tBDD/leWwkGSlpQwgEFAQQQQAABBBBAAAEEEEAAAQQQQAABBBBAAAEEEEAAgWIV+OGLb+zGJmd7t1en+cHW85Hri/VWy+y+SAAoM2ouVFJAS/q/+eab3o8VcH/vvffsl19+STlMy+drufwdd9wxLeADDzxgPXv2TFliXwfWqFHDNttsM1u9enWp82666Sa75JJLAjtk0KBBpm0HEuX000+3xx57zEskCJsA8NNPP9l2221nf/75Z+TOr1atmpc4oIQDCgIIIIAAAggggAACCCCAAAIIIIAAAggggAACCCCAAALFKPDsiIds/qjHvVs74bLudkzf/1uduxjvtyzuiQSAslDmGmkFNBM/qPTo0cNuvfVWq1q1auBxU6ZMsd69e9v3338feNzf/vY3u/POO61Xr16Bxy1fvtwOOuigjSsLaHn+999/33bfffdICQAffPCB1alTx/da2267rZcgoKSCdEkCJ554os2ePZvRgwACCCCAAAIIIIAAAggggAACCCCAAAIIIIAAAggggEBRCmj2v1YBUOn71K1W6+D9ivI+y/KmSAAoS22ulSLgSgDo06ePXXvttabZ8EFFM/O1CkDJ1QNKnqPr3Xfffda9e3fzu/aGDRvsiCOOsFdeeWXj6dddd51dddVV3v+PsgLAokWLrFmzZqWavscee9i4ceOsZcuW3u+++uor071q2f+SRasi1K3LPic8OggggAACCCCAAAIIIIAAAggggAACCCCAAAIIIIAAAsUl8OPX39l1jbp4N7XvkQfZuY/dWFw3WE53QwJAOcFzWbPmzZvbggULAil22mknmzt3rjVo0CDtcVrKf+TIkZE4zz//fBs7dmzac7SlgFYeSBQtwa8g/BZbbOH9KEoCwNNPP22tW7cudZ1PP/201DYCf/zxh9WvX9+0akBySU4+iHSTHIwAAggggAACCCCAAAIIIIAAAggggAACCCCAAAIIIIBAHgs8d+sjNvfWR7wWtrqkq7Xof3oet7ZwmkYCQOH0VVG3dO3ataal90ePHm0TJ05MuddddtnFVqxYUWorgEceecTOOuuslGNr1qxpt912mze7fpNNNrEXX3zRBg4caKtWrUo5bsSIEXbxxRen/ExbCGjJ/m+//Xbjz5944glr3779xv8fJQFg1qxZ1rZt21L9plUG0hWtTnDuueem/KpNmzY2c+bMou57bg4BBBBAAAEEEEAAAQQQQAABBBBAAAEEEEAAAQQQQKDiCQxv1t2+++RL78b7PHmL7dG4fsVDyMEdkwCQA1SqjCegJfoffPDBlEpuvPFGu/zyyzf+7K+//rJatWp5M/ITZfPNN7e3337b9t1335RzP/vsM292vZIMEmWbbbax1atX29Zbb73xZ7169bJ777134/8/5phjbP78+Sl1RUkAmDNnjrVq1Srl/EMOOcRee+21tEBvvfWWHXjggSm/0/9ftmxZPFDORgABBBBAAAEEEEAAAQQQQAABBBBAAAEEEEAAAQQQQCCPBH767j829IBOXov2PvxAO2/i8DxqXWE3hQSAwu6/omy9gvgHHHBAyr01bdrUXnnllY0/W7JkiR166KEpxwTNlu/atatNmDAh5fgZM2ZsnKGv+g477DBLnp2v7Qe22267lHOUALBu3bpS7lo5QKVdu3am1QVUXn/9dWvcuHHKsR06dLCpU6em7bc1a9ZYjRo1Un63zz77lNoWoCg7nZtCAAEEEEAAAQQQQAABBBBAAAEEEEAAAQQQQAABBBCoMALzR020Z0f8d0Lw8YPPspYDulSYe8/1jZIAkGth6o8s8NNPP5lm6CeX3Xff3TSTP1G0TcDpp6fuA9KvXz8bNWpU2usNHTrU/vnPf6b8TlsFDBgwwPvZtddea0OGDInc1pIndOnSxbQ1gcpXX31l2r4guSjJYNGiRWmvk24FgCZNmtjixYtjt4sKEEAAAQQQQAABBBBAAAEEEEAAAQQQQAABBBBAAAEEEMgXgRFH9bQ1q/670vf5U0fanofuny9NK/h2kABQ8F2Y/zfw0EMPWbdu3VIa2qdPHxszZkzaxn/yySdWu3btlN9phv2KFSs2/uzRRx+1M888M+WYTp06mRID0pW+ffuWut4dd9xh/fv39w5XW3RM3JKcAKC6NIP/ww8/3FjtFltsYd98802pBAcdcN9999m5556b0oSzzjqr1MoFcdvI+QgggAACCCCAAAIIIIAAAggggAACCCCAAAIIIIAAAgiUl8Av//nJrqnf0bv8Xoc1sN5T/ru6NiU7AiQAZMeRWgIEFixYYM2bN085QjPjFdCvWrVqqTM1U18z9pNLyeX9NYu+WbNmKceorlWrVtmOO+6Y8vOff/7ZlECg5fuTS/IWAJMnTzYlEMQtJRMALr300o1bAiTqvummm+ySSy5JudTvv/9u9evXt5UrV6b8/OGHHy6V6BC3jZyPAAIIIIAAAggggAACCCCAAAIIIIAAAggggAACCCCAQHkJvDh2is2+8X7v8scOOtOOG5Q66be82lUs1yUBoFh6Mo/v448//rDddtvNm/meXBo3bmxjx461Ro0aeT/W0v933XWXXX755fbnn3+mHDthwgTTbPhEWb9+ve2666723XffpRynJfMfeOAB22+//byfazWB3r1727PPPptynGbia4n+bbfdNpKckghq1qyZcs4BBxxgb775Ztp6Vq9ebXvssYepvYnyt7/9zUaPHm3nnHOO6b/VDrVx+vTpKXXsvPPO9u9//9uqVKkSqY0cjAACCCCAAAIIIIAAAggggAACCCCAAAIIIIAAAggggEC+Ctx8zHn29QefeM07b/JNtnfTA/K1qQXZroJPAJgyZYoXPP3+++8jdYD2mH/88cetdevWzvM2bNjgBZKfeuope+GFF0x7tev/qzRs2NAUAO7YsaMdccQRaWe0B11AQfGZM2favHnzbNmyZfb+++97h2vGuupu27attWzZ0mrUqOFsZ/IBCrovWbLEZs+ebQsXLvQC1GvXrvWWnj/wwAPtqKOOsnbt2nnX2GyzzSLVncnBd955p/Xr1y/tqZqxv9VWW9mXX36ZEihPHKz2vv7666XaOXLkyFIz6RPnKHiu+/riiy9M/VeyXHTRRXbzzTdHvpWoCQC6gK5z8cUXl7rWlltuadWqVTMlCZRMeNDB48ePL7V1QuQGcwICCCCAAAIIIIAAAggggAACCCCAAAIIIIAAAggggAACeSLw27pf7Ko6p3itqX3IftbniZut0iab5EnriqMZBZ0A8Msvv9jAgQPtnnvuyag3brzxRm+2eVBRYsGIESO8meoKoAcVBe2vv/56a9++vW3iGKhq+9133+0d70pe2GGHHezaa6+1nj172uabb+68VwX7r776aps1a5bzWC2tr0B63bp1ncfGPUDtv//+/y7nEbb8/e9/t+eff9722muvUqcosN+tWzfT6gBRyoknnuglc2j2fdSSSQKA2tm9e3d76KGHQl9OyRKjRo0KfTwHIoAAAggggAACCCCAAAIIIIAAAggggAACCCCAAAIIIJDvAi+Ne9JmXjvOa2bLC8+w4y8+O9+bXHDtIwEgIAHg66+/tvPOO6/U0uxBvawZ9kos0KoEfjPr161b581cV1JBlHLFFVeY/mm2vF9ZsGCBde3adeMKBWHq1woGWnr/sMMOC3N4rGPGjBnjJSf88MMPznpOPfVULwiu2fx+RTPnb7rpJs9crkFFAf8BAwbY0KFDM15WP5MEALVJSQDDhw/3Ej5+/vln32aqb5XsMWjQIKcPByCAAAIIIIAAAggggAACCCCAAAIIIIAAAggggAACCCBQSAK3HdfHVr/7b6/JvSYOs30Ob1hIzS+ItlbYBAAF6qdNm2YtWrRI21EKJmt1gXvvvTdyR6ruqVOn2nHHHVfqXC3Nr0CwguCZlHHjxnkrAVSqVKnU6e+9956dfvrp3hYFUcvRRx9tDz/8sO22225RT418/I8//miTJk2yp59+2tv2QNsgKJCvlQ60isLhhx9uZ511lvffYYu2D5C56vzggw9MyRt//fWXt3XCnnvuaa1atTIlFOyxxx5hq0x7XKYJAInKdP6DDz7otXPVqlVeIsT222/vrXBwwgkn2LnnnhuY8BCr8ZyMAAIIYc8b7wAAIABJREFUIIAAAggggAACCCCAAAIIIIAAAggggAACCCCAQDkJ/PHbert8r3be1WsesK9dMP1W27QMtiovp9stt8sWXQKAZuzfdtttGc/wTvTEo48+ameeeWZKxyiwf80111iPHj28oK2SBJREcNVVV5Waca9gs7Ym0HHJ5aWXXrLOnTt7+90nl8GDB3uz03fddVf7/fffvWXvL7vsslLB/GbNmtkjjzxitWvXTjnfbzsEze5XwsExxxzjLXmv/eZvv/12b1/6kkU/79+/f9rkgnIboVwYAQQQQAABBBBAAAEEEEAAAQQQQAABBBBAAAEEEEAAAQQKXmDhA9Nt+jV3effRol9na3Vpt4K/p3y8ARIA0vSKgvNnn322zZs3L+W3CqRfdNFFKUv7a2n3++67z3r16pVybLoVBpQw0LdvX28GeHLp06ePjRgxotTS/nPnzrWOHTva2rVrU47X9ZSEkFzmz59vp5xySsqxtWrV8vadP+qoo1KO1Qx87TE/YcKElJ+3bNnS+9kuu+ySj2OVNiGAAAIIIIAAAggggAACCCCAAAIIIIAAAggggAACCCCAQIEK3HFiP/v87ZVe68999Abb96hGBXon+d1sEgDS9M9zzz1Xavn+Jk2a2OOPP552CXnNqu/SpYu9+OKLKbVdd911duWVV26cUf/22297Af2VK/87sFUUbH/qqaescePGpVqiwP8FF1zgLc2fXEqucqDl87WlwLBhw1KO02x+JRZsvvnmpepOd49KWnjmmWdMqwxQEEAAAQQQQAABBBBAAAEEEEAAAQQQQAABBBBAAAEEEEAAgWwI/PXnn3ZprdZeVbvst6f1n3mHbbb537JRNXWUECABoASIZvTfcMMNXkA9uQRtLbB+/XpvuX5tPZBcFOzXbP1tt93W+3G6bQW0N70C/DvuuGPawak6Bw0alPK7pk2b2mOPPWaa4a/y7bff2llnnWXPPvtsynHaKkCJCenKJ598YmeccYYtWrQo5de33nqrDRw4sMI8KEqe0PYJSpLQFgkUBBBAAAEEEEAAAQQQQAABBBBAAAEEEEAAAQQQQAABBBDIrsCrE2bZk1fc6VV69AWn2YmXn5PdC1DbRgESAEoMhv/85z/Ws2dPmzp1aspvXIFxV6DeL0lAwXZtLVC5cuW0w3LGjBl20kknpfxOqwbMnDnTGjX677IYS5cutbZt25q2LkiUkseUrNzvPl3tKbZnRwkA2hJh6623JgGg2DqX+0EAAQQQQAABBBBAAAEEEEAAAQQQQAABBBBAAAEEEMgLgdHtBtin/1rhtaXHw9db3aMPzot2FWMjSAAo0at+M+ODZtOrikmTJlnnzp1Tattnn328RIIGDRqYX8D92muvLbXaQHIlixcv9rYj0HYAyWXu3Ll27LHHej9KlyRwwAEHeG2qU6dO2nH766+/2kUXXWRjx45N+b1WEhgzZoxpO4CKUEgAqAi9zD0igAACCCCAAAIIIIAAAggggAACCCCAAAIIIIAAAgiUp8DFu7fyLl9j75o24Jk77W9VSm9hXp7tK6ZrkwBQojdXrFhhp512mi1fvjzlNwsXLrRmzZr59v0rr7xihx9+eKnfJ85bs2aNt+T+vHnzUo5xJRa8//771qlTJ3vrrbd8z5swYYJ17do15ffHH3+8t+VAtWrVfNt83XXX2TXXXBP5vGJ6AEgAKKbe5F4QQAABBBBAAAEEEEAAAQQQQAABBBBAAAEEEEAAAQTyTWDJY8/a1Etu95rV/PyO1vrKnvnWxKJqT9ElAGjpe5Xk5fBr1apl9evXt6OOOspbKl+z4jfZZJO0HekK5Pv1vuu8MIH8dHWHOS/TQH6m5xXTE0ACQDH1JveCAAIIIIAAAggggAACCCCAAAIIIIAAAggggAACCCCQbwJjT7nIPnr9Ha9Z5zx0rdVr0TjfmlhU7Sm6BIAwvdOmTRsbOnSoNWzY0CpVqpRyiiuQ71f/0qVLveSC5MQDHZuY4R8mkJ+ubr8tCZK3Dsg0kH/bbbfZoEGDUi7r2jogjG8hHUMCQCH1Fm1FAAEEEEAAAQQQQAABBBBAAAEEEEAAAQQQQAABBBAoNIHE8v/Vau1iA+eOtc23qlJot1BQ7a2QCQDqIa0KcNddd1mrVq1SkgAyTQBwBfhdv/cbNd9995116dLF5syZk3JINhIAtEXAmWeemVIvCQAF9fzSWAQQQAABBBBAAAEEEEAAAQQQQAABBBBAAAEEEEAAAQTyVuCNyc/ZpEG3eO07slcHa3vNuXnb1mJpWEEnAGj2tmbyawZ8JkXB7scff9zq1au38XQSAA6wSZMmedskVITCCgAVoZe5RwQQQAABBBBAAAEEEEAAAQQQQAABBBBAAAEEEEAAgfIQuPvUS2zVq297l+4+/p+237GHlkczKtQ1CzoBQD21fv16W7t2rddpW265pVWp8n9LRvz000/27rvv2pgxY2zChAlpO/bqq6+2IUOG2Kabbur9PtMEgBUrVthpp51my5cvT7nO9OnTrV27dpbpCgBr1qyxM844w+bNm5dS76233moDBw70fpbpFgAy6dq1a0q9TZs2tccee8xbIaEiFBIAKkIvc48IIIAAAggggAACCCCAAAIIIIAAAggggAACCCCAAALlIZBY/n/bXXa0wc/fY1tss1V5NKNCXbPgEwDC9NYff/xh48ePt169epU6vHnz5qal8HfddVfvd5kmALjOyzQBIMx5mSYAZHpeGPNCOYYEgELpKdqJAAIIIIAAAggggAACCCCAAAIIIIAAAggggAACCCBQSAL/evJ5e7z/CK/JR/Q8xdr987xCan7BtrVCJACod3744Qfr0aOHTZs2LaWz9tlnH5s6dao1aNDA+/nixYvtuOOO27iqQOLghQsXWrNmzXw7Ol0CwC677GIzZ860Ro0a2YcffmidO3e2pUuXptTxyCOPWJcuXXzr9UsASKwsoBOHDRtmV1xxRUodxx9/vJfYUK1aNd+60yUAdOzY0e677z7bdtttC3ZQR2k4CQBRtDgWAQQQQACB/8/eXYBJWXUBHD90dwrSIA2iNCICokiHSEg3CEgI0iUNUgJKdyMipTQo3YIKiMTS3Z3fc+5+u847O7s72zOz//s8Puo7973xe4fdYe655yKAAAIIIIAAAggggAACCCCAAAIIIIAAAgg4JzClbg85+fshU7nRtL6Sp3xx526kVogEIk0AwOvXr2XAgAHmH/tiu7jvzI57R+IrV66UqlWrWl7Shf9FixZJ1qxZ5ebNm2ahf926dZY6AwcOFD2GwL+iAQOVK1eWy5cv+1ZJkCCBrF+/XooW9T4jQxf669evb2kif/78snjxYsmePbvDpvXohO7du8uYMWMsr7dt21a+/fZbiR07dojeWO5yMwEA7vKkGCcCCCCAAAIIIIAAAggggAACCCCAAAIIIIAAAggggIA7Cfik/4+fPLF02zpV4iRO4E7Dd9uxRpoAAH1Cjna863XbAIDr169LvXr1ZOPGjZaHOnr0aOnUqZO/D3ry5MnSunVry+sVK1aUuXPnSpIkSeTRo0fy5Zdfmt31tkXbHDZsmMSMGdNh2xs2bDAZCWyLbWCBXv/tt9+kVKlSljq22QccNXz//n354osvzPhsy5AhQ6RHjx5u+4YO6sAJAAiqGPURQAABBBBAAAEEEEAAAQQQQAABBBBAAAEEEEAAAQQQCFjg8MptMr/tUFPpvaZVperANpCFk0CkCQDQhV7daa/p8m2L/U55/xbqA9oZ799uel1I16CDaNGiiX8ZCGyDBBw9c92h37lzZ8tLDRo0kIkTJ4pmAtBy/Phx+eyzz+To0aOWepp9oHbt2g7fSl5eXibQYefOnZbXNbNAuXLlwuntF/HdEAAQ8c+AESCAAAIIIIAAAggggAACCCCAAAIIIIAAAggggAACCHiWwLQGveXElv1mUg2n9Ja8Fd7zrAm68GwiTQCAptBv2LChn539js68d7ToXrx4cVmwYIFkyJDBz+M8c+aM1K1bV/bs2WN57eeff5YqVar4XnN0TEBAO/Vv374tzZo1k59++snSrn02grt370rz5s1l2bJllnoBZRdYvny51KxZ01I/oDm68Hs4REMjACBEfNyMAAIIIIAAAggggAACCCCAAAIIIIAAAggggAACCCCAgB8Bn/T/cRLGl6+3z5B4SROiFE4CbhsAoLvu+/XrJ3HjxjU75OPFi+cv2dOnT0UXzXv27Omnjp53rwvlUaJE8X1t7969Uq1aNdGgAdsyZcoUs9BuW1d39o8fP146duxoqfvhhx/KnDlzRBf4fYp/gQI6rgEDBkj06NEtbWgAge7213T9PiVnzpyydOlSyZ07t+81HYMGLXTp0sVyv9bVLAD58uWzXNfAglatWpl2bItmSFBTzVgQWQoBAJHlSTNPBBBAAAEEEEAAAQQQQAABBBBAAAEEEEAAAQQQQACB8BA4una7zGk5yHRVvHFlqT7oi/Dolj7+L+C2AQC6iK2L42vWrDG78nWnvO7CT58+vcSMGdNM78GDB3L48GGZNGmSLFy40M9DL1GihMybN08yZsxoee3hw4fSrl07mTVrluW69jNo0CCpXr26CTjQMUyfPl0GDhxoWaTXm8aOHSsdOnSwBAvoYrMu9OuxALZFU/n37dvXzCFJkiSi/euu/969e4um6rctusg/ePBgiRUrluX6X3/9JbVq1ZJjx45Zrn/00UdmzAUKFJCoUaPKqVOnzCK/vYfOTTMIFCxYMFL94SAAIFI9biaLAAIIIIAAAggggAACCCCAAAIIIIAAAggggAACCCAQxgIzG/eTvzd6Z05v8EMvyVepZBj3SPO2Am4bAOBf2ntnH68ueM+ePVtKlSrl8JYdO3bI559/7mcB3pn2NUBg8uTJkiJFCj/VT548aQIX7I8LcKbdIkWKyNy5cyVbtmx+qutCtmY56NatmzNN+akzYsQIk0nBk3f/b5++ws+8X716LU+ePpFYMWM6nPt7zaoFy5ObEEAAAQQQQAABBBBAAAEEEEAAAQQQQAABBBBAAAEEEIiMAj7p/2PEiSU9d82W+MkTR0aGCJuz2wYA6IK37oTX3exBLdmzZzc79D/++GPLDn3bdjStvu6Sb926tZ/d/QH1pzvuJ0yY4HCR3ue+bdu2SaNGjYIUXJA/f375/vvvpVixYv52r5kDNABAMx4EpegRBPpPQMcoBKU9V607p8U3cvSXHU4PL32BHNJ+1Vin61MRAQQQQAABBBBAAAEEEEAAAQQQQAABBBBAAAEEEEAAgcgs8Nf63TKraX9DUKxBRakxtH1k5oiQubttAIBqPX36VFavXi3Dhw+Xffv2BQqoqfZ14V3T6Nun/Xd0swYBrF+/Xrp27SpHjx4NsH1tu3HjxtKnTx+HO//tbz548KBZrN+0aVOg4/7ss89k6NChkjlz5kDrPn782AQ3jBo1Sm7duhVgfc2CoEcS1KlTx8+RAoF25IYVCABww4fGkBFAAAEEEEAAAQQQQAABBBBAAAEEEEAAAQQQQAABBNxGYHbzgfLnrzvNeD+f1EPeruI4G7vbTMgNB+rWAQA+3i9evDAp9desWSPbt2+Xw4cP++7aL1q0qOTIkcPs9i9TpoykTJkyyI9JF9V///13kxHgjz/+kEOHDpk2kiZNKoUKFTLt6iK9LqhHiRLF6fZ9xr1kyRLZu3ev7N6929yrwQRvv/22OZ6gdu3akitXLokaNarT7WrFa9euyYoVK4yJjtnLy8vcr9kPChQoIFWrVpUKFSpIwoQJg9SuO1cmAMCdnx5jRwABBBBAAAEEEEAAAQQQQAABBBBAAAEEEEAAAQQQcHWBrzNUkFcvX0nUaNGk1765kjBlUlcfsseNzyMCADzuqTChMBEgACBMWGkUAQQQQAABBBBAAAEEEEAAAQQQQAABBBBAAAEEEEAAATm+eZ9Mb9jHSBT9vILUHN4BlQgQIAAgAtDpMmIECACIGHd6RQABBBBAAAEEEEAAAQQQQAABBBBAAAEEEEAAAQQQ8HyBua0Hy5HVv5uJ1vvuaylQvbTnT9oFZ0gAgAs+FIYUNgIEAISNK60igAACCCCAAAIIIIAAAggggAACCCCAAAIIIIAAAggg0CNLZXnx9LmB6L1/niRKnRyUCBAgACAC0OkyYgQIAIgYd3pFAAEEEEAAAQQQQAABBBBAAAEEEEAAAQQQQAABBBDwbIF/fjsoU+v1NJMsXOdjqTWqk2dP2IVnRwCACz8chha6AgQAhK4nrSGAAAIIIIAAAggggAACCCCAAAIIIIAAAggggAACCCCgAgvaDZNDK7YajDrjusq7NcsCE0ECBABEEDzdhr8AAQDhb06PCCCAAAIIIIAAAggggAACCCCAAAIIIIAAAggggAACni/Q661q8uzREzPRXnvmSOK0KT1/0i46QwIAXPTBMKzQFyAAIPRNaREBBBBAAAEEEEAAAQQQQAABBBBAAAEEEEAAAQQQQCByC5za+Yf88NnXBuGdmmWl7riukRskgmdPAEAEPwC6Dz8BAgDCz5qeEEAAAQQQQAABBBBAAAEEEEAAAQQQQAABBBBAAAEEIofAoi9HyoEfN5nJ1h7TRQrWKhc5Ju6isyQAwEUfDMMKfQECAELflBYRQAABBBBAAAEEEEAAAQQQQAABBBBAAAEEEEAAAQQit0DfXDXl8b2HBqHHrtmSNF2qyA0SwbMnACCCHwDdh5/A8yfPAuxs84TFsnHsfFMnU6Hc0mLhUIkRO2b4DZCeEEAAAQQQQAABBBBAAAEEEEAAAQQQQAABBBBAAAEEEHAjgTN7/5RJNb4yI85f+X2p/31PNxq9Zw6VAADPfK7MKhgCzx49kdHl2shNr8vm7hpD2kmxhpWC0RK3IIAAAggggAACCCCAAAIIIIAAAggggAACCCCAAAIIIOD5Aku6jJZ9i9ebiX72bScpVPtjz5+0i8+QAAAXf0AML3wFds5aJT/1nmg6TZ0jo7T9cZTESRQ/fAdBbwgggAACCCCAAAIIIIAAAggggAACCCCAAAIIIIAAAgi4gUD/fJ/Jw1v3zEi775gpyTK84Qaj9uwhEgDg2c+X2QVDYHylDnL+8D/mzvLdGknZDnWD0Qq3IIAAAggggAACCCCAAAIIIIAAAggggAACCCCAAAIIIOC5Al4Hj8mEKp3MBPOULy6NpvX13Mm60cwIAHCjh8VQw0fg8M9bZf4Xw0xniVInkzY/jiJaKXzo6QUBBBBAAAEEEEAAAQQQQAABBBBAAAEEEEAAAQQQQMBNBJZ9PU72zP/FjPbTER2lSL3ybjJyzx4mAQCe/XyZXTAFptXvLSe27jd3l2pVUyr1aRHMlrgNAQQQQAABBBBAAAEEEEAAAQQQQAABBBBAAAEEEEAAAc8TGPhOXbl/7baZ2Ne/T5fkmdJ63iTdcEYEALjhQ2PIYS9wYtsBmfZ5L9NRjNixpM2PIyVd/rfCvmN6CFWB3bt3y7x582Tx4sXyyy+/SMGCBZ1u//z587Jo0SJZuXKlnD17Vq5duyYJEyaUFClSmHYqVqwoVatWldixYzvdppeXl8ycOVPWrFlj2rx//76kTJlS8uXLJ7Vq1ZJ69epJjBgxnG7v9u3bMmvWLNPen3/+Kbdu3ZI4ceJIqlSp5K233jLjq1mzpiRNmtTpNqmIAAIIIIAAAggggAACCCCAAAIIIIAAAggggAACCAQmcOHISRlXob2plqNMIWk255vAbuH1cBIgACCcoOnG/QQWtBsuh1ZsMQMvVPsj+ezbzu43iUg44pMnT5pF//nz58upU6d8Bfbt2+dUAMCzZ89kyJAhMmzYMHn69GmAghkzZpQxY8ZItWrVAqz3+vVr0+agQYPkyZMn/tbNlSuXzJ07V955551An5wGNbRq1Uru3r0bYN1kyZLJ2LFjpX79+oG2SQUEEEAAAQQQQAABBBBAAAEEEEAAAQQQQAABBBBAwBmBn3pNkJ2zV5uqNYd1kKL1KzhzG3XCQYAAgHBApgv3FDj/xz8yvmIH38G3WDBE3no/8IVZ95yte49ad+frbn1d+NeFfkfFmQCA58+fm8X8tWvXOg0SJUoUmT59ujRp0sTfexo3biyzZ892qk3NMvDrr79KsWLF/K3fs2dPGTp0qFPt+VTSMTZt2jRI91AZAQQQQAABBBBAAAEEEEAAAQQQQAABBBBAAAEEEHAkMKhQfbl7+YZ5qevWqZIyazqgXESAAAAXeRAMwzUFVvSeJDtmrTSDy/1xMWk8vZ9rDjSSjmrTpk3y7bffyoYNG+TFixcBKjgTAPDFF1/IpEmT/LQTLVo0efPNN+XBgwdy8+ZNh6/v379f3n77bT+vaYaAzp39Zo/QVP2amv/SpUuiGQJsS9q0aeXo0aOSJEkSP+1poEPdunUdjiFNmjTmWIE7d+74eT1mzJii2RHSp08fSd8tTBsBBBBAAAEEEEAAAQQQQAABBBBAAAEEEEAAAQRCQ+DS36dlzEdtTVPZShaQlguDtmkxNMZAG/4LEADAuwOBAARuel2WMR+3lacPHptan0/qIW9XKYWZiwgEZWd9YAEAZ8+elSxZssirV68ss2vWrJnZbZ8iRQpzfdeuXSad/unTpy31GjZs6GeXvwYL6DEBGjhgW7766isZMGCAxI0b1xxT0KhRI9mxY4elTvv27WX8+PGWa7q4r+3dunXLcr1evXoyevRoSZUqlQkmWL58uclIoPVtS69evcwxBBQEEEAAAQQQQAABBBBAAAEEEEAAAQQQQAABBBBAILgCP/f9XrbP+NncXmNIOynWsFJwm+K+MBAgACAMUGnSswTWj5orG8bON5PKXDSvtFk20rMm6MazcRQAoGfea7HfqR9YAMCECRNEF91tS7ly5WT9+vV+hLZv3y4lS5a0XE+XLp2cO3fOcm348OHSvXt3y7Xy5cvLL7/8Yrl29+5dyZEjh1y5csX3evz48eXChQuSKFEi32szZswQDUiwLUWKFDFBCXoUgW3R4IEvv/zScq1EiRKiY6cggAACCCCAAAIIIIAAAggggAACCCCAAAIIIIAAAsEVGFqskdw6f9Xc/tXmyZLqrQzBbYr7wkCAAIAwQKVJzxJ48fSZjCjVXG5fuGYmRiST6zxfnwAATZlfrVo1qVGjhpQqVUoqVqwo69atsww0sACAjh07yrhx4yz3TJ06VZo3b+5wwrpA//DhQ9/X9JgA+2MIypQpI1u2bLHcr8cVfPjhh37a1N35Q4YMsVxftmyZ1KxZ0/eaZhmYO3eupY7+v2YksC8XL140xxbYFk3/7+Xl5ToPkJEggAACCCCAAAIIIIAAAggggAACCCCAAAIIIICAWwlc/cdLRpVpZcacuUheafMjG2dd7QESAOBqT4TxuKTA79NXyMp+P5ixpc6RUdqvHCsx48Z2ybFGpkGtXr1akidPLroL3nYHvO6yD2oAQFDcNM2+pu9/8uSJ7226U//OnTuWZlKmTCnXr1+3XHv8+LHEju33vfPrr7/KJ598YqmrO/jHjh3re02DG3777TdLncOHD0v+/Pn9DP/Zs2cSK1Ysy3UNlNCsAhQEEEAAAQQQQAABBBBAAAEEEEAAAQQQQAABBBBAIDgCqwZOkd+mLDe3VhvUVko0rhKcZrgnDAUIAAhDXJr2LIGx5b+Qi3+eMpMq/3VjKdu+jmdN0INmE9YBAJs2bfKzi79q1aqyYsUKi6JmBXj16pXvNT2e4MaNGw6ljx49Kvny5bO8VqVKFfn5Z+8zdIJa/vrrL8mTJ4/lttKlS8vmzZuD2hT1EUAAAQQQQAABBBBAAAEEEEAAAQQQQAABBBBAAAEjMLxkU7lx5pL57y4bfzAbZymuJUAAgGs9D0bjwgIHftwki770TmOSKHVyafvTt5I0XSoXHnHkHVpYBgDs2rVLateuLefPn/cF1oX+nTt3SuHChS3oceLEsWQJiB49uvl/rW9f/v33X8mWLZvl8nvvvSe///57sB5kly5dZPTo0ZZ7R44cKV999VWw2uMmBBBAAAEEEEAAAQQQQAABBBBAAAEEEEAAAQQQiNwC109fkBHvex+dnP6dHCZjNsX1BAgAcL1nwohcWGBKnR5ycvshM8JSrWpKpT4tXHi0kXdooRUAoOn1O3bsaCBfvHhh0ud7eXlZYPXogUmTJknr1q39gGfJkkVOnz5tua4783PlyuWn7okTJyRHjhyW6++++67s378/yA/y5MmTkjdvXnn69KnvvfHjx5czZ86YIxPsy+3bt2Xp0qUyb948SZw4saxcuTLIfdrfsHv3btPe4sWL5ZdffpGCBQs63ebDhw9lyZIlZhyaGeHq1auixy6kSpXKGFWuXNkEYSRJksTpNjVgY+rUqbJhwwbzTHTO8eLFE31GmhmhWbNmfvydbpyKCCCAAAIIIIAAAggggAACCCCAAAIIIIAAAghEAoG1Q6bLlklLzUyrDmgt7zWrFglm7X5TJADA/Z4ZI45AgWOb9sqMRn3NCGLEiSVtfxwlb+az7tqOwOHR9f8FQisAYPr06dK8uXckm6OSMWNG+f7770X7c1Tq1KljFsBtS9u2bWXixIl+qjvasV+oUCHZu3dvkJ6rLvqXKFFCDhw4YLlvyJAh0qNHD99rWm/16tVmkX7t2rXy7Nkz81rFihXN9eAUDTzQ9ubPny+nTnkfl6Fl3759TgcA6JEH7dq1M8EWARUNZBg1apQ0atQo0KHq3AcOHGgJiLC/SbMyaHYErRs1atRA26QCAggggAACCCCAAAIIIIAAAggggAACCCCAAAKRTWBk6RZy7aR3huRO6ydJmlyZIxuBW8yXAAC3eEwM0pUE5rUeIn+s/s0MqVDtj+Szbzu70vAYi4hZkF+3bp3FIiiL0D43Dhs2zLJobo/79ttvS79+/aRaNccRbrqr/rPPPrPcpscAzJ07VzQ4wKc4qqev6c70zZs3B+mZNmhAhHvFAAAgAElEQVTQwCzC2xYNJNAjCrRvzQKg89LAhLt37/ppO6gBANeuXZNFixaZPtXYUXHWXh3U5dWrV07PWQMwHGVf8GlAMziMGzfO6fYaNmwos2fPdro+FRFAAAEEEEAAAQQQQAABBBBAAAEEEEAAAQQQiAwCN89dlmHFm5ipps2TVTr+OiEyTNst50gAgFs+NgYdkQJeB47JhKqdfIfQYsEQeev9dyJySPRtJxBaAQBbt241i/CBlTZt2phd/XocgG3RYwPy5Mkjmt7fvuTOnVsyZ84sZ8+eNWnuHRUNLPjpp58C6973dd3hr4v7tiVlypTmGIF06dKZIIBatWrJpUuX/G3T2QCATZs2ybfffmtS6us8AyrOBACcO3dOsmfPLk+ePPHTlKb+1x36jsat1/WoBnW2L2vWrJFKlSr5uR47dmxznMDFixcdjl0DADQQgIIAAggggAACCCCAAAIIIIAAAggggAACCCCAAALeAr+OmCWbxi8y/12lXysp2aI6NC4qQACAiz4YhuXaAj/2+E52z11jBpmnfHFpNM37WACKawiEVgCA7Wx0kfvy5cvmPHvd9X/lyhXLZEeOHGlSyNuX3bt3myACRwvbgWl16tRJRo8eHVg18/rQoUOlZ8+elroJEyaULVu2yDvvvGMCDerWrSs6noCKswEAjRs3dnqnvDMBAL1795bBgwdbhqbBC8uWLZOSJUua6xrI8Omnn4qXl5elnmYA0EwA9kXnfejQIctlPV5AgyTixYsnjx8/ll69esmYMWMsdfRoBz3OQDMmUBBAAAEEEEAAAQQQQAABBBBAAAEEEEAAAQQQQEBk9Iet5fLxs4ai4y8TJG3erLC4qAABAC76YBiWawvcOn9FRpVuKc+feJ+bXn9SD8lfpZRrDzoSjS4sAgBs+XRHf/78+S1nyuti+9WrV0V3l9sX3S2vi+/Xr193+BQSJUpkUt9PnjzZ8rqzO9EnTZokX3zxheXeOHHimGMQdPFcU+rXrl1bli9f7pteX7MVZM2a1Sx025aQBAAkS5bMNHXz5k1Lm84EAHzwwQeybds2y30zZ84UDTSwLY529evuf/ssChosoEcf2JbChQubAAj7TA0fffSRyWRgWzZu3Chly5aNRH9qmCoCCCCAAAIIIIAAAggggAACCCCAAAIIIIAAAo4F7ly6LoMLNzAvps6eQbpssq5n4OZaAgQAuNbzYDRuJPDL8Fmy+TvvVCeZi+aVNstGutHoPXuoYR0AoHo1atTwk55//fr1Uq5cOYe4t2/flgkTJsjKlSvl1KlTZve57jSvWrWqdO7c2aTTHzFihOVe3bWfIUOGAB/W3LlzpVGjRvL69WvferpzXfv55JNPzLUbN25I6tSpzcL3+++/b8ZevXp10bT7xYoVs7Qf1ACAtGnTih5VoG2WKlVK9H4NPLAtzgQA5MyZU44fP265799//5UsWbJYrmkmBQ1usC0pUqSQa9euWa5pRoZu3bpZrmmghB7XYF8WLVpkAjRsS5cuXWTUqFGe/QeF2SGAAAIIIIAAAggggAACCCCAAAIIIIAAAggg4ITA+m/nyoYx803NSn1aSKlWNZ24iyoRJUAAQETJ06/bC7x6+VKGFGkod69473auMbS9FGtQ0e3n5QkTCI8AAE33r4v2tmXatGnSrFmzIBM+ffrUBAPYHiugu9X37NkTYFs//fST1KpVS16+fOlbTxf5NXNAgwbekXhaNPhgxYoVUqVKFfHZpa/XdTd8cAMAVq9eLcmTJ5ciRYpYdtQH175gwYJy4MABy3z/+ecfyZYtm+Xao0ePTPp+26J2Z86csVzTjAqLFy+2XFNPdbUvem/mzJktlzUrgH0gQ5AfLDcggAACCCCAAAIIIIAAAggggAACCCCAAAIIIOABAmPLt5OLf/5rZtJhzXhJl/8tD5iV506BAADPfbbMLBwEtk3+UVZ/M9X09EaOjPLl2gkSLSbnhocDfYBdBGcROlOmTKI77m2L7irX3eWOSpMmTWTWrFmWlxYuXGhS+Qe16G7z0aNHW24LLP2/pqyvVKmSPHvmfQyFT9EsAl27dnVqCCEJAPCvg+DYa1vt2rWTiRMnWpp1tGNfgx4024Bt0eMNdBe/bXnvvfdkx44dlmsXLlwQzVhgX54/fy4xY8a0XHZ0PIJTqFRCAAEEEEAAAQQQQAABBBBAAAEEEEAAAQQQQMCDBO5dvSXfvFvPzCh5prTy9e/TPWh2njkVAgA887kyq3AUGP1ha7l83HvhuPzXjaVs+6AvAIfjcCNFV8FZhC5durRs3brV4uPfYvqtW7fMznT9t23Rc+ffffddp4118b5Hjx5+Fv81Hb6eaR8tWjSHbenCtu5Q193wtqVTp05+2gpoMK4UAPD3339L/vz55cWLF75DTpIkidnF73Osgh4loIv/upDvUzTjwfbt26V48eKWqebNm1f+/PNPy7WbN29K0qRJHZJoAIAGAviUlClTytWrV51+llREAAEEEEAAAQQQQAABBBBAAAEEEEAAAQQQQMATBTaOWyDrRs4xU6vYq5l80KaWJ07To+ZEAIBHPU4mExEC+xavlyVdvHdvJ3ojubRfNU4SpU4WEUOhz/8LBCcAYNy4cdKxY0eLYfTo0WXo0KHSunVriR8/vnnt4MGD0qpVK9HFftuiKeRPnToV4DPQVP937tyRY8eOmWCDqVOnyqVLlyz3xIoVS3bt2iUFChRw2NahQ4dEgxXu3r1reV3PsJ8/f74lHX9gbwhNua+p921LxYoVRdP7B7cEx96nrxkzZkjz5s3l9evXlu51MV6fhb2VVho+fLh069bNz3AdZXTQoxASJ07scGqxY8cWfT4+RZ/3/fv3g8vAfQgggAACCCCAAAIIIIAAAggggAACCCCAAAIIeITA+EpfyvnDJ8xc2q8aK+kL5PCIeXnyJAgA8OSny9zCTeD7T7vJ6d1HTH+lWtWUSn1ahFvfdORXIDiL0LrYqzvQ7c+S19Z1d3iaNGnMgrDuIndUli5dKp9++qm/j2PFihVSvXr1AB+XLnLPnTvX32MEzp07Zxbsr1+/7qcdDUCIESNGoG8H3SmvC+1aDh8+7CfQICIDAHRM6qgBF/bZFewnpnOdMGGCtGzZ0uGcM2bMKF5eXpbXghIAEC9ePHnw4EGgnlRAAAEEEEAAAQQQQAABBBBAAAEEEEAAAQQQQMBTBR7evCv989c200vyZirpuXu2p07Vo+ZFAIBHPU4mE1ECf63bJbOaDTDdx4gTS9qtGCNpcmeOqOFE+n6DEwCgaLq7/uOPP3a4wB4Qas+ePWXw4MEBugcWAJAsWTKZM2eOVKhQwd92fv31V/nkk09C9HzLli0rGzduNG24YgDAggULTBaAx48fBzhPTf0/bdo0adKkicOsBwQAhOhtws0IIIAAAggggAACCCCAAAIIIIAAAggggAACCMiWiYtl7dCZRqJ8t0ZStkNdVNxAgAAAN3hIDNE9BGa3+Eb+/GWHGWyhOh/LZ6M6ucfAPXCUwQ0AUIrTp09L27ZtZd26dYHKpEqVSsaMGSOafj+w4l8AQJw4caR+/foyZMgQSZ48eYDNeHoAgKbyHzlyZGCUltfbtGkjkyZN8nMPAQBBYqQyAggggAACCCCAAAIIIIAAAggggAACCCCAAAJ+BCZU6yxe+/8219v9PEYyvJsTJTcQIADADR4SQ3QPgbP7/5aJ1Tr7DrblwqGSraTjc9zdY0buO8qQBAD4zHrfvn0yf/582blzp5w6dUru3bsnmhY+derUJg2/psqvUaOGxIoVyykoDQCoXbu2OYNez7R/5513pESJElKrVi1JkiSJU214cgDAvHnzpEGDBhaHdOnSmQCLDz/8UKJGjSpbt26VTp06medhW0aMGCFdu3a1XNMjEeyPcwjKEQAJEiQwz5yCAAIIIIAAAggggAACCCCAAAIIIIAAAggggEBkFHh894H0ze199HHCVEmlz4EFkZHBLedMAIBbPjYG7aoCS7uOlb0LfzXDy1O+uDSa1tdVh8q4EJCDBw/Ku+++a5HQwIbVq1cHWyc4wRevXr2SDBkyyIULF3z71cCKI0eOyFtvvWUZy/nz5yV37txy//593+u6WH/p0iWJHz++7zWt8/ff3lGJPuXmzZuSNGlSh3OLESOGvHjxwve1NGnSyMWLF4PtwI0IIIAAAggggAACCCCAAAIIIIAAAggggAACCLizwLbJy2T1N9PMFMp1+lw+6mLdxOfOc/P0sRMA4OlPmPmFq8CdS9dlWPHG8vLFS9Nv/e97SP7KpcJ1DHSGgLMCe/bskaJFi1qqR0QAgKNxVKpUSVatWuVwKo0aNZI5c+ZYXlu5cqVUrlzZ91qxYsVk9+7dljoaPPDmm2/6afPZs2d+MjnkzJnTTwCBs67UQwABBBBAAAEEEEAAAQQQQAABBBBAAAEEEEDA3QW+r9lVTu85aqbRdvm3kqlwbnefUqQZPwEAkeZRM9HwElgzeLps/X6p6S5z0bzSZlnQzjQPr3HSDwK6QK4L5bYlIgIAFi1aJHXr1rWMo3379jJ+/HiHD2nAgAHSv39/y2t6VEDHjh19r9WvX98c4WBbdL5FihTx06YeKZA1a1bL9Y8//lj0yAUKAggggAACCCCAAAIIIIAAAggggAACCCCAAAKRTeDZw8fSK3t1M+24SRLKgKNLIhuBW8+XAAC3fnwM3lUFBrxdRx7cuGOGV2NoeynWoKKrDpVxhbKAppF/8OCBSUcfPXr0UG49dJtzlQAAXajXBXvbUrt2bdHAAEelXbt2MnHiRMtL48aNkw4dOvheGzFihHz99deWOvZBAj4vLly4UOrVq2ep26dPHxk4cGDogtMaAggggAACCCCAAAIIIIAAAggggAACCCCAAAJuIPD7tBWysv8PZqSlv/hMKvRo6gajZog+AgQA8F5AIAwEtkxcImuHzjAtv5Ezk3ReP0kkSpQw6IkmXU1AAwD0fHo9l54AAO+ns2/fPilYsKC/j2rnzp1SokQJy+sJEyYU3ZmfPHlyy/VHjx5J9uzZ5cKFC5br9kcA/Pnnn5I3b15LnRw5csiRI0ckRowYlusfffSRbNiwwXJty5Yt8sEHH7ja24vxIIAAAggggAACCCCAAAIIIIAAAggggAACCCAQ5gKTa3eXf3ccNv1opmvNeE1xHwECANznWTFSNxMYWbqFXDt53oz6k68bS5n2ddxsBgw3OAIEAJSXdevWWegCCwB49uyZpEmTRm7evGm5T9P1z5gxQ3LlymWue3l5SevWrf2k5o8dO7ZcuXJFEiVKZLm/cOHCJvjAtjRs2FAmTJhgAjSePn0qepzA0KFDLXWyZcsmJ06ckCgE7QTnjwD3IIAAAggggAACCCCAAAIIIIAAAggggAACCLixwIunz6VHlspmBrHix5FBx39y49lEzqETABA5nzuzDgeBPfN/kWVfjzM9JXojuXT8dYLET5Y4HHqmi4gUIAAg6AEA+rxGjhwp3bp1c/joUqdObbIpXLx4UV6/fu2nTpcuXWTUqFF+rm/cuFF0d7/9PdpW2rRp5fr166IZBeyLHj2gRxBQEEAAAQQQQAABBBBAAAEEEEAAAQQQQAABBBCIbAI7Zq2SFb29j+F9v2UNqdy3ZWQjcPv5EgDg9o+QCbiywMTqXeTsvr/MEEu1/lQq9W7uysNlbKEgQABA8AIAdJG+cePGMmfOnCA9hQoVKsiKFSv8pPX3aaR3794yePBgp9ts2rSpTJ8+3en6VEQAAQQQQAABBBBAAAEEEEAAAQQQQAABBBBAwJMEpn7eS/7ZdsBMqfWS4ZKleH5Pml6kmAsBAJHiMTPJiBI4una7zGk5yHQfM04s6bBmvKR6K0NEDYd+w0GAAIDgBQDoo3n58qUMHz5chgwZIg8fPgzwacWIEUM6duxoUvjHiRMnwLojRoyQvn37mpT//hXNCqCZBPQ4AFL/h8MfFLpAAAEEEEAAAQQQQAABBBBAAAEEEEAAAQQQcDmBVy9fydcZKphxRY8ZQ4b8+7NEiRrV5cbJgAIWIACAdwgCYSwws0l/+XvDbtNL4TofS61RncK4R5qPSAECAIIfAODz3C5fvizLli2TtWvXyj///CNXr16VV69eScqUKSVz5sxSvnx5qVWrlmTKlMnpR3327FmZNm2abNq0SU6cOCH379+XRIkSScaMGaVs2bLSvHlzyZYtm9PtUREBBBBAAAEEEEAAAQQQQAABBBBAAAEEEEAAAU8T2D1vrfzYfbyZVonGVaTaoLaeNsVIMR8CACLFY2aSESlw/vAJGV/pS98htFk6QjIXyxeRQ6LvMBRwpwCAMGSgaQQQQAABBBBAAAEEEEAAAQQQQAABBBBAAAEEEHAzgRkN+8qxzXvNqFsuGirZ3ivgZjNguCpAAADvAwTCQWBxp29l/9INpqc85YtLo2l9w6FXuogIAQIAIkKdPhFAAAEEEEAAAQQQQAABBBBAAAEEEEAAAQQQQCCkAl3fLO/dRJQoMuzMaokWPVpIm+T+CBAgACAC0Oky8gncu3ZLvnmnnu/EG0zuJfkqlox8EJFgxgQARIKHzBQRQAABBBBAAAEEEEAAAQQQQAABBBBAAAEEEPAwgb2L1snSr8aYWRX5/BP5dPh/2a09bKoePx0CADz+ETNBVxFYNWCK/DZ1uRmOHgGgRwFQPE+AAADnn+mjR49M5bhx4zp/EzURQAABBBBAAAEEEEAAAQQQQAABBBBAAAEEEEAg1AVmNR0gf63fZdptMX+IvFXqnVDvgwbDR4AAgPBxphcEjEC/vLXk0e375r9rDG0vxRpURMbDBAgAcP6BPnjwQF6/fi0JEiRw/iZqIoAAAggggAACCCCAAAIIIIAAAggggAACCCCAQKgLdEv3ifnOXsvQ06skeswYod4HDYaPAAEA4eNMLwgYgU3jF8qvI2ab/34jZybpvOF7ZDxMgAAA5x8oAQDOW1ETAQQQQAABBBBAAAEEEEAAAQQQQAABBBBAAIGwEti/dKMs7jTKNF+wVjmpPaZLWHVFu+EgQABAOCDTBQK2AsNLNpUbZy6ZS590byxl2tUByIMECABw/mESAOC8FTURQAABBBBAAAEEEEAAAQQQQAABBBBAAAEEEAgrgTktB8nRtdtN883mDpIcpQuGVVe0Gw4CBACEAzJdIGArsGvOalnec4K5lOiN5NJl4w8SJ1F8kDxEgAAA5x8kAQDOW1ETAQQQQAABBBBAAAEEEEAAAQQQQAABBBBAAIGwEuieqZK8fP7CND/k5M8SI06ssOqKdsNBgACAcECmCwTsBb6r3FHOHTpuLpdq/alU6t0cJA8RIADA+QdJAIDzVtREAAEEEEAAAQQQQAABBBBAAAEEEEAAAQQQQCAsBA79tEUWtB9umi5Q7QOpN6F7WHRDm+EoQABAOGLTFQI+An+t2yWzmg0w/xszbmzptG6iJM+UFiAPECAAwPmHSACA81bURAABBBBAAAEEEEAAAQQQQAABBBBAAAEEEEAgLATmtR0qf6zcZppuOnug5CxbOCy6oc1wFCAAIByx6QoBW4HpDfrI8S37zKXCdT6WWqM6AeRmArOaegdx2JbXr1+LBgFEjx5dokSJ4uf1xjP6udksw264BACEnS0tI4AAAggggAACCCCAAAIIIIAAAggggAACCCDgjEDPrFXl+ZOnpuqgEz9JrHhxnLmNOi4sQACACz8chubZAheP/itjP2nnO8kvVoyWjAVzefakPWx2Mxr1lWOb9jo9q8xF8kqbH0c6Xd/TKxIA4OlPmPkhgAACCCCAAAIIIIAAAggggAACCCCAAAIIuLLAH6t+k3lthpgh5q3wnjSc0tuVh8vYnBQgAMBJKKohEBYCC9uPkIM/bTZN5/mkhDSa2icsuqHNMBIgACBksAQAhMyPuxFAAAEEEEAAAQQQQAABBBBAAAEEEEAAAQQQCImA7TpVk5n9JVe5oiFpjntdRIAAABd5EAwjcgo8vHlX+uev7Tt5TQ+f+6NikRPDDWdNAEDIHhoBACHz424EEEAAAQQQQAABBBBAAAEEEEAAAQQQQAABBEIi0DtHDXn64JFp4ptjP0rsBPFC0hz3uogAAQAu8iAYRuQV+Lnv97J9xs8GIEuxfNJ66YjIi+FmMycAIGQPjACAkPlxNwIIIIAAAggggAACCCCAAAIIIIAAAggggAACwRU4+ssOmdPiG3O77vzXDAAUzxAgAMAzniOzcHOBPjlryJP73hFWtUZ2lMJ1y7v5jCLH8IMaAJChYC5pt2J05MBxYpYEADiBRBUEEEAAAQQQQAABBBBAAAEEEEAAAQQQQAABBMJAYHGnb2X/0g2m5UbT+kqe8sXDoBeajAgBAgAiQp0+EbATWD96nmwYPc9cfSNnJum84XuM3EAgqAEAOqWo0aNJisxvSorMaSVFFv23938ny5hGEqRI4gazDr0hEgAQepa0hAACCCCAAAIIIIAAAggggAACCCCAAAIIIIBAUAT65aklj+7cN7cM/GuZxEkUPyi3U9eFBQgAcOGHw9Ail8DQYo3k1vmrZtKfdG8iZdrVjlwAbjjb4AQABDbN5JnS+gkOSJo+tSR5M1Vgt7rd6wQAuN0jY8AIIIAAAggggAACCCCAAAIIIIAAAggggAACHiDw94bdMrOJd8r/7KXelebzB3vArJiCjwABALwXEHARgV1z18jyHt+Z0SROk0K6bp0qMePGdpHRMQxHAkENAIgVL47JAPD47oNggWoQQIosGiDgnTlAswYkTZ9KkqZLLdFjxghWmxF5EwEAEalP3wgggAACCCCAAAIIIIAAAggggAACCCCAAAKRVWBp17Gyd+GvZvoNp/SWvBXei6wUHjlvAgA88rEyKXcVGPdJe7lw9KQZ/getP5WKvZu761QixbiDGgCQuUheafPjSHn68LHcPHtJbpy5JDfOXvT+9xnvf9+/fjtYdglTJfv/kQLeAQKaNcD8ky61xE4QN1hthvVNBACEtTDtI4AAAggggAACCCCAAAIIIIAAAggggAACCCDgV2DA23XkwY075oX+R5ZIvKQJYfIgAQIAPOhhMhX3Fzi2aa/oorIW3f3/1ebJHpn63f2flPcMbI9tcGZOPgEAAdV9/uSZ3Dp3RW56/T9A4P+BARogcPviNWe68VMnXtJEvsEBesRA0nSpfIMD4idPHKw2g3KT14FjcvfyDT+3PHnyRF7La4kTO46f13RcmYvmDUo31EUAAQQQQAABBBBAAAEEEEAAAQQQQAABBBBAAIFABI5v2SfTG/QxtbIUzy+tlwzHzMMECADwsAfKdNxfYGq9nvLPbwfNRArX/Vhqjezk/pPywBms6DNJdsxcGaSZORMAEFCDr168lJvnrsitc5fl5tnL3lkDTCYB7+wBr1+/DtJ4tHLsBPF8gwOSZXjDZAzwOVYgcdqUQW7P0Q0aADChatDex22WjSQAIFT0aQQBBBBAAAEEEEAAAQQQQAABBBBAAAEEEEAAgf8E9DhqPZZaS70J3aVAtQ/g8TABAgA87IEyHfcXuHzsjIwu18Z3Ih3WjJd0+d9y/4l50Ax+6jlBds5Z7Tsj3VUfL1miQGcYLVo0cwRAWBWTOeDcZe8MAj5HDPw/OOD502dB7jZGnFjmOIHkmdL4ZgzwOVZAswhEixHdqTYJAHCKiUoIIIAAAggggAACCCCAAAIIIIAAAggggAACCIS5wDfvfi73rt40/fQ7vEjCI1NwmE+KDiwCBADwhkDABQXmtR0qf6zcZkaW55MS0miqdyoWSsQL/Nh9vOyet9Z3IJ9P6iFvVykV8QMLZAR3Ll73zhxwXjMIXDEZA3yyBzy59zDI448aPZoJDjBZA9Kn9j5WwGQP0P9OLbHi/5fWnwCAIPNyAwIIIIAAAggggAACCCCAAAIIIIAAAggggAACoS5w8veDMqVuT9NuxkK55IufRod6HzQY8QIEAET8M2AECPgReHz3gfTN/anv9WZzvpEcZQohFcECS7uOlb0Lf/UdRYMfekm+SiUjeFQh714j/TQowDuDwP8DBP5/tMCDG3eC1YHJGvD/gICoUaNaMiY40yBHADijRB0EEEAAAQQQQAABBBBAAAEEEEAAAQQQQAABBJwXWNF7kuyY5X28ce0xXaRgrXLO30xNtxEgAMBtHhUDjWwCy3tOkF3/TzOfpVg+ab10RGQjcKn5LukyWvYtXu87poZT+0jeT0q41BjDYjAPbt7xDQ6wBghcFM0qEFaFAICwkqVdBBBAAAEEEEAAAQQQQAABBBBAAAEEEEAAgcgqMKRIQ7l98ZqZft+DCyRByqSRlcKj500AgEc/Xibn7gK9slWVZ4+fmmnUGfuVvPvph+4+Jbcc/6KOo+TAso2+Y288vZ/k/riYW84lNAf96M79/4IDzv+XPcD7iIGLIeqKAIAQ8XEzAggggAACCCCAAAIIIIAAAggggAACCCCAAAIWgVM7j8gPn3Uz19Llf0s6rBmPkIcKEADgoQ+WaXmGwPpv58qGMfPNZN7ImUk6b/jeMybmRrNY2H6EHPxps++Im8waILk+LOJGM4iYoT598Mj3OIFTO/+Q7TN+DtJACAAIEheVEUAAAQQQQAABBBBAAAEEEEAAAQQQQAABBBAIUGBl/8ny+7SfTJ1Ph38pRT7/BDEPFSAAwEMfLNPyHIFBhRrI3cveqdYr9WkhpVrV9JzJufhM5n8xTA7/vNV3lM3mfCM5yhRy8VG73vC8DhyTCVU7BWlgBAAEiYvKCCCAAAIIIIAAAggggAACCCCAAAIIIIAAAggEKDCsRBO56XXZ1Om9f54kSp0cMQ8VIADAQx8s0/IcgT0LfpVl3caaCSVOk0K675gp0WJE95wJuuBMXr96LfPaDpEjq3/3HV3z+YMle6l3XXC0rj+k4AQANJrWV/KUL+76k2OECCCAAAIIIIAAAggggAACCCCAAAIIIOjGsE0AACAASURBVIAAAgi4uMCZvX/JpBpdzCjfyJVZOq+f5OIjZnghESAAICR63ItAOAmM/qitXP77tOmt9BefSYUeTcOp58jXzcsXL2V+2yFydO0O38m3XDhUspUsEPkwQmnGwQkASJbhDak5rAPuofQMaAYBBBBAAAEEEEAAAQQQQAABBBBAAAEEEEAg8gqsHjRNtv2wzABUG9RWSjSuEnkxIsHMCQCIBA+ZKbq/wImtB2Ra/V5mIjHjxpavf5suCVMnc/+JudgMXjx9bnb+/7Vul+/IWi0eLllL5HexkbrXcIITAKAzjBI1ilTu01JKtqjuXhNmtAgggAACCCCAAAIIIIAAAggggAACCCCAAAIIuJDAiFLN5fqpC2ZEvfbMlcRpU7jQ6BhKaAsQABDaorSHQBgJ/PDZ13Jq5x+m9cJ1y0utkR3DqKfI2eyzx09kfpuh8vfGPd4AUaJIm6UjJHPRvJETJBRnHdwAAJ8hFKrzsdQY0k6ix4wRiqMK26b27NkjRYsW9dPJ7du3JXHixJbr5cuXl3Xr1oVoQFmyZJF///3X6Tb++OMPWbVqlWzatEkuXbokV69elSRJksiZM2ecboOKCCCAAAIIIIAAAggggAACCCCAAAIIIIAAAq4vcO7gcfmuiveaUsqs6aTr1qmuP2hGGCIBAgBCxMfNCISfwNV/zsmoMi19O+y0fpKkyZU5/AbgwT09ffBI5rUdKsc37zOzjBotmrReOkIyFc7twbMOv6nd9LocpM40CnHzhEWiZxL5lHRvZ5fKfVpIpiJ5gtRWRFR++fKlFCpUSA4dOuSn+4gOANi2bZt07dpV9u3zfq/blgwZMsjZs2cjgow+EUAAAQQQQAABBBBAAAEEEEAAAQQQQAABBMJI4JdhM2XzhMWm9cp9W8r7LWuEUU806yoCBAC4ypNgHAg4ITCn5SA5una7qZn3kxLScGofJ+6iSkACj+8+MIv//2w7YKpFixnD7PzP8G5O4CJYYGX/yfL7tJ98RxEjdiyp3LeFFGtYKYJHFnD348ePly+//NJhpbAKAMiVK5f89dd/ARP2nT9//lxatWolM2fO9HfwBAC49NuKwSGAAAIIIIAAAggggAACCCCAAAIIIIAAAsESGFWmlVz9x8vc22PXbEmaLlWw2uEm9xEgAMB9nhUjRUB0p3rvHP9FZrVcOFSylSyATDAFHt2+J3PbDJF/tx82LegCs+78T18gezBb5LbQFtiz8FdZNWCKee/7FA0A0CMBXLFcuXJFsmfPLvfu3XM4PEcBAE2bNpXffvvN6encv39frl27Zqnfr18/6d+/v8M2tH61atVk8+bNAfYRWBCB0wOkIgIIIIAAAggggAACCCCAAAIIIIAAAggggIBLCFw4clLGVWhvxpIswxvSfYf/m8RcYsAMIlQECAAIFUYaQSD8BJZ1Gyd7FvxiOsxSLJ9ZsKYEXeDBjTsyt/VgOb37qLk5Vrw40nrpcHkz31tBb4w7wlTA68AxEwTgdfCYbz96FIAeCaBHA7hSqVevnixcuNDfITkKAAjq+Js0aSKzZs3yvS1mzJji5eUlqVOndthUnTp1ZPFi7/ROtqVgwYLSokULKV26tGTMmFFixIgR1KFQHwEEEEAAAQQQQAABBBBAAAEEEEAAAQQQQMCFBdaNnCMbxy0wI6wxpL0Ua1jRhUfL0EJLgACA0JKkHQTCUaB7pkry8vkL0+PnE7rL29U+CMfe3b+re9duydyWg+Ts/r/NZGIniGcW/9Pmyer+k/PgGSztOlb2LvzVd4ZxEsU3QQCF6nzsErPWHfZly5YNcCwhDQC4fPmyWax/9uyZbz/169eXuXPnOux36tSp0rJlS8trcePGlcmTJ4veR0EAAQQQQAABBBBAAAEEEEAAAQQQQAABBBDwXIExH7WVZ4+fSrlOn8s7Ncp47kSZmUWAAADeEAi4ocDGsQtk3ag5ZuRv5MosnddPcjiLKFGi+LmuZ5OPHTs20FkfPHjQ7GTetGmTXLx4Ue7cuSPJkiUzu4xLlSollStXljJlQv7LIiRjDHQSDircvXxD5rT8Rs4dOmFejZs4gbReMtw4Ulxf4Lepy002ANtSskV1qdKvVYQOXhfk8+fPL8ePHw9wHCENAOjevbsMHz7c0sfevXulUKFCfvp98uSJZMiQwXJcgO7y1z/TJUuWjFAvOkcAAQQQQAABBBBAAAEEEEAAAQQQQAABBDxRQI+HTZQokZ+p/fTTT+ao1oDKy5cvZd26dSaj6/79+83ajH73nCJFCvNdb7ly5aRGjRqSO3dup+iuHD8jh1f+JmU71JUYsWOae86fPy+rV6+WX375Rc6cOSNXr16VmzdvyqlTp8zmM4pnCBAA4BnPkVlEQoGB79ST+9dumZlXHdhG3mta1aKwfPlyqVmzph+ZwAIA9Azzjh07OkwZbt+YLiJOnDhR8ubNG6wnENwxBqszEbl94ZrMaTFQLhz91zQRL2kis/M/dXZ+qQXXNCLu+2fbAVk1cIpcOeHl2322kgWkxtD2kjxjmogYkgwZMkR69erl27ceBbBnzx7zocm2hCQA4MGDB5IuXToTjONTihYtKrt27XI450mTJskXX3xheW3AgAHSt2/fCDGiUwQQQAABBBBAAAEEEEAAAQQQQAABBBBAwNMFOnToIN99952faQYWAHDgwAGTzVU3ZwZUdFNlo0aNZNSoUWbTZkDlwpGTJvNxlKhR5PTp09KzZ09ZsmSJvH792s9tGgxAAIDnvDsJAPCcZ8lMIpnA/iUbZHHnb82sE6dJIb32/pcC/OHDh5IzZ04TyWVfAgoAuHTpkpQoUULOnj3rtGbixIlly5Yt8vbbbzt9j1YM7hiD1IlN5VvnrsisZgPk8rEz5mqCFEnMzv+U2dIHt0nui0CBpw8ey9KuY+SPVb/5jkKfaeW+LaVA9dLhOjIvLy/JlSuXPHr0yPQbL148OXHihMmUEZoBAGPGjJHOnTtb5qZZOurUqeNwvkWKFBHNDuBT4sePL+fOnZNff/1V5s+fL/qB8tatW5I0aVKTvUA/NGpbjrJyhCsonSGAAAIIIIAAAggggAACCCCAAAIIIIAAAm4ocOjQIZOtVXfy25eAAgD0eNkKFSrI06dPnZ61rsno2oyu0QRWdLNYp06dLEfL2t9DAEBgiu71OgEA7vW8GC0CFoFRZVrJ1X+8d0F/9m1nKVT7I/Pf3bp1k5EjRzrU8i8A4MWLF1KwYEH5448//NwXJ04ck/r/2rVrZuHevuiuZE19rmeLO1uCM0Zn27avd+PMRbP4f/Wfc+alhKmSmZ3/KTK/Gdwmuc9FBDaMmS/rv/0v+EWHVfqL2lKhR5NwG2GVKlVk1apVvv0NGjTIZAPImjVrqAUA6J/PLFmymAV8n5ImTRoTrKNp/e2LppnShX3bD5rvvPOORI8e3RIUYH+fBi3oB9EkSZKEmx8dIYAAAggggAACCCCAAAIIIIAAAggggAAC7i6gu+qLFStmMsM6Kv4FAOjOfN2gpRlg7Yt+T5swYULRzZvPnz/387pmgV62bFmAdAGtxfjcqGtAusaTPj0bJt39fegzfgIAPOVJMo9IKXBy+yGZUqeHxE2SUOqM/Upyli0sf//9t9mN7+iXgSL5FwAwd+5cadiwocVRFwtHjx4tLVq0kNixY4suQi5atMikoXn8+LGl7owZM6RJE+cWXYM7xuA85GunzsusJv3l+umL5nbNlqA7/5NFUKr44MyBewIWOLp2u6wcMEXuXLzmWzHnh0Wk7riuEidR/DDl04V/DQDwKZkyZTJ/BvXPS2gGACxYsEA+//xzy1x8Ag0cTVDPb9KI0eAUzRywfft2EyxAQQABBBBAAAEEEEAAAQQQQAABBBBAAAEEEAhcYMqUKdKqVSt/K/oXANCsWTPR9RXb8sYbb8j06dOlfPnyJmOrbvgaPHiwjBgxwk/7moU2c+bMDvv9/vvvpW3btn5eS5s2rbn+0Ucfmey2QdncGbgENVxBgAAAV3gKjAGBEAh8/2k3SZUtnVQZ0Fqix4whH3zwgWzbts3fFv0LAPj000/lxx9/tNynv1D0TBj7oguPffr0sVxu0KCBzJkzx6mZBHeMTjVuU0mzI8xs3F9unrtsriZ5M5XZ+Z80XeqgNkV9Fxe4d/WWLP1qjBzfss93pPq8K/dtIXkrvBcmo9cgGP1wZHtkxvLly6V69eqmv9AMANDd+5o+yqfEihXLHPGRIkUKh3ML7MNmqlSpJGrUqHL5svefDfuiHyS7du0aJm40igACCCCAAAIIIIAAAggggAACCCCAAAIIeJLAjRs3JHv27ObIVf+KfwEA+h2v3m9bdIOWHtdsXz788EPZtGmT5bIGCjRt2tRP3aNHj0rhwoXlyZMnlte++uorE0wQM2ZMT3oEzMVOgAAA3hIIuLnArfNX5MXT55IyazqzAK/neAdU/AsA0KwB9un/T548aRYx7cv+/fvNOTa2pUyZMn5+8TgaR0jGGJRHdfnYGZnRuJ/vrvBkGd4wO/8Tp00ZlGao62YCqwdNk20/WFMeletcXz7qXD/UZ6LBMUOHDvVtt2zZsrJx40bf/w+tAAD9QKcf7GxL48aNZebMmf7OaciQIeYYAvtSrlw5GT9+vOTIkcO8dPDgQdHgHc1aYFs0AtTLy0uiRYsW6m40iAACCCCAAAIIIIAAAggggAACCCCAAAIIeJKALsAH9H2tztVRAMCdO3f8HMeq381euHDBIc+oUaP8bNwaOHCgnw2berP90bV6bdiwYfL11197Ej1z8UeAAADeGgh4iID+otAIs2vXvNOga/pu3cFru0Cp1/0LAAgKw+7du81ZNralatWqsmLFigCbCa8xXvrrlExv2FfuXb1pxpM8c1ppvXi4JHojeVCmSV03Fdi3ZL2sGjBFHt/978wkzQLQcErvUJvRiRMnJF++fPLs2TPfP2+HDx+W3Llz+/YRWgEAmuZp3bp1lrHrwn2BAgX8nY9/5zrp0SD2qf31jCn92aFHfNiW33//Xd57L2yyJ4Tag6AhBBBAAAEEEEAAAQQQQAABBBBAAAEEEAhVgZcvX5rvIxcvXiy6GfDixYvme1DdqZ4hQwbRTUY1atSwfBca2ABev34tmj11yZIlsnfvXrl69apoltN06dLJxx9/bHaw58yZM7BmAn1d1y7mzZtnxq7HpBYsWDDQe0JaYefOneZ7VJ2jFk3HX7x4cTMO2+JfBoCg9K8L+D169LDcMmbMGOnYsaPl2l9//SV58+b1HZO+WLp0adm8eXNQuqOuGwsQAODGD4+hI2AroOe16HkuPkUX+vWXm+7utS2hEQCg6f/1GADb4uiXjP0TCo8xXjhyUqY36CMPbt4x3WtmhFZLhkvClEl5w0QigeunL5gjAc7s/ct31imyvCk1h7aXLMXzh1hCd/vbflhq37692VlvW0IjAEDTNGmggW0pWbKk/PbbbwHOQdM4ffvtt5Y6+qHc/pgPnwr169eX+fPnW+prNGmXLl1CbEUDCCCAAAIIIIAAAggggAACCCCAAAIIIOAeAgcOHJCWLVuazKEBFT2XXrMR63eIyZIlC7Du8ePHzTqFBhP4V3TTUufOnUUzmwY1K6lmMtbFdv1+89SpU75d7Nu3L8wDAHRT1bvvvitHjhzx7VcX+levXi2amt+2hEYAwPvvvy+6ccu26NGxmuHZtugufz3m1bZoplkNutDjY/X75StXrkjcuHFNFmg9IrpNmzYSP35893ijMspABQgACJSICgi4voD+4ixSpIi8evXKDDZ58uSiv/T0l0xoBgBo5J/+Em3RooXvzmft78033xSNKEuYMKG/WOExxnOHTsj0Br3l0Z37Zhyps2eQVouHS/zkiV3/ITLCMBH4sft42T1vraXtCj2aSOkvage7vwULFsjnn3/ue79+wNU/b0mSJLG0GRoBAPohWo/NsC1Lly41H8gCKhoFqtGgtmX06NHSqVMnh7eNGzfOT5SoRo1qYA8FAQQQQAABBBBAAAEEEEAAAQQQQAABBDxfQDc8VahQQZ4+fer0ZHXhecuWLZI4sePv4DWg4KOPPpJbt2451Wbt2rVFv3+NGjVqgPU1E/KiRYvMwr8u9Dsq4REAoN+52m6i0qNcN2zYIM2bNw/VAICHDx+aI1/1e1zbUrlyZVm5cqWf6esRzrYBF3HixJHPPvtMZs+e7a+rZnfQIIWAMs869RCp5BICBAC4xGNgEAgEX0AX/XXx3/aH+eTJk02Unv7yC0kAwKxZs0T/0fLkyRMTPXfjxg3LYBMlSiTr16+XwoUL+zuJsByjT6deB47J1M97ydMHj8ylN3JmMjv/4yXxPygh+Orc6U4C22f8LKsGTpFXL176DrtA9dJS77ugn3V07949yZEjh1y+fNm3rQQJEkiaNGn8kOgxAfYlVapU5sNw6tSpZevWrQEyamqtTJkyiabt9ynp06cXTdkfWBTsyJEjRY8BsC3fffedtGvXzmGfGlSgHwBtiwb6aDQoBQEEEEAAAQQQQAABBBBAAAEEEEAAAQQ8W0C/c8yfP788ePDfsao+M9aNT7r579KlS5bvKn1er1mzpixbtswPkB4JrAECXl5efl5744035P79+w77053reryxo6K72DXzqS6y2x9pal8/rAMA1EO/K9Z5aNEsBj7HxIY0AEA3Z2lbWrT9Y8eOyePHjy1T1BT/GrShG0Jtiz5D/Q5aN3QGtehmN11rypgxY1Bvpb6LCRAA4GIPhOEgEFSBSZMmyRdffOF7m/5C1ag6jZALaQCAnlOza9cuf4ek6WamTp0qb731VoDDDssxasea5n1qvZ7y/Il3ZGLaPFnMzv84iUhXE9T3k6fW16Mh9EiAS3+f9p2iBonUHd/NBIs4WzQ1UqlSpZyt7m+9tGnTyoULFwJsRxfwdSHftuiufk3fFFjR6Ne6detaqmlWAE2h5ag4ygCg/dhnEQisX15HAAEEEEAAAQQQQAABBBBAAAEEEEAAAfcTaNasmcyYMcMycF2k1zT25cuXF035r5ujBg8e7Ce1vN6kmwczZ87s5/tI++8XdZe5Bgvo8cW6gK/t66Yl28V8TVN/5swZ0f7tS+PGjQPcxW5bP6wDAHRDlW6s8ikdOnTw3aEf0gAA9Q6o6PPS7AOOsjL/888/kj17dn9v102dGiCg3087ChLQLBBr1qxxvzcxI7YIEADAGwIBNxbQNDf6g1wj6XyKLlDqGeFaQhoAoL8E7t6966+QppfRX/gaaeZfCesxnt59VKbU7SEvn78wQ3gzXzaz8z92/Lhu/GQZelgJLGg3XA6t2OLbfJSoUaRyn5ZSskV1p7rUoy7y5MnjVN2AKgUWAKBRnenSpbP8+dM0TfqhLGnSpIH2r9Gn2odtKVGihGzfvt3hvfXr1zfHe9gW/fDdtGnTQPuiAgIIIIAAAggggAACCCCAAAIIIIAAAgi4t0CKFCn8ZP/V7xL1O0X7omnudSd+QN8lPnv2TLRNDRqwLbt37zYZjW3L8OHDpXv37pZrffr0kYEDB/rp21EAgO5a13Lz5k1L/bAMANAMBHq0gU/RXfi68O5zTGxYBwC0bdvW+PjM3XbiO3fudPjcNNusZnzV56flypUrou1o2n/7ohkHNLsBxX0FCABw32fHyBGQhg0byty5c30l6tSpIwsXLvT9/5AGAPTv318GDBgQoHSMGDFMlJ79UQM+N4XlGP/dcVim1Okhr1+/Nt2lL5Dd7PyPGTc27w4E/BXY9N0i+XW499EWPqVQnY/ls1GdAlXTgBZN4x/SElgAgKax+uqrryzdBDUlv36Q3rt3r28bGjWqGT3sP2D/+++/kjNnTj8ps86dO2eCECgIIIAAAggggAACCCCAAAIIIIAAAggg4LkCusHQZ+HaZ5YBfX85atQoPyn6dTFaF+19iqNMqv5tUNLNUClTpjTHEPsU3YR19OhRP+g+AQA6vmrVqkmNGjVMxtaKFSvKunXrLPXDKgDg6dOnZlPkyZMnffv74YcfpFWrVr7/H9IAgA8++EC2bdsW4JtOv6fW45nz5ctnqbd27VrjYV8cfd+rmRdy585tghdsyzfffCO9e/f23Dd9JJgZAQCR4CEzRc8UsP8FGjduXDl+/LhlwS6kAQC2cvrLV9Pu6C5h/QWvv+R8ih43oAuLhQsXtmCH5Rj/+e2gSfvvUzK8m9Ms/seIHdMzHzizClWBU7uOyNIuY+Tmucu+7aZ7O7s0ntZXEqb2jhgNacmaNatJfWVbbt++bdIrBVT0Q5emyzp//rylmn7gDUr2gR9//FE+/fRTSxtp0qQxmUFKly5trh86dEjq1atnfnbYlipVqsjPP/8cUgLuRwABBBBAAAEEEEAAAQQQQAABBBBAAAEPE9C0/nrcqG0ZM2aM6Ln1PsX+WGC9rrv8hw4d6lCjaNGismfPHt/XdDOT7ui3D0xYvXq1OfNeNznZpsnXYwrCKwBAgx369evnO1bbY5l9LoY0AMAWSQMk9Lvh7777TvToV9uixyTod7u2RwGokWZvti8+Gyntr0+bNk1085ltqVSpkqxatcrD3rmRazoEAESu581sPUTg+fPnUqBAAdF05D7FPsJOr4dmAIAt3ezZs0Uj7WyLprux/QUblmM8sXW/TKv/X/RZpsK5zeJ/tBjRPeQJM43wEpjZpJ/8veG/D5YxYseSmsPay7ufeqdBCkkJbgCAoz+3umC/efPmIA9HP+jpBz77oh+c9SwtTfNkXzSYSKNjc+XKFeT+uAEBBBBAAAEEEEAAAQQQQAABBAIW0POW9Tu0xYsXy/79++XixYvikypbz8YuV66c2dGqOzJDUjTttp7zbF801bPumg2s6MaEqVOniqa5Pn36tOimhnjx4kmWLFnMxgI9f5r00IEp8joCninw/vvvy++//26ZnG400oVwn2K/SK7XdQG7Xbt2DlFq1qwpy5cvt7x28OBBsw7iTAmvAAD9eag/n22zFehOfTWxLaEZAGDbbpMmTWTWLGt22yFDhpiAjNevXkmUqFHN7xj1sC2FChWyZIu1fe2PP/6wPDt9TZ+lPlOK+woQAOC+z46RR2KBESNGyNdff20R0PNbYsa07n4/ceKEQ6Xs2bOb64MGDfKzQ9gZVv2LSurUqS1nAkWPHt2cV66Lh1rCaozHNu2VGY36+g4zc9G8ZvE/arSozgydOgj4EVg7dIZsmbjEcr1Yw0pSY4jjD6POEgY3AEA/XOmHLtuyYsUKqVq1qrNd+9bTKFn94sDZD2v651gDEGrXrh3kvrgBAQQQQAABBBBAAAEEEEAAAQQCFjhw4IC0bNlSdFEroKK7Whs1amSycDo639kZ5w4dOpjFNvviTACALibp4p1tBlD7dqJFi2aOL9S6mh2UggACni/w8OFD6dWrl4wbN84yWd2EtHLlSsu14cOHmx3/tkWPG+7b97/v9m1fK1mypGzfvt1Sf+PGjVK2bFmnYMMrAEBT62uKfZ+iPwv1e2D7EtjajKbuT58+vVNzs6105MgRyZ8/v+W+4sWLy44dO+TF0+cSLUY02X/ggJ9szRpgsWzZMof9Xb9+3RzBYFuyZcvm51iAIA+WGyJUgACACOWncwSCJ1CmTBnZsmVL8G62uUujeDUSLTilYMGCon9psS16lrhGAWsJizEe37xXpjf87wNC1hJvS6vFw4IzfO5BwCLw98Y9sqTLaHl4867v9UxF8kjLhUMleswYwdIKTgCARtVrNg3bosE9+mcruH+Z1hRRbdu2Ncd3+JfmSftLly6dzJgxQz78MOTZD4IFxk0IIIAAAggggAACCCCAAAIIeLCAZvarUKFCgIvq9tPXTQL6HWBgxwna36cbAXS3p27isS+BBQBoCm/7xb2AHkvDhg1Fs4VSEEDA8wT058Hhw4fNxPQ7xmPHjsnjx48tE82bN6/JXKpp+W3L3LlzRX8+2JZatWrJkiXWjVg+r9um8/e5pinoNRW9MyU8AgD0u9UYMWI4/NnqzBht65w8edJh4EBg7Tx48EASJEhgqfbmm2+a42SfPX4q0aJHk+s3b4geDWBbihUrJjt37nTYvKMMAHrEwu7duwMbDq+7sAABAC78cBgaAv4J6C9K/6K1gqLmEwDg5eUlGTNmtNyq6b9tjxiwb1cXJc+ePWu5fPnyZZMZQEtoj/HOxWsy4oMW8vzxU9N+tpLvSMuFQ4IyXeoiEKDAi2fPZdrnveTUriO+9eIkii91x3eTnGULB1kvOAEAuvivQQC2RaP9u3TpEuT+7W/QtIK6u3/Tpk1y4cIF82FdP5hrxGiVKlXMzoLYsWOHuB8aQAABBBBAAAEEEEAAAQQQQAABq4CmjNa/f+vCjX3RY/r07OZLly6JHqlpXwLatenIWReodKHH9ixt23oBBQCsWbPG4WKbfl+QKlUqc1zBixcv/HSrAQD2C328BxBAwP0FHC3K285KjwIZPXq05fx5n9f1XPqcOXNaEHTx/MyZM5I2bVrLdf2e0iezsO0L+jNJA6ecKeERAKDjSJEihSUzsjNjc1THJwDA0XHLuplr4sSJDpt2tJajGZ/V+/Fd798x+p227uDXTWU+RX+OX7t2zU/wgL4+bdo0adGihaW/Bg0ayJw5c4I7Pe5zAQECAFzgITAEBIIqoL8Avv/++6De5qe+TwCA/uVCz/Cy/0vG3r17TbSwfdm6das568u26Jlit27d8t2lHNpj3L90gyzvOcEEAGT/oKA0nzcoxPOnAQQcCfzUa6LsnL3K8tL7LWpI5X4tAUMAAQQQQAABBBBAAAEEEEAAAQSCLKCLZJp1z7bo7szp06ebc5p1ke3evXsyePBgc6ymfTl16pRkzpzZqX6nTJkirVq18rduQAEA77zzjp9jBPW87mHDhpnvDnWRTtN/jxkzxtK+bizSxSw9WpAS/gKa6UHP/F68eLHoBhAN1Hj27JlZqMyQIYM5HrJGjRrmM9e7QwAAIABJREFU3HJny+3bt80547oA++eff5rvfePEiWMCQd566y1zVKUGpyRNmtSpJsNijE51TKUQCQQWAKBrAHpciH9HleTJk8fPJsNSpUrJjz/+6HuPHmGqAUS2afV9Br1t2zZ5//33nZpDeAUA6MZJzYQQ0uITAKBz/OCDD/z8ftAFfQ0Osy/9+/cXPUrBtmiWBM2WcNPrijx79FjeyJnJHCFt//tEj2Xo1q2b5V5dE9KfDToe26IZHOrXrx/SaXJ/BAoQABCB+HSNQFgL6G5fjdSyLV9++aWMHTvWT9fVq1cXPWfctuhu/kmTJpndwXqWjX5Q018k+pcIjRazLU2bNjV/aQlqcXaMWyYulnUj58pbpd6RprMHBrUb6iMQJIHDK7bK4i6j5cXTZ773ZStZwBwJQEEAAQQQQAABBBBAAAEEEEAAAQSCIuBox6iedV2iRAk/zejRfJq9z7bod2763Vtg5caNG6I7QXWx1r/iXwCALhzbbwQqXLiwSQFtvwjoKINhUM7qDmwevO68gB7R2rJlSzl48GCAN+kz1OyPmmnSv8VanwY0kEC//71797+jMh01ru3o98yBLRKGxRidF6JmSAR0YVoXqAMqGhSi59nny5fPTzVHxwBoJQ0o8vn5t2vXLnO8gKOixw/Yn3fv31jCKwDAWU89etl+vcTRz1/NqqIZEezXW/Tnr67NvPvuu6ZLzSCjm0J79Ojh5wgC3amv60DHN++T66cuSMkW1U1WGc3irMFAPkUzMHz33Xfm94n+95UrV6R169by888/W6al60KauUaDfijuK0AAgPs+O0aOQKACzi6ua0P6IbFo0aIOU43Fjx/fRIxev37dYaoy/YWtxwVoRGlQizNjvPTXKVnQfoQky/CGNJnZP6hdUB+BYAk8vHXPHAlw4eh/0Y8JUiSRxjP6SfoCOYLVJjchgAACCCCAAAIIIIAAAggggEDkErhz545omn/boos9ejyfo6ILtF27drW8pDts+/TpEyicLurMnDkzwHr+BQCMHDnSz85QXXxq06aNn/YWLVokdevWtVzX4wt17JTwE9Bz1zU9+tOn3kemOlPefvtt2bJliyROnNhh9Z49e8rQoUHbABNQgEpYjNGZeVIn9AV0kf7o0aNmAVl/BtgWzWji3451RxsPnR2d/vzUzMPOFHcNANC5TZgwQdq3b+9wmnqEq66/6PHLtov5PpX1z/S+ffskiois7D9Zzh86IR3WjDcvO/p9otf1uAUN4NEgAd30aV/090jjxo2dYaeOCwsQAODCD4ehIRBSAWcW12370LROGpnm6Ie+f2OJFSuWLF26VCpXrhys4QY0Rl34/7nvD+J14Jjk/LCwNJrWN1h9cBMCIRFY1HGkHFhmjbwv362RlO1g/YtuSPoI6F6NAtW/yOmfNVLphZUy7SKAAAIIIIAAAggggAACCCDgGgKabl93eNoWTbnfsWPHAAe4c+dOee+99+T169emnh4ZULx4cdHv3myLfwEAderUMSnkbcuePXtEd6HaFz3D2/5IAs0KoGnoKeEjoLtzdWe07gq2LxpwoqnDdXHP/shXraup+5ctW+bnPkeBHVpJM8OmSZPG7NLWBVn7EjNmTJM+PH369JaXwmKM4aNLL4EJNGnSxBwRYVuGDBni52eXvq7fa+pisn3QgO291apVM2n1T5w44XtZd6/re8jZ4s4BADpHRxkDApu7/pnTIJssWbLIvzsOy4J2wyVrifxSb0J3c6v+PtBnNXv27MCa8n1dAxHGj/cOIKC4twABAO79/Bg9AgEKBDUAQBvTXxh6do/tL1v/OtFzwSZPniwFCxYM9pMIaIz//HZQ5rUeIlnfe1saTukd7D64EYGQCuyZ/4ss+3qcpZmcHxaRprOs5y2FtB9H92sAgP4FK0GCBAQAhAUwbSKAAAIIIIAAAggggAACCCDgQgJ63vXvv/9uGdGhQ4dEd3n6V/S7A00TfeTIEd8qutC/evVqp1JQ600aPLBjxw5LF5qlQLMV2BddVNZFX9uSNWtWP2dIuxCrxw2lWbNmMmPGDMu8dBe27sbXhVBN+X/v3j0ZPHiwn3PA/8femcDNVP1//KSfXWSvLJFsiSwhyZK1lCJbWlRE0q5SoRDak0qpkPbtnwhRorK12rckUfqJREm2Nr//630ed5x7587MvTN3nmdmnu/39XpeZebcs3zOmXPvPd/P9/Plou+++85G4uDsqVKlSmHpIy655BI1ZswYhcw7zsR33nlHOxSdku1DhgxRo0aNsvUn6D5m3CSm8YDYa5zS/BCOnHuIOcQPP/xQr1nKIHfPWScEI9JNnH322VopxQxMZJ0513g0yNKdAMDYnnrqKa328ttvv8VcHd26ddOOeuT69//2h3qx771q0+erdQpbUtlaxu8WYhm/z/3790esF5UB1GYGDhwYs20pkB4ICAEgPeZJeikIxIVAPAQAGuKlYfbs2ZoJinwMD/sHDhzQcjvI/JMqgBsMOYAStVgEAHKxdx8jN51EcZbrE0fg1x9/VhMvHax+2bQ1VFnx8mVVvzfuV6UqnZB4AxFqEAJA0qCVigUBQUAQEAQEAUFAEBAEBAFBQBAQBASBlEFg3759Cifq44/bAxBQ3Zw+fXrUfuKgRYLfsjZt2iicbV5zUHNd7dq11Zo1a2zt7Nq1S5UoUcK1bQgAZnR5mTJl1M8//5wyeGZ6R0jXunPnTtswFy1aFMqrbn7Bepg3z65u6ZTtx9GKw960xo0bK/KzQyYwDafjTTfdZPuMfO60b1rQfcz0OU2n8aE8gQPftPLly6sff/wxrmGw7zlVTmbNmqXOPfdcz/VlAgGAwULcQY2F8UP+giwBMYK9uHr16pqsdfnll+v/x3DwT7p8qNowf5n+/4f/+74rZvh4UG2gXghAkAwgXaAeAM59+/bVZAKxzEFACACZM5cyEkHAFwI7vt2iylS1yzL5qiAbCiP9f2KDmtnQkjQhCHhH4MWr71Vr3v/UdkGXB25QZ1x2nvdKfJQUAoAPsKSoICAICAKCgCAgCAgCgoAgIAgIAoKAIJAmCODsWrFihe4t0dTIXxOAYxpOedQ6yQEdyZB5r1GjRigim/SB1FurVi1fBADktr///ntbMziIIuWKL1CggC33fJEiRcKiwtNkKtKum8jw47gzDaUGHHxu5pYHnEhfIo0t69Wrl3r55Zdtl/Pvyy67LKzKrVu3Kpy9piFF/sMPP4Q+SkYf026i0qjDSMQ7c76jEkxEupsx1yhGmIZDev369b5Hzb6DwjCEI8uqVq2q1q1b50sNNdUIAL6BiPMCzqk5r8ZOPedMSaMcJ46ZeJkQADJxVmVMgkAMBH777w41dfA4ddmzg1W+ggVSEq99v+5RhUsUTcm+SacEgQXPvaNm3PucDYg65zVTlz87JHBwhAAQOKRSoSAgCAgCgoAgIAgIAoKAICAICAKCgCCQ4wg4o6qdHSIam8h+crlHs+7du6v/+7//CxW58cYbQyoCfhQAcOaZDlwq9EMAQD7aLR99jgMtHdDy33fddZcNiccee8wWcd2iRQu1YMECWxmIJE6Zdwr89ddfKn/+/Lay0QgIXqbASx+91CNl4kNg/vz5YWq/pJTAoe+2Bw0fPlyNGGFPjXr++eerGTNm+OrAkiVLFHvY5s2bbde9/vrr6uKLL/ZVV24lALzcf7RaNTMrbUyfl0aqGq0a+sJNCmcuAkIAyNy5lZEJAq4IvHXrGLXi3U/U3wf/Us37XaQ63tMvx5FaPWuR+uzl97L68b//qcqNaqu2Ay/N8X5JBwSBaAhsW79ZTbhkiPpjx6+hYqWrlFc3TB+rChYrEhh4QgAIDEqpSBAQBAQBQUAQEAQEAUFAEBAEBAFBQBBIGQRiEQCIviVKu2TJkhH7jMx/u3btQt+jFLBhw4ZQdLgQAFJmunO0I82bN1cLF2Y5CC1DWrxu3bpx9Wvt2rXq1FNPtV1LDnfUKuK1oPsYbz9y63WcP0LiQG7etEaNGqmnn35aNWjQQH8MyWf8+PGaUIIsvWkvvfSSlqaPZMjTI2+/fft29eWXX+r0wxAG+Nw0CAFI4Pu1TCYAHDp0SON09NFH22D556+/1d01L1L//Pm3/jyS/L9fLKV8ZiAgBIAI87hx40YtebJ48WLfMz1o0CA1cuRIRR6kWMaGyiY3d+5cnc/jm2++0Zcgl1KvXj1Fjidy9JBDyY+xYX/xxRfqvffe07l3YOshJUVeFm7sMPouuOAC3QayUGK5B4Hftu5Q9zXuFRrw4M9fVOQxj2Xc3LnJOHP7xLou1vefPPO2em/UxFCxhj3aqe6PDox1mXwvCKQMAs9dfJf6dtFyW39QAkARIAgTAkAQKEodgoAgIAgIAoKAICAICAKCgCAgCMSPAJGRr7zyivr000/Vli1btOw5jlZy5eL06tKlizrzzDM9N0Cu97feekvndV+9erXOm86ZS9myZbWUO+eBPXr0CJP4jtYAeZcnTJig875v2rRJR24TkU1uX/pINDl1i6UOAi1btlSsrWjGmpgzZ46qU6dOWDHWISkCvv3229B3zzzzjLrmmmtC/xYCQOrMd070hL1myJAhIUUIqw/sMew/8dqtt96q1SlMe/jhh9Vtt93mu8pk9dF3R+QCNW7cOHXDDTe4IsE9j3vKtm3btAKE0/A5ffXVV1F9TZRZuXJlVKS5l77//vtx+SAymQDAPb1gwYKK1CumEej56nUP6I+I/EcBQEwQsBAQAkCEtfDqq6+65rfxsnTOO+88nS/HmYfHvJZ8TjyQjRo1Sv3665HoUbf6S5QoodmePLA5pXXcyuPsJ3/PzJkzY3YXWRZuzvICEBOqjCrw0jWj1Or3FukxNejaWl089vaY40sGAeCjcW+q2Q9MDrXdqOc5qtvDN8fsixQQBFINgQ/HvKLmjHnF1q0zLjtPdXnA/aHZT/+FAOAHLSkrCAgCgoAgIAgIAoKAICAICAKCQHAI7Ny5U1111VWeztg6deqkoyIhBUSzd999V11//fURc3Vb1+JsIW/3FVdcEXNA9913nz47xCEcyYgaxDlH2Tx58sSsUwpkLwIEbkEGefLJJ9Ubb7xhazySDDdzPmzYsFBZnGtLly61za8fAsBJJ50UJsPtJwUAQUNE94rlHAI333yzDgTEWFNff/21wg9hGqQRIvXZY+IxCCfUYe43RYoU0WvHS53Z0cd4xiXXZCHgtmfEwqZixYp6TUE4i2axCACQ6VARKFSoUKwmXb/PjQSA165/QC2f9onG44qJ96hTz/FORowLZLkorRAQAkCE6UomAQBWGyoBSKf4scGDByv+YFpFMlijvBg48zVFa4c8PrygNGnSxE93pGwaIwCrfFCFc0MjuOm9J1T506pFHVHQBIC5Y19THzzyUqjNMy7roLo8cGMaoypdz+0IfL9knZpwyWD11/6DISiOr1lZDfxwfELQCAEgIfjkYkFAEBAEBAFBQBAQBAQBQUAQEATiQgBn1llnnaV++uknz9fXqlVLffbZZxEjF8nTTk5jpHy9Gmd2/fv3j1gcZ9rjjz/utTrVq1cv9eKLL3ouLwWzHwFIJy+88IKtYYgbZg53VB5YbwcPHjmD4FwYGXXT/BAAqG/dunW263ft2qUITnOzvHnzKs4sLDvhhBPU1q1bsx8waTGEQKy0EiiBELnvltPdC4w4/Zs2baqJJqY512e0upLdRy/jkDLREXjqqad0gCkEoFjWrVs39cQTT8Qkv1FPJAIAew+K2p07d47VXNTvcxsB4H+HDqmhNS4KnUWL/H9CyycjLxYCQIRpTYQAwOYI+9KZj4OmeCh64IEH9AYajz333HOaheV2o4TR17Nnz5gyKm7tIgWGagF5XsRyBwLTRzyrFk6Yqgdb4+zTVZ+XR0UdeJAEgDmPvqw+fOzVUHtn9jpfdb7v+twBvIwy4xF4suNNasvyrHQu2FF5jlLXvPGAqnLmaXGNXQgAccEmFwkCgoAgIAgIAoKAICAICAKCgCAQNwI4VQmUsSJpzYqKFSum+MPR6cx/TDnk11H9dBqpA0j5aTpsrTLIvHOO6EY24HP64cy3zbWk/kTd02lIBFMnfTQdtFY5CAAQAcRSE4FVq1YpArZMQxbbTFWLAu2sWbNCRVgnJ598ctiArHSzzi9YixjpBYjexVjzn3/+ua0oqSXKly8fVi8S4E6l2po1a4YRCFIT4cztVSzn+oABA7RaSMmSJeMCgfzupEMxrWHDhjo9itc0w8nuY1wDk4vCEEDN480339T7DKmrSWXNPQ9CEPsHBDnWg7WXeIGwfv366rvvvtPK2exXjRs3Vh06dNCkkiAstxEAVr23UL18zWgNXdVm9VS/1+8PAkapI4MQEAJAhMl0EgB46GLD87OhuVW9YMECzfQlV4ppSHDB2IUp+ffff2vJlDvvvDPMmc9myE22UqVKtuuR8rnlllvUs88+a/ucfkM4aNWqlYKVyYvE2LFjtYSY0/j8xhtvdCUXZNCal6EYCNxe/pzQv/q8PFLVOLthRHyCIgDMfvAF9dGTR6TMml51geo0coDMiyCQUQjMHDlBzX92im1MrW/sqc4ZFFu60QmEEAAyamnIYAQBQUAQEAQEAUFAEBAEBAFBIA0QGD16tBo6dKitpzg9Jk+erMidjQPr559/1pH506ZNs5VDupjzN0gCplEf9ZpWpkwZ9fbbb6tmzZrpj5csWaK6du0apuxJOygBOA1nCo4Z00gvwFkgCqKcF5L/+7HHHrOV4VwRGW+vDrs0mLKM6iJncMjpm4YTHmc8hrIn57xuBBS/QLAOLOLAZZddpjgTNw1CAE46p+HEcxIO2rdvr3N3i+UcAi1btlQoQUQzyEEQP+rUqeOroyhQsLc49zD2rQoVKniuK5l99NIJotpR2IBAtWbNGp2emdzq4FKtWjV14YUXKqToIylfxGoD387ChQvVjBkztCIM9wr+unfvHqbsEasu83v6jYoMvqFjjz1WTZ8+3c/lUjbNEWD+WacQ/Cx746aH1dIp8/Q/Lxs/WJ3W0a4Ak+ZDlu4HgIAQACKAmAwCANL/PIQ7JZxg3j300ENh0v7ciHnoJ1+PaRMnTlTI9Zg2b948LZFilj3xxBO1pFeLFi1sZWFv3XDDDTqfimlt2rTRn5FXSix3ILDguXfUjHuf04MtX6equmnWkxEHHgQB4L3Rk9Qn4/8v1EazPp3UBSMiy9jljlmQUWYqAhvmL1UTLh1iG17FejXUDTPG+hqyEAB8wSWFBQFBQBAQBAQBQUAQEAQEAUFAEEgYAc7UiNg3jSjIc889kk6R73Cw4wR1Ru5/+OGHinM209ycXhAKrrzySls5t6h+ov/JD28aTjcib01r1KiRjuB2Rti2a9dO0SfT5s6dq1q3bp0wVlJBbAQ4n3XOM+fByGy7GaldncFfBKWtX78+VLx06dJq586dsRuPUcIkAHA+fccdd9iugDxC0JrTXn/9dXXJJZfYPkbxluhysdRAAD8B+8aTTz6p3njjSDAWveP8n/XkNRXA/fffr1MTm8a1H3/8sYKIFK8F2UcvfSDAE5WW33//PWpxFBIIloQU49VI7YLf55577nFNhUHaZqdfKFbdpFyYOXOmdvpzD0J5A0MBhM/Fcg8CbgSAe07pog7s2adBEPn/3LMW/IxUCAAR0EoGAQD5Jhz6PFhZxs0WpjAP6E7jBnjddddpaX7TuEnx8AXjB4PtyQMWN2LTiObnwc0px0QZHvp5+DcNZuns2bMDk1zxsxClbM4hMKR6Z/XXvgO6AxePvU016Gp/QbV6ligBAKIBhAPLmve7SHW8p1/ODVxaFgSyAQFY+Y+2ukb9/O2Rg6O8BfJrEsDxNSt76oEQADzBJIUEAUFAEBAEBAFBQBAQBASBEAJEP3JYjiQxTlwO0EuVKqXz05ICkcg+5LRjGXLbSNz6NdQY3aTjY9XzxRdfqDPOOCOsGIe+RPuJZQ8C5FavUqWKrTH+vXHjRtcO9O3bVxGsY9rzzz+vyONuGvLopgOX76jT2RYpAqwzP+t6nL3IL5v28MMPq0GDBtk+e/rpp9W1114b1k+cf6QNNe3WW291VQjNHpRzVyvsSRBATIvmgB0+fLgaMWKErTypHogotuyUU05RpINN1EwCANHQtWvXtlVZo0YNxZk2igOmuZFKcAY7x5lo/+T6YBBgP3I6n++77z5FVH8sY1/BR2Eae9QHH3wQUi+JVYeX7xPpo5f6ITA4/Sexrps0aZLq3bt3rGJa7RnlgK+++ipiWa8EAM4SrecYFGLcyAqZQgCwCA358uWLiXFuL+AkAKx5/1P14tVZhKuTGtdW1055OLdDJON3QUAIABGWRTIIAM46aZq8JDj4eRF1Mxz9AwcOtH3FS+prr72mYCNjsD3Jt+KUWOJl99JLL3WtFyYpLE1ehk0bM2aMTiUglnsQWDVzoXq5f5YEXfHyZdTgz+3KEBYSiRAA3r1nvFr0/LshUFv276rOG3p17gFZRprrEZhy5xPq81eO5OYDkI7D+qnmfS+KiY0QAGJCJAUEAUFAEBAEBAFBQBAQBASB0PkIDgQvUXGdOnXSkuqQAiKZW4SrF6jjIQAQ3EE0t1POnfaEAOAF9eDK4MQklaZprJepU6e6NuLmVJowYYK6+mr7ucfpp5+uli5daqtjw4YNqmrVqrbP9u/fH6YSSjT45s2bbeVIMUo0q2mQSNyCjLj2pJNOspXFgYsDTyz5CPBeX65cuTASB3OFc7VBgwa6E5y9sS/hlHXK+6PayvmvX2Md4sQ0jbXMmnYz+uR0Yvbq1UuNGzdOpyWAUAU5welIZR1/8803klrW7wRlU3lIHNybTMPHANEtmuG3wHGNU9oyUocgP+9UREl0KPH20Uu7biQorjv66KN1SmYCMXfv3h1WFY5pSDIVK1aM2AxEHHw8TtUY84I8efKofv36uaZyscqx9/Pbwu/z3//+N+qwMoUAAOENJZ3ixYt7mcZcXcZJAHjr1jHqqzfnaEx6Pn67qt9FFH1y9QKJMHghAEQAJmgCAGymO++8MyznFs52cudEYjlxM4U9ZhoMURif1sMhLw/kH4NpZpmzjHOYMMd4AIRFZlqs/siPKDMRGN24l9q9NYtJ3vGevqp5vy5hA42XAPDO4HHqs5eOSBKdfV131eGu2MzJzERaRpWbEVg9a5F6qd8oGwQ1WzdSvV+MLo8nBIDcvGpk7IKAICAICAKCgCAgCAgCXhHAwUm0vlOKPdr1tWrV0vl5nbm2rWsefPBBfZbj1+IhADzxxBPqpptucm1KCAB+ZyB7y3fr1i3sfI3ozebN7bl4SQvqlHx3i9jHOXvRRXayeI8ePcIkvFnvTucdTiMczU4jJ7Xz7JHUBaZKafailvtaw4FOSlY3IzCscOHC+mzXiog1y9WtW1c75XG8+jW/BABSQ0AOMR2+tEnbrK1ffvlF4ah0Gg5W1qlYaiLAua7zXle+fHn1448/RuwwexH7m0lGIb0IKS3iIaPEQiaePsaqk+9x7kOi+vXXX23FCY4kGLJs2bJ6vb/zzjtaucWZjnnIkCFq1Cj7eZ5VEWVJgeBUiAEn0jXzm2jWrJluAxJANPv+++9V5cre1EKFAOBl5jOrjJMAMLxOd7Xv1z16kA9tma2OynNUZg1YRhMIAkIAiABj0ASASA538iIh3x/JyNvFQ5fzxjNnzhzVtm1bfZkbSYCXTVjA5IdyM9hVSH3xomEaN29eRiK9/Aay6qSSlENgy7L16skLsvJ55S9cUI1Y83/q6Lz2l4p4CABv3/G4+uLV2aHxtr7xYnXOIHtuu5QDQzokCCQRgYN796tHzu6nft92JE9fwWJF1G3znlVFjyvp2rIQAJI4IVK1ICAICAKCgCAgCAgCgkBGIMAZR5MmTVxl94sVK6b427p1a1hELYMnzeIzzzzjigOSx85zE6IFYxnOOvKze7Xt27fr85s9e7IOcp0mBACvSGZ/OWT5cSwRwWgZkYzMqdPhvm7dOh2ByzueWZbzO+uMDycvzn8z+hNH0qJFi8LSViDVjmS7abt27VIlSpRwBYL+QASwrEyZMurnn3/OftBycYtuzvhYcBB5/NFHH4Wlioh1nfW9XwIA1w0dOlSNHp2lFurFkEh3qgx4uU7KxI8ATvgrr7SfsQ4YMCCMZGS1gBowe5Vp3HecaUms70kfTNoJJyGFdMO33367p44nu4+eOqGUIiVLnz59bMUbN26sCYDsr6a5kfGaNm2q92A3Q32ZiH3TcOL/3//9Xyh402s/3QgA9M+NrCUEAK+oZk45kwDw9dwv1PNXDtODq1i/hrph+tjMGaiMJFAEhAAQAc6gCQCwI2GVwaI0LZpMP+WQToIptnLlyojXIQGFFI9p7du3V4yhZEl3hxJlR44cqe655x7f1wW6AqWylEHgqU4D1fdL1un+uEXp+yUAmDI01Nnm5ktU+9t6pcx4pSOCQE4i8Nr1D6rl0z62deHisbepBl3bhHVLCAA5OVPStiAgCAgCgoAgIAgIAoJAOiCAowqHlWk4QSdPnqwVEzlAx9HZv39/NW3aNFu5QoUKadUASAJO41ozncCpp56qVq9eHTgknBeRbiCSCQEgcMgDqxDHJ+vMtDvuuEOrfboZjigcss7oapzxRFi7KVigRDFo0KCw6nAy4TAyLdpaKVCggJZvt6xIkSJhAUeBASMVRUSAwCuCwZirWEb0NQ7JaKlKYtURDwGAOnH0cm5srhlnW6xZAsxIB+B0pMbql3yfGAKojLRs2dJWCYrAOPSLFi0aVvnw4cO1vLxpOPhRGXYayiIEJDqVHlAOJmLeqyWzj177QDlSWJDKwDT+fdlll4VVA1kQZQTTIOFAoHDasmXLwpz8lIXIxZ7u1ywCAL8rFGQgg6EiQGoBSI6mCQHAL7rpX94kAJhBl90euUU1urh9+g9QRpAUBIQAEAFWJwGAiPj4zC78AAAgAElEQVTSpUurTZs2ha7gM1jd9erV05sxzLGCBQu61ujFke92oZfr4nXkx3tdUlaiVJrjCPy+fZcadfqloX7cvfRVVbTsEQKJHwLAGzc9rJZOmReqq92tl6u2txypO8cHKx0QBFIAgSVvfajeHPiorScnNqgZ9tD277+H1ME/D6oC+Quoo48Olwtr1POcFBiNdEEQEAQEAUFAEBAEBAFBQBDIOQROPPHEsNy7s2bNCstPTJQ2kXROJyuRjm3ahJNxOfMxAzIiOUsSGTmRva1bR8/bKgSARBBO3rVTpkxRXbt2tTWA04ezvGOPPTZiw0SGQkZxylE7L8ibN6/Ou07eaDcjmtfplPJDAEBynrMesexHALUPlB/Yp5YvX65QkkBmHeISUdmkd0ClNZKyq58ex0sAoA0ckhMnTlTz5s3T6xqFWshSrD32LequWrWqn+5I2YAQIFiElAysHdMaNWqklWus1MH8xsePH6/uuuuuMBUcggqdUv6sx7PPPluhZmxaz549dbChH6JHsvroF8IWLVqoBQsW2C5bsWKFVmRxGooH+fPnt30MzqYqi/Vl9+7ddaS/aW7pX7z2l/0bkuIFF1xgC+pEIVoIAF5RzNxyJgHg3vo91R87skhkD37/nsrzn9jqVJmLjIwsGgJCAIiAjpMA4GUZ8VAGM7JLly5hNwovjny3NniQhwn+6aef2r42UwfE68h/7LHH1MCBA231xkod4AUHKZO+CLw64H61Yvp8PQCYYzDILPNKAHj1ugfUinc/CV3X/vYrVJubeqYvKNJzQSCJCOzZvks93KqfOrhnX1ytVG1WX/V7/b64rpWLBAFBQBAQBAQBQUAQEAQEgUxAgECNKlWq2IbCv535eK0Cffv21Q4t04jKJu+v03DGmVG65HB/8sknA4MNRwPnMJEkmK2GhAAQGOSBVYTziLzOTgc6zpsLL7wwajvIReM4NdMGuF2Ao421ytp0c7oJASCw6ZSKBIG0RACC0A033ODa91KlSilIPtu2bQuT8ecCCG5EqhNtbhmR5qeffrpCydhpJ510koKUFMvOPPNMLblvWdB9jNV+ot+vXbtWofZjGoQIyHqmQYbhGcFM6cI94b333tNphaZOnapJM/v27dMKHkT0k3KIdAJ+TQgAfhHLzPIWAeCHz9eoiZdlqV6VO/VkdfP74zJzwDKqQBAQAkAEGOMhAFhVIamDNJepBhAvAYDcXeSS+eCDD2w9DYIA4DZGIQAE8rtK60puL38kmviWOU+rE045SY/HCwHg5f6j1aqZC0PjP/fOq1Sr63ukNR7SeUEgOxCYfNVwte7Dz303JQQA35DJBYKAICAICAKCgCAgCAgCGYbAxx9/rFq1amUbVadOnfThu5sNHjxYy1WbNmHCBO2QNY1DeyTSTXvkkUe03HVQdt9996khQ4aEqiMA5IsvvlDfffedrQkhAASFeDD1QDrB0eNUkiDCljmNZpwXPvzww746cu211+qIXqcJAcAXjFJYEMhIBNwUHmINFJl6HNpO8tz7778fppwTqy7n9yhDOFMgB9lHv/3xW557vDPNAXv2bbfdZqsKRz+qQKbx7IGzfvv27a7NQuSCsDF27FhfSgpCAPA7i5lZ3iIAzB45UX364kw9yIvuu0E16XVeZg5YRhUIAkIAiAAj0kbI+sPmisfII4Pj3mLoCgEgHhTlmpxAYOaoiWr+M2/rpmu1O0Nd+fxw/f+xCAAvXn2vWvP+EaWK8wb3US0HdMuJIUibgkBaIrB48nQ17e7wQ51ogxECQFpOtXRaEBAEBAFBQBAQBAQBQSAHESCn9ttvZ73zWuYm2btu3TpVq1YtW7nRo0ernTt3qjlz5ugUkZz5ENmHXDe5hNu2bet5ZCg+nnLKKaEcy0RqcnaEVLEQADzDmO0Fcfoz35s3b7a1jYz2iy++GNWp88orr4TJbVeoUEGh0EkKijx58qhPPvlEkWfbuQbIx3777bfb2iQi19kPPykASG2KFL2YICAIpDcCTz31lLr77rttijWRRsQ98IknntD3LqcliwBAO0H1MZkz9e2336ratWurP//8M9QMRED2WRQVTLvjjjsU+3I8hiLzo4/aU4JGq0cIAPGgnHnXWASAR5pdrX7ftlMP8P5NM9R/8sVW5sg8NGREXhEQAkAEpA4dOqRz3fBfpHCKFi0aeohHom3r1q06VxMMMLecXTy4k0fn+OOP1y3ESwBAcgcGuJM5BxONFwIs3hQA9O+KK66wIYBMD1Jk5M8Ty70ImCoA/V6/X1VtVi8qAWDylcPUurlfhAA7/+6+qsU1XXIvgDJyQSBOBMZdeIv6YenXnq8WAoBnqKSgICAICAKCgCAgCKQwAjhfcYyR+g75WQ5eOWjlcBrZVdLs8a6aiHFoRp5W2iE39/Tp031V9+OPP6o33nhD52vG8UvO3QIFCqiyZcuqhg0baslvIr9MKV1fDUjhbEGAeSNq2pReL168uI7Wy5cvn60P8ThCOnbsqHMk41iNZeT4nTFjRqjYqFGjtBrAySefLASAWODl0PeQP5Bx/vpr+zsbv31IJUcfHTkHL+eLnLWZeaTJM71q1SpVrVo124jYbyCfmEFJrCnIB6YqBWUgqpiGkiiy1G6GfLcpV33CCSfo802xzESAe+m///6rFWr95G1PNTS4f7/wwgtaWn3NmjX6HJ4xcf/lt8P9l+eESOvebTxBP3f873//U++8846aMmWKjgDnXsNvrUyZMqp+/fqqa9euinzxzvtMkFhD5sFXwXPK8uXLdR+Yf3AhbTHEJYhK/H8ki+e+56zLTQHAKhNEH4PEzKyL3wvy/EuXLrU1gaoL6i5Ow1/z+uuvu3aHewH7K3v47t27w8rwe2SdNGrUyNNwhADgCaaML8Re+NPyDeqFXsP0WI+rfqK6dd6zGT9uGWBiCAgBIDH8dK4c8setXLkyrCYY4Rb7O14CgJfr4iUAxHtdgpDJ5WmAwKLn31Xv3jNe9/TEBjXV9e8+FpEAMPHyoeqbj5eERnXBsGtUs76d02CU0kVBIPUQeK7nXerbhcs9d0wIAJ6hkoKCgCAgCAgCgoAgkIII4Ewjt/XMmVkyltEMB9v48eNdI9YiXcdhLnXj9OdAHDI/dt5553lqk7Ic6iMXj3M2Vr5ucsaSr7tx48axhiPf5xACvXv3VpMnT7a1ThTfAw88ENYj0gL069fPd08hq+BcikYGwfEPAcCyypUra0cupBIhAPiGPFsuwHEFIWnZsmW29kg/wf6CMz+akdrhjDPOsBVBPtokgZhfErBD4I5pEJcgmVjWpEkT7UQyDfJA+fLlw7rC/ufsY82aNcMIBNkCpjSSLQhwD9y/f78mvaUrAQCHNnnTCdKLZiVLltSy6iixRLNkPHds3LhREVW/YsWKqG3zeyPorm7dutky/9KIPwQgR/C8aBoET8ipbvfzdu3aqQ8//DCskZtvvlmT+SCyQvwiHRHPuk6V6R49emhiqRcTAoAXlDK/DASAjx55VX1+WP7/whH91Vl9OmX+wGWECSEgBICE4Ms6DECqyy0H3DPPPKMfUjAeBi6++OIwFhk3FlIFRLJIBIB333039LLIYQQ57Exr3769Zp3zABTJ3AgAMBI5sChWrFiCyMjl6YrA1tUb1eevzlJfvv6+OvTvIT2MqmfVVUXLldb/D2Pcsq/nfRmSnOGzC++9Vp3V+8J0Hbr0WxDIcQSEAJDjUyAdEAQEAUFAEBAEBIFsQgA5VaLRnDm0ozVPtOtnn30WNbqad3Qrso+IXDengR8CwI033qiefPJJz6gQnUteXQ6NxVILASIzOfMwjehMzl1wkDkNOWWIH6YR1YeDHwcrUX0LFixQ+/btC7sWQgHEAjeDSIL0//fffx/6mshR0lBiQgBIrXVDb3Cics62aNEiW+fq1aun9xsvig84enr27Gm7nlzQSHG72YgRI9Tw4VkpGS3j/BHnkmU4Ozn7Mw1HkRsJiZQCrC3TGBMRv2KZiUC6EwA46+bM249NmjRJQfRys2Q8dyAZT9Q4Cr5eDIVh9gwhAXhBK/vKEOHvJALyfLBkyRJFmhY3I3qfwFDTUKOYNm1aWHE3FWZULHhGNc/ZI41YCADZtxZSoaU5Y15RX73xQVhXIJTs/eW3kL+m2PGlQuSuIV++nApdlz6kIAJCAAhgUnjhI0eb0+69916dfwdDggtH/wcf2H+8Zhm3riA7A7t327Ztoa95sUBdwGIO87DvZDiedtppWvYnkqwPzN8777xTkxdMGzBggM5BA+tcLHciAAFg7LnX+x5851HXqTOvPMJE912BXCAICAJKCACyCAQBQUAQEAQEAUEgNyBw8OBBReSqW7QcZHT+kKVGutZpkOwh2zsNBx0OM6LrTIltNzy9EgDeeustRYSW08jTjQOYiGA3adeKFStqp7K8V6fOamatNWvWTCvbmcZBPQf2boZD5+OPP9ZO/oULF+pIPtJI1KhRI1QcKWoitZ0qFqSD/OGHH1wP9p1OLadcshAAUmfd0BPOz1BrcJ7nnXTSSToyFBlyL+Z2dhctAvT666/XObNNe/zxxxWkJMvIP+0kmjhJAlZZpKqRrDaNM0vOJcUyE4F0JgC4EWaYpVjS6kjs45TnPmxaMp47uCfg/HeqcNAuKYz+/vtv7Q9wGmf1q1ev9uT4TbWVaaUQyaR0R26BlRA1uP+TviGSnX766WGBnhAC+NxpPM9WqVJFPxeYBsGgQYMGMadZCAAxIcqoAhAAPhxjV6OINsC8BfKp+zb6S22WUYDJYKIiIASAABbI4sWLdeSC00znPocRN910k46uN+2WW27RDLNIOYCQkkFSxjRuDDwIWcxdNwICL5vIiEW6iSA7c91116mXX7azgyLltQkAJqkiTRCIhwBA1D/R/2KCgCCQGAJCAEgMP7laEBAEBAFBQBAQBNIDgdGjR6uhQ4faOkuOWqTZIcAjVfzzzz+r/v37h0VSFSpUSKsGOFXriKZGRt2LeSUA8J7P+75pEPF5HyeXN2oD/P+VV14ZSi9gleVzN/KAl/5JmWAR2LRpk3b+O9UmiPjjDCRRg1SAQ8dZP6QB51kRxJA6deqE1gtOFMgJqFtYJgSARGckuOtx2vA7Rj3CtNKlS2vnvzOiPlrLlMdZaBpOJiLzkYo2jTNE1pSTzORMAUA+9Nq1a9uuhaCyatWqMOeim1w1Dq6WLVsGB5jUlFIIpCsBgDPrSpUqKQhWpkFgGTNmjCbdcP9FOcVNWh35dad6SzKeO1DnJT2RaeR9R30IkiOGahEBgagPmIZ/oE+fPim1Xrx0BiIFKjbFixf3Ujzlyzz99NPaP2IakfkQvnhuiGZuKVggn0S6L6Dy41QHiEZCNNsWAkDKL6VAOygEgEDhzPWVCQEggCXg5qSnWlPenwcTohH4M42DB5zwkW6cMHcHDhxou4acNLCALYmx9evXq+7du2v2oGnRDhxgnPHgxAuIaSgLtG3bNgBUpIp0RSAeAkDf1+5T1ZpHZkWmKxbSb0EguxEQAkB2Iy7tCQKCgCAgCAgCgkBOIIDzfMuWLbamyaF97rnn2j7jkJmDVKdjlXfwNm3a2Mq6EQAgEnA9B7LO93BnxLYTByL3ChcurCP4LKM+0vsR+Wva7bffrh555BHbZ0Tv+kkdkBPzkBvaZO3ghHc6XzhXefHFFwPLi40sO9HZpj388MPqtttus31GtD8pIixzk4AXAkBqrEzO8XAusk5MI80HjnO3KM9oPUdJAOegMyIYuf7nn39ep4XAOK+D/OSU5kdRZPv27WHkJzcZ6l69eqlx48bpc0OcwJxFOqXUq1atqpVKgs4NT47iF154Qb333nsKggJOXBxqOG2rVaumFTe6dOmiIH15tR9//FFNmDBB59uG0EMb7M9E1J599tnakWoqc8Sql/o4M4VQwb1jx44dCjIGxA7mlbNa+pnuKi7pSgDg9+B0jvM7wZnuXK+k0CDgzjSINs50Hcl47jj//PP1OjeNf3fo0MH2mRv5h/sSJLF0s0wiAOCPQcGHvd4ySHnsC87nUbd5Yp/g2dU0fDOnnnqq67RCNIBwYBrKME5lFreLhQCQbr+UxPorBIDE8JOr7QgIASDBFQEbmAfpkSNH2mpyi8DnBuKUlosWqc8DLQ88U6dOtdUN2xHlAMvIF3P11VdrhqFp0dQFYEnywG0aeeyQS+ShSCz3IiAEgNw79zLynEdACAA5PwfSA0FAEBAEBIH4EOBgCgI0achmz57t2zHyxRdfaGI0jjGk35EY5V2JA1LSnTmdvbF6SU5uosmJrPn666/Vzp07NekaZwHRWjh1nBGXseqU74NBAOcN82Aa/8ax7mZ9+/YNU9LDOcAcmmYRADi8bd68ubrooot0TnWIBlYknlXeiwIACgRI+JqG7D+OI6fhqHMeFnfr1k2RQkAs5xDgd89aYA8wjT2A8xOkpIMytyhCzmQ4v7GM8xYiQS0rWbKkJqc4A0KEABDUrCRWD9L6SOw7DUcx9ycvxpybEtKQQgYNGuR6KfsN+xf3QNMhZRW+9dZbw4hGfDd37lytHOq8hrrKlSunc5OjKOC0ZKiU8AxAmhbOKaMZa3/s2LFh6UzdrkGlA4VVnNmRjN8yZBvKkqIlkkHCoAxKrNHq43oi0AnKckZ4e5n3VCmTrgQACCxOxVr+7Ux/C878Xrg3m4b8vym1noznDuT/jz32WIVagWXkjIek40aqgaAC4cYy1ixkIKeaUaqsnUj9yBQCAL4WntPMVFPMG4QvCIJeDKLWs88+ayuKcoBTydkq4KYAwDvTOeecE7M5IQDEhCijCggBIKOmM8cHIwQAlymArceBAg/mTma/WZyHa1i/vXv3DsvhwqY+adIk24scjPOePXsqDrdMI/8bJAJn/hykhLjpmA8TNWvW1DnnTHk4+sFDKS8DplGWB3rk5UyDWMADOfWYRu6vYcOGBfoSnOMrXDrgGwEhAPiGTC4QBAJDwC8B4Oi8/1EPbJ4ZWPtSkSAgCOQeBFLFWesmx+llFoj04eBYLGcRwHGF05/oFSSMLYuU/9Ktt7zr8G5CbuJoRpQVDn0vTntSoXEo54waN+sn8pCoMdMZl7No5p7WeYdu1aqVbcA4WJzEd6uAM186nxMJCgne+Z4L4YNc3TiXLIv30BRZd0t1z6qL6F2cDU4jAgxSgWmkBWDNiuUMAnv27NGRwcuWLbN1gLXHfOXPnz/Qjrnlq2aNslYx+oMDaNu2baF2WV+sKaeZTiLrO6KncTbhJP7kk08C7btU5o4A6T6c53d+sXKmgeD8jr3hpZde8lUVEcXsb3nz5nW9jpQqPFN5Nc4xObMM0tz26lj10wf6EsnclDWi1Ynj2KnYYJVHzYV7jTNiN1p9OATpo5NwFmtcqfJ9uhIAWrRooUh3axqpUk477bQwaCF1OPdziC9m+oxkPHegxsu5u2kQASOtLyLNnb97lAGcBMVUWTuR+pEJBACURHivYO2YBuELRSevxvuPk5Tiln6C+iAaQHY1iSl8zvtTNN+T1Zd4n2W9jiUny2XCmooXv/8dOqT27vxd7d21W+3defhv1261etYitfnLtZ6rzVsgn7pv43TP5aVg7kJACAAu840sFg+uvIzhyCfioG7dugqZL4wbBFEEMHmReHPmJOI6mInOaP9IagGUv+eee3S0P8xvolU4/OAB3nljwMnPQ73z4Wbt2rWaueZktsM6I+9RvXr1NAuWGwtOfucBG1H/MOD9Spjlrp9L7hitEAByxzzLKFMTAb8EAEZRqnI5dcfCYA9vUhMd6ZUgIAgkikAqOmtx/D733HO+hyYEAN+QBXYBMrk4unD84+h3M68EAIjJOOM41PVikKBRCCDCKpJxUN+vXz9FZFYs42AfiXZn7s9Y18n32YsA77lOtbv58+fryG4vlsihKTKuvGubxr8tqW7rc/YkCCWmjR8/XhNRxLIfAaKd27dvHyYBzbkIa8dJ7Aiih27pG82IbZxZOLUSNadjK9H65PrICCSDAEBrnA0++OCDOhKd879ohsMfJzhBQ8joRzOcV5wtRotsJ/CIdcm5Z5DS/24EGPpKlDMkF8h+u3fvDut+vnz5tAoGEdtOIzgLJ53TkOWHEGOpBTm/hwAAEcBpbvLbVh+JIIf05UzPYH2/ZMkSfS6cbpauBAA/OHNPdkquQ/4yU634qY+yXp47UN5wptA1SV/ONt1IOmbqYL99zKny6e6sXbx4sY7Qd6qiOBV7vODLflGhQgVFuirL2Js2bNigU4qYRloUJ5EomvqVs/1EnmW9jCW7yhzcG65G8+fBg+rAgYPq2OLHunajQJFC2dW9wNrZtyvcqa8d/Tj5Dzv7/+D/f/lN/bnvyPqJtwNCAIgXudxxnRAAXObZ7cXNz3JASooHamdEP3XwYEtUfzwsYvIdQSwgT5fTeIFAWi6SlFis/vOiMHDgQIn+jwVULvheCAC5YJJliCmLwP7f9njq27cLl6tXBtwfKluhbjV140z7obOniqRQ2iCQKtHaFmAcVqKWRIQDee6Q2OWAkkNpohh41nFGd6YN2BnW0VR31hIp48xx62UKhADgBaVgy8ybN089+uijOv8u8vzRzCsBAMI0adKcRpQrewqyxU6LJt3+5Zdf6pQBZs52rscBQdQs9TmjffiOCM10i8AKdnZTtzb2MGSYzcNVSPNI7OI48mKJHJpCUIKoZBoRiBASkGknmpcIMCJYzXVHHmne/bND2hciDep+OBL47bj9pqLhRNABSgU420ijgKMOkg1KgjhByE0bKeo4Ur1WSg8i1XHS8dxA33DSsO8nMwUHv3FUIJDhNY0IO6ItOZz3YkThO3OKk2s90lkOzz7MgWmkBbj22mv1R25OKi/9cJYRAkA8qMV3TbIIAFZvUINgL+F5GocRaUcgr/H7Y70iC81vsHLlyp4HwG944sSJins2a5jfM/sQ+2jr1q21corbmaLnBlwK0gb1O4Oj2Ds4p+Q3x15JKlJ++6bKKdVFipgldcLy5cttLV5//fVavr9w4cL6vsC1nOGaRl/Yf80zWXDB2eYkBxKIBRmCPRsjxzwRvUjGmxZNWSAR7JJ9bW4gAHD+bqZaAVMUfUkJEY95fe6YMmWK6tq1q62JG264IYwMaBWA8MN6jXSPiKevOXFNOhMA2E8ghzhTlKDWzLNcPKQo5nzcuHG2qeBdhOcq6zkx0t7nTPEcbT4TeZbNiXUSqc07TuygDv0bm6RtXX/OoCtV6xsvTokh7N/9x2Hnvd2RH4rc3/mb+uMX/narP12IDskchBAAkolu+tctBACXOUQaiJu48+E11nTDIscBz8NHNGYujHOkf5zR/dHq55CBCIJoB1O8VNM+L5l+DLUD/niAFhMEhAAga0AQSA8EVrw7X7163RESQLXm9VXf1+5Lj85LLz0hkIrR2nQcBwGHZRxSRjOcdMgcIrMtlv0IpIOzFlSI6F63bl0IIA5eouVutQpCAMAZLZZ9CCBZHElW19kLLwQAnHPOnJeonBHBj9OAtcB7GQfxTil/Dl3J7+60M888Ux/em9amTRu9F5GvmQM/cjo783Xi6Fy5cmX2gSkteUYAx7pTRp85xAHk1RI5NMVphcPKufZZn1bEKA540zgLwKHXsmVLr130XQ6nzsyZM7XDmbYsYks0goyzEcaGQwLFQA70IxlqBwQimHnMI5XlTIJnBPKARzNIHJxbXHxxsIe6BEb06NFDsUeYhnMP5z+H8V4NTIngM6OpuT+xVzijTTk7Yj2YRBXaQaHRIhHgVPJKPojWRyEAeJ1BKZddCEAK5ndvGgFM3I+dDjWUUniGM61p06Zhah1E3Dds2NBWDgIO+7mzTqJ5ISeaRnQ2hAfLcNDhqDON6O05c+aEwbRo0SLVrFkz2+dE+aIEm26W6QQA3pdr165t26dR7yUFr5eUUW7z6fW5g+cCno1Ni0ZQ5rnlrrvuspV/5JFHwtL5pvoaS1cCAL9fVI/dyMUQrrwQHXnPYL8zjWdAfDY//vhj2NTx7sFzgZv6Cekjli5dGlPZxao0kWfZVFpTqUYAOPjHfltUvhWhjyN/7y+7sxz6O/n/3xRlg7a8BfKrY8oUV8eUOlYVKVVcFSl9rP7//67aqNZ/7K6059YHIQAEPTOZVZ8QAFzmkxfhVatWaUmuWLkorcuRl+MgAkk3L4eW5KHDWc/hbCzr3r27ZqR6yQnDjYV8qDxExCIwIPuPjBgv3UHnv4s1Jvk+dREQAkDqzo30TBBwIvD5q7PUlDuORP7XOb+ZuvwZO6tcUEsvBFI9WpsoJZ4bOGD3YhyQc+CeDKldL+3n5jLp4KxlfnCumJFgRHYhyS6Wegi4rSkrz7pTMtcLAcBN/YHDUd6pTOPAiwM33tEs42DemRuWqFyiNU3D6UcUn5XKzfqOXMqzZ8+2leW9TJRLUmvduUXXERlLVCvR5F4t0UNT7nn33nuv/otlOJg5HHY6j2Jd5+V7fgMEE+D0537sjGCjDj8EAD/3CfZq1FqiBSTgaOI8xKvaIU48IpWj5f/2gotVJhJZg98/ZKJ40h1CRnKeCXEuAyGCfQkjzzTR/6gdmObm1PQ6HtYR6RtNw8ngZ917bUvKCQKJIkB0PL8J0/i3Mzc236MIAlnGNOT/nQFSRHA7FU5NRQ3zerf0A2b6DcqSRoEUrqZNmDBBKyK4GfuGmZ4BtaBY6keJ4piM6zOZAMDY2GdxopoGsc3paPeKrZ/nDjdJd78EgESUCryOKehy6UoA4BmGd49EDFIR5CKn8d4DqTmWH8a6jmdZnhkgAXi1RJ9lvbaT7HLZQQD4a/9Bu9T+L1lS+zjysxz7WVH6/P/BP6Kn4YkHj6Py5Mly6pc+/IdjHwf/Yee+dvRrh/+xuoybzRnzivpwjF1VKlpfhAAQz0zlnmuEABBlrnmB5CF02rRp+oURprf1UFq9enW9UfOCi/Off3tx/LxcBYgAACAASURBVJvN8fDIy/Fbb72lkKtkM8c4JCe3FHXDXodx77duHAj0myg9Z7/Je4fcJgdfzpw0uWfpy0gjISAEAFkbgkB6ITD/mbfVzFETQ51ufMm5qutD9qiK9BpR7uxtOkRrc2CHQ9/JYOcZhagY2PTOXHrMJpGTTqZ87pzl7B11qjtrQYO1RBSoaekYCZO9M5tzrVlriujTTp066Qh83ldwODqltmMRADi0Ze7NaFnUyNhn3CTTOeCFTGQae44Z3YVzdtiwYbYykWSFiRQkYtA0IZ/k3Npya3nFihXaiU5OZtN4x+Vd1o8lemjKeiVKnr9YxhkBaQOQfw3KuLdC3H/ttde0szmaeSUAREp7iHoByj2obpikG9rkt0/aH+e+bfXn9ttv14EITuM3jTON37fTyOXNXHOekqhBHiK1odM48yAKz4uBsal0QHQpZzNuzzfsP+xbRP05ZcV5NuIMqXnz5l6aDSsjBIC4YEv7iywlDyJR45GizikAeBZwkvL4XRMV6zTG6AxAclO1gHDsVBLh/BQVAKcR7e0MmOIe73w28YoPe1+hQoVsyijsY25RvF7rzKlymUwAcEu7gmoEz4tuKXljzYHf5w4hALg7LmPhnFPfJ5MAwJjWr1+vFSFikSAhUvKsQaoSP5bos6yftpJZNl4CwD9//qWd+n/wF3LiZzny94ak97Oi9g/ssb87BDWewsWLGo79Eocd+qZz/4hj/+i8/0moWSEAJASfXOxAQAgAsiQEAUHAhoAQAGRBCALph8AHj7yk5o59LdTxlv27qvOGukczpN/ockeP/UThxXKsgVgypLVvueUWrTJkGs4Z8uVBAOCwjGgfciWbUsIcgiOBW61atdwxmSkyylR31gITilvOw2GiWrt06ZIiKEo3TASQG8fhhayv6Zgg4sUvAYC0D6R/MI3ofad8v/X9nXfeqdXZTJs6daomIliGahp50E3jsA+yttNw5kG6Np12rEUOf8VyHgFUG7i/OFM/ENFHZJ9fS+TQlAjQ888/Pyy6O1ofuO9xbwxK3p7c1V5zgHshAKDYwcGzk1xBvmSIBji+iD4nbeHixYttQ42U3xhCDlG9lgOTi3DAEGGLk4boWcgLkAKd0XNECTujh/3OMeWTla8d0gmBGebYYvUPBUf2rXhNCADxIpfe12Wys9aambVr14al0CAn90cffWSbPEhUzv2HPQSygNP+/vtvlS9fPtvH/IYg8MRjELNJH2QaxDP2gnSzTF1TPA84UwERVU3qCN5L/Vo8zx1CABACgHOdcR4yffp0/T7Cs+f27dv1Gclxxx2nVYN4V+nYsaPf5anLJ/IsG1eDSbrILwGgcMli6tA//6oDvyfHqZ+/cMHDTv0SWRH7hyP3idLXsvylsyL1+Xe+gvmThEp4tUIAyDaoc0VDQgDIFdMsgxQEvCMAAeCla2JHt5g1dnngRkX+cTFBQBDIOQTeHfaMWjTpyKHEOYOuVK1vDDavas6NLvNbTvVobQ69eXE18xwT9UbEDRLbpuGcIerWtKFDh6qRI0dm/kSm0AhT3VkLVPTReQjCwV2DBg1SCEnpSiwE4iEAEClIxKDtebJLFy1r7makhbjxxhttX40ZM0ZBTLIM+X4ibk0jWtmZq9v6nvQFplQnUcJukuqxxi/fB4sATn8cP9xfTMOJTL7deKJiEzk0RR560qRJtr4Q1Y2DF2U9Upig6IczwnSo4/xmnUeTzPeKnBsBABzcHFxeCACQaZzOaX7HzrQY/B7IX88BtmVE8uOEcyp1EPmPAoBp/NsZkQ9ekBnMtCFEA/NvnisSsWQRAOgTa6hv375qzZo1UbsILmARSVbc6/hymgDA8x4ODNJNkHYAh0Ykc8tr7XWcZjmUFJzS8DhOUInwQ76w6kzHlAmZ6qw15xlpfu7fprnJoJPX3fl7Y59AocTNIABABLAMZ/DPP//seylCRITwY+bzhsBEVLmb+oDvBrL5gkxcU9x/Bw8ebEOSZzieAU0FF69Qx/vc8dJLL2minGl+UwA8+uijauDAgV67mhLl0jUFQEqAJ51QfgkA8UBG9H2WI/+wU99w7OPkN537BY5J7Nkznv55uQYCwP5f93gpGirTadQAX+WlcO5BQAgAuWeuZaSCgCAgCAgCGY7AW7eOUV+9OSc0ys6jr1NnXhEfwzjDoUq54aV6tDaqA85DLxjsTmlOgMVR4JTaxaGLY1cs5xFIFWctSJDL9brrrrOBgiNtxowZOs81a4lIVBwCRGL1798/EJnonJ+FzOpBPGsKeUycdaa5RQBa3z/11FMKiX7TnMQi8noS8W8a6yiSBLebIxnnQTyysZk1ozk3mp07d+r5QjXGNJQeIIfghInH4iUAbNiwIWzPwSG+fPly7ZQ0jcjQzp072z5r2bJlGCklnv5bBADWJviQfoO2tmzZEkYw8EIAcCPLkBbDGfFKXyH0OVUX3JRaaHfWrFm24aH04Zbflr382WeftZVl30dpIRFLJgGAfqEYwhitFI6kNMAxjTIKKkfsQb1797alJol3PDlBAMBRCDEPpz/jtJzusdZUMgkA27ZtUyeccEJcMAoBIC7YknoREfk49llrlkEqgvBlpvThO4hC7H2mRZtT9mRnvRCOohmqPzfffLMuQopWyE1W2lfrOp4VeF5l30pHyzQCgNu7A6lrUKJCOcivJfLcAUmK92HTIqnkUGb06NGKZ1fTSBkEuSydTAgA6TRbqdVXZPwHV71Q/e/Q/+LqmHbe48y3/g5H6x9x9GdF6hcuUTSu+uUiQSBTERACQKbOrIxLEBAEBAFBIFci8FK/UWr1rEWhsV/y5CBVr3OrXIlFOg061aO1n3nmGXXttdfaICWCcNCgQa4wn3jiidoxYRmHcsgoI4sslrMIpIqzFhTcZN2joYPziyhbcr2LpQ4C8awpIusqVqxoGwQqIxy+uzl5ORydOHGirTxRhGa+8T59+qjnn3/eVgbiwIAB7tEQbgQAnAU4I8SyH4E9e/YoSCDLli2zNY6zGmekM2e0nx7GSwBwi5RnzbH23AxZfdN5xBrDYeWMlvfTd8pSBwSDCy64QKFcYVm84yIyFsl+0w4cOBBGauB7t5y5bhGO/H7NaFvIW9z33Wzy5MnaUW4aJAP2d7HsRYAIe4hSOP0hdripoGQXAYD1w9o0zY0s5hUhIQB4RSp7yuGIbtq0qVq6dKmn375zP7X2QhQp3MxJAEBRxJnmxHkd6i7R1Drow/jx4xXPOelqmUQAIFUMEffsW5bxboBCCQQsv5boc4dbyj2eRZ3Pq1a/UC1AvcA0yPROEoHfcWR3eSEAZDfi6d3e/w4dUiumL1Arp89Xa+d85nswTa/sqFrf2FM79o/Kc5Tv6+UCQUAQUEoIALIKBAFBQBAQBASBDENgwiWD1YYFRw7Qe794r6rZulGGjTJ3DCcex1oypLWJViBqwTQOiy+99FLXifCTtzN3zGTqjDKeNZUMZy2IsH5ee+013+BAPHHmg/ddiVwQGALxrCkaRynElBbnMyJru3XrFtY3N2e9U17cjahUq1YtRRoA5/V8VqdOnbB2cFjiuBTLXgT279+v2rdvrxYtOkJgpAdI7OOcPOaYYxLqULyOcrdI9SlTpugIfDeDwPDJJ5/YvkItoG7dugn1P9LF8Y4Lkg3R7JZBKiAK0s3cfisQEd59991QcSJn8+bNa7s8Wv7tuXPnqrZt29rK44SbMGFCUnCSSsMR4Dc3YsQIfQ+GeBXNYhEAUHNAwt2rsV6cUdakhHH+dqjPLcLWqxIIcvGJkm+8jimocpnkrHViQhoX3h1Ma9iwoZbWd1PeyQ4CQCz1CvbuYcOGKVRo0sHWf/RVWDdRNmJdQYhwe5aq0aphOgxNTZ06VT8f/vvvv6H+Mh5SA7G2/FoQzx0bN25UVatWtTXtlk7HKuD2GyDlhFMRy+9Ysru8EAC8Iw4RDYUKp2qU9xrStyRBSSumz1erZi5MaBCS2jQh+ORiQUAjIAQAWQiCgCAgCAgCgkAGIvBkx5vVluXrQyO7buqjqlLDWhk40sweUjyOtWRIayNnOG7cOBvY0Zwg7dq1U8gJmxZJCjizZzD1RhfPmmIUQTtrqROpTqfDj+hrPifCC+IBB2PmYZ9+gTnqKLV48eJAcmun3gylX4/iXVOkf0DK1TTWGRHHlnOeub/nnnvCJMi5BucV31mGVDTqI2YOYL4jWpmobcvBsGrVKtW1a1eFFLFpKJTgmIonx3z6zVrq9BiZcRzKRNKZdtJJJ2nHUNmyZRPubLyOcjflCaJBI0lBn3rqqWrt2rW2/q5cudKVbJLwoA7npW/SpImtqljOWgpzGM0BvmX8Nvi3m2PVzcEByW/hwiMHujhanfLdyHzzW3Mz5pVIYNMipRUKAqdk1cF+gbF3pJvCkZVWwgs2XtaUl3qsMjjsSH1lWqRnSvJj33bbbbaykFVMJQw/bad62UwlAKDugbPdNNQeSA9WoUIF12nJDgIApBOIW7EMFTQUhVL9+WDYqd3U/t3R0x6YYz17QHfVYbBdjSUWFjnxPe+UpIix0pJYfXjooYcUZFC/FtRzB8+ovK+YShPsTaiZuN1Pq1evrkgtZBnEOVQI0s05LAQA7ysutxEA1n34uVo5fYF2/B8yyDo2xAji95EBQAgA3teblBQEIiEgBABZG4KAICAICAKCQIYi8HDLvmrHxh9Do7vlg6fUCbWqZOhoM3NY8TjWkhGtfdVVV6kXXnjBBjKRGJEiYtz6zSFfgwYNMnOi0mhU8awphhe0s5Y6ccB+/PHH2pGEckX9+vX1OjMj9sgF3rFjR/Xdd9/ZUO7SpYuWKxbLeQTiXVM4FnGYmjl7GQ2ONKKhSpQoocjPGyk6dezYsdq5b5pbGgC+J4c00eS7d+9WkKQsx515LYe4HNSJZR8CHJ736NFD4fwzrXTp0tr5TxR5EBYvAQBZ+iFDhti6gPOb/crpCMLZfdppp9nKBpUCIBIG8Y6rSpUqatOmTbZqIS6ccsopYU198803qkaNGrbPuZdzT7eMaG6cdaaBBb9fN3PrN86dGTNmBDHd2VYHTiRUQ7hnZQIBgPXqptwQNAEAghfKEpZB3OIe7+YwIz/7448/HioLSTBWXvdsWwBJaCgTCQBIniN9blrRokX18x/PfZEMEtjmzZttX0dL6+BMAYByDM5Vr8ZzAUTC2bNn66h/p0IRKhdOMorXurOrXCYSACD8QiwnYt+0W265RY0ZM8Y3tEE/d0AodT7DkKrgsssus/XNjfgWSfnE96Cy+QIhAHgHPDcQAL75ZKlaOWO+dvr/feBPV3Aq1K2uTuvYXP/d3+QKdejfIypUsdAUAkAshOR7QSA2AkIAiI2RlBAEBAFBQBAQBNIWgVGnX6p+374r1P9BCyaq0ieVT9vx5LaOx+tYCzpam0gtIrZM80sA+Oqrr9Tpp5+e26Yw5cYb75pKhrPWKzjkBHeSR4hgJVexU3baa51SLjgE4l1T9AAnPoe48RgS5ESOm8ZBG2vF6TTwUj8EAWf+eS/XSZn4ECCHL+Qy570FBx+OoSDvF/E6yt32HkZL/nqiWSEqYBzs9+rVK4yoBJEFFZNkWbzjuvjiixV5h00bMGCAjnB12q233hrmZEG2+8svvwwVdYsm90sACNrJnCzMzXozgQCA+kPz5s11WovOnTurLVu2hKnrBDk3KLw4c3VHi+KlXzxvWgZpzCQPZMc8Z2cbmUYAQOUHAqlpPL+h+ILaUzQjhQ/qYaahNgI50M14HjTJfRD/tm7dGtf0QXxiDzMJipAWiOxO5WjtTCMAkEIHhQae903r2bOnevXVV30rMiTjuWPWrFmKPdI0FHHeeOMN1bp1a/0xSkDsr85n02jp9OJauEm4yE1Rgt/FgQMHtPqBmxU6NrG0TUkYRo5VmakEgO8+Xakd/kT7H9iz1xXfcrVPDjn9S1Q4LlTmjhM7CAEgx1akNJxbERACQG6deRm3ICAICAKCQK5A4N9//lHDanVTf+47EBrvkC9fVseekHVoLZbaCMTrWAs6WlsIAKm9Tvz0Lt41RRtBO2v99Js8rBygmSakEj8IJq9sImuKXiHPT3SgU7rf6nHNmjV1jtXp06fbBkHUccWKFcMGhgMLYoBzvVgFiTKFdEC7puGMfv7555MHlNRsQ+COO+5QOP6chpMFEpsXI395tAhSq454HeVcz8E+B/xOYx2VK1dORyUiSe5mRLQT2Z4si3dcbnnVcQQTtQg5wDK3cnyHQ+ajjz4KlRMCQPopAOCUmDZtmt4rTTn9eNeU1zWOQ8xcO4UKFdIqL8WLF3etAiLQ0qVLQ9+lo1KEV2wol0kEAPaTK664QuF0tYx9hnu5kwTihhHpTViPpqFyVr58OJEdMk7+/PltZXl2cBII/MyFk3zCtXPmzFFt27b1U022ls0kAgDPcvz+f/nllzAMUYfwQgA+88wzbc91yXrucEtpRqchq0B4cSOioISCko6XcWTrInI0NqRaJ/XX/iMpg2L1pc3Nl6r2t10eq1iu+T6TCADff7VWrZi+QEf7792523UOjz/lpJDTv1SlE1zLfPbSe77nv0kvO8nGdwVygSCQyxEQAkAuXwAyfEFAEBAEBIHMR+Dgnn3q7lO62AY6fPVbqnDxopk/+DQfYbyOtaCjtYUAkOYLyeh+vGvKqiJoZ61XZMkPjTPKNLcIcK/1SbngEEh0TdGT9evX6+hj8rziDEJOGznySy+9VF1zzTU6UtCMOK5cuXKYhLk5IqIAiSwnAotoUQ7gyDeM8wnn/08//aQ6dOhgA4HyRHEn2+gLa5nIL6KnnMSGSO3jdJg7d67v7kVSa8EpQySjM6eulwaiyTB7uZ4yRMeTjiERI30IkvyxLBGnJmNt2bJlxHz2kdoeNWpUWPqAWP30+3284+L3QSQ1Ua5OI+oW5wpO/UiR1qT/MaOyhQCQfgSASGst3jXlZe0Szesk7LC/P/PMMxEvZ982HYCXXHKJwnHG/Z+0FUhRE22LggupgS6//HKFkzldLVMIAOwP3bp1U8itW0aKCe6zzJEXQ0KdKG/TWJ+NGzcOu5wUEs6UMe3bt1coTsRryP0/+uijtssnTpyoSDWUqpZJBAA3tRC/uPPMZz43Jeu5A7ICdZNCwovx7Ecqodq1a3spnqNlhACQGPzpTgD4ceUGtXJ6lrz/79vcya7HVT9RO/3rdGyhylQRpdHEVoxcLQgkBwEhACQHV6lVEBAEBAFBQBBIKQT2/LxLjWxwaahP+QsXVMNWvKHyFrRHS6RUp6UzKhHHWpDR2sgdT5482TYjflMAEMHlJVJTpj25CCSypqyeBe2s9TLi/v37q2effdZWNB2kM72MLd3LBLGmomFAJD8KEKYNGjRIPfjgg3FDhxQr0a+W5cuXT0v7RpIzjbuhwxfi1Jk5c6Z2+hNNbjnd/UhrV69eXW3YsMF3VyLt1RxUI5Ecj+UmAgD4EOGPM+ill16yRbO6YUdaANIDcN9MtiXirOVaIvlxoPo1Z+5lnB/kcTfNbwqAjh07eibD+O1vssqncwqASJgksqZi4Yzz/vXXX7cVW7NmjYJ04masTaJn/ViNGjX03s5+mY6WCQQAiHwoNTjJZdFSPbjNFeWJ2DbtscceUzfffHNYcdYV68u0u+++W917772hjyAOQlYybceOHaFULs5KUQV64YUXbB/TjqmSkmprTAgA9hnJLgIArUJC6dGjh02xxG19sEdBAoWElw4mBIDEZikdCQA/rduknf7I++/a4k5qKXNyhVCkf9lq9ue/xBCTqwUBQSAZCAgBIBmoSp2CgCAgCAgCgkAKIrBz80/qwWZHDqSLHV9KDf3qlRTsqXTJQiBRx1pQ0dpuKQWmTJmic8a6mVukKo4rZLzFchaBRNdUrN4nw1lLmxdeeGGYcyjZ8tqxxirfZyGQzDWFA4HoazOPOtGdkFCqVKkS1xQQcU8EsylLnAz5f+qfP3++dvq//fbbYTls6bwfAgBS2eRc9WuRCABE3xOxFo/lNgKAhRER8dz7cHDh9CYyGdlpopSJ5GM+iUJOFpHEOVeJOmvnzZunyKXsJrFMW8WKFdPOLif5yqmWwfVgYBp4rFq1ynV5LV68OEy5AeedM9o3nrWZndcIAcA72vxe2LPNHO1t2rTRv6VI9u2336pq1ap5b+RwSVIaoDZQoUIF39fm9AXpTgDgt92uXTudGsU0J2nIC86QQ5wR0jhP2Vecsum06VxLH3/8sX5+sAzC0yeffGJrOhIp4ddff9XvLPzXNCTbGzRo4KX7OVLm7hoXqYN77dhH60iVJnXUJU/dqYqWKZEj/Y3WaDopAFjjQPECAhLqU6yV7du366+4P5LOgGdP7nWkEEoXEwJAYjOVLgSAHd9uUStmLNCO/x0bf3QddKnKJxx2+rdQx9esnBgwcrUgIAhkKwJCAMhWuKUxQUAQEAQEAUEgZxGA0ftYuwGhThxXvZK6dV5k6c2c7a20HoRjLYho7bvuuktHNJpGbk/kOd2MnIumw44yRNc6HQQyw9mPQBBrKlKv/ThrcSgR1W9apKhuHKmVKlXSDjfTyO1KjlexnEUgWWuKPYM9xil7H0syOhoa7FusO9M5gQOXfZI1FoRR94gRIxT56UlnEM28EgDcHKykSUBSOZa98847Os+309zyu3s9lN61a5d2DovlLAKJEgDoPYfT48aN0wQrIhghmfBbgHQ1cOBALYGNk8w0omjNiH+clqSTMA1nL+mI3Iw82shzm3bttdeqp59+OmcB9dm6EAC8A4YDGGUq01hzKD9EMggqkASchlOYez9kAp413WS3uS/Nnj3bewdTpGQ6EwAgXeBk//33321oQjKC3OPlfuWchkaNGqmvvvrK9jGpetizjjnmGAVe3G/vv/9+Wxmc96Q4Mdt8/PHHw9QDIBRyLc8FRYoU0XUsW7ZMpx7CgWsaqVHYI1PRlr3zkVo4aZr670r/KkGMp2qzeqpBlzaqQdfWqTg86VMOIiAEgMTAT2UCwK4ftoXk/bd9vdl1oCUqHheK9C936smJgSFXCwKCQI4hIASAHINeGhYEBAFBQBAQBHIGgR+WrlPjLhwYarxyo1pqwDv2HIc50zNp1YlAshxrVjteo7XJedm3b19b9yAEOKU5rQJEXZmOr8KFC+sDQa/OJVkJyUMgWWvKr7OWyGgzMosR41D6+uuvwyR/3aKAypYtG4qsSR5aUrMXBIJaU/v27dPRdjgRcNwgt+6MIiTHL+lEihYtGrNrRGLt3r1b/fDDD+rTTz9Vzz//vK7baTgdcT4GZW750CPV7ZUAwJiJHjMNVQGizeM1HLvI2puG1D3Rs2LpgUAQBIBoI8W5BhnAimKkLA451COcVr58ebV169bQxyhW/PHHHwqiitMmTZqkrr76atvHOOHuvPPO9AD+cC+FAOBtutiHK1asqNeDZThTifB3Wx9WGcgo5Mnmb+HChToFCuRByCmWQQIYOXKkTerd+g7FjnSR2bb6nK4EAAia3KPc1ESYa2fEvtvKgTzMfdo0CIBE95uKPXyP475cuXK6PedzAt8TgY0cu2msP1KTbN4c7ugiDRApcSgDwc3NIM117drV26LPhlJ/7T+oFk6cqhZOnKb2/WonXSTSfIMurTURoGqz+olUI9dmCAJ+CQBNr7xAdRp1JNgkQ2CIexipRgDY/dMvWU7/GQsiEoaOLVdandaxhXb8VzjNvwpP3GDJhYKAIJA0BIQAkDRopWJBQBAQBAQBQSB1Efh24XL1XM+7Qh2s2aax6v3CiNTtcC7tWVCONTf4/ERrf/nll6px48a2ajiANXNoW1+65ZVu1qyZPsAVy3kEglpTiTprcc7iWHJGSHPQ+9xzz4WiS4nu6969e1i5IUOGqFGjRuU8oNKDQFIAkNOX6Lxodtxxx2k1gEj5os1rcTgVL1485uzccMMN6oknnohZzk8BNwIAUYiQF3B4meaVAMBe27lzZ9u1iUoROzEn+tF00PkZs5TNGQSSTQC49dZb1ZgxY2yDc8r/W1926NAhLOIawk3dunXDwCG6ln3eNKK9W7VqlTNAxtmqEAC8AQdhFCUp0yLlcvdWY3gptzRBEAOGDh0ab5U5cl26EgCSIdduTQBzOHr0aM/z0bt3bwXJyM3Yk1AfiZT2JFIjgwcP9tUHz52No+D2b35QiyZNVV+89n4cV9svKVnpBLXr+59c6zmmTAllkQFQDMwNxrsJJoT1rNnes+NXdd8ZV6h///rb1/TnLZBPHV+jsjquZmV1fI1Kh/9bWRUuEZu866uhNCicCgSAvTt3qxXT52vH//dL1rmiVrRsyVCk/4kNRF0vDZaWdFEQ8IWAEAB8wSWFBQFBQBAQBASBzEFg7ZzP1Au9jzj961/USvV8YlDmDDADRhKUs9YJhd9o7UOHDqnjjz9e7dixI1QVstnk58SpZRqHdM4D12HDhqnhw4dnwIyk/xCCWFNBOWuRhHVLI4GzlMguIvvMyFMLfRzBRPaVKlUq6RPCwQ1RX+RxJ683ksWJWqTc6/HmVccJRcQ8fSS/rd+D7UTHkx1riihOnODIinuxWAQAogfZkyCSBG0WAYA2mjdvri666CLtvCdCskmTJrbmvBIAICncdNNNtmsTjdanX1OnTg3VCcb8rjLV+J3wR2R6tKjjdBp/sggA4ITD1un8R3adNeLmHEGSG0KNaX369FEoCJkGyQTyl5lbG5Ug9npLgjtd5kAIALFnCowqV66sfvrpiJOReYb8F2QaETeSlNf9NfYosq+EEADmuoJNGpJ77rlHS/5HMu65kJZQE4mWbmDTpk1qwIAB6oMPPog5sahNQVYhjUFO29fzvtQR/5D4nZa3QH51Vp8L1ecvz1IH9uz13NWzB3RXLQd0U0unzFNL356rtq52T9uC9DeqABACChXPXCcuz4683xYsWNAzhplWcOf3P6k1sxerNbM/MEYJGQAAIABJREFUVT8s+zrQ4RUtUyJECiCH/HE1Kqvja1ZSeY4+OtB2UqmynCIAHPh9b8jp/91nq1whKVLq2FCkP4qgYoKAIJC5CAgBIHPnVkYmCAgCgoAgIAjERIAX/jduejhUTmTbYkKWrQWCcKzR4USjtamD/OwPP3xkrfAZcp/IbOKUQ55zypQp2qFrHtDhaEFuE/lXsZxHIIg1FYsA4MdZSxoJZ37paChxKDdz5sykRoqyfmkDh/qsWbO00xALwplAdFHDhg1dpej9EAD4vS1evFj3EYKC5UzDkbZ3r/fD3yBWZDLXVJkyZRS5oznU9yIhbI0nEgEAp0Dbtm3VI488osgjnQxjHnFGXXDBBTY5/USctUj1I9lvGbmP9+zZk1D32b9JLWDZ+eefr2bMmJFQnal8sThrI88Oex6/GVKwQCKaMGGCzWHLlThFUGSpV6+ea0UQUkjjYspx83sj7/v111+vSReQCMnf7XS8kQ6ANtPNZE3FnrHJkycrIrJNu+6663QO9yBt3bp1YeowrFXyuaeqIcXsNNYUqQ9Ic+PmxD72hNIpOZxkKgBYA4ZcB6EItZBvvvlGK9ZAIoFQ1Lp1a51WpGrVqp7x+eqrrxREVFIEfffdd/qeyjMUJFPujzzzQZRj78tJ+/TFGdrxv3NzeKT+cdVPVGf16aQaX3Ku7uKwU7up/buPpNqI1W8IAB0GH/l9oi6wdMpctfTteeqPHb+6Xl6jVSNNBqh7QYtY1afd97mVAPDTuk0hp/+29e654L1OZvk6VdV/8uVV1EmaCi9WtmpFdVyNSsokBZSocJyXS1O+THYSAMB75Yz5asX0BWrD/CPP9yZIhYsX1ZH+dTo2V1Wa1El5/KSDgoAgEAwCQgAIBkepRRAQBAQBQUAQSFsEPn1hhpo69KlQ/1vf2FOdM+iKpI8n0ahVDvVef/11fRBE3lle2sldzMFNixYtVMeOHT05CXGkFShQIOTk8zNwPw47P/VaZZPpWDP740Vam4N7ov/MqD2rDqK1ObB0+65///5q/Pjx8QxfrkkCAslcU/E6a5GUxsEbKe+qBQNqE+SFd0ZRBwET+8D8+fO1Q53c6r//Hp5PNQgCgFskt9V/L/sJDjr6+NprrykOw52WrgQAnPzkdka2n1zi5Bk/++yz9T7ux/Fv4cH9AIUInAMlSpTQeaDPOOMMnb/Xq4pAEOvKrCMRAgBpMCB6WFa9enWtXgABCycG40WhAucH65R9l3FHM36vplrEJZdcourUqaPeffddtXbtWnXw4EGNIU60Ll26qMsvv1znXU5XE2et+8y5RU47SzLvL7/8srr44oujTv/dd9/tmpoF4haRtER9o+xiGnvWqlWrFHnC081kTUWfMe6rEK3YTyzDqc19jD0sSENBAqUq09zSrgTZZqJ1jax/iZbY9mrNru6kLhje32txKZfGCPy+fZdaNHGqWjhxmvrXsWcyrFPanaGa9e6kTj7LnmJl+/rw58JYMOB4dbMNC5ZpZYBlU+a5fn903v8cVgVoo046IzmEylh9D/r73EQAQAreivTftWWbK5SVTj9F/bhyg/r3b/t9OxrubW6+VLW/7XJdZNcP29S2dZvUT19vVtv4W7dJf+bF8hcuGFIIyEonUEmnFShYrIiXy1OmTLIJAP/+86+W9udv3dwvXMddsGiRkLy/c89IGaCkI4KAIJBUBIQAkFR4pXJBQBAQBAQBQSA9EPho3Jtq9gOTQ509f+jVqkX/roF3PoioVQ75iEB+8803Y/aP3PNPPfVU1EhPt5z1MSs+XMCLw85rXW7lkumstdrzE61NNHSnTp3U3397ywWIM4nIGg74xVIDgSDWVNDOWpAhah2n9nvvvaej43FMEjGKkxIHJNHUl156aVzO4GjIE606YsQI3TbOqWiWKAGAvQunR6TI7Wj7CSQaIt9iRTPmBAEgNVZ26vciEQIA5AVSR3g1yABE3rJfuxnOfb8StzVq1NDKBkE77ryOKdFy4qx1RzAWAQBiJcSrDh06xJwCng3atWunVQS8GM5g1ukVVySfdOqlP37LyJqKjhjPjNw3TeMZhJQ1QRvPDfXr17dV26BBA7VkyZKgmwqsPiEABAZlxlSEU5Zo/1UzF4aN6ag8R6mzenfSEf8lKpTNtjHz7o4iACkCNi5e4dpu8XJlNBmgfpc2qvRJ5bKtb0E3lOkEAEgdOP1Xz/5U7d35myt8J595mqrd4SxVu0NTdUyZEmpItU6eI/mp0CQAuDVAlDrqABYhgP/6UQtABUWrBRikAJQDUtWSRQBYOWOBjvZfPWux69AhUBDpz1+1Fg1SFR7plyAgCGQTAkIAyCagpRlBQBAQBAQBQSDVEZh1/2T18VNHnOrdHr5ZNep5TiDdDipqlRyiTZs2dY18jdRRHCEff/yxqlvXHiVhlY+Uj9vLwNOZABBvtDbSvVdeeaVrbnYTMw59rbzpXrAMokyi+dqDUpWwxkKkI1G7pEZAahsHMA4PsK9QoYJ2qHTr1k0RpSaWMwhY+dq9tJ4oAYAIa1RLIlm0/QSJ2x9++CFmN4UAEBOiHCuQCAEAlRUzh7aXQUCgIZofaX+nffvtt6patWpeqrGVwRmMo439K91MnLXuMxaJAABBhJQ+9913n1aC8GqQqvr27atJVdEMtY9nnnlGoW6RriZrKvrMoeLiJINACjj33Cy58lhGRD/PTZaxp6HOU6RIeATopEmTtAS8aawtL2ThWP1I1vdCAEgMWVIqYUdnQP7w5VM/1o5/oq2dVqrSCdrp3/SqCxIDLICrf9++M0QG2LHxR9caK9avoRp0aa0adGmj8hcpGECr2VdFJhIA1rz/aZbT//3F6q997pL81VueHnL6Fzr2GBvgQRMAIs1mImoB1GmRArLSCGSlE0iFlClBEgDWfvCplvcn2h9ijtPyFsgfcvrXaNUw+3440pIgIAikPAJCAEj5KZIOCgKCgCAgCAgC2YfA1CHj1Kcvzgw1eMmTd6h6nc+OuwNBRq3iTCUn48qVK8P6w0E1MvbI1JPv3mk4K9avX68KFSoU9h0OWucBtNfDJCTLkZhOlqVqtDYRzMi2ky8a6V6k/0mjcMIJJ6izzjpLR2pz8JsdFkS+9qBVJRj3ihUrtFwyeUqjGdLKt99+uxo+fLjKly9fdkAmbRgIuBEAIGm4SQcnQgD46KOPdI7aaOaXAEAfN23apA4dOhSqVggAqbu84yUAEFXN/mrOM6OEFMA9ke+Q2F6zZk3Y4EuXLq1zGx9zjP1Al9Q5bdq0CSuPXDepXrjfku8dhRynJSuCN9kzJ85ad4QhAPTo0UOnkICcRhQ1REvIaTjp4zXWO9H9ixcv1uQl7tUQSFhfrKF+/frpNtPZZE1Fnj1Ij+xPpkE64lncLbe9W01uBIKnn35aXXvttWHFSQ3EmjONdxDSoaSqCQEgsZlJd2ftXwcOaol/pP737gpPO0XU7lm9L1Q1WzdKDKgkXQ1ZAVUA1AEO/hH+7k2zp55zpiYDnHpu0yT1Ithq031NgQbras3sI05/Fe4n1qDVat8ky+l/blOVr1CBiEB+8Zp/xZbGl3gjecWavUTVAgoWLayOq1lZqwUcX6PS4f+vpPIXCT8PitWXeL9PlACw/qOv1Aok/mfMV//8Ga7ASCoOK9L/lLZnxNtNuU4QEAQyHAEhAGT4BMvwBAFBQBAQBAQBvwi8fuNDatk7H4Uuu2LiPfoFPh4LMmqV/LO9evWydQPn6ZgxY3S0GU4QnBbkROZgmZz0pj3//PPqqquuChvGo48+qm677Tbb5zt37tQH1WKpiUCQ+dqToSoxffp0TSrB4eHVWNuQKsSyFwGLAMBe0rx5c3XRRRepzp07qy1btigcCqbFSwDASXTaaadpx0c080IAwEFLH/kjxQb7nrnOMoUAgNMbMheOa6+ErOxdOf5bi5cAwH6HUs3ChQvVggULtGP+hhtuUORbJyLWMqL9e/bsGXbve/LJJ9X1119v6zD3R+rij3o3bNignn32WXXhhReGynE/HTlypLr33nvDBrt69WpF+ph0skx01qYT/pnY10xcU/HuU875hQDpjL5324uirYvnnntOXXPNNbYiEH7Zq9jruG9znxgyZIh6/PHHbeW4F5LWJ5VJJkIASGxXSFdn7c8bftCO/0iO1SaXn6cj/sucnD5KO2vnfKaJAKtnLXKd1HyFC2hFAMgAJzaomdjEJ/HqdF1Te3ftDjn9v5m/1BWhPEfnORzlnyXvnyeNlTMSVQsoXqGsgxRQWZWtVjGhlUU6TVJ4OI33maPz5HHFu/cLI1zb/HbRch3lT7T/n3v3h5U5Kk+ekNM/3jO6hAYrFwsCgkDaISAEgLSbMumwICAICAKCgCCQfAQm9x6u1s05Eklz9SujVfWW/vOHuREA4o1a7dq1q5ZSN2306NFq8ODBYYCMGjVKO0dMu/zyy3UeW6fdfPPNtoNDpEX/+OOP5IMsLfhGIOh87clQlcCR1rBhQ9c870RX4sx0i6oFDOThOTRPN+NwAyc0B/Pp5qzF6U4E7AUXXGAj/QTlBGEukdDGQWEZqQBw6BKZbVo0AgAEphYtWqgqVarYrslkAsDevXtV0aJF025NRfr9BrmmIrXx2GOPqYEDB9q+Rnli7ty5cW8rkAIgNZkGMWDo0KFx15kTF2aiszYncJQ2jyCQiWsqiH0KYh3P+pZEO4ixl2/dutVVvj/SmuK5AhUBN3UTntVROOF56uDBcFnrdNijhACQ2G6Sbs5aInmR+ScPu9OKHV9KNevTSTv+iehNVyNie+mUeVoZ4IelX7sOo1TlE7LIAF1bq+Lly6bUUNNpTf364/aQ03/zV2tdccxbML92+tfp0FTVah9fMEdKTVCUziSqFgBB4jiUAmpW0uQA6/+LlvUWEAIBYPYDkz3DdVSeo9RDW46oK2z6Yo12+vO377c9rvXUOb+ZOq1jC1XnvLM8tyMFBQFBQBAAASEAyDoQBAQBQUAQEAQEAVcEnuk2SH332arQd9dOeUSd1NhfxJ9FAAgiarVu3bph8v/kMXbLn75kyRLthDWtVatWCtljpxFJO3Xq1NDHRDUS3ZipZuaM8yrDmipYBJ2vPRmqEm3btg1ztrF2IZ/wO8BIY4Gj3xkRjuzyokXu0TOpMgdu/YAAIM5a9xlC+vqUU05RkFcwohJJC4Ez3w8BINL8CwEglX8Z9r4F4ViLNVoOr52y7YmS2txyxMerhhGr/8n8PhOdtcnCy3pOSLdnhGThQb33nXGF+u2/P3tuokmv89RF993guXyqFAxin7rpppvUE088YRsSZFsISn4NUiUkJqL5vVqHDh00aSnVCYnDa3eP6OhxG2uRkseqhj3aqqrN66uqZ9XzCkfGlksXZy2p9RZOmqp2btoaNhcnnVFbO/2RYc8027n5J7V0SlaKgEh7Z+XGp4bIAP/JlzfHIUj1NbX9m++103/17MXqp7V2ErEFXsFiRQ5H+jdVNc6WPPCJqgUUKl40jBQAQQByhWnxEACun/aYWjEjy+m/5+dfXdc/e0Odjs11xL88k+X4FiEdEATSFgEhAKTt1EnHBQFBQBAQBASB5CMw9tzr1dbVG0MN3TTrCVW+TjXPDedU1KrbASZRjDgynEZ0EblKLTv//PN1bvtMtXR21gadrz1oVQnysTsjtIl6w+F73HHH2ZbUqlWrtCy8abzYE8mWL1++tFp+6bymIgEdhBOEulEWMPcT1ElQA4C4JASAyMtc1lT8WwBKI7/88outgt9//11H4MZj69atU7Vq1bJdWq9ePbVsWXgUYzz1Z9c1QgDwjjTrJW/evKpQoezLk+u9dzlTUggAMz0Bj5JNxYoVNSnQMlKV4Mh3Ph95qlAprRxw3XXXKdKcRDMc/tdee61ODcb6TUX7++BfWvr9i1dnK5x58RrPixABqh3+O75m5XirStvrUtlZu+fnXVrmn4j/f//+Jwzjht3bqbP6XKhOqGVXdUrbyYjR8U2frw4pA7jhweU4OFEGqNmmUY7BkIprasvy9SGn/87N4SQSwDqmdPGQ0//kpnVzDL90aThRtQDGWbLSCer4GofVAmpW0ooXC557JxAIarU7Q0f685vI85+jA6lTKhEEBIHcjYAQAHL3/MvoBQFBQBAQBASBqAj889ff6pFW16hd3/8UKnfbR8+qstVOTAi5ZEetIv+Po800Io+IQHKa01mCPDe5tTloXLt2rXbIlipVSuHw6NKliyKVAHlH09XS2bEWdL72oFUlILz06dPHtjT498SJE12XS9WqVdXGjUcINhSCRFC5cnod5Kbzmor0Ow6CAIDjHwKAZcwrzlT2PyEARN9BZU3Ff4epUaOGJh2ZRvRsuXLl4qp0+/bt6vjjj7ddy/pFgSedTAgA3mdLCADhWAkBwBsBwJnyBiSDItZCOnrxxRe1UhLPSpAMUDypUKGCatOmjerVq1cYWcn7qk9uyU1frNZO/2XvfJSUhoqUOjZEBoAYULRMiaS0k0qVpqKz9ocl69TCSdPUyhkLwqAqXKKYdvoj9Z+/SO4lV6149xNNBiAlgpsVOvYY1aBLa1W/a2tVvnbVbF1yqbKmNi5ekeX0f3+x2rN9lysGxcuVCTn9KzW0kzSzFbQMaixRtYBEoKjZupF2+PP3n/zpFQiQyLjlWkFAEMgeBIQAkD04SyuCgCAgCAgCgkDaIrB/9x/q4RZ91d5du/UYyJF2x6LnVYkK9ohmPwNMFgGAfKOvvvqq6tu3r+Kw37Ly5ctrZ74zAhLnPnnL/RjOFZQEqlev7ueylCmbzo617MjXHmmivKhKDBs2TN177722KsaOHauQw3WzM888U3322We2ryKltUiZBeTSkXReU37m24/s+YEDB7T0P6QVy9555x3VuXNn/U8hAERf0bKm4v/FFytWTO3ZY88f+scff/jKvW22vnz5clW/fn1bhxo0aKBItZNOJgQA77MlBIBwrHILAcD7KpGSsRA4+Mf+rGj/12arX74LT2FwVJ486n+HDsWqJvT9Ke3OUMdVr6S2LFuviAomijWSUQ51gCyVgHoqz9GZF0WaKs5a5mD5tI91xP+PK+zkO76rWK+GdvzX63S257nODQX3/fq7Tg9AmoCf1m5yHTIBB5ABGnRtrbzmYk8Eu5xcU+s+/Dzk9D+4Z5/rMEpVLqdqd2iqHf8VTvOuyJgIJrn92iDUAiJhWL3l6SGnf75CBXI71DJ+QUAQSCICQgBIIrhStSAgCAgCgoAgkCkI/L5tp3rgrN7qnz+znOrkQ0MJAMm5eCwoAsALL7yg+MNw5iOpvXPnTluXcIbMmTNHNWoULimIs7VaNf8v0CVLllQ4RYg6SjcTx1p8M+ZHVcJLC+RYJi3Ajh07QsX5XViHT17qSJUysqbCZ2Lw4MHq/vvvD31BDuO5c+eG/i0EgOirV9bUEXx69uyp3njjDRtgs2bNUueee24YiNwDWVumlS1bVhHFbxoR/eZnSHTj9C1SpEhYnZMmTVJXX3217fPu3burN998M1W2IE/9EAKAJ5h0ISEAhGMlBADv6ye3l/x20Qrt9Cevs5tVbVZPnXrOmerDx15Ve3dmkau9WLOrO6kLhvfXRXds/FGTACAD/LBsfcR84Fa9Jzc9TVVtlpUyoHyd7I2q9jK2eMrkpLOW/v594E+1cNJU7fh3m8d6nVqqs3p3UhXr14hneLnqmm1fb1ZL356rlQEi/SaqnlVPEwHqd2mdtFzo2bmmUFlcM3txyOl/6J9/XeccMo/l9M+NqT5S9YfgVAvY9NkqRdCMVzsqz1HqoS2zvRaXcoKAICAIJISAEAASgk8uFgQEAUFAEBAEcg8CRK881OKIE6DkicerWz54Ki4Zw6AIAG4R1OaMNG/eXE2YMCGik3/evHlaNtRptWvXVjVr1lT//POPjtDetm1bWJlzzjlHzZ6dfi9u4ljz95v1qyrhtXanPDzX+Ykw99pOdpSTNWVHGfl10ohYKiSkDFmxYoVNmlgIANFXpqypI/iMGDFCDR8+3AZYJAf8nXfeqR588EFb2R49eoQRCM4++2z1ySef2Mo9/fTTOn+205o0aaJQQDFt/Pjxqn//LEdUupgQALzPlBAAwrESAoD39ZMbS+7/bY/6nGj/V2erX7fYCVfgUey4Uqr2eWdpx3+VJnU0RCPrX6L27PjVM1wmAcB50fdL1oUIARADfvvvEXKpsywS61oZoFk9TQg4tlwZz31IpYLZ6aw1x/3zt1vUoonT1OevzgqDI3/hguqsPp30X5GSxVIJrrTpyzefLNHKAKgqRLL6F2WpArB+g7RkrykcxDj9V8/+VK3/6MuIXSf1geX0L12lfJBDlLqShMBH495Usx+Y7Ll2IQB4hkoKCgKCQAAICAEgABClCkFAEBAEBAFBILcgsHXNRjX2/9k7D3ApinQN/xxyFpAgOadDzjlIEEHEsKbFFdE1r2Fds645rHHNXjGBaxYjqKAIKojkDJIkowgSBQQk3Oerwwxz5nScru7pnvPV85zLXae6uuqtv7ur6k8D/hEfLjaoV495UrIKuQstqcsA4LjjjlOeamZl8ODB8sADDwgU+kYFYbq/++479Td58mRZvny5vPjiizJkyJB4dRgB3HfffXlCu6PCwoULpVmzZpGafirWrKfLa1QJJ8IARVTLli1l6dKluarDoASGJVErlKncMwZv/4kTj+X5vfrqq+Xpp5/OVYkGANZSTpk6xgcGJUg9k1xuvPFGueOOO1Rqm8OHD8sbb7yhPPXBLrF89dVXeQzdRowYIZdddlmuekiHg+8fIg7AaGXPnj1y++23y1NPPZWrXsmSJWXDhg2C72+UCg0AnM8WDQByWO3fvVdWTVsoyN8+5ZVPBB6bTkv9rq1k2Mv/lmKlSzq9JKPrZapMLZs0S3n7L/zie8P5Q4hnKP2bndxFSlXI/c6c+5G5gtNMGFqfbh9GHiGrf5o6XxkEIDoA/t2/+w9T+YKCEYrUht1zUgYULhaN/NN+K2uTgS2dNFN5+y//dnYellWb1lVK//bn9M/o5zjIwR0+dCgnRcDoCfLTDwsMb41IhDAEaHtmX6nSuLbn7vkhUzt+3hJX+q+aZjwOdLxW26ZK6d9iYDcpV6Oy57GwgWAJ0AAgWN68GwmQgDsCNABwx4u1SYAESIAESCDfE1g9c7E8f/q/4hzqd2sll73zH1dcdBkAwCsS3pFWpXDhwoIQxn/7299c9TG5MowCPv3001z/GYYBUMBEqVCxZj1bXqNKOJEFKISfffbZXFX79eunUlVEsVCmjs3aW2+9JUOHDo3/B6QLQaqRcuVyp0uhAYC1pFOmcvO55JJL5OWXX84DrUiRIlK1alXZvn27oTEcItzAACC57N+/X9q1ayeLFi3K8xvSAFSsWFFFvkFqneQSxe8exkADAOdfl0xV1toR2LN9l1L4rz6q9N+46Ce7S2x/r9elpVIAZ5/UWcpF1NPadpAOKmSSTP2+eZtMf2ucUvxDuZdcyp5wvMrr3GxAV6nTIdsBHX+rbN+4WVb9sDAeIWDDwhWWN6zToZk07NFapQyo1baJv53z0Lofylqj7vzw+lil+N+yakOen5ud3FW6XTQkHtXBw3B4qQUBPGcqRcDorw3nAZdWza4XNwYoWb5MSjx1yRRSdMQ8/TcsWG7al3pdWkjzgd3UX5lK5VPqMy8KBwEaAIRjHtgLEiABYwI0AKBkkAAJkAAJkAAJuCYA74eXht4evw4W6xeM+LfjdnQZACTeEIqK1atXy5tvvimPPfaYQMERK8hvjFD+HTp0cNzH5Ioff/yxnH766bn+cxRDtlOxZi0CXqNK2AkYlHhQ5iWWsmXLyoIFC6RmzZp2l4fyd8pUzrTs2rVLeWonpgwpXbq0UtAmF3h1Jxfkaof8ValSJU94drOJ9+NdGgYho0zlngV44yOizaRJzj1G69SpI1OmTDGUP7SOiDeIVgFvfqdl4MCByhCuYEF3UX+ctu9nPRoAOKebScpaq1Hv+nWb8u5XXv7TFsqvy9c6h5RCzWrN6kuzAZ0l+6Qukt9yOWeCTC35apoK8b9kwnTD2W/St2OOt/+ALoIw+2EtiOa2avoiWYfoAHOWyrb1eVMWxPqOkPaIDqBSBvRoI0j/FpaiS1lrNB6kZpj88kcq1H9y5I+ChQsppT88/o+rWjEsOPJNPyCzsz/IiQywf49xZIvGJ7aXtmf2kVZDerni4kWmNixYkaP0H/e9bF6x3vS+jXq1jSv9w/yecAWOlYUGABQCEiCBMBOgAUCYZ4d9IwESIAESIIEQE1g0bqqM+vu98R52OPckOeuxfzrqsd9Kq1GjRsmFF16Yqy/9+/eX8ePHO+qfUaUlS5bkyuGNOq1bt5Y5c+ak3GY6LqRizZq6n1Elxo4dq4xIkFYiVmCcgv9+8sknp0MctNyTMpWDEalEevbs6ZlptWrVHCtl/X6Xeh5Mig1QpvKCg1HbnXfeKU888USud4gRYij2kRIAxiRWZePGjXLVVVfJJ598YlkPCv8rrrhC3RtRdcJepr4+Nk8XDx08KPsPHJDixYoLcq8mly4XnBL2YQXWv0xQ1hrB2r7h16Mh/Repf39bvdGSaZnK5aVupxZSt1NzmfDUW7Jr01bHc3BctYqyY2Ne7/BYA1CkIipAs5O6SJ2O0Uol5RhCQsWoyhQ8j6H0h7f/71u25xk6FMCtT+ulvP1rtsmbqiUVVkFfs2LyXFk9Y1FOuoA5S2Xf73tMu1C+ZpWcdAFHjQKKlSoRdHfj9/OirDXr9NrZPyrF//wx3+WpglQJ3S8+TTrzW5G2OU++MRTuMAbAmYRRKViokIoK0ObMPrmiNHw34kP57IG8UZWOHBEpkHd5oJp+8KdPBe0lFnxHYkp/q/d9dv9OcaV/kRLFQsOPHdFHgAYA+liyJRIgAf0EaACgnylbJAESIAESIIF8Q2DOhxPl7WseiY8YeWSNAAAgAElEQVS3xyWny+C7cucVNoLht9Lq0KFDSvHx22+/xW+PnMY4gCxRIrXDqk2bNskJJ+T2fEEYb4T3jlKhYs35bOmMKgHPXXjPJofUfumll1Te7igXylTO7C1evFiaNfOuyKEBgKg89rt371b57aPobW70PE+bNk06d+6c66dUosjAY/+1116TiRMnCgzTEP6/ZMmSgggS3bt3l7POOktg8OamwJANhnOIGLBq1SrFHmkratSoIUgjcMEFF+QxgHPTftB1H+n5d9nyk/PIBsjbfPbj1wfdzdDeL6rK2mSgUPDHvPvh6b99w2ZL5lDm1u2co/Cv16m5HF+nWrz+g52GCQwInJbOFwySU++6XBaNnyqLx01VCqpkT+JYWyXKlVaGAIgM0LRfR6e3iFS9qMnUws+nqDD/y76ZZcg55umPf4umUQmuWwj27vhdVnw3R5DuDcYA6+ebhy/HvWu2bhw3BqgbsCGLTgOAeZ98oxT/6+bmjc4Eb/JuF50m8NxmCSeB/bv3qvQAsz+YYDiH6DWMstqe2VdFBvjx6xky5t4RrgbznzVjlQHA0okzZeEX38uicd/L3u2/G7ZRICtLEB0xFt6/YKHoRU1yBYeVVQQAyIabcuWHj7mpzrokQAIkkDIBGgCkjI4XkgAJkAAJkAAJgMC0Nz+XD25+Og6jz9XnyoCbc3vfJ5Py2wAA90N+49mzZ+e69cqVK6VevXopTdzcuXOlTZs2ua5t27atzJplfDiY0k0CuIiKtdQge4kqMX36dKVEg1ItsSBVxb/+9a/UOhSiqyhTOZOxefNmpYT1WmgAkJkGAF7lgtc7J0ADAOesjGpGTVkbG8OmZWtVSP/VR0P6I4y3VYE3c72jHv5Q+uN/m5VUDADOePDqXM0tnTRTGQIsHveD7N66w/BWWQWzlCEAFMuIEIAQ7JlQoiBTW9f+ojz94fEPRXhyOa5aJWl75onK2796iwaZMC22Y4ARzfLJc2XNUYMAMDIrhYoWlobdj6ULqFS/hm37Xip4NQD4c9+BnDD/r3xsGN2h64WnSreLh+QyBPLSX14bDAEY/yE9ACIDIIKHUSlXrZJs32htEJZ8XcvBPWXxl1Pl4P4/DdssXKxIXOGP9zcLCZAACZAACYSFAA0AwjIT7AcJkAAJkAAJRJjA5Jc+kk/veTE+ggE3DZM+15xnOiK3BgBr166V2rVr52qvadOmyuPWrCD/8Zo1a3L9jNzciSGR4dEPz/5YQTh2HFKWKlUqT7OvvPJKHk/ts88+W959991IzRyVtalNV6pRJRYuXKjCwsNLN7Hcfvvtcv/996fWmZBdRZlyPyGIHvLTTz/luhAyctxxx7lqzO271FXjaayciTKVRpz57tY0APA25VFQ1mKEKpf5tEVK6Q9P/73bd1kOvGLd6sq7P/bnJn/3pOffcw2195Vnm16zZtaSo8YAU+W3NT+b1mvQrbVkD8hJFVD2hONd9yEsF4RZpuZ9+q1S+q/8fp4hrmYnd5UWg7opo4zCxYqGBWla+oE0ASsmz5G1s5aolAF/7Mxt2JrYKTxfDZAuoHtrFSWgRLkyWvucqgHA5pXrleJ/2huf5+lPueqVldIfof7hxc0SbQI/TZ0fjwxw+NBh7YMpXqZkXOmPSBEsJEACJEACJBBGAjQACOOssE8kQAIkQAIkEEECXz/9tox7ZFS854PvulR6XHKG4UjcKq2gDEKIY/ybWGbMmCHt2+fdcH/zzTfSu3fvXHXLli0r27ZtEyj5YwV1UDexPP/88yrXcXJB6GaEcE4sL7zwglx++eWRmq1MVKzpCq1tN5Fuo0ogPQRCcv/6a+6wwRdffLG8/HLe3JN29w/r75Qp9zNDAwBrZpkoU+6lxNkVBw8eVBWR5oYlhwANALxJQliVtevmLs0V0n//7j8sB1q5Ya24sh8h/UtXKu8NjE9Xb1q2Jm4MsGHhStO7VG/ZUJqd1FlFCKjSqJZPvfGn2bDJFJTAytv/rXGC8OHJpVz1StLurH7K279qdl1/oES8VaS0WDF5rvpbO/tHwfNpVao1r68MARAloH63Vp5H79YAYNmkWTL5lY9k2Te5o8OhI/W7tlKK/+z+udP0eO4kGwgNgbkfTVKRAZZ9m3f+3XSy1PHHKaV/i4HdtMixm3uzLgmQAAmQAAmkQoAGAKlQ4zUkQAIkQAIkQAKGBL54eKRMfOad+G9nPHS1dP7boDx13RoAoIHTTz9dPv7441xtwZsfCvtTTz1V5YmGl/aYMWPksssuU+G4E8tFF10k8OJPLCNGjFB1E0vx4sXlxRdflPPOO08pVPbs2SPw1n7qqady1YNBAnIxu/XYTbfoZKJiLRUDAL+iSsTmd/369dKtWzdZt25drikfPHiwfPTRRxmT1xyDo0y5f6ppAGDNLBNlyr2UOLti165d6n2CbxJLDgG3BgDtzu4n5zwR/XQsuuY/LMra1dOPeffDwx8KR6tStWndXB7+JcuX1YUksHZ2bNwii8ZPVQYB8F41K8fXqaqiAmQP6CK12zUNrH+p3igsMoWw4FD8Q7aMSvOTu0rLU3sqb/+ChWlU5Wa+d/26TUUHUAYBc5YK0geYFXjXK2OAHq2lQfc2ckKTOqZ1p44aI1/8Z2Se348cOSIFCuA/q/+Tq9wx8w0pWionfcYP//tMefwjNHxy6fjXAdLtotOkSuPcUebcjJt1o0Vg92875P0b/ytLvpruquPdLhoiLU7pIXU6ZLu6jpVJgARIgARIIN0EaACQ7hng/UmABEiABEggwwh8ctf/qXyKsXLukzdI27/0zTXKVAwA5syZI506dcoTBQANI2R/xYoVZcuWLXnyrON3KEaQLqBWrdweU/v37xd4dS9alPcgMNYm0gbs27cvzyzdd999cscdd0Ru9jJRsZaKAYBfUSUgEDA+gef/8uXLc8lHly5dZMKECQIjk0wqlCn3s0kDgGPMXht+dx6AONiHZ3uhwoWkQNLhPnJi//XZm91Dz9AraACQd2L/0224bF1jnqvaSBTKVK4gx1WrKMgNfFzVSsf+/2oVBbm/S2oOXx1mcUyHsvbQwYM54fynLZTVR0P64z1gVZCH/VhI/xaCcMyZVPbt2hM3Blg8/gfToZWqUFZFBYDSOqxhqNMhUzFgm5aukWnw9n/zCzm4/0Aejgj73uG8k5S3f9QiK4RZ3hHZYsV3c2XFlByDAKsUHaUrllMGATkpA9pI6Url4kODAcBHtz/naqi3THlVpr89Tin+k3O2417dLj5N/RUpnr9TOriCmkGVvxvxoYy5d4SrEf1nzVgpyEhLrpixMgmQAAmQQDgI0AAgHPPAXpAACZAACZBARhEYfdOTKqxmrPzt/26XFqd0j//vVAwAcPHIkSPl73//u/L0d1qKFi0q77//vsDz2qhASdunTx/lze+0DBw4UD799NNIenFTWXtslv2IKoGQpL169ZL583N77jVt2lSmTJki5codO9R0Km9hqvf9yE/zdAfP44H9BwTPdYGsvJ5YXS88NUxDcNSXVIxKHDV8tBINAI7ReqLfFfLLj6sd42t9Wm8aACTQogFADgyEoF46caYsnThDrMKoOxa0pIpFihdTRgEwBiiHf5WRwNH/H0YD1SpmjHIgCGXtgb37ZNVRRT+U/pg/u1KzTWOl8Ec4/7qdWkiREsXsLsmc34/IMWOAcVNln0HYegwWXuswBMg+qbOKEFA4JArOIGQqebJnvjNeeftD+WxUEMa79em9Fa8COa7kLD4SwHO+fPIcWTllnqybs1SsDHxOaFw7xxigRxv5bc3P8vEdz3vuGSJlQOnfcnAPz22xgWgToAFAtOePvScBEiABEnBHgAYA7nixNgmQAAmQAAmQgEMCb1z5kMz/9Nt47WvGPiU1WjVS/ztVAwBcO3HiRLnyyitl2bJltj1p06aNCucPL3+rsnHjRrnqqqvkk08+sayHMMtXXHGFPPHEE1K4cGHb+4exAg0Ajs2K7qgShw8flq5duwqUx8kF6SrKlrUPR4y0E0YRKcIiS08PukbWz88d2cCqbzhgv2BE9CJlhIV3fugHDQC8zXJ+NQDYu+P3owr/mbJ00kz5Y+fulEFmFSoohw86Nyw0u1GZSuWVUYBZJIGohKT3Q1mL+YECMKb037Bghe181WmffdTDv4X6t1DRaK67bAeaQoWV389TaQLwt/OX30xbaNizrTQ7qbNKFQD5TFfxQ6aMxrJx4Uql9Mff4UOH81QpX6OydBw6UBDqv2K96unCke/vu3/3Xlk+ea5KFwBZNgrPrwtSmzP7SPeLhkj1lg11Ncl2Ik6ABgARn0B2nwRIgARIwBUBGgC4wsXKJEACJEACJEACbgi88rd/q4N5lMa928vwkfdIVsEsTwYAaAuhob/44gsZPXq0zJw5U3nv//HHH0rBijD/SBVw1llnKU9sNwUK4VGjRilP7VWrVql0AvDYrlGjhvTt21cuuOACyc6OTu6/58+4IU+4U3jcHDp8WAoWzMoTWrtUxXJy0ch73CALRV0v3to6o0ogVYTX8P4wMoF8h7XQACCsMxPdftEAwNvc5ScDgA3zl8uPk+DlP1N5kJoWOPNaR4/PdWn7c/rLafddKds3bJbtG39V/+7YuDnnf2/4VbZv3GypZHU6g/DGLnc0vYBZJIEg847P+XBirpRNsXEgqgs8orOysvIMbdgrd0nZKhVsh4w8y0rhf1TpbxflA/dLDOeP/x/rRRZ7AjCmiBkD/Lp8rekFNVs3iqcKqFS/hn3DGmv4aQBw5PBhFXUMSn8zw5IWg7pL27/0kab9OmkcFZvSRWD7+l9VdAAYBPw0db7s3rrTU9NIBxIL81/iuNKe2uLFmUeABgCZN6ccEQmQAAmQgMXW+IhdYjXSIwESIAESIAESIIEUCfy5b7+MOO82WTNzsdRs3VgufPUuQe5FlmAIwABg9YxFjm/WpG/HfGcAADi6okrQACCvqDECQG4mBw7k5B8uUqSI4+cy0yvSAMDbDGeyAcD+PX8c8/KfOMNSKVSxbnVp0KO1NOzeWsbe/4r8tnqjY7AwADj78ett6+/c9Jvs2LjFwFAgx2gA/fVakPsa6QXKHY0kkGwogHzvugoMAN6+5hFXzd0x601DA4AdP2/JFdLfzqMXhg4xhX+9Ti2kTsdmrvrBysYEIPcxYwCrtArwfs9JFdBFarVp7DtOPwwA1s1dKtPf/EJmvDPesP/la1aRTkMHCpT/FWqf4PsYeQN9BGDIAWOAFUgZMHW+HDnswqJLRO5f+pEULVVcX4fYUkYRoAFARk0nB0MCJEACJGBDgBEAKCIkQAIkQAIkQAK+EtizbZf839k3ydY1P0ufa/8qva88S7IKFvT1nmw8hwANAMY6FgUdUSVoAJAXNw0AcjPJZGWt44ctqSINAFIll3NdpsnUz0tWxZX+dgZsjXq2VXmiG3RvLVWb1o2DfKTn312FlHZqAGA3UzAAUJEDNm45GkEgJ3pALKIAlOReS+FiRXLSDCgjgYqGKQcKFXEWKt+LAcDWtb/kCum/bd0my6Eh+kG9Ts2lbqeccP612jbxioLX2xBAFIaYMcCyb2aZ1oZhbo4xQGdp1Ms6ZVaq0HUZABzc/2c8xL9ZVIkWp3SX9mf3l8Yntk+1u7wuRAS+HzlGPr7jOVc9ogGAK1z5rjINAPLdlHPAJEACJJCvCdAAIF9PPwdPAiRAAiRAAsEQwAH4C2feoA7BETq2ZpsmMuTey6VsleOD6UA+vUt+MQDIp9OblmEzBYA37JmmrPVGQwR5gB/vc7lSkjotx1WtKF2GDZYarRtJzVaNpEiJYk4vzch6UZepg/sP5Cj8J82UHyfOlF2btprOEzx6kdMcXv4NureRYqVLGNZNlwGAEwFDvnbIOwwFVDQBZSBwzFAAz4TXAoXucTAOMIkkUOr449QtUjEAgKJ4/fzltikRMDc5Hv45Cv8azL/tdVo9Xf/n/gOyeNzUHIOA8VPl0AHjVEOFixaR7AFdpNlJndW/To1J7Drn1QAAxkAI8z979ATDW1WodYJ0HHqytDq1l5SrXsmuO/w9QgSmjhojH91OA4AITVnouwoDgD/35UTkclp6XfkXKViokNPqrEcCJEACJEACoSFAA4DQTAU7QgIkQAIkQAKZTWDzinXy7GnXyx87d6uBVm5QUy55+0FtRgB79uxR7ZYsWTKzQboYHQ0AXMBiVUcE3BoANOnTQS4ada+jtvNDpagra3XMkRsPbyf3q9ywljIEqIG/1g2levMGTi7LmDpRlKlfV6yLe/mv/H6e5VzAux9/Dbu3kWrN6zuat/273YfiD0u4aBgAxCIIqGgCP8eiCeQYCuiIIlCoaBEVPQBh+DctM88Z7wj20UolypWOK/vh6V81u56by1k3YAIwuolFB9izzTzfeuPe7VVkABh+xAxHUulqKgYAiKgx/a0vVJj/zSvXG9625eAe0uG8AdKwR5tUusVrIkCABgARmCR2kQRIgARIgARIILQEaAAQ2qlhx0iABEiABEgg8wggp+PTp1wrRw4fVoNDCFgoB0scV9rzYH///XcpUKCAlCpVynNbmdIADQC8zeShQ4dUAwWZskJ5qS78bIqMf/x1ObBnnyuwJzStK416tlGeu/AGLVgo/6YAiaKy1tVkG1SGhzc8u6FwQhhqeED7WbIKZiljgGNGAY3k+NpV/bxlWtuOgkzhmx+TAcgBFNlmBREeGvVqqzz8ofjXsT5I6wT5cHMYASB6wI6fkW7gWCQBZTCwYbPs+z3HINLPAmVwvaPe/fDwr9K4tp+3Y9s+Elgzc3HcGACpHcwK1uw5qQK6SMW61QyrzXh7nKyavijPb38eOCAFsrKkkIEH7eA7L5WS5cvEr1n5/Xyl+J/3yTeG94C3f6ehA6X1Gb21GRH7iJdNeyRAAwCPAHk5CZAACZAACZBAviZAA4B8Pf0cPAmQAAmQAAkET2DV9IXywpk3xm8MpeDwV+8SeKR5KTQAyEvv8b6Xy6alaxxjxSH+FaMfdVw/0yvmd5lCTucFn02WBZ9NkfXzlmmZ7qysrJwQ3uqvjYoEkp9KFJS1Oubj1+Vr42HdV01bKIcP5Rh9GRWE8D+w17lRSf2uLaV+t9ayfu4yJZe7Nm+z7TKUyCpCQMwwoHVDKVUhJwx61EtYZeq31RvjMrDsm9mWmPHtadQTSv/Wao5YvBHY9/venBQDykDgaASBo4YCykjARcqN5J4MvO0iye7fWSrVr+Gtk7w6lAR+Wbomnipg46KVpn3EtzuWKiDxmYUBwPs3PulqbHcveE8KZBXI8fZ/a5xsXfOz4fXw9ofiv363Vq7aZ+VoE6ABQLTnj70nARIgARIgARJILwEaAKSXP+9OAiRAAiRAAvmSwNJJs+SVv90RHzs8ioa9fKcnFvldWQt4ONhXXpbIpfzVdDly5IhrpvCswuF+0/6dpF7nFq6vz6QL8qNMQWkHhT8U/xsXmh/+65pnePvCGADKvzodmwlyV2dyCauy1itzKPjx3oF394rJcwVyZFZKli8rSA3R+MT26t9nh/xTfvlxteMutD6tt/z12Zvj9eENDUOAdfOWxY0CDvyx37a98jUqJxkFNNKW79r25horhEmmoOiPyYGVDOA5x/zDy79h99ZSskJZjUTYlBMCeG6gcJ3w5FtOqsfr3DHrTSlbpYKra1g5mgRgKLJ43FQVHeCnHxaYDqJMlQrS7CREBuis1qFuDQCa9Ouo1qxGBdFbOg49Wdr9pa+UyvD1QTSlxP9e0wDAf8a8AwmQAAmQAAmQQOYSoAFA5s4tR0YCJEACJEACoSaw8PMp8vql98f7mKzUcdv5/KisBaOfps6Pe1nqyuUbY1+0VAnJ7t9JmvbrpP71GqXB7Zymu35+kSnk1o15+v+yZJUpdoT/Rfh2NzmoG/Vqp0IGL/9ujvpDfmurUqtNY2UQAMVgzTaNMy5dQJiUtV6fr0QP79Uzl8iBPeZ516u3bChNjir8kz28n+h3hScDAKNx4F2YaBRg5cmaeH3VpnUTjAIaCtJXhL2kU6YQyh9GH/iD8VksvY8Rs1rtmkrjXu2Ulz/eJSzpJzDnw4ny9jWPuOoIDQBc4cqYyn/s2i2Lx/2gjAEWf/mD6bgKFSksBw/86XncrU7tqRT/9bvS298zzIg3AAOAnZu2uhrFiVedI0VLFXd1DSuTAAmQAAmQAAmQQCYSoAFAJs4qx0QCJEACJEACESEwe/QEeee6x+K97XDeADnr0etS6n1+Udbu+nVrXOGyaPxUOXLY3Mu/RNnSsnfn7455Fi1ZXPZbKPGgmM3u10lFB4DndqaXTJapTcvWKE//hZ9NFivDEYTmbj6wm7QY2E3g5ff0oGtk/fzljqce114w4li0j3VzlsaNAVbPyJsnOLFhyGMsVUCdDs0yIl1AOpW1jifNouKyb2ap9w+8Qa289gsXK5rj5d+nvTQ5sYMgX7hZee706111rVy1yrkiADi5+PDBQzkRAo7+rZu7TKxyXcfaLFS08LG0AUgf0LqRlKte2cktA6sTtEyt/H5e/Bv064p1puNE2gV4+eeE9m8jpStldnSPwCZc441oAKARZj5qCtGllCEAogOMnyr7d5sbf7nBcnydatJp6MnS/pz+UqJcGTeXsi4JkAAJkAAJkAAJkAAJkIABARoAUCxIgARIgARIgATSSuCH/30mH976TLwPXYcPkdPuu8J1nzJZWQtFqfKwnDBDfllqHir7+DpVpXHv9tKodzv17/Nn3CB2StZE0E36dpQh91yuvLuWfDnNMuRrtWb1VGSApv07S/Xm9V3PVxQuyDSZ+nnJKuXpv/CzKQKvf7MCD10o/JsP6iYI155YvBoAJLb1574DsuJoZABEB9iyaoOlWFSsV10pE5H/t2brxpFMFxC0stbrc7Z9/a/y46SZap5Wz1wse7buNG2yUoOacS//el1aer2179fv3b5L1s1bnssoYM828/HFOgRjBkQxqNmqUc6/rRtK8bKlfe+v2Q38lqldm7bGU8vgO3Rw/wHTsdZo2TAe2r9Oh+y0MeGNnRGgAYAzTqxlTWDFlHlxYwBECXJbmp3cVboNP1Wi8N1wOzbWJwESIAESIAESIAESIIF0EqABQDrp894kQAIkQAIkQAKKwLcvfiBj73spTqP3lWfJwNsudkUnk5S1u7fuiHtYIlUC8mublUSFPwwAEksqBgAXjbwn3gTCtS/+cpos+Wqa+tdM8VO2yvEqKgDSBCDke6aUTJCpDQtWCGQIiv/fVv9sOjXw1oa3fvOBXaVY6ZKm9Q7s3ed6eouUKObomu0bNqvoACsm56QL+GPnbsvr6ndtKQ17tJXa7bMjky7Ab2WtI9A2lWIe3qtnLJZ1c5da1m4MY6M+HZSXf/maVXTcPq1tbFu3KU+kgEN/HrTtE969iUYBNVo3kqysLNvrdFTwQ6ZiRmdQ+MNwyKwgTQy8/FVo/x6tBd8ClugQoAFAdOYqKj0d98go+frpt1119+4F70nJ8vT4dwWNlUmABEiABEiABEiABEjAAQEaADiAxCokQAIkQAIkQAL+E5jw5Fsy/rHX4zfqf/350u/68x3fOOrK2rVzflRK/8Xjf7AMrV2+RhVp2q9j3MvfCtDrl97vmF+sYmK49uSLl387WxZ/NU1FBzDLA1+wcCHJ7t85xyCgXycpVsZcmey6cwFfEFWZQnhzhPZHiP9t6zeZUms2oMtRpX83KVysSMB07W+HVAPKIOC7OZbRKNBSqQrHScOebVS+4JptGoc2XYAfylp7ktY1kFt36cQZ8tPU+QKlv9mzjVaOq1ZJefnHlP4Fsgp4vX3or/958U+5IgVYpT5IHEz1Fg1yGQVUbljT01jNDBHsZArvZLuye+tOJQP4BuHPKhVM1aZ1c0L792ordTu1sGuav4eYAAwAEMrdTRly7xVStkoFN5ewbj4iMOPtcfL+jU+6GjENAFzhYmUSIAESIAESIAESIAEScEyABgCOUbEiCZAACZAACZCA3wQ+f+hVmfTce/HbDLr9Yul1xVmObhs1ZS28m1VY/6+ny/yxkwU5qs2KlZe/Izg+VNq46CcVGWDJlz/IhoUrTe+AHPJIFYDoAMjvGqUSJZlaO2uJUvjD099MgZtVMCuu8G8xqJsUCMhDWcecQ/kJY4DY32aL3OO4X9XseipdQK12TUKVLsBOWauDlZM2Vk9fJMu+nS1rZi5Wof2t3j91OzaLK/yrNK7tpPmMroPUFevnLVN/647+i+gVdqVIyWLH0gYcTR9Q9gTnHvMLxk6W/13+gN1tcv1+69SRppEZ1s1ZmvMNmjRTNsxfbtpuoaJFcow+TmwvDXq0kXLVKrnqAyuTAAnkHwI0AMg/c82RkgAJkAAJkAAJkAAJhJ8ADQDCP0fsIQmQAAmQAAnkKwIf//t5+f61T+NjPu3+K6XrhafaMoiCshbh2KFwQUh2q7DKx1WtKPDOboTw2r3b24493RV2bvpNRQVAmoBl38wy7Q5yhCMqAKID1G7XNN3dtr1/2GUKSlwo/KH43/XrVsPxFC5WVJoP6iYtBnaT7JM62445KhWQZzjRIAD53M1KVqGCyhigXucWUrNNk7SmC0iXAcDu33bI0kkzZdX0RbJmxmLZsmqDKa8S5coc8/Lv00GKliweFbFIWz9/37L9qFHA8rhRgF0KC3S2TJUKeYwCipYy5u3VAEAZnU3K8fDH394dv5vyqtywVk5o/97tVFQNFhIgARJwQoAGAE4osQ4JkAAJkAAJkAAJkAAJBEOABgDBcOZdSIAESIAESIAEXBB474b/ysx3xsevOOuxf0qHc0+ybCGMytr9u/9QCpfFX/4gC8ZMlkMHzXNJN+zRRpr07agU/sgnHdUCT22MVxkEfDVN9u3aYzgU5HvNiQzQWf0bxlDiYZQphGmPefpDqWtUkHYBCv/mA7spJV5+KIhCgVQBMApADnurUu1BqeIAACAASURBVK56JWmI6ABHjQEqN/AWmt0N3yANANbOWSorp8w96uW/RPbv3mva1erN68e9/JFCgcU7gS2rNuaJFHDk8BHbhis1qBE3CqiBSAEtG6prUjEAuPC1u+WXJauUwn/t7B9N743oIPj25IT2b2caNcC286xAAiSQrwnQACBfTz8HTwIkQAIkQAIkQAIkEDICNAAI2YSwOyRAAiRAAiRAAjkE3rzyIZn36bdxHEOfu0VaDelliicsytqfF0PZMkOF9UfuaLNSplJ5aXFK98h4+acql6umLVSpAhAd4LfVG02badq3o4oMAGOA0hXLpXo7rdeFRaZWTJ6rPP0XfjZF9ph4upeqUDYnvP+gbtKgW2utHKLW2OFDh5UhQI5BwGzZtGyt5RBqtWsq9To1V5EBarZu7Kv8+WkAAA9vROBASH94+VtFGYmHde/TQZr06eDrmKMmP372F6H2c9IG5Pxrl8oCfSlQoIDUaN1ISpQtrQzKdBWkZIHCH+H9Edof92EhARIgAS8EaADghR6vJQESIAESIAESIAESIAG9BGgAoJcnWyMBEiABEiABEtBE4MiRIzLyonuU8jhWLnzlLtMw5ulS1iIfNJQyi774XuaP+U7gAW9W6ndtKdkndYm8l3+qUwxlF6ICIDrAmllLTJuBEhbGAEgXkM6c4+mSKYCBIhee/gs/myx/mERRKFvleKXwh+IfedpZjAkgPUIsXQCMAnZv3WmKqlipEtKgZxup1bqxL+kCdBsAIK0IjGzWzFysFP9mUSEw4Ir1qitlf5MTO0j9bgzrHobnZf+eP2T93GXxtAEwCti1yTidh47+wrs/FtofBgAsJEACJKCTAAwAvnvpI1dNXjH6UUFUKBYSIAESIAESIAESIAESIAG9BGgAoJcnWyMBEiABEiABEtBI4MDeffLa8LuPhfQuIHLJmw8KwuUnlyCVtfAohmHCgrHfycZF5l7+JSuUlZan9JAmfTsopT/LMQJ7tu06GhngB/WvWWjs8jWrKEMAGAQEnYs6SJkCmR+/nhH39Idi0KiABxT+CPHPUO2pPVGIzBE3CJg817KRSvVrSN2OR6MDtGksTtMFmCnif9/9uxTMKiglSpQwvG+p44+z7A/eiYgIEfPyXzvHPKw7GmrUq600PjHHy79CrRNSA8arAiWwc9NvCUYBy1UaAbP3gV3Hyp5wvHp/xkL7ZxUqaHcJfycBEiABEiABEiABEiABEiABEiABEsgAAjQAyIBJ5BBIgARIgARIIJMJQJH22kV3y7o5S9Uwi5ctJcNfu0fqdMjONWw/lbWHDx5SOZQR1h9K/4MH/jRFDmUhvLKh8D++TtVMnhqtY1syYbqKDABjgN+3bDdsu2jJ4ipFgIoO0L+TFC5WVGsfkhvzU6Zi90JqBHj5I8Q/okkYFXhuQ+EPuarWrL6vY853jR85EjcGgFHALz+utkRQr0tLqYVUATbpAiDHMF5yU26c9JIg/3tyQZ9iHv74d/uGzabNQuEb8/Jv3KeDILc7S/QJ/LpinUwdOUamjhrjajC3Th0pMBpiIQESIAESIAESIAESIAESIAESIAESyF8EaACQv+aboyUBEiABEiCBSBLYtn6TSgcQU85ByTX81bulWvNjylDdytotP22QReOmynx4+S9cacoNBgktB/dQqQno5a9HvNbNXaqMAZAuYNPSNaaNNujeWrL7d1ZGAeWqV9Jz84RWdMtUrOmFX3wvCz+bopT+ZikjTmhSR3n6469Ko1rax8YGjQnA+ARpAmIRAsyMUXB16YrlpHaHbMN0AV4MAGBg9NMPC5TSf82MnND+VqlFYAwV8/KH3LBkJoEFYyfL/y5/wNXgaADgChcrkwAJkAAJkAAJkAAJkAAJkAAJkEDGEKABQMZMJQdCAiRAAiRAAplNAGH3R150t2xd+4saaOlK5aTHJWdImcoV1P/et2+f+rdYsWJ5QMATH3nl7cqSr6YrD394+h/cb+yNjTZqtWuaE9q/Twd6+dtB9fj7tnWblCEADAJWfj/PtLWqTevmRAbo10mqt2zo8a45l+syADhy5Ehc4b/gsyly5PBhw/5Vb9EgrvSvWJf5ubVMosdGYHQEY4AVk3OMAsxSVeA2UL7XatNERQf4c99++ej251zd/eSbh8vWdb8oxf/mletNr4XREd49OUr/9lKsdElX92HlaBKgAUA05429JgESIAESIAESIAESIAESIAESIIF0EKABQDqo854kQAIkQAIkQAIpEUAu5JfPv0P27vjd1fVXj3nS0AAAxgTwwoZiZcOCFaZtFi1VXCn8Y6H9Xd2clbURQB5seFar6ABfTlNKVqMCo5CYMQByX6davBgAHDp46Gho/ymy8PMppl2o1baJUvq3GNRNylWvnGpXeV1ABFZMmZtjEPDdHNm46CfTuyLXOlKH6CrVmtWLe/lDZljyHwEaAOS/OeeISYAESIAESIAESIAESIAESIAESCBVAjQASJUcryMBEiABEiABEkgLgckvfyyf3v1/ru6daADw44TpysMfyhQzBTIar9GqUU5o//6d6eXvinZwlVdMniuLv/xBGQWY5UWHIhZRAZRBQP/OAu/p5LLs29nyv8vuz/PfjxzJ+U8FCuQd05UfPC5Vs+vm+gFRI+DhD6OSxeN/MAVRr3OLo57+XeMRLIKjxjvpIrBn2854qgAYBezatFVX01KwcKFcXv6xSCfabsCGIkeABgCRmzJ2mARIgARIgARIgARIgARIgARIgATSRoAGAGlDzxuTAAmQAAmQAAmkQgC5sf/vrJtcXdp1+Kmyds5S2TB/uel1hYsVUQr/FkdD+7u6ASunncDPS1blRAb4aprlPNfp0Eyy++cYBFSsW131GwYALw+93dUY/jn+eWUAcGDvvpwoEp9NERiXmJWGPdrEw/uXLF/G1b1YORoEfl2+Nm4QAJk6csg41YPZaMrXqCzZJ3VRiv8G3VtHY9DsZWAEaAAQGGreiARIgARIgARIgARIgARIgARIgAQiT4AGAJGfQg6ABEiABEiABPIXgVQMAMwIVWtePye0/8Bu9PLPIDHa9evWuDHA0okzTUdWsV51FRWgdMVyMubeEa4I9Lv+fFk3d6ksmzTL9DoocpE2osXAblK0VAlX7bNytAkgKsVrw+92NYgbJ70klRrUcHUNK+cfAjAA2PnLb64GnH1SZylfs4qra1iZBEiABEiABEiABEiABEiABEiABEgg+gRoABD9OeQISIAESIAESCBfEfBiAFCwUCFpMbh7PLR/vgKXTweLPOyICqCiA3z5g/yxc7evJJqd3FUp/JsP7CqFihbx9V5sPLwEaAAQ3rlhz0iABEiABEiABEiABEiABEiABEiABEgg0wnQACDTZ5jjIwESIAESIIEMI5CKAUDnvw2S7pecIRXrVsswGhyOWwKrZyySxV/mGARsWbXB7eV56mcVKnhU4Q+lfzcpkFXAc5tsIPoEaAAQ/TnkCEiABEiABEiABEiABEiABEiABEiABEggqgRoABDVmWO/SYAESIAESCCfEkjFAODqMU9KzdaN8ykxDtuMwJafNqioALNHT5BNy9a6AoXw/h2HnqxSCLCQQDIBGgBQJkiABEiABEiABEiABEiABEiABEiABEiABNJFgAYA6SLP+5IACZAACZAACaREAAYAW9f+kufaHRs3S8nyZaRw8WJ5fqvSqBYNAFKinT8uWvbtbNm+/lfZu2OX7N3+u/o7Ikfk8OHDCkBWVpYULFhQSpQvIyXLlZXix5WS6s0bSNXsuvkDEEfpmgAMAHZv3enqutptm0qlBjVcXcPKJEACJEACJEACJEACJEACJEACJEACJEACJJBMgAYAlAk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shwArt27ZLJkyfL559/LnPmzJFp06bFR9ypUydp3LixnHTSSXLiiSdKpUqVUqZx4MABmTdvnowfP17dY/HixbJ27VrVXq1atSQ7O1twvwEDBkjr1q2lUKFCKd/LjwsPHz4sy5YtU/2fNGmSzJ8/37f+//HHHzJ9+nT58ssvZcqUKYrb77//roYFNo0aNZJevXrJwIEDpXr16lKgQAE/hpxym0HJVModDMmFQcoUhrx582YZM2aMTJgwQcny3LlzFYnSpUtLq1atpHnz5jJkyBDp3r27FC9ePCSUgu3GkSNH5Ndff5VvvvlGPet4zmOc0BO8o9q0aaOePXAqU6ZMsB0M0d3wnsI3Y+LEiXne6cnvKrzXa9SoIVlZWSEaAbsSZgKx78i3334rs2bNUs/itm3bVJfLly8vLVu2lHbt2knPnj3z/bMY5nlk36JBIOpr9CApR32NHiQr3ssZAaw9sSf++OOPBd+8H3/8Ua3TE793WH8OGjRIOnbsGLo9srNR5q6V+M75/vvvZebMmfFvPM4F8I3v3bu3OoPAvje/rh8hGxs2bFBnNV999ZUsXbo011lNbD0E+ejfv7+0b99eSpYsmcqU8Jp8SCB2FoGzgalTp+Y6H0jcy3Xp0kX69u2br5/FfCgeHLJmAnje1q9fL+PGjVNnTWbncTxnEgn6nFTzVLO5kBLAHg7rqU8++UQWLlxoqGfBt27w4MGedF8hHb5tt2gAYIuIFUggegSwmcQG8tFHH5XRo0fHlctWI4GS8Morr5R//etfUrFiRceD3rp1q4wcOVKeeeaZuMLc7mJsXh988EFldJDuDf+ePXsUo8cff1x9JJyUVPu/bt06ef755+Wll16KH4LY3e+CCy6Qe+65R2rXrm1X1dffg5Qpo4FgkQhF5L333qs+6rECuT333HPlscceC42yNkiZAoctW7Yo+YVsxQxJrIQBB2133nmnnHnmmVK0aFFf5SaVxtesWaPmOfndhUPRESNGSIsWLVJpVszaNWsMh2533HGHXH755aE0mNi/f798+OGH8tBDD+V6d6Hf11xzjdx6661SpEgR16wgv+D81FNPOX6n4yann3664gUjprAZLemSqVGjRsnVV1/t6DlzCh7zhW8oNiLpLn7JVOK48L568skn5f/+7/8cfwehLHjzzTela9eu6Uak7q/7e4TNKt7JL774oifZAp833ngj7esFJ/ON7xDeMVD+6CwwIsH7C0avicaVuEfMGA4Hb5deeqkyNAlL0S1TsXFFfY1uND9m7xCvMhXlNXq6181BfDv8fFb9kin0GeuPu+66S15//XVHQ0h1j+mo8QAqmcmC1a1POeUUue+++5Sxcn4p2FfDAPn++++Xjz76yPGwsR669tpr1TcsUw0BYKh94YUXKiWazjJ06FB1XlWuXDmdzYayLbM1hV1n//GPf8gjjzwSyn2vXd+d/P7DDz/IZZdd5vjMz6xN7GOw1w7bftcJAx11Dh48KJ9++qlgX5zoNBVrG2cBbdu2VYzggJLpBd89GNk8/PDDuc4prcYdO2fK5He50fiDPifNNNnTdaaVaVzwDH7wwQfqDDlmYGs1xlR1X1HnRgOAqM8g+08CSQRw+ImFu1NlYDJAWOS/8MIL0rlzZ0u22Fh88cUXymDAyUs2uTG8dKEswiY2HUpIbLzh6X/LLbcor4RUym233Sb4s9uA43Afyg5s8mMejm7uh83+E088oRRs6dhoBCVTZkzsDs+gQIByqEKFCm6waq8bpEzFOo+N7BVXXKE2X24LDH5w4BYWJUhM8Wz1nCBihlslIN5VWBDeeOONrhTaMZ5/+9vflIGFG8Mot3Phpn7s0BAHymPHjjW8FIcb//3vf10f4KxYsUJw+IPoJKkUyBLeVThkC0OUF50ytW/fPvW9w7dVd8Fm5d///rfuZh2356dMxTqB5xAGK/jup7JmSDej2Dj8+B6BxznnnJPSezx5kuFd2qNHD8dz71dFJxtxGCvgXaGrHDp0SK1/sS6zK6l8S+zaTPV3P2Qq6mt0I5Z+yVTU1+hGrPyQKaP7BPHtSPW5cnKdXzKFe4MNFLvXX3+967Un9sg33XSTWnNEKWLXpk2bVL//97//OcGfq06697quO+zhAijPcC6Ab5UTw22jW+FMAOt8cMu0gkiSiHaQKhszHjjjevfdd5WXeyYXPIe33367vPrqq66HmemMcO4Bg1uv5e9//7syYi1RooTXpiJ5/XfffacccH755RfL/odl7+Yn5FWrVskNN9zgypArsT9nnXWWepdXq1bNz26mve10nJOmfdAaO6DzTEtjt0LRFIx4sV5OZe2Jc+Wnn35aRYDND4UGAPlhljnGfEMACxAoA1NV3sRAwdP2tddekyZNmhiywyErFr133323580ZPLWwiA5SsY3+474333yz5/7/5z//UR8cM2UXvK/wOyxkvRRs8NEGwiEHWYKSKaMxOVno4LowGAAEKVMxVlD0DBs2zPXBYiJrGAFAYWJnxOKnzMW8FHAQZmeM41Zpg83G22+/rbz4vRwkhYET5sBptIdUDAAQknb48OEqPYmXgoNrLMCRbiJdxQ+ZgpLon//8p/LS1l0g+zgkKViwoO6mbdvzU6ZiN8dhNw43cPCW6nOY7kMkP79HOg0AdCvVbQUoqYIThWDsEt19XbBggTqQxLvMrrj9lti1l8rvfslU1NfoySz9lKmor9GTWfklU0byHcS3I5Xnysk1fsoU7q9r7Wm3x3Qy1qDqwGsba0+EXU21pGuvm2p/U7kO6yEYFcMBwWuB4ghr0kzzaEfKiG7dunnFk+d6nGu999570qxZM+1th6VBrCcvvvhiAcNUCg0AnFELw9mTs57qr4UUboiG5ySqTbr3bvpHn7tFPGd43lIxbE9sCRFfEZ0kU1NPpuOc1O+5D6p9P860gup7EPfRsfa0030FMY6g7kEDgKBI8z4kEAABHLDD00BHsVIg4cAMXlvIoe21pGOjgTyMf/3rX1UuNK/lhBNOkHfeecfU4w7hsXQpwk499VSVPqBSpUpeu+34+qBkKrFDbhY6uC4Mm7AgZQpjhnU/DGc+++wzx3NpVhHKWjzPQRrhxPpi56WW3Ge3ShtszDA2zI/Xkg5jpVifnXipJY7PrQEAlNvw2nr22We9YlLXI7cWDgbwfgy6+CVTfhoApOOAxG+Zis27LkVIOhhhDEF8j3QaAKQzAoBThWBMNnQaAECe4fEGxYqT4vZb4qRNp3X8lqmor9ETOfotU1Ffo8dY+S1TiXMS1LfD6fPktp7fMoX+wAjpvPPO8xzVBWsovCeRMi/MRecasnfv3sqINFO9IXXuSyATL7/8slJAZVLxywAgHWdOQc6LDkVIpjNiBADvEgkjL0RHdGLQna69m/dROmtBlzzhbjr3RM56H1ytoM9JgxuZv3fy60zL314H1zoMKmEoqyOK5iWXXKKcVdLpFBcEORoABEGZ9yCBgAjoXITg0GHMmDEqf1NyMTpchBIWXrIIoxILKY6NCDbxeDFbhb5HGDworIIqOg/b0Wd4hWKMRvm2EZr+/PPP1zY0LLphCBBUCUqmYuNZv369ChHtxKo4dk0YDACClCm7MMfIJYboFrVr11aINm7cqEIbPfbYY4Zikw5lbaohd90obbZv367eK++//77huPHcItw9OMH4Ae8rRNl44IEHDDe16cqvjTzWWNiahfs3GpxbA4AZM2bIaaedZhjKD/lokW4A3jhly5ZVnm1O3u2IRNOvX7+gXlUShEzB2AvPl5NDDzcDD/obGIRMxcY/a9Ys+ctf/mJohINoEfgNETqQIzIW6hgbOhg5zZkzR0aPHq0MnfAO0xku3sn8BPU90vX9SNc7CvOF9+w999zjygtG52EX3jeQJafPpptviRNZcVonCJmK+hodLIOSqaiv0cEqCJmKyXeQ3w6nz5TTekHJlJWxIL55WHsiWl/lypUF63lEWkNEPUSrMirIhQ7jzDAfSlophKBQxF4SRgwYw4EDBwQh3rHWNotYmKn5tWE8A2NbrGeSC2QDa3eshxAJAZEFY6weffRR0z0AFHHPPfec4PpMKTDSAQuk0NBZevXqpVIGVq1aVWezoWjLzggSa2yk3Tz55JOlSpUqkpWVpfq9e/dutW77+uuvVZouRJPA2d3xxx8finHp7oSuc61MfUfZ8caZEt45SKPqpOQ3AwCkF8G7Cylaqlevrt7jiMz0zTffqD2SVaTLTHyXx2RE1z431p7V2bsTuQx7nSDOtMLOwEn/rFKR4EwE73v8Cx3Nzp07lW4LegYjxzCsobDm6NOnj5NbR7YODQAiO3XsOAnkJZC8qDVa7DtdhKB1M6VE4uEilEMPPvig2tjHNhPJPbMLVR50Hq3kRYiREgLeNLC6e+GFF1R4PatDZasNZfLhIjb1MJQ4++yz4wtDJxv8GNNbb71VfcyCChUdlExhfPgwQxag8HFTwmgA4KdMrV69WnkWGYVqNwtVj4NPKHHxrBqVDz74QM444ww32D3VTTWyhBulDQ4zsAEzenbNwqriuUd6E7NIKkF72qRqMe3GAAAKfRzEGlnP4uAWh9JG6WBw3bhx41TuciPGkDW8r4IqQchUqmOxCpcItlCeZmdnp9q8q+uCkKlYh6wUIfgW4vs6YMCAtEQfsYMW5PfI7GBEp4Lcbrxefk/Vi1rX+IyMvfANRqQns5Qdbr4lXtgkXhuUTEV9jQ5mQclU1NfoQckU5iTIb4euZy6xnaBkysqg0mztabVGgEH+xx9/LB06dPADi+c2ca4AY9qRI0fmAwId0QAAIABJREFUacsqrOrKlSsFxg1GocrTYZjsGYSDBqyUINhvIy2AUUrBHTt2yDXXXGOY3xaOGjBOrV+/voMeZH4VK2NA7HOwFw7qDCVI2laKEHg24t0Tc9AJsl9hu5eRAUAYzpHCxsmoP9j3w3jpuuuuy/UzzjSxPjA6l8ovBgB4tqBYhJOAmbGeXYQOnNsjRUnjxo2jIA6u+hjk2burjoW0cpjPtMKCzMqg0mrtabVGwDoLqXGLFi0almFq7wcNALQjZYMkkD4CsUUtFiGwFoeSMOZRl9wrJ/mezazrsNnHCxIWxNis2lmdW72g0a+gF96JixAoCB9++GG1cTYKge4kV59VtITY4SIY3Xjjjcr62iy/k93CEKzg4QYlJDxxgyhByRTGYnYw0r17d7nhhhuU1R7GnlyClh8j7kHK1CuvvKIMJZKLXdi+xYsXC/JFGuVHdqMw9ip3ZkpBKATxfJQoUUJ5wBgVp0obeFXhoOehhx7K04xdeNFffvlFkIttwoQJea4N2hPLLAwm3ltghPe8UT/dzOfevXsVd6Nny87gyEr5AGMUhOMuVqyYV5GxvT4ImbLthEUFK2OUoDcbQchUDIXZgWQUwhoH+T2KugGA0YEq1qF4R0E5ceaZZxo+HToMAHAgiXUWPGcSC97hME4aNGiQp2+Jl+c++dqgZCrqa3RwC0qmor5GD0qmMCdBfjt0PnextoKQKaw94eWHeyUXuzRuVusEtIcUJ+lI1WU3FwsWLFB70xUrVuSpapc6y2w/k6meWFgT9ezZMw+nBg0aKOP3Fi1amOI2M2ABKxxod+rUyW6qMv53K2OUsBvSeJkcK2Pb/BLW2Ck/GgA4JZW3nlFqGxixI3c9ziOMUsNmugEAvmEw0MP4nSjuEWXDbE8E4k7PuVKfxfRcGeQ5aXpGqO+uYT/T0jdSby1ZnWtbnS9YrRPsztK99TgcV9MAIBzzwF6QgBYCCJOLzTYU2naLEByawrrsX//6l+m93SiR7Abw7rvvyrnnnmtYLWgFLjwtoJzq3LmzUqTaWXlZeVzHBmS2YEO4TFjKwhsW97M7vLFbGAbNKkiZSj7IRBitO++8Uy2U4ZkNgxQjb76gmRgJcVAyBU/rq666ytALxC4cltUBQZcuXeStt95SYSf9Lsn9wOEVnke8iypWrKiUOWZpM5xujOARCoUQ5De52Cm1rTzig+SEficfuCdGXMEYERLdaMPt5t1tlS/aLjS9lUy56YNXmQtCplLto13I16DDjQUhU2CFyDYwEMQ6I7ncdtttSkli5OmWKmfd1wX5Pco0AwAo3zG/SK9ilctXhwEAIjXhe5HoRYqDfnhEwssPqUuMitNviU65ClKm3PY7TGt09D35kN4vmYr6Gj1ImQrq2+FWdp3WD0Kmfv75Z7UuQ7jf5PLEE0+ofYxZ+e2339S6FZGVkkvQxt9OmaKe2bvDiVLbyiPejpebPoalrtn+xkloeqtvaTq+Z2FhmtgPq+gbQRtwB8ln9uzZMnjw4Dxp3KCcxVrIyrAkyH6G4V40AEhtFsxSTOB88+KLL1aOE/nRAMAtTUS+wXk4ntmw7E3cjiGV+kGdk6bSt7BdE+YzrTCxgk7AyGHMyVmt1Vlz0OmWg2ZKA4CgifN+JBAiAmaW6LEu6lTgWG1cw6DAtZoWKw/Z2HW6Nt9Lly5V6QEWLlxo2KWws/IiU8j5h5C9yPuMMFrYUMSiJVgpGsPOxGgiU5Upq8MyJ8oUs8VSkB4kULBDOYQ/bBgRjrFOnTpx4xgdBgBeOX311VfSv3//PFMXJCfcPPY+gDIVzwSMYWJRXawU927e3Vbt2IXxt3ouMa/4szN60vFJDEKmUu3nrFmzlHecUb4xRHKA9wBybgZVgpApjMUsXHRUvLCC/B5F3QDg9ddfl2HDhskpp5yinvk2bdrEU0L5aQAAb1uE6oNBSWKBMRnSmuDZC5MBQJAy5fZ9ErY1erpkyo5b2NboQcpUUN8OuzlI9fcgZArPEXJsJ6dFwtrxiy++ULlIzYpV5Kowh3k3y6ntZG9mZdQcZBSpVGXK7XVm+xsn82v2js7ksNFu+JopKGNtBJ3qzk3fvdY1CxcddIQxr+MI4noaAKRG2SiiG75nOHvC983MISHTIwC4pWl15oK2dJ0nu+1X2Oqnek4atnGk0p8wn2mlMh4/rvHqgGQVucru7NOP8QTZJg0AgqTNe5FAyAhYHfihq3aesm6GY5V7ER4Pzz33nG0qATf301nX6iOD+zjxcnDaHyvFJdoIOysvMoUFz/Lly6VSpUp5FGKZZgCQqkyZGVg4VUybKbYhW04MCJzKsV09pLvYt2+f1KhRI64oil2jwwBg2rRpSoFvlJv+22+/lR49elh20WphGCQnpCBBWNWaNWvmySmnywDA6gAWG3q8m81SjlilSwj6sM1vmbKTaaPfrcIBoz7SLsDQKcgShExhPGbvmrB/w2JzEeT3KOoGAEgFsnnzZmXIlRzVwU8DALyn4UmTmNYm0eMtbB6TQcqU23dK2Nbo6ZIpO25hW6MHKVNBfTvs5iDV34OQqZiRQXIfnSh4cY2ZkS5+C6NiAOt4GFw9//zzeaYFEfaeeuopldbLrFgZPTgxIEhVFtJ1ndUe7PPPP1fGI2bFLF1COgxJ08XP6r5W4YD79u0reDZhgJppxWoPh9QQ/fr1y7QhexoPDQDc44P39tVXX62eocQSS/Gybds2GgA4xGpmHI/LdZ4nO+xOaKulek4a2gG57FgYz7RcDsHX6jHjZ6M0qE4U+FbRutw4Ufk6SJ8apwGAT2DZLAlEgYCdt7aTF6iTcdopQcKc2xDjs7NCdHqw44SVnXdR2D0i/JKpTDMASFWmzA4HneYsioLFow4DAK+KH6sNWljCkuoyALBKeQDDEqQBOO+88/J48uM6KLAvvfTSPK+2mFcAQoCHoeiQqVTGYaUs6tixo7z99ttKaRqWokumMJ6HHnooj2c2/nuQkSH84qr7exR1AwArzn4ZAJjNAdatN910kwr/7/U74Jf8GLWrW6bc9D1qa3S/ZMoJsyit0YOUKZ3fDifzoLuODpnSocy2UhAjlPc555yje+ie2vPqhYWbm3kvOwnj6qnzabjYak04ZMgQZQBSuXLlPD3buHGjcgCYNGlSnt+efPJJgad3ENG20oDM0S3NogHFLn788cdV+o1MZGQWUpyRIYxFhwYAjh6pXJWM9tCnnnqqvPTSS8ppx+r7zwgAuXl//fXXAqMtIweVAQMGqBSfxx9/vPtJyrArUj0nzTAMhsNJ15lWmNh6ddSyMpwbNGiQeg6DjM4ZJFsaAARJm/cigZARsPI0QFd15UCBdxYUSPPnz89DAAqmoHMgu50GKysxtKUzN6PV4Q/uFRbloxlDv2QqyINMt/KRSv1UZcos1Ca8G9566y2pWLGiZXesDp/CopjTsbC1Osx18l6LwmZW54G7Vd5MvKMRThuK/qJFiyr5gvIf7+3rr7/eMLR9zCsgLIdtOmTK7XMORjjYhnecUQnjgaQumbJ6XwcZQcPtnDmtr/t7RAMAp+SP1YNnG9ZeiYdoyYZHNABwxjVqa3QdylpnZPLWitIaXfd7yoqZrm9HqvPi9TodMmXF24k3PMZg1Y9Ro0aptFlhKlZjdro3NlufOTVsDhMPu74gTD0M1J5++mnDqohchqgJjRs3jv8OTzesI3EgnVx69+6t/nu1atXsbp3Rv69evVqdM02fPj3POMNobKtzMszeGZkYQUMHNxoAuKNoZHyEcwG8d2C0hBKFMxN3o/an9p49e5QhEgwnjMq///1vZSQPA+b8XlI9J80P3NJxphU2rlZrZSeRXq3Wrk7P1MPGxGl/aADglBTrkUCGEbALraNrw4SFIxY777//viHBKIRZMcvpGBuQLkWOlScu7hX23Ml+ylSQB5lBPOqpyJQOBlYhk8LyLOpY2Fp56cGjHWO1KlabWbzP/vOf/0iRIkWCEBXTe+g8cLfLnYlOIL/3Pffcow4mX3jhBfX/G1mwI0oJ8nKXLFkyrXwSb65DptwOxio9AsKU45uYnZ3ttllf6+uSKat2YmGMETJ+4sSJMn78eGUcOHfuXDW28uXLS/v27VWuZHhJNG3aNE+aEF8hOGhcx7s48TY0AHAAPaEKvmN4h8MIKbEkGx7RAMCeaxTX6DqUtfZk8taI2hpd93sq1TVTWNaWVv3XIVM6vp9Wa9cwelIm5qpN5turVy/B2qtq1aqWj5vZ+gx73jFjxgii7GVSmTVrljJeQ6Qxo4I10B133KGMbpEC7OabbxYYvCWXWrVqCYxCevbsmUl4UhqLWXoENJbpSjWz5yf23i1cuLBaX48bN04ZGM2cOVMQsh2ldevWAkObgQMHCgwGypQpkxL/KF1EAwDns4XIGnA8gtFSYoEh2jPPPBOXFxoA2DPFOQuMu+6//37Ds5NMNHizp2JeI5VzUi/3i9K16TjTChsfrwys1q6Z/izSACBs0sz+kEBABIxypybe2suGCXkiN23apA5nkT8ah9tGBUYGr732mkAZEtaCscAaE2FljYpORY5ViD/c+8ILL5Rnn302VIq1RCZ+ylSQB5l+y2KqMmUVDstpuCIdB5R+8/G6qEP/rEL4O3mOosBJdx+RbwwHRoiQYFZg9Y8oE6tWrTKscskllyjjCBxghqnokCm347E6kES4VhhJxCIquG3br/q6ZMrq+cOBNQ4g8a+RAUny2GAEgO9vokecX+N32q7u75GZAQBCuCL3ZqKiAM9gq1atpF69eurAFkoWhAwOS7SNZIY6FGuJbZqlHkkMRxqrTwMAY4mO+hpdt0w5fe6jtkbX/Z6y4qTr2+F0LnTX0yFTVga2TtO3WUXpCqMBAObBLIS/0wh/6Vif6ZYfN+3hG4b0T5dffrnlGqhGjRoCj9GYsjbxHlD+wxAXIaPD+u13w8RLXStj27A7TngZd+xas+cPKSP69OmjzuGw5rYrkCkYm1x00UWh25vY9d3N70YGANizIh3b7NmzczXVqFEjqV+/vuC8EuttrL3TbfzvZqxe6xqd6+GZQjqaHj16xJunAYAxabzrd+zYIdOmTVPKfxi8GxWrdIte5zCK16d6ThrFsabS5/y2ZjJi9Prrr8uwYcPy/IRnCQaTnTp1skVrFlWXBgC26FiBBEggagTsvD2h1MbirkWLFrZD+/zzz1VeOqMNqtXF8CaFVWmDBg1s75HOCnaW+rfddpvyhC1UqJCnbmKRiJCA1113nenicPTo0YLwgGEsOmXKaHxBHmT6zTdVmdJxwGrVhtMQpX7z0bGwtcrthM0rwpCfeOKJhkM5fPiwTJgwQT2LCI2cXMLizaZDHpLHBsMtWPobhRq1mncsuHEdwpQWL17cbxFx3b4OmXJz0+3bt8vFF1+cx0MZbTg9FHdzP111dcmUlRIjlb7iEA7e3YkHTqm0o+sa3d8jr7wQ+hYHt1izhU0ZoEOxljhva9askfPPP195ssVKcjjS2H+nAYBIJq7RdcuUk/dCFNfout9TVpx0fTuczIUfdXTIlA7lfRTSdCXzt0qLAaNQKCjNIkLBaAIGfshjb1RiEYP8mPN0tol9xgcffCA33nijaSQAs/4hOhLOC9q0aZPOIYTm3h9++KGceeaZhv1xYvAdmoGk2BEzJUaKzcm1116r0r6FKYpbqmMxus4LL+xFrr76auWQk6l8YszMzvWwz4d8JBqw0wBAZP369TJ8+HD5+uuvXYkrZOqhhx6S0047LXT7N1cD0Vg51XNSjV0IdVNBn2mFEYYO5b1ZG3C+eO+990LleKJzDhgBQCdNtkUCESGAsLs4QIXVtNni+JZbbnGk1HazkMYhLayRoUBD3rqweT8ms7DL1QQLMVjx64hgYJWDFf2yO0RJt+jplCmjsQR5kOknSy8ypeOA1aqNsOQL1LGwtcu/jg0XFGbYcJUrV07ltI9ZaT///PMyduxYUzHIZAMADBrPGtIkIEydE8OuSpUqCbzdEYUibMrH2CTqkCk37wWj/OSx6+HRDl6Qu7AVHe8YjAleIwhxi/C1ukpyfndd7abSju7vkVcDAIwBHkwwqhw6dKijtVsq407lGh2Ktdh9zbxCksORxurTAEAkE9foOmXKqUxHcY2u+z1lxUrXt8PpfOiup0Om/DYACMvaM5m9Vf511MX7+YYbblB7ZRjLHzhwQNatW6f2z1gLmYXCx7WZagAQYzhv3jwVot5qz5HIGw4X8CQN4/pR9zPppD1ESIJCFt6ARgVGFmeccYaTpiJZByHaIT9QIOosMMhBpLKw7um8jNXNmsjsPtjHwbAJURMytRjtY80cxGgAIMoouVu3bo7FAVElcBYPA+4KFSo4vi7TK3o5J810NrHxBX2mFUaufhoAZPrakwYAYZRo9okEfCRgF+YZSpyXX35ZqlSp4qgXbhfSULxB0YjFc+fOnUNrBOAkRB+8ZHHY7nWDhMUOvGeheDQqOg0NHE2qy0q6Zcro9kEeZLocvuPqXmVKxwFrfjEAwKQsXrxYzjrrLEMvfseTZlAxLIewOuTBjAOeN3hcm0UkSb4uMWdpGL0igtws4X3+j3/8Q0aOHGmIF99XRAcIY9ElU24PQpyygKcgvpUFCxZ0eokv9XR/j3QYAGCgYQwjqUOxFptEI68Qo3Cksfo0AHBnAABuUVij65QpJy+IqK7Rdb+nrFjp+nY4mQ8/6uiQqfxqAAAlJCLh4TxAd8l0AwDsC5cuXSpIEfHNN984wocIiuCN/O1ezx8c3TDEleBti/Mko3RSffv2VYYBWCNkarF6x3sZcyaHQHZ7bmnGcciQIfLiiy+qFFyZVhDFDmcd77//fq6hme3BaADg3gAA5yZwioMjCs7FaQQgyhnHLj2OrrP3KD+zQZ5phZUTDQBSnxkaAKTOjleSQOQIwHsK+ZlhLWxUYMmKvLw9e/Z0PDYvC+n27dursH8wBAjbJtbO2webdeRw9qrswmIHH3JY9RuVMB7oJ/bTD5ky4hDkQaZj4XdZ0atM6ThgtWoDxj9YWKfbs0TXwhaHkvCIhcJQZ7nrrrsEf+l+Z+mQh2QueB/NnTtXbr31VpVDy23BweSjjz4aurBZumTKCY8ZM2aoDb1RhB1Y/GNzi1yTYSy6ZMrOAAAHH/jmIdco0gAhbQS+JXhHwpMJjIxKly5d5K233kq7143u75FVDlu3chK2g1sdijUwMGMOLzWsxYwiStEAwL0BQKK8hXWNrkumnDxbUV6j635PWfHS9e1wMid+1NEhU34bAGDf+fjjj0uxYsX8QOCpTUT7wTd9+vTpntpJvDjTw7DCsOiFF16Qe++911CBbQUSayhch9RtYY+mqE0gkhpCiHLs75AOwajgWfnnP/+Z9r2aX+O3Whcl3rN79+5y+eWXS79+/ZSSMSsrS6Dg/eijj5QMmUXgwP4Z/DKtIOoInhsdJSxGyTrGktiG0Z7Zav9KAwD3BgCJvPk+z6Hh9ZxU93MQ1vaCPNMKKwM/DQCge8EZaKdOncI6fE/9ogGAJ3y8mASiQ8CJVV0qIb9SzS8aI4dFz3PPPSfnnHNOaDZpdh7tOkMRf/vttzJs2DDTDZhRrq2wSJ1fMmU0viAPMv3gq0OmdByw6mjDDz52G8/Y7269gew891IZCw5MzIyoUmkv1Wt0zyUUsNhUXH/99aah/+FJY5Y6JjYOHBLgnd62bdtUh6b9uqA2S3YHkpAbGI+k24PdDLAumbJSpiDcIQ7NateubdgNu5Cu+Gb26NFDu4y4adCP79Hu3bsF8oOCA9qyZcuqf1HwrQUXKJhgpAVDTSOPt9gYwiRnOhRrGNcnn3yiFEyJ44bR6ujRo6Vdu3aG00cDAJFMXKPrkiknz3yU1+h+vKf8/nY4mRM/6uiQKb8NAMKy9jTjb/esuJ23sBmzue2/VX0oXaFchRLWqOAAGoaRmzdvtrzt3XffrZTgqJvfipWxLUKVw3s5Ozs7o7FYveOxPkIqN0TCMzMSsUpXBiU50k2UKFEioxhir4t15OHDh9W4ML7E5wcpSvDcTZo0SZ555hmZOXOm6fgzUc7WrFmjQtPjm5hYrM6IaQAgsn79ehk+fLggKkmq5dprr5UHHnjAs3NZqvdP53U6zknT2f8g7x3UmVaQY3J7Lz8NADJ57QnONABwK22sTwIRJIDDYyxk4W1nZumry6MdeBIPq3Foi3zSVrmksUnBxwyK9XQXbAqQGxxW+UYllSgJZmNatGiRskI285gIc3ixoGUqyINM3TKoS6ZgsQ8FyGeffZaniwgfhmfILoSYLgWfbkaJ7ele2EKphrDrd955p6Oc9giBjBDt8IQ38kTG+wyh8dJddM4lDkTgLXPLLbcYDgtM8DvkbNq0afLwww9b5izVaSSlg7NumTLrk1XaiSgcFOmSKa/KlK+++kr69+9viDkMz186v0f49k6dOlWuuuoqmT9/viGjMIW+9SoLGCC+fXgnJytLbrvtNhUKGXmljQoNAIzfVFFeo2NEOmTKyXclymt0jC/I95Sub4eTefGjjg6ZWrlypZx77rkye/bsPF10mjpKhxGBH3yctolw9jfeeKPjnPYwCEQUQERySS69evVS+5qqVas6vX0k6sHLEYois70/zmOg2IcB4KuvvqoiN1qdoaTivBEJUBadtEs7ESYjSD9Ze33H43wCa0kYluaX58/NfIAPDJbxDJqVMKd1czNW1MXa8L///a/A+Six9O7dW8lItWrVDJukAYA5aTyjmzZtknHjxslrr71maVCCVhDRDI4YYXUUcCtTTurrOid1cq9MqBPUmVaYWSFaJM4AjIpTZzEdRgRhZmTWNxoARHHW2GcScEnAziof1sGwcvUrj9WqVavkhhtuMLV0x3AuvPBCefbZZ9Nq9WjnLawzWoHdAQAUaAhTBsVbGEvQMuV1k5suhjplSgcDq00awr5jMZTuTYdfC1t40I4fP155ROKQEopsFHjatGrVSrp166aUjvBgR4F3DvL7JZd33nlHRSxJd9F54I4xXXrppYZexfg+4EAgcePvxKgiTNFL/JKpRBnAgSQ27mYbEqtQ5emWpdj9dckUFCCDBw82jBbxxhtvyNChQy2HbKVICYMXpI53sdc5t5JpROoYM2ZMKKJw6FCsoY2TTz451/vJiYU+DQCcSVlU1uix0eiQKTsyUV+jY3xBvqd0fTvs5sWv33XIlA4GVgYAYTB+c8IfnrVLlixRe36ss2EYGXM+wJ4Wueuh3B84cKBUr15dGbRh/Z1cwpKWzMmYndbZsmWLMiA28vzHGQPOYmBEEov+g3btjCrsIuE47VuU6lk9J1j/fPzxx9KhQ4coDSmlvsJbHYbb2KMlF6eOAWaKFCdrrJQ6HbGLEA3gkksukU8//dSw5zgrgIFAkSJFIjayvN397bfflKMJlNWJxW7fRgMAZ1OPM0Gk1kCqRLMoblFwFnA2Wme1dJ6TOrtj9GsFcaYVdko6GJgZAGSq8WlsTmkAEHbpZv9IwCMBHMTDujfdXuYbN25Ui0pEIjAqyAOMUK4tWrTwOOLULsdBGZQ3sLo3KlAS4vAF3gpec3/jIARzYuTJjXtDAQkrUSwCw1jSIVNBHmTqYq5bpvbt26essp9//vk8XYTHJ3JjV6xY0bL7YVesofM6FnVe59BsMxsmxZqOw2Zwsno3W0UhgacADgmuuOIKw8gyYdrEBiFTq1evVt8Ho28tvh848O3Tp49X0fT1el0yZXU4a3eQhAGG/TApDN+jn3/+WRlSfPPNN4YyEYZUCeiYDsWa1fOr44GAkROMvcqVK6ejuZTaSLdMhX2NnghVh0xZTVLU1+ixsQUpU7q+HSk9PBou0iFTVlG6nIbThsIchqhGygEn304NKAJvwuz9nkmKNUDFmhnewjC2TS52ZwyIAABF70svvWQ4P/nF4z3G0chLOQYmDA4lQT5EZkoMpwYAZs8fDQCOzSLWh5dffrnhtDp9twcpE6ney2rvlmqbidflR2OlZG6IuIhUgIgsYVaiYuznVSZ0n5N67U9Urg/iTCvsLN59911lLGlUnJx/WJ2pO/12hp2RWf9oABDVmWO/ScABgbB5sFgtoDGcdHnW2oW/xsYcm2scRpiFmnUwHaqKXY4jeEeMGDEi7TmOzcaTLpkK8iDT6Vxa1fNLpryGK4Inydlnny0LFy7M0/2wHC6GYWFrxilMVqG6DtzNeDvxosGB5tNPPy3XXXed4eMQlk1sEDKFiC04CDIqp59+uorokk4Fo5P3mi6ZsjI0gvcDvqVWhQYA9rNl9U3E1WF5n+tQrPltABAGw64wrHHCukZPfhp0yJTZExb1NXriuIKUKV3fDvs3nz81dMiUDt7fffed9OzZ03CQTsOa+kPIn1axhkQaF/wll7CsH3WN3My7Fu07iRBllpsb14dpb6KLl1k7v/zyi1xwwQUyYcIEwyoffPCBnHHGGX53IzTtm3nwd+nSRTkGQOlqVWgAYD+VVt+HTFIW+W0AANJO9oD2MxLtGgsWLJC//OUvsmLFCsOBIA0M0i4WK1Ys2gO16L1f56QZCyxhYEGcaYWdo9c1+969e+Xaa69VRpnJxWnKrrAzMusfDQCiOnPsNwnYEMAiDjlT8YI0KunwMrc62EAf03FgjQUILMmhWDULx4TQXvC81qH8v/rqq+X99983nBNs0kaNGmV6+JNuoU+nTOk4WAuKn58y9frrr8uwYcPyDAVGKl9++aV06tTJcphmz6DT64NgGIaF7YcffihnnnlmqBeFOg7crcJHImLLc889p1IkWJUo5Kz1W6bsDiSjkiNSh0xBVqzagecD/qwi6dAAwP5Na2cAgO9Bv3797BvyuYbXTTq657cBAO6RbuVaGNY4YVyjG4mnDpkyahfK/yiv0ZPHFKRM6fp2+Pw6Mm1eh0xZKbPbtm2rjNzr169vOUSzNb7T69PFL9X7ImoCziqSQ+Jj3fnFF18I0uE288o+AAAXlElEQVRlSrFKjeTkew35euCBB5RDQnLJT97aVsa2iIaHZwhGffmlmK2PmjdvLu+99540btzYEgUNAOwlxer74HSvbH+X9NcIwgAgDGnc0k0aqWD++te/mhoxZboC0s9z0nTPbRD39/tMK4gxeL2HlUMbomsgra1VsXoGnVzvtf/pvJ4GAOmkz3uTgE8EEMoTIeY/+eQTwzukQ/mPjlgtoPF70AYAyFMI62hYWvqt/Ef7N998s7zwwguGcxJ25X+6ZSrIg0wvj6XfMmV1QO8kgoaZh59TTwEvbJxem+6FLfLb33TTTcqzPbmESZGr48Ad7yV8K/73v//lGavTDWjYlbUYmN8yZWYwgnvje/v2229LnTp1nD4CaaunQ6bQeSvLaieHZQjBjcMR5AZOLmHwCgzD98jq2QWzdCu0Y/OmQ7HmtwEAIwDkzFbY1uhmL0IdMpXcdtTX6EasgnxP6fp2pOvjp0umvBjpHjp0SCl34dGbXOAtiPVn2bJl04XIl/vOmDFDTjvtNIERZWLJREXuV199pdI7GBWn3+v8rqw1MxiJMYXXLCJMeU3V6Iuw+9So1bmAE8MSOMFcf/31eXqXn6JK2E2N1bPrdK9sd48w/B6EAQAjAFgbyUMOMkmmkuXa73PSMDxHfvfB7zMtv/uvo30rBb6TCBpWUTigPzv11FN1dDOUbdAAIJTTwk6RQOoE7MJXQhmBQ4RmzZqlfpMUr7TK14Img3zhwpIeShnk9DJT/sMCDJuiokWLpjjinMv27NmjFIpGudvxO5T/r776qvTu3TuUm9YwyFSQB5mpTnYQMmUVWhvWjohkUbBgQcMhWDEM02Yj3QtbHKYgr1TygWTYPGx0HLjraMNqER4WS38/ZQoHknh+zCK7RCk3qw55iL18zMKSOjGIgDLm5JNPNvw2O8ntluo73Ol1YfgerV69Ws477zyZPn16nm6HyVtUh2IN3z3k9TWLaOV03szqnXXWWQLjuHSm6AiDTIVpjW41pzpkKrH9qK/RzVgFKVM6vx1en+dUrtclU9OmTVNKXqN9pZ3xmlWIeKztb7/99lDuEVPhjWus5DMTx6tjHWpmYBK2/UmqMmF3Hc6JYERq9Hw1adJErcOzs7Ptmsmo363OBewMIqyewUzKbe9lwnG2AyMJRAI1KpnkLQp5uO222+TJJ5/0gsz0Wpx3jh49Wtq1a+dL+1Fp1OqZxRhgxITos0WKFInKkBz1M4hzUkcdiXglHWuJiCOQffv2qXeykW7FifFafjampAFA1KWf/SeBBAJQxOBlaOTNiWo4eEdIZxwOB11wwIYFzUsvvWR46wYNGqhFYYsWLXzvGhYgCDcI5T48DY3K3XffrZT2xYsX99QfjBubA/wZFSyGERVgwIABoTzYCYtMBXmQmcqEByVTkKd//OMfMnLkyDzdtFOswdoRiu0ff/wxz7Vh8mxP58LWytgFm2LkKfWaCiQV+TK6RseBu9Vz5dQDy8yDC322O/DWxcKuHT9l6uuvv5bTTz/d8EAyaocdOmQqNhdWHjNWOVoRGhApAoy+mU42dXayoOP3dH+P8L1BhJLrrrvOcDhQlj/77LNSsmRJHcP11IYuxVoqnbC6t1OPy1Tum8o16ZapMK3R7fjplKmor9GtWAUpUzq/HXbz78fvumTKKh0Q1gkIX25maARvXXj6Jys3EQ4fe9Y+ffr4MfS0tGmlCIAiFxHNgjgPCHLwVjLmZA9mFZ0sLGsjP3la7X9xX5x/IUWCV6cNP8fgR9tW0aDs3jlW5wJh2b/5wcxNm2vWrJHzzz/f0AA1E9/NbtjE6kYhEmAq4/LjGnz7cCYBQyazkonPXlDnpH7MWdja9PNMK2xjteqPVTogq3OmXbt2qXRvMKhMLmE6P/FrLmgA4BdZtksCAROwOjRHV2AdDkVz586dPfcMB8tjx46Va6+9VrDptFOSY9M6YsQI5b1g5m0f5AvXasMDOFD04c/r4TkWO9jUX3rppYbMoRxCKCxs0MIYri5ImbITyiAPMu36YvR7UDKFe1steGAxjEOQZCW1lYebneFAKjy8XKNzYbt7925lQe3EihrGQDBSSs5FirGEUZGr48DdKmctxm0mT7H5tQqbjLDaH3/8sXTo0MGLOGi5VqdMJXbI6kAW9a655hp55JFHInMgqUOmYnyswvgPGjRIfRurVKmSZ37h4T9s2DBD47ywRFPQ+T2aN2+eSsOBP6wF7NZTCJ+I3Miob2bAaLXx1fJAuWhEl2LNxS3jVfOrAUDU1+h2c61LpqK+RrfjpPM9ZXcvnd8Ou3v58bsumUIYfxiKwoM9uUBZhIN9RG5J3vNZGZ/aKfH84OG2TewXIW+lSpWy3c+iLtZkMMLftm1bnltlqiLXKmetXWpGvKsmTZokF110keF3P2prTbfyhfpWxsZh2m+kMjav15iF8Ue7cAoaOnRonufS6lwgE6MpHDhwQBkX4117xx13qLRsdmdvcILB2aWZ81IU3s1eZcvJ9fnVAAD7N5zxQpl/zjnnSKVKlSxx4T2O1HbYv82fP9+wbiY+exhokOekTmQ2ynX8OtOKGpPFixcLIvgZObYNGTJERfarXLlyrmHZRaEI0/mJX/NBAwC/yLJdEgiYgF95m2655RaBN3zMojr5QAmKMeRJOeOMM6R58+bKsyErK0vwgt2xY4fMmTNHhZKCwYBZwaEIvP/NcuPpRIl+wUIcigSdpVGjRupAIzG6glU4Ry/3xkbumWee8T1cbVAyFWOBzRkOzsyiJbhlhgMVbHwRXcLPEqRMYRx21ujIfQTLxqpVq6rn8KeffpL777/f0NIR7eH5xOGR3UZYJ8PPP/9cbZiMDv/c3gfvDxgYIbpBYtm5c6cghOHEiRMFCkdE2YABFJSOMSUbZG7jxo0qbCTCSJkp1KDExWGlWXoFt312Wh9Wqoj4YBbVxWk7sXo4rMCCuGLFivFLrTzYUemCCy5QRiV4jmLcwHbWrFmW7/agw2oHIVPJvK0OJMPqGRKETIGTlSIEv+N7DyVJq1atlIEOUinA+AZpI4yew6C9AoP6HiVu5LGegqcR1lRYU5QpU0a9l2PrKRwYvfbaa4qTmTFl0M8d5hKHYHj/Ys2go+h634bNACAImYr6Gj0mP0HIVNTX6GAVhEzF5iSob4eOd4hRG0HIFO6LtRE8+Y2+Y+XLl1fKJxi9Y78MZfjcuXPVd89on4x1BNZ/OMwMc/n0009VH7Hvwnr7xBNPlMaNGxueCSASoZGhLcYX1L4tHSztPNjxzb/55pvllFNOkQoVKqizFMjHhg0bVESERx991HDPFBUZ8cLcztg2SCcSL+Pw61orRQjk484775Thw4cL3j9Ym0NhgjRdSIVpVMIW8U4Ht2QlNZ4zGGP16NFDKW5jjgKxcwG80+BwsXDhQsPb54fnzin3/GoAkLh/gzwgSg/2YMkyhXU5zuJGjRqlzmDM9m/gnYnPXtDnpE7lNsz10nGmFWYeRn3DugAGWkh1Y1Twjse3r3Xr1soxDudMiKCLM3Gj8+d0nJ+kgzkNANJBnfckAR8IWB10erldly5d5K233lIesChWHiWp3ifIxY4f/Y+NG9788CCOFb8U6LB0HzNmjO+pHIKSqRgvqw1EqrKFQxNY5fpZgpQpjMPOa83NWM0sJN20kUpdKP6wKNNVYPSABWCxYsXiTeqSJyOlua5+27Wj+x2CDSrCzHbq1Cl+a7sc9nZ9NPo9SKOu2P2DkKnEsdopuMPqGRKETPnxDQzaUEnX+yNRZoy+R1aW/G6fPazT0F7Xrl3dXuqpvs4xoCNQIEHpZRYq22lnw2YAEIRM+bEeCXKNHpvbIGRK97sw1veg1ui4XxAy5cf7HG0arUecPtup1AtCptAvu+hpbvqOtS0MorxGpHNzz1Tq6mBrZsybSn/Ceo1VDvtU+wwjXTgFwGAwU4uVghtjzg9ee1Zzi/0I3hP4VnstWD++8cYbUrt2ba9Nhep63d9KGOeDuV3UrlBB8KkzNADQA7Z3795q71OtWjU9DYakFT/2JbGhJZ+9h2TInrsR9JmW5w6nqQG7yBJOu4XzExjo9OzZ0+klka1HA4DITh07TgK5CfilrEXqgHfffVd5o6FgkwHveVgO6yhXXHGFPPzww+ogKIji5yIEHhyJkQX8OlwEpyDy1wYlU7F51705Q7vYxCJigp8lSJmKjcMqdJ/TseLZRli79u3bO71EWz3dC9vLLrtMEAIxcSOuQ55gDYqDteQQUtpA2DT0/+3dz8sNXxwH8FmxtPMHIKUoZKuEUso/YCulbKSwUfgXZM0fwJaIEOX3zxQLbFDK0h+gb++pq+t+n+eZuc+998zc+7ymbDxz75x5nXPPnDnzmc+ZRR+yVN+xUtr11Zxr09IBq/nOps+UaFPDZWiqmzZrujad0yz+3lTu1RxzuetRU6q1tsfKckPJ3FPyIcg0+o/R81vqepTx1Wj2krYuw/vl5jXLPCXTSclsLinDNB7+DJ/LoUOH6u/MW5CTbGshAGC0Tc37GH1Q3yXa1Cz6wkH5S4zRc6xS/VSONQuvUk6l+6mVUvq37dOSJSd9+qZNm9p+pLP9Jv295s3kZAZIwHbp61dJtGncuw2Xt2npgJLnNqtjNT3cPnjwYJ3hLoFXa3mbRp+Tub5k1MsbzIu2Jdg9mQdv3rw58akdP368XiIv/ZZt5XHI6NzoInndvXt3atlr05dn3mD79u2LRFSfSxfzpPOOWHpOa169pjHPlGdQeRaV5TxKZ3rtwl0AQBfqjklgBgKvX7+ujhw5Uv38+XOq3z6aASBfnknVPFRdLl12mwKksz179mydWrpk9GxSe2VZgzwsnPY2GoW40hrIkxy71NtFJdtUPGYxkVkiA0DJNjXcbrI2XX4/q0kPn4f/mVhMSvwutmkPbJfKADDJzX76p3xn+qgub/CnPeG+3Bt3GUAnCODEiRMTpfGOVVJrZXIk6bZKbiXa1PD5rLTmZm7kk1oza0z2bSvVpgbnnbchs+5x3kxaKe3hUk5djRNKXo8+f/5cT0o+f/581U0lb2xdvny52r1796q/Y5IPTvrwZ/TYMgC0r42lxjjzPEYfnHmJNjXvY/SS/VSOVfra0f5X0G7PEm1quCTp2/OWaLIujbvl4f+VK1dmvoTZuOVabv9JAtkShJyHaXn7cZEf/g/sMg5K2toEF0+yJb1t5h1mvczdJGWcxmeb+ulkf0v2xbXQdpo8J+lzuh5HNp3bpH9PIEl+L7mvX+3W5T3Jastc4nNrNQNA5uHyAspyS9q0tU/GwMwpDLLttv3cvOzX1TzpvPgsVc7Sc1rzbDXpPFOWHs78Z+l5y67MBQB0Je+4BKYskKjypNTOG73jTrKvVJTlUlx9+/atXjM7xxtnHe8MnrM24pkzZ+r1Abu4YXv8+HF18uTJZdf1Wk3VLJV6NxekTMrnzcVxjJqOXyoleek2lZuzWF24cKGJoNXfS64lWapNjZ541j+6evVqHbnYJiBn8GA7gQPD68C3Ap3iTg8ePKj7gWn8LpZLG5qH2tevX69v9tvYDE4vv688rMzDtKzB2eWW32AmttLPTmNr6jtyM5tU63lgO07d9KFfL9Gmhusg60Omf3/x4sU/19ykDzt16lS9Hm4X17emdlK6TaU8+S2mfi5evFilr2yzZXI7v8MsV9GFY8nrUSbPsi5dHgiM01ft2LGjDgJLX1oyO8Jo/X38+LE6evRo9f79+zZV27hP0qqePn164kj8uKbNZcmkgWvGagkwyP+XvgaWbFPzPEZPAynRpuZ9jB6nkm2qi2tHY2cxxg4l2tRocXI/nrXb83Z7mzFVgijPnz9fv4nUZZ8+Bmu9a94+zrUoQRZtt/TFye5z7NixhU5fv5THnz9/qvv371d5O7btmGjwPX257ret50n3y3X80qVLdSBNgpAGW5fX8knPaZafTz+ToIi293Hpc/JiTPqcDRs2zLJonX93fndPnjypAwHGeWjbh3vczvFWKEDGIdeuXavnhd++fVvvGbMElWROb3jZwT6fx2rKlnHRjRs36t/chw8fxvqKvXv3VufOnauSxWT9+vVjfXbedu5qnnTenAblLT2nNa9Og3Jnnunp06f1taztmCrzTBlb7Nq1q5N5pq7MBQB0Je+4BBZEIFF9GfBkQJ1/uTkbDP5yikkntmXLlmrPnj3Vvn376nTj8zSpsSDV5DQWXOD379/1gOfWrVvVmzdvqmfPnv094wxs8sZ/0irv37+/2rhx44Jr/Ht6ST0Wk7wVmcHhp0+f/k4i5QZ1586d1ebNm2uf9FFJ99/FA8c+VUpuaF++fFk9fPiwevXqVfXly5f/TbzlraO0rTzwTqaYSdfr7tP5K8tsBPLALeOD27dv17/HtLHBQ5FM5qafyluA+S1m7NB1AM5sFJb/1vhkPbtHjx7VGTmG+6p8KpNoWZc1/VT+pd9aKxHrpetiUY5njL4oNek85lng169f9QPfO3fu1IFSw/fJ6dcTcHr48OEqDwTmdS33TMD++PGjvhfJ9T1zA+/evfsbIDmYD0hwdq7xGXuvW7dunqt14rLngeT379+re/fu1Uv7ff369R+z4et+xtkHDhyotm7d6ro/sfzif8Fa6HMmqcX4ZK4kffJoX5X7kdzjZs5yMHfpHncS7cX/7KAvz7VvqetfAm1yj7tt27b6Om++afHbhDMsL2CeqdlcAECzkT0IECBAgAABAgQIECBAgAABAgQIECBAgAABAgQIECBAgEDvBQQA9L6KFJAAAQIECBAgQIAAAQIECBAgQIAAAQIECBAgQIAAAQIECDQLCABoNrIHAQIECBAgQIAAAQIECBAgQIAAAQIECBAgQIAAAQIECBDovYAAgN5XkQISIECAAAECBAgQIECAAAECBAgQIECAAAECBAgQIECAAIFmAQEAzUb2IECAAAECBAgQIECAAAECBAgQIECAAAECBAgQIECAAAECvRcQAND7KlJAAgQIECBAgAABAgQIECBAgAABAgQIECBAgAABAgQIECDQLCAAoNnIHgQIECBAgAABAgQIECBAgAABAgQIECBAgAABAgQIECBAoPcCAgB6X0UKSIAAAQIECBAgQIAAAQIECBAgQIAAAQIECBAgQIAAAQIEmgUEADQb2YMAAQIECBAgQIAAAQIECBAgQIAAAQIECBAgQIAAAQIECPReQABA76tIAQkQIECAAAECBAgQIECAAAECBAgQIECAAAECBAgQIECAQLOAAIBmI3sQIECAAAECBAgQIECAAAECBAgQIECAAAECBAgQIECAAIHeCwgA6H0VKSABAgQIECBAgAABAgQIECBAgAABAgQIECBAgAABAgQIEGgWEADQbGQPAgQIECBAgAABAgQIECBAgAABAgQIECBAgAABAgQIECDQewEBAL2vIgUkQIAAAQIECBAgQIAAAQIECBAgQIAAAQIECBAgQIAAAQLNAgIAmo3sQYAAAQIECBAgQIAAAQIECBAgQIAAAQIECBAgQIAAAQIEei8gAKD3VaSABAgQIECAAAECBAgQIECAAAECBAgQIECAAAECBAgQIECgWUAAQLORPQgQIECAAAECBAgQIECAAAECBAgQIECAAAECBAgQIECAQO8FBAD0vooUkAABAgQIECBAgAABAgQIECBAgAABAgQIECBAgAABAgQINAsIAGg2sgcBAgQIECBAgAABAgQIECBAgAABAgQIECBAgAABAgQIEOi9gACA3leRAhIgQIAAAQIECBAgQIAAAQIECBAgQIAAAQIECBAgQIAAgWYBAQDNRvYgQIAAAQIECBAgQIAAAQIECBAgQIAAAQIECBAgQIAAAQK9FxAA0PsqUkACBAgQIECAAAECBAgQIECAAAECBAgQIECAAAECBAgQINAsIACg2cgeBAgQIECAAAECBAgQIECAAAECBAgQIECAAAECBAgQIECg9wICAHpfRQpIgAABAgQIECBAgAABAgQIECBAgAABAgQIECBAgAABAgSaBQQANBvZgwABAgQIECBAgAABAgQIECBAgAABAgQIECBAgAABAgQI9F7gPzsCnsnZl8uD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11" name="AutoShape 11" descr="data:image/png;base64,iVBORw0KGgoAAAANSUhEUgAACAAAAAHhCAYAAAD6J17EAAAAAXNSR0IArs4c6QAAIABJREFUeF7s3Qn8VdP+//FPuJEhQ8rYLWOlKxJFGaIQDagoQqUkqVQyD91MpYylkCEyNZEmlEIkhW7oj0jXnCHD70qGDP0f731/p9853+/Ze+199jnf7znn+1qPR4/rfr97r732c629z/dxPp+1VqUNGzZsMAoCCCCAAAIIIIAAAggggAACCCCAAAIIIIAAAggggAACCCCAAAIIFLRAJRIACrr/aDwCCCCAAAIIIIAAAggggAACCCCAAAIIIIAAAggggAACCCCAAAKeAAkADAQEEEAAAQQQQAABBBBAAAEEEEAAAQQQQAABBBBAAAEEEEAAAQSKQIAEgCLoRG4BAQQQQAABBBBAAAEEEEAAAQQQQAABBBBAAAEEEEAAAQQQQAABEgAYAwgggAACCCCAAAIIIIAAAggggAACCCCAAAIIIIAAAggggAACCBSBAAkARdCJ3AICCCCAAAIIIIAAAggggAACCCCAAAIIIIAAAggggAACCCCAAAIkADAGEEAAAQQQQAABBBBAAAEEEEAAAQQQQAABBBBAAAEEEEAAAQQQKAIBEgCKoBO5BQQQQAABBBBAAAEEEEAAAQQQQAABBBBAAAEEEEAAAQQQQAABBEgAYAwggAACCCCAAAIIIIAAAggggAACCCCAAAIIIIAAAggggAACCCBQBAIkABRBJ3ILCCCAAAIIIIAAAggggAACCCCAAAIIIIAAAggggAACCCCAAAIIkADAGEAAAQQQQAABBBBAAAEEEEAAAQQQQAABBBBAAAEEEEAAAQQQQKAIBEgAKIJO5BYQQAABBBBAAAEEEEAAAQQQQAABBBBAAAEEEEAAAQQQQAABBBAgAYAxgAACCCCAAAIIIIAAAggggAACCCCAAAIIIIAAAggggAACCCCAQBEIkABQBJ3ILSCAAAIIIIAAAggggAACCCCAAAIIIIAAAggggAACCCCAAAIIIEACAGMAAQQQQAABBBBAAAEEEEAAAQQQQAABBBBAAAEEEEAAAQQQQACBIhAgAaAIOpFbQAABBBBAAAEEEEAAAQQQQAABBBBAAAEEEEAAAQQQQAABBBBAgAQAxgACCCCAAAIIIIAAAggggAACCCCAAAIIIIAAAggggAACCCCAAAJFIEACQBF0IreAAAIIIIAAAggggAACCCCAAAIIIIAAAggggAACCCCAAAIIIIAACQCMAQQQQAABBBBAAAEEEEAAAQQQQAABBBBAAAEEEEAAAQQQQAABBIpAgASAIuhEbgEBBBBAAAEEEEAAAQQQQAABBBBAAAEEEEAAAQQQQAABBBBAAAESABgDCCCAAAIIIIAAAggggAACCCCAAAIIIIAAAggggAACCCCAAAIIFIEACQBF0IncAgIIIIAAAggggAACCCCAAAIIIIAAAggggAACCCCAAAIIIIAAAiQAMAYQQAABBBBAAAEEEEAAAQQQQAABBBBAAAEEEEAAAQQQQAABBBAoAgESAIqgE7kFBBBAAAEEEEAAAQQQQAABBBBAAAEEEEAAAQQQQAABBBBAAAEESABgDCCAAAIIIIAAAgggkCTwxx9/2IwZM2z8+PG2aNEi+/77773f7rDDDta0aVPr3bu3nXjiiVapUqW0bnHPpzMQyAeBzz77zG6//XZ74YUXbNmyZRub1LBhQzv22GNt8ODBVr169XxoKm1AAAEEEEAAAQQQQAABBBBAAAEEEEgSIAGA4YAAAggggAACCCCAQJLAhx9+aJ07d7alS5emdTn++OPt0UcftWrVqqX9fdzzK0pnfPzxxzZ69OiUALOCy0cffbT169fPateuXVEocnKfa9assfvvv9+mT59uixcv9q5Rp04dO+KII6xv377WoEED3yQWHTts2DC74oorfNv2yCOPWJcuXXLS9opa6YYNG+ztt9+2O++8015++WV7//33PQo9F6eddpr16NGDpIuKOji4bwQQQAABBBBAAAEEEEAAAQQiCJAAEAGLQxFAAAEEEEAAAQTM1q9fb8uXL/dmx+ufArmJAKN8atWqZfXr17dDDjnEmjdv7v3vVlttVTB0Crp16tTJ3nrrrbRtdiUAxD2/YKBiNFRj5swzz7RXXnklbS1KAnj44Ydtt912i3GVinvqDz/8YOedd55NmTIlLUK9evVs4sSJXhKAX7nuuuvsmmuu8f09CQDZH18K/iv56L333ktb+amnnmr33HOPbb/99tm/ODVmTUCfkatWrfI+HxcuXGiff/65rVy50j755JON19hmm23swAMP9N5xBx98sDVq1MgOOOAA+jZrvUBFCCCAAAIIIIAAAggggEDFFiABoGL3P3ePAAIIIIAAAgiEEtDM1BUrVnjBJwVmE8vihzlZgY5TTjnFLrzwQi/gsckmm4Q5rdyOiRvAj3t+3BvXFgRTp061G2+80UvUiFo0S1xJHLvuuqsXINbs4/3339/bAsFv24Oo19AKCkoACCqaud6uXbuoVXO8mZdYccIJJ9jatWt9PW699VYbOHCg7+9JACj7oXTbbbfZoEGDfC+sd+ncuXPt0EMPLfvGccVAgb/++sveffddu++++yJ/RiZX3KJFCzvnnHOsTZs2VrVqVdSLUEB/P40bNy5ldRbdpj53lQTStWtX77Nvs802y+ju161bZ3fddZe3ldGbb7658XMgsY1R9+7dY9WfUaM4CQEEEEAAAQQQQAABBMpcgASAMifngggggAACCCCAQGEJaLb2kCFDbMKECbEbfvbZZ9v1119vNWvWjF1XriqIG8CPe37c+9LWBW3btrUvv/wyblUp5zdp0sTat2/vLUWuQEWcZABXcFkXVgLD5ZdfntV7qCiVhUmw6NOnj91yyy22xRZbpGVx9RErAGR3NP3yyy9eQoaSrIIK7tl1j1ubkuOWLVvmfa5NmzYtbnUbz1cillbg6NChg22++eZZq5eKyl9g0qRJ3koffsW1ypDrDpQAdvjhh/sepiQDtUFjjIIAAggggAACCCCAAALFK0ACQPH2LXeGAAIIIIAAAgjEEtBM8smTJ3v7gCcvXRyrUjNvhptmpx122GFxq8rJ+XED+HHPj3tTruBC3Po1C7ljx45ecKp27doZVecKLqvSa6+91q6++uqM6q/oJ4VJANAWAZpxXqVKlbRcrj4iEJ3dUUYCQHY9y6I2zbTWShojR44MXG0jTlu0EoDqr1u3bpxqODePBFzvZxIA8qizaAoCCCCAAAIIIIAAAgUsQAJAAXceTUcAAQQQQAABBHIloGDUiBEj7J///GdOLpHPe1nHDeDHPT8uuCu4ELf+xPlaTviqq66y3r17+waR/a7lCi7rPNcS9dm6D1c9iS0VtLT3a6+9tjHQp0SIZs2a2bnnnpt3yymHGQOabT58+HCrXLlyWgJXH1X0BAC9I++99157/PHHbfHixRsN9VxoGfcLLrjAjjzyyNArZZAA4HoS8+v3X3zxhbdiw5QpU3LesHxPmss5QJFdwPV+JgGgyDqc20EAAQQQQAABBBBAoJwESAAoJ3guiwACCCCAAAII5KuAZjVq+XX9y1XRnvJaXSAfZzXGDeDHPT+uuSu4ELf+kuefddZZXrLIzjvvHLpqLXOuxIGgMn36dC+wXt7lu+++sy5duticOXPSNiVusCYX9/fcc8/ZcccdF1i1K8GCBIDgnnE9564VFtLVPmzYMG/FFb+yyy672MyZM61Ro0a5GDbUGVLg66+/NvWv3lFlVbQFy/jx461evXpldUmukyMB12d03M8UtgDIUcdRLQIIIIAAAggggAACBSZAAkCBdRjNRQABBBBAAAEEcimg2c7aF/yyyy7L5WW8uhcuXOjNoM634grsub6cj3t+XA9XcCFu/enOb926tY0ZM8Zq1aoVqvqVK1eaEgeWLFmS9vhTTjnF2wu9evXqoerL5UGFmACwZs0aL0Dptye5gokPP/yw7bPPPr50JAAEjyrXc55JAsAbb7zhba/ht+XK2WefbaNHj7aqVavmcshTd4DADz/84D1bZTHzv2QzTjrpJO+9uNNOO9FHBSzg+ox2/Y3hunUSAFxC/B4BBBBAAAEEEEAAgYohQAJAxehn7hIBBBBAAAEEEAglsGDBAuvatatvACq5Ei2BrkBt9+7dTUsUb7fddt5y13/99ZcpSLJ8+XJvxqKCkGvXri11fRIAqoXqk6gHuYILUesLe3zU4JTGx6hRo+zll182BVNVGjZsaEom6NWrl9WsWTPspXN6XCEmAAjks88+s9tvv91eeOEFW7ZsmWdUp04dU3CpZ8+eplU4ggoJAMHDKhcJABs2bPC2mdDWAvPmzdv4Hj700ENNz1ePHj3yIikmpw9cHlceNUFOz5j6TCuZaIWUKlWqeHeX+IxcsWKFPf3003b33Xfb999/H+rO9VwqQW+zzTYLdTwH5Z+A6zOaBID86zNahAACCCCAAAIIIIBAIQqQAFCIvUabEUAAAQQQQACBHAh888033n7mM2bMcNau5cW1XLUCtgr6B5VPP/3Um7WqmYvJiQAkAJRPAkBQcEH7kP/444/23nvv2fz5871ZrongvHNQmFkxBqcKNQEgTH8FHUMCQLBgLhIA4vYZ5+dWQDOrtR2I3woNiavvsMMOdvPNN9sZZ5xhm2++ubNRWrFD26joHFfRKitTp061gw8+2HUov89TARIA8rRjaBYCCCCAAAIIIIAAAkUmQAJAkXUot4MAAggggAACCGQioJmn9913nzfz2lWUJDB8+HBTkCNsUf2vvvqqDRgwwF5//XVv9vHkyZOtbt26Yasos+NcgT3X7Ly458e90WwGF5QQ8MQTT9j1118fKhFAe5RPnDjRjjzyyLi3kTfnkwCQviseeeQRLxhaUYvrOc9kC4CKalkI963EqH79+tmECRMCm6vVcO666y477LDDIt2WVhd46KGHbODAgWlXzEmu7Oqrr7YhQ4bYpptuGukaHJwfAtn8jE53R2wBkB/9TCsQQAABBBBAAAEEEChvARIAyrsHuD4CCCCAAAIIIJAHAl9++aVpf2ktOx1Uoi7zXrKur776yq688krbcsstvRmPiSWR84BgYxNcgb2KlACQQFG/XXLJJd6+8a5SbPuUkwCQvsdJAHjfOnXqZG+99VZaIBIAXG+Kwvq9VkTRljfptrNJ3Ilm5yuIf9RRR2V0c2G3GGjSpIk9/vjjtscee2R0HU4qXwESAMrXn6sjgAACCCCAAAIIIFBRBEgAqCg9zX0igAACCCCAAAIBAk8++aR16NAh0Kg8lx5WYGTVqlWmbQP0T//95ptvpgRjtE+29lnWzMtmzZrZQQcdlFGCAQkA6YfBunXrvCSAsWPHBo6TbbbZxqZNm2YtWrQo02du/fr13piYM2eOLV682N55552NS3WrTQceeKDttddedvjhh1vLli2tZs2atskmmzjbmA8JANozfMGCBd7MYgUitV+4xrvuQ3uM165d23kfUQ+IugWA2qhnZ+bMmfb88897K30k9jVXWxs3buwFUPV8hlkWPWp7y/p413siHxMA1EefffaZl+gV9B7VeGratKn3T6u1VK5cucx4tRXNU0895Y2jRYsWpR1DCoCXZfLYb7/95r37Ro0aFehw++23W//+/Z3b4gRVomSrnj172uzZswOvVagJOPos/+CDD2zu3LneO03bKSxbtmzjvWpboTp16ljz5s29f/vss0+o93ScAVrW79diSABI9KM+j/Scfvzxx97nbqKU/MzV564+fzfbbLM4XVWQ58pG22Dpmdbnhsa3Pge7detmRxxxROD41upZX3/9tb344ove3zYrVqxIcVZde++9t7cliJ6XQw45xLbaaquCdKLRCCCAAAIIIIAAAtkXIAEg+6bUiAACCCCAAAIIFJSAArt9+/a1Bx98MLDdZb3ssL74VHBAs87vv/9+577LJRuvLQq0nLICcdWrVw/dJ67AXkVcASCBFzY4JXdtE+EXOFTwYMaMGTZ+/PiUIJ/6TEHH3r1724knnhgqkKbxq7GrL9jVd2GLvii/7LLLrF27dilBiaVLl3pL20epy++aClRq/CqIVbKsXr3ahg4d6n2pn9hTXPev8aWfJ85REF3Pnl/ihYIId955Z8qX/np2XnrpJe+cJUuWpCRCKBCv+zvrrLMCgzFhEwB0LQXwtE2EEj9cRe433nijHXPMMaEDe+pjJT9oO4rkIFMm40Xtffrpp+3uu+9OGXtqtxIVlAh1/vnnlwqiKCAt60RSg+s+s/17BYq0aoraGLVoK49Zs2Z5z8jLL78c6XQlfmlrmO7du5u2+IhSwo5x1blmzRq75ZZbvDEbNMtex2YyhqK0u+Sxrs8EHa9kHG0PENUoXbv0eackgKCSLsFEQcKbbrrJtAR8sqGChBo/l19+ue25556RKIKeFwXr1Q4lIbkCu3qGp06d6vXx8uXLQ7dB7b700ks93yiJQ2HHXibv19CN9zmwkBMAtBWG2q/3cZR+FIWSifRu1edP1apVIzEqoezmm29O+TxTBRqDxx57rA0ePDj033l616iu5557LiX5RO86fWarLr1j/IoSgu6991574IEHUs7Xyh/a5korZVWqVMn0d46sBg0alPZzo169ejZlyhSrX79+qUvpuXv77be951mrfYQtSrzo2rWrl7CkJEcKAggggAACCCCAQMUWIAGgYvc/d48AAggggAACCHgzpU899VR77733fDWCvqjMBaFmTF177bVewMAVDHJdX8EPzcxUYFVfyrqKK9hTkRMAZKeZmx07dgzsFwXxH3vsMdMX6unKhx9+aJ07dzYF29MVl3HiHM2Gu/DCC702ZVL0Zbm+XG/duvXG04cNG2ZXXHFFJtWlPcdvpm5QEChxjmb+ad9xBQn8SjqrH374wQvw+80i1j7lkyZN8mYi+pUwCQAaB/fdd59dc801kQLjcr/qqqu8vgsT1HM9k1Fm2ysYrgSVe+65J+2tp7P59ddf7aKLLnKufpG1QeNTUZ8+fbwA6hZbbBHqUgoivfrqq15QSgG0OEXPshI3TjvtNGewN3GdMGNcbdSKEfL1204hXbs1hpQYo750BZ/j3LfOVbKSgnpBRQklGofZKB999JGdfvrpXrDTr2i2r3x33XVX75AwYzSTJD4F0hWwVXJBpu9qrcyiIH6m72ld95xzzrEbbrjBW+UnTAkz9jJ9v4a5ftAxhZgAoFUStFKU3ttxk+P0jtV7TElgYf4mk6Xr80grmmjlpzBFCTJakcCv6G9PPSt+JejzKPFZ9Le//c1uu+02r91Bf8Oma7cSDMaNG+dtl5Xp37/ankZ1RE20COPHMQgggAACCCCAAAKFI0ACQOH0FS1FAAEEEEAAAQRyIuD6MloXTTfLOCeNMfOWBdYMpsSs6GxcJ8rezK5goys4Hff8uPfr6k9X+13XD7tihII9mpmXrmTDSAkrmpUcFCRz3Yt+r6CmZsYmiivQEKbO5GNK1p/4nStAdfLJJ4faciFdf7q2LchGAoBmgGo5ed1fpkWrRCjw6wrgusZLrhMAXEkDmd5/1POi3KdmnyoorWSWTINI6dqn+vQvzDLTrjGuIPfEiRO9JJdMVlZQEoCCbAoOhw0kRjX/888/vWCgEoP8ilbrULJagwYNolaf9vgw4033rnds8ooQstBsY7/SqlUrb0WSHXfcMXQ7NUv6uOOO8z1eiUZjxowxtadkUXKHVgVRm7Lxea4Ar1ZHCEpcKov3a2g8nwNz/RntCnCHef8nN12f+XrPx3nXl6TQeFF9Wu3H9f7Xua7P5XxKAFByw/Tp0717c717S7Zb722dr9WJ4pRGjRp571ZtD0BBAAEEEEAAAQQQqLgCJABU3L7nzhFAAAEEEEAAAQsT3BBTNmc3BrH/5z//8ZY+VjAl2+Xoo4/2gh+77bZbYNWuYKMrgB73/Lj3nevggtrnuoaOufXWW73ZuelKXCPN3FQwVF+yxy3Js/30PGg2ezYDHX6zCYMMNU4VxNfMbVcprwQALXX+5ZdfupoX+HsFgTRLUatBBBXXeIkSGHcFV9MFx3766Sdvm5SHHnoo1v3GPTnsfSqIFGb2aabtCZu44Rrjm2yySaggWVA7ldylzwvtgZ2L4lpNQ9dMrISx7bbbZq0JWqFCAcSgogCfZvomigK/J5xwgm/QUc/bM888E3qmtAL4mnUfNBs66D2fi2Q+rcQgm5122inQxjX24rxf43ay6/PT9TeG6/rZTABQ8F8z0e+44w7XZSP/XuNRf1sqEciVwFNICQBnnHGGnX322aGSXpITAPS8aUWiMIkDLuyoSR6u+vg9AggggAACCCCAQGEKkABQmP1GqxFAAAEEEEAAgawIhAm4p5tpmJWLp6nEFeiLe10tV679ioOKqw2uL+fjnh/3HnMdXFD7tDetgl4rV670bW7QcuVxjPQlufpR+5Jno5QM0LsCDVGvmckKAFpmXSsbhJk1W14JAFEd/I4Pk5jjGi9hA+NqQyYJAK5zsmXhqifsfSowrOfDNfvUdT2/34dN3Ah6F2nmurafyUYbtYqEAtVhtpOIes+u7UpUn1YQ0Xtj0003jVq97/EvvfSSaU/xoFIy+P7tt996W388++yzvqdpdrESs1wBV1Xgqk9JQE899ZQ1bty41PWytUJLuhvRChRDhw4NnDkeNPbivl/jdnKuP6OzlQCghDiNMe0nn6uiBB55uJbvd30u58sKAPo803YJSn4JU5Lb/cUXX3jP7wsvvBDm1MBjSACITUgFCCCAAAIIIIBAUQiQAFAU3chNIIAAAggggAACmQkowKjZSosWLfKtwLWfe2ZXTn+WX7BFAacWLVrYqaeeakceeaTVqFHDKleu7FWyfv160xen2tN85MiRgUtJh5mp6Qo2kgBgFmZWbOvWrb0VF7bffvtSnR3HWNdWEoeWlk5XNFYUKNUsOgUXtLywvpDXecuXL/dmC2uWXWLJ8ZIJAK5ltKOO95KzdBPnu4JAYa9T6AkAuk9XYo5rvIQNjOtarmB+usCJ3jFaklljozxLmPtUUo6CSK6tMTRD9YILLrD999/fqlSpYkqs0TMxZ84cu/322+31118PvNUwiRvZGuMu81wGuxYvXuwtgR+UqJCLFXLCJFkNGTLE9C8RzA8zYz/MZ2DC+7XXXjNtReK30scpp5ziLclf8h3vesZUv5bx1/jr0KGD7bzzzqbVIHSe3tHaUmDChAm+3R5m1YdsjT3X571rbKb7vattca+ZrQQA1dOlS5fARLTE5622bdp33329v8v0efvVV1/ZE0884fWl3t9BRe+i0aNHB+5XXygJAFHHQ3ICwJNPPuk9D37lkEMO8Z73ww8/3BKrjeiZkbWSfvR3zcsvv+ydnst3YtR75HgEEEAAAQQQQACB8hMgAaD87LkyAggggAACCCBQ7gIrVqwwzYbTl+5+Je6X0VFusmRgWV/0a39oBbQU9A8qCn7Mnz/fW3rVL2ChYNfkyZOtbt26vlW5go0uj7jnR/FKd2yugwu65q+//urt3T527Fjf5rZs2dIee+wxq169eqlj4hi5AmNhlif/8ccfvQQCLWuswIKSFRJl6dKlXtDDFbQI009NmjTxkiC0R3jJ4uqnMPXrmHR7cGt5a92DgrnpSpjggCvgklyvgkAKAGnWeb169bykCz3LMlaChWslA79AYuIarvESJjCeqMsVnPSzmTlzpnXr1i2jverD9qXrONd9asauZkar7/yK+krPrRK/FHRNV9asWeM93xq7QcWVuBF1jOvdPXjwYG8MaTa9tvrQtgua3e9aKUDbgbRr185FGPn3M2bMMC07H1T8knwiXyzpBNeY16HpxoNrGwDN2tdY1h7hruJKhvJbTUCfw3qm/fpMCRV33nln2vei2hRmH3RtS6BgqN+qC1HHnp9Fuvery831+2y1zXUdv9+Hef9r6X9te/Lggw/6XkZ/nz3wwAOmZCC/FSWUkKR65s6dG/hO0meFkjz9iuvzKF9WAIjSJ/q7QAmJDRo0cG7Hpb8lxo8f770b/YoSL959911v1Qb9jabEpKpVq0ZpEscigAACCCCAAAIIFJkACQBF1qHcDgIIIIAAAgggEEXANVNMdbmCTlGu5zo2sQeqvtzXl8aa6R3lC8zffvvNW6521KhRvpfS0qxaRcCvuAIvJAD8V871hXxQkCGOcdDS2MlfqLvGWtjfu4LprvHgd50oQSAFbbWlgpJhdt11V/v9999NyTsKmshZAcrkAIyrzWECQK7+TdyXgkBaeUMzF9MFlMPsA+7am9w1XqK8ozJNACjZj9lsU6LuuHV+9NFH3n7aQbP/R4wYYYMGDXIuV69ZpT179rTZs2f7PiquxI2wYzxoDIXdF7vkSh5hn2/XcWHuIUrw0XW9xO9dz7DfZ7Nr2X6dF2bFAtf2QH6JBK7P4DCz99VGBaC1VcG9996blsy1MlGYfktUHPX9GrYPs/Huj3utdOeHef+7Vn8Iuw2Irq/tIPReeuutt3xvp3///qZ3k982Hq7PoyjPoOvvXte7xPWeLnmTbdq0sWuuucYaNmzofUbq3Tpr1iwvSU5/52611Vb2888/24UXXuithpOu5GKbkVyMLepEAAEEEEAAAQQQyC8BEgDyqz9oDQIIIIAAAgggUKYCri9C1ZgowbUybbzPxbR0sGYj+5VHHnnEmx3tV1xf7roCvnHPj2voCny42h/2+sOGDTPtxexXcpUAEHR/xZgA4Aqwp/N3BQ/DBIBcARddV23TDO2gvcoVwFVQQ6sDBJWS+5knH+t6pqK8o4o5AUDLsSto71c0Q14BVddqKonzXUtSu2aTu95FiTF01113WatWrXxnEWvFDiW/BC0LH2UMhH3H6bgw9xAl+Bj22q5n2O+zOcw2AFrJQjPwFXj0K66VVvy2EnjnnXe8rXoU9E1XXDP3k8957rnnvO0X/EpQMl+YfkuMv6AEprD9FeW4sG2LUmeUY13v/zAriUR53jQY7wViAAAgAElEQVQmtZqEVhXxK66EDtfnUZRn0PV3bzYTALR1jP5OUsJEUHE97yQARBnhHIsAAggggAACCCCQECABgLGAAAIIIIAAAghUYIFJkyZZ586dAwWifNGbD5SuoAEJAMd7Qa1q1arF6i5XECNXCQBBKwDohhQo0JfuWoY+G8X1xXymCRUuP7VdQQPN1tXsSb8lltPdo6vNrgBQwlGzFv1KlLZ9/vnn3pLzif2J09WpFQ60pPgWW2xR6tckAPyXJOhdHGbJ7jAzv5PxV69e7SVLvfjii77jIKhO1xiPMobuuece6927t287crFUe5jnQMdECT6GfSe5nuGg8eDaBiDM8+9KJvFL2Anqc9dKHyVttHWI3huLFi1KyxaUNOQae3Her2H70O+4MG2Le42g8139ry2UtB3HvHnzfKvRkv7HHnts6Ga6EkpUUVCdhZgAoM80rWoQlGiTAHStAKA+e/zxxwO3AAjdGRyIAAIIIIAAAgggUGEESACoMF3NjSKAAAIIIIAAAqUFwnwRXWgJAK7ZXSQAZCcBwLXSQq4SAJYuXWpt27Y1BSn8ivYR11YQ1atXj/3YuwJxuUwAyDSZwdVmVwBIaK6AS5S2aUapZv5q1Qi/EuRIAsB/1YLexa5gqWu2frp+Wb9+vZdMo9m7fiVoZqrr80XP6A033BAqWWfx4sXebHC/feUzfQ5dLwjXc6Dz8y0BIMw2AEGfg65VMvzGkmu8NGrUyCZOnGh77723i937ves9FmfsJd5x2UwWC3VTIVeVCFtXJse53v+uz1jXbP10bXJtKaFzgpKJXM9hlGfQ9TdiNlYAaN26tbfyzc477xyqi1zPjipRv2m1ihYtWqTdbifUhTgIAQQQQAABBBBAoEIJkABQobqbm0UAAQQQQAABBFIFinEFANeXuyQAZCcBwPWFfK4SAMLMTtQo1/L0PXr0MM0M1n9HmUGf/JS4glCZBh5dwdGTTjrJNOt5p512ivzacrXZFQBKBMeCVgBwPUclG+161wQFB0kA+K9mUAKA673XsmVLe+yxxyInxcSZee8a465AW/IYco2BTJ9D18Pl2upE50cJPrqul/i96xkOGg9htgEI2nPdZe23/L8ryBu1j1yzooOeB9fYi/N+DduHfse52ha3ftf5rve/q33aZuSOO+6wLbfc0nWpjb8PkwQWlNDh+nsjyjPoele63kuu5yPM1jjp4FyrbiTOadOmjWl1gebNm1uVKlVC9wEHIoAAAggggAACCFQ8ARIAKl6fc8cIIIAAAggggMBGAdcXoUFBhrJk/OOPP0zLiC9btsw0O+3NN9807Qut//WbEerXPlfg0vXlriuIEff8uK6uL+9d7Q97fdcX8vpyWm3ZddddS1UZxyjMfsIlLxjnC3NXIC5TT1c/uYIQQf3karMrAKS6Xf3reo5Kts/1rtl///1t8uTJVrdu3cjjJcoqJa7ZzWFs1EDXGI7SpsQNx6nTNZ4yCdqpXTNmzDAFS/1K0Ph3tSnKGHfZZPocut53rnvQ+VGCj67rJX4fZvsFV0LICSec4Pv5GDSL29Xnfkvvu1ahCHvvYY/TLOuHH37Ytt9++1KnuPotytgL256wx7naFraeTI9zveNc7/4hQ4aY/kVNqtNKIoMGDfJtdtB4drUpyjPo+ixyjY1cvYs++ugjb7ufJUuWhOrabCU5hroYByGAAAIIIIAAAggUpAAJAAXZbTQaAQQQQAABBBDIjoDri1BdxW+2X3Za4F+LAr0KKOgLfs2M0n9no7gCl3G/3I17ftx7dAUXshEocwVRdQ9xlnR3tfHjjz+2M8880zR+o5Q6depYv379rFu3bqH25VXdrmC6q61+7XP1kysIEXTfrja7AkCq2xVwcT1HJdvnei50vF8Qx3VulGC7a+yGsVFbs9mmhFWcOl3BtYEDB9rw4cOtcuXKUR4Z7xk7/PDDfc8JSvTJ5hh32WT6HLowXPeg86dPn27t2rVzVRXp9677VWVB74gw2wCka7drKfKgrSTCtDkSguPgsko+yWabVZdrTMUdy65nNugd5+p/td8vAcTl5LpvrdYzZswY22abbUpV5fo8KoYEAP3NO2rUKBswYICLstTvlThw6aWXWoMGDSInZkS+GCcggAACCCCAAAIIFIwACQAF01U0FAEEEEAAAQQQyL7A22+/7QX4V65c6Vt5pktHx2nt999/byNGjLCxY8dGnuHvuq4rcOkKYri+nI97vqv9rt+7vmR3td9Vv37vCjDrmKCgbDaMXnrpJevVq5cXiI1alAhw/fXXW/v27Z176bruNVNPVz+RAPB/veoaLyQAuBM2Mh1PcYKJ2RzjrjGQ6XPoenc899xzdtxxxwUe9tBDD9nZZ5/tqirS7xcvXuxdN2iFm6A908NsA5BuyXXXygNBCYFh2hwJwXEwCQDpgeI8s64EKV3R9TeUX7e53gdB/VkREgDktm7dOrvyyiu9LRYyKeecc47dcMMNtvPOO2dyOucggAACCCCAAAIIFJkACQBF1qHcDgIIIIAAAgggEEXgww8/tM6dO3vL6vuVffbZx6ZOnerNLCqLopn+F1xwgc2ePTsnl3N9eR030BT3/Lg3HedL9rDXDpM4ErRMcLaM/vWvf5n2so66EoDuU7MMr7rqKrvwwgtt88039711EgDS07ieo5Jnufpcx7MCwPvWqVMne+utt9Kix1kimwSAsG+31OPCBLUztQ1q0aRJk7zP5qDiWnlA78WgbQDSrd7gSngImv3tCjxn1gP+ZxXrFgBxk1lc/RC0AgAJAMEra2g0uj7L4vaf+uCWW27xkmCjbnGl9jVr1szuueceq1+/frYfOepDAAEEEEAAAQQQKDABEgAKrMNoLgIIIIAAAgggkE2BH374wbTsqivY7go0ZKtNX3/9tTdzXNfLVXEFLuN+uRv3/Lj3XRYJANqSQXuKB5WJEyd6wcx0JZtGmjE3btw4b0a/Vo6IWvQlu/Yl3nTTTdOeSgJAelHXc1TyLFef63gSAAovAaBRo0amZ33vvfcuNVBc76IogXPX+IkbdPN7b7iuq/P0LtSM3S233DLq6yft8WFm74dJzHNtA6AkqGnTplmLFi28dvz55582dOhQb/uPdCVo+X8d7wo8ZwUnqZKrr77a24s+3bs7m2Mv2+12tS3uWHb1Q74mAAQldFSUFQASY03vgGXLlnnje9asWZGHYJMmTbzts/SeoCCAAAIIIIAAAghUXAESACpu33PnCCCAAAIIIICAhdnvVUzplgrONl+c/U+jtMUVuHQFfFxfzsc9P8q9pDs218GFH3/80fr162cTJkzwbaorOJULIwXqH3zwQRs9erRpFYmwpVatWt4KFwcffHDaU0gASC/peo5KnuXq86Ax4zqXLQDcWwAMHDjQhg8fbpUrVw77aHjHuYKJZbUMu2sMuN7LkW466eAwSXJNmza1xx57zPQuyUb5z3/+4yUV6L3kV1q1auUF+HbccUffY8IkEiiwqiXHK1WqZK6EgaA92tWIMCvDZMNHdZx22mneDGk/c9fnYJTkk2y1OVGPq21xx7LrmY2bABC0CkSQleu+46xw4pc8lq49Lh/X2CjLd9Fff/1lixYtMpkrWSdKueiii7ztAIJWOIpSH8cigAACCCCAAAIIFJ4ACQCF12e0GAEEEEAAAQQQyKqAlgrt3bt3YJ3plgrOaiPM7Msvv/T2UZ43b15g1aeeeqqdeeaZdtBBB1mNGjVKBbRcX+66Apdxv9yNe35cV9eX7HGDC3PnzjXtAx20NG3QPtG6v1waafncl19+2UsG0My5MEvoBs0kJQEg/Yh0PUclz3I9l0FBKdd4iTID27XEdVA7ku/J1aYoSQmJeuPU6XqPZ9IetWvGjBl20kkn+b6Wgp5117vIFWiL4h33veZ3g2GT5PRePPbYY+O+vr3zX3vtNTv55JO9z0S/EjYpz1VXciKB69i7777bW6HHr7jGb676KF17sjn2stKpSZW42hbXKc67VqtA6PNw2LBhvrcd5blNruS2227zVtvxK0FJSq4VABYsWGBHHnlkqK5y+bjurzzGuZJ5lNg4efJk02fv8uXLnfdar149mzJlClsBOKU4AAEEEEAAAQQQKF4BEgCKt2+5MwQQQAABBBBAIJTA0qVLrW3btoHBBlUUNeAX6uJJB7n2HtZMvzFjxnh7Gm+yySa+1bu+3HXdR9wvd+OeH9Wt5PG5DC6E3aLBNUOwLIz0hflHH31kCjo89NBDgYkAQQkuJACkH5Gu56jkWVoxomvXrr7Du2XLlt4s6urVq5c6JpvjpVgTAFx7xmcaVHQlFgQF7VzvIlegLXkgZHMMRH3HugxUX//+/b0Z6XFn2/7xxx/est833nhjYDPDbsujFQx69OjhO3tYy/o/9dRT1rhxY+9d6Regda3qosauXr3aunTpYi+++GLatgc941H7xHV8Nsee61pRf+9qW6bPaqIdrr+BXElOCv5fccUVvreVSTJRmMSCoL8bXAkAUT6PXD6u91J5vovUKfoMU3LjyJEj7fXXXw8cfq6knahjl+MRQAABBBBAAAEECkuABIDC6i9aiwACCCCAAAIIZF3AFSBIXPDoo4/2lhzebbfdst4GVegKstxyyy2mYJOWKg4qri93XV8Ux/1yN+75cXFzFVxYt26dXXLJJTZ27NjAJoaZdVaWRlpCV4HlPn36+CYBBAW3SABI390aB1o5xPU86uzffvvNGzujRo3yHTtBs/hd4yXKCiUff/yxt4KI3hPpiis4ljjH1aZMgmRx6ly8eLEdd9xxGY1xv04JM/s9KMDkehe5Am3J7XLZxA2aBr3Uwixt79pKJOx7XeNSQfSgbUwUSFdCjYL3rqJEKAX2tRy4X1Hg9ZxzzgncdsC1/L/qdm1dsP/++3szmOvWretqduzfZ3PsxW5MiQpcbYs7ll1/A7neca5koijv28Stu8aGjgtaRcOVABA20B1mqynXe6k830XJQ+mLL76wCy64wJQM5FfCrhSS7TFOfQgggAACCCCAAAL5IUACQH70A61AAAEEEEAAAQTKVeD+++/3vvx3Fc0KGzp0qG222WauQyP/3vUFb9g9Xl1ffpMAcLwpAFGtWrXQffT99997ywK7gv+qMGg5/cQFy/oLdM2q1T7XmqHrV/zGlysBwBVM8bueKwjkCkIEdV422ux6HhXw1MoKRx11lHMcvfPOO6atO9577z3fYzXjWcGKdMU1XhQInTlzpjVq1CiwLWGSWML2p6tNmQTxXHUGJRUoYHzGGWd4+0X7Fde7r+R5WkHj9NNPtyVLlqStcptttrFnnnnGmjVrlvb32RzjLptMvJ0D938P0Ljp27evt61IUNEWNqNHj7aqVauGrTrluLArrIRNhktU7lraX9s49OvXz/sbYOXKlWnbHibAGmaW9xNPPGHt27fPyCfKSdkce1GuG+ZYV9vijmXX30Cud5xrVSjXc5/OwDUGXW1yfR4FrUSS3B5tFaCVaIISbFyfveX5Lippu2zZMuvUqZPvc5tJIlqYMcwxCCCAAAIIIIAAAoUhQAJAYfQTrUQAAQQQQAABBHIq4Ar0JF9cgTotE5zJUsfa0/iOO+7w9jhWMOXvf//7xqpdX/CGTQB46aWXAoOSriBY3C93454ft6OzGVzQzO158+Z5SR+upWbVbteX+Il7Kw8j1xL0mSYAhA0+l+xXVz+5ghBB46QsEgB0/TBJAGGXNA+a/blmzRovuK2x6Ff0XtIqA5tuumnaQ8IE/7M5hps2beqtPCGjsMX1XAQFc1xbG6gNUQPUrsSw5P3j091jNse4yyZu0NTVR08++aR16NDBdZi3dLr+bbXVVs5jkw/QGNcsfa2yE1TCvmOT63Ct8qMVULTCz7hx49JeOszy/4kTXX3erVs3u/POOyP7RMI085LctNKHX4nzfo3alqjv/rhjOW4CwLfffmta8eHZZ5/1vdUoyaBKDNHfEPobz6+4AtWuz+8wz0WY4L/a5xob5f0uKvneCPpsdLnGHcucjwACCCCAAAIIIJDfAiQA5Hf/0DoEEEAAAQQQQKBMBMIsi5rcEAWS9IVu7dq1Q7VPgX8Fk7QUsWaTq5QMuLoSAMLseawvZrXfsd/y3rouCQD+KwBoyW8FizRTe/78+TZlyhSTaZiiWYGaJaoZw65l4eN8gf7GG294y/kPGDDAC8iFSUTR+NZ41b90JWhpalcwXfVFnZGrc3IZoHK1OUywxPU8Jhzr1Kljt99+uyloVbLfw2y/oHpcS0qvXbvWW+o4KDgalIwQZQWLMDZqs2sM65ios51ddbqCOa6AfZRnVO+A7t27+87+DzPusznGXTZxg6aud9w333xj5557rs2YMcN1qPcOVEJKmM9HvZs041rvs6DPrcRF9az179/f+Y5NbmSYbQCCbirM8v+J8139FGUMOqEDDsjm2IvTjnTnutoWdyzHTQAIE7APk/yVuPcwgXfXu/K5557ztjgJKvq7QKv8lEy+0fifM2eO94yF+XumPBIAlGypVYqUCBTlb+sVK1bYaaedZsuXL09LM2TIENM/199k2R7j1IcAAggggAACCCCQHwIkAORHP9AKBBBAAAEEEECg3AW++uorbwng2bNnh2rLDjvs4M0S09Le++23n2233XYbv2TUbFTVpyC/Zk4qmKwgXnIpGdB37TurZYrvuece03VLFn3Bq6WvFSR86623Attf0RMAQnVuBgf5ffmeripXkCgoAJI8E1DHXXrppd6KD5tssolvqxXMVFDOb2wEzWT++eef7cILL7T77rvPt34FQ66//no75ZRTvOCDxr+Cek8//bS3t/bee+9d6lxXEMgVhAjqorJMAFA7FNRTcPr888/3gp4KNqxevdpbDl3bRpR89ku23bVthCuBI1GfkhE0Hk4++WTbfvvtvX54/vnnQ69goXrCJgCEWZVAdSkgdcwxx3jbpmgfbL2n9F7UKiolt+FwPReuBIAwK7lorD7wwAPejG+/oJCWx9a7NOizoEmTJvb444/bHnvs4TsUsznGXTZxg6ZhXnn6zNJnnms8J54JvQ+6dOnijSn1dWLrHK2KoWdUWyvce++9NmvWrDCX994v+gysXr16qOOTD3ItwR5UYZjl/xPnK5CplThGjRoV+L4cOXKkl8AV9N5OrkDJaboHeb366qs2fvx4360ndF42x15kbMcJrrbFHctxEwDU/DDjRe8AfS7+4x//8L1jfQ7qXeK3jYhO1LhW8pLe2X7FFehOnKfk1MGDB1u9evW81WD0LhszZoz33IR5blWP67M3F++i5M8T/Y2rLQ30vg961vUeGT58uLftkl9x/b2b7bFNfQgggAACCCCAAAL5JUACQH71B61BAAEEEEAAAQTKVSDMTK1sNbDkF5OufWd13TZt2tjFF19shx56qFWuXNkUFNAXwwoKaD/yMF/wur4Qjfvlbtzz4/q6ggtx6093fpTgv86PY5RuZvoRRxzhzc5VUHPnnXf2Am2afa4gm4JrN910U+DMv6AAdJh9rYNM/cabq59cQYiga5Z1AkCcMaVAzcSJE61BgwaB1YSZARqnHYlzwyYAhFmVwK89fttGuJ4LVwJA2JVcEgkb2gt733339d6lel6UtKWZuAqYuWbKhpmJns0x7rKJGzQNM3aUUKLgtpawL+uiYKuC3npeMimubQD86oyy/H+iDq3SooS9oH3WE5/nem/r3pITJDQWlSyj8ag9zrUUvZJREqsH6VzX53g2x14m3kHnuNoWdyxnIwEgMSNdq9sEFQWr9TdZ586dbffdd/c+exWYVt/rPrXlU3K/laxL7yKt7HLSSScFXifO+zZq/7k+e3PxLkpXZyLJVkv8K8l266239m5F76GVK1d6Kw8pIdKv6F2hVZzq168flYDjEUAAAQQQQAABBIpEgASAIulIbgMBBBBAAAEEEMiGgAJImtXZu3fvUMH0ONcsuQKA9uju27evPfjgg3GqdZ7rChzE/XI37vnOG3Ac4AouxK2/5PmZ7Hkdxyjs0vRh71MzoqdOnWoHH3yw7yla9tsVoPA7WUuBX3755aV+7eonVxAi6P4KKQFA/XnZZZdtnB3td1/aRkSzO+fNmxe2a32PU8BRs03T7XEdNgFAlWtLE83kz6SU3AJFdbieC1cCgOr4+uuvvZmjer/mqqgftLpD1apVAy+RzTHusokbNA1rVRa+JdsSZbl1v/vIdBuAKMv/J66tALCCk3quc1Vcn+PZHHvZvgdX2+KO5WwkAOiew2wDEtdGfz9oyfvE6hhB9bm2OInSlvbt23vL5iuQXrK4Pntz8S5y1Rnl3hLHXnTRRXbDDTeE2iYpk/o5BwEEEEAAAQQQQCD/BUgAyP8+ooUIIIAAAggggECZCujLe82m1xKkYWbUZ9q4dAGwuXPnejMH4163YcOG3uxBBQ1LFlfgwPVFrOvL+bjnZ+qZOM8VXIhbf+J8LbeuZe/1RXrYZZwT58YxSt4CIBv3oiV09UV5UADi448/tjPPPDPUHt0l2+QXTHD1kysIEXTvuU4AuOuuu7xEnaBlncP0jZIqtDTzTjvtFOZw57LeYSrRuB03bpxptZNrrrmm1ClREgDCznRO165cJQDoWrkM3Gkfbs2A18xwV8nmGI/zznC1M+rvv/jiC29Z81wmWSS/Z7UEv7Y5ibuPd5hl3UtaRFn+P/lcJUr069fPm4Gci+L6HM/m2Mt2+11tc/2N4WpPthIAdJ1crgql5BIlioTd0uKbb77xVvpRQl6coi19dO0ePXqk3RbI9dmbi3dRmC1lotxz3BVDolyLYxFAAAEEEEAAAQTyV4AEgPztG1qGAAIIIIAAAgiUm4BmC86ZM8cGDBjgXAo6k0a2bNnSW7pUS2Enl2zMHNQXxN26dTMtS59uz3dX4CDul7txz8/EM/mcSZMmecvx5qqE3Z826PpxjObPn+/tGRw3SUTtC7t1gZ4H7XXcq1evyKy33nqrl0xTsriCQK4gRFBDcp0AoOD1Flts4dzbOaiNmQQotEqIlmAfO3Zs5H7QCQruK3nhsMMOM7+VJKIkAOh9NWTIENMqD1FLLhMA1Bbtk37++eenfQdGbWvi+NatW3vbA2hGepiSzTEe550Rpq1Rj9Gy5sOGDbObb7456qmhj9d7TvXvueeeoc8JOjDqNgBxlxBXUFPJVVriPdvF9TmezbGX7ba72pZPCQD67Js2bZq30olrS4coTvo7Tcl3+nsiSombkJBYsejzzz+3Tp065U0CQDZXwMrGiiFR+oRjEUAAAQQQQAABBPJXgASA/O0bWoYAAggggAACCJS7wGeffWYjRozwVgTIRsBVN9SmTRsv+HbggQemvT99EaqAWtSgmvaSVTBOQd1PP/3U98tdV+AgbqAp7vlxO33p0qXWtm3btKsfZFq3bFu0aOGZnnjiic6lv13XiWOk8aHAgfYWznRM6n4USFZwqkqVKq7mer/Xda+88krvulFKya0uEue6gkD5ngDQrFkzb/lkbduhlTuiFJ07atQoO+igg6Kc5h2baVBR752RI0da3bp1vXqykQCgejKZ6ey3r7rruQizBUAyqN7fV111VeA+0WE6QM+LZnNrSXf9d9iSzTHusokbNA17T8nHaa/6559/3hRUfP311zOpIu05WqVCq1N06NAhq8t3R90GQIl0Wu1hq622yvje9N5U0o3eZ5m+r0teXMlDSioIWoUim2Mv45v3OdGVpBd3LGdzBYDELbz55pt29dVX26xZs2JxKOCvsdCzZ8+MxnamCQklrxv0PnF99ubqXbR48WLr379/rHdJnM/WWB3LyQgggAACCCCAAAJ5KUACQF52C41CAAEEEEAAAQTyR0BfuH700UdeIODJJ5/MaBaYZiRpqfguXbqYlud3LRkfNbCi4J72kVXdWiZZQQfNnBw/fvzG9ipwpS9HFfgL2u9ds3oVXFAAQUsmJ4IWOr9x48beF9fapsBvyfi458fteV1fe9orgUJ73EYp+pJcM6C33HJLL0Fjv/3280xr164dOlAe5npxjTQ+FJBQMF6zE8MGltSHmlWr2YwNGjSIvKT2L7/8YloSW1sfaAawqwQtca9Atsboc889Z8uWLdtYlZ6Vww8/3AYPHuybJOO6rp7Zp59+2mvrokWLUtp66KGH2umnn+4tpRyU/PCvf/3Le1a04kLCV23TLPB//vOfG5dt1rOmJfXDmGh89e7d20u8iDrzM/meo/SD2qwVGLR6Q/L9Ktiid4aCZYn7U+BV7yiNjyhBT40FJUppZYIwY1FJEzq+pH8iWPrEE0+Y2pcosmratKlnpwScKEvB61nRrFmtRBE1eKfraqlsBaX22GOPSNdV27M5xl3vDCVH6DNm0003dT0eWf+92qYVHfQcyDjMGEjXCH2OKYGtefPmWX3fJl9LY1Wfi3rvKGkh3XtM7wiNN60AVLNmzax4aRuV22+/3ftsDfPuLHnR5CQ0Jbi5ns9sjr2sACRVovvXWFFyWLrnvHv37tauXbvAbWmC2pSoX58B+pxMjMfEeyTT+n/77TdvfOtz9+WXX47Eovew3sG6dsmVnyJV9L8HR0lI0Ge+EmqSk071rtU7UX/nKaCvkvgbUYmkegb8iutd5PobMeh+f/zxR69NSpqJ8vfb/vvv7634cvbZZzufjUy8OQcBBBBAAAEEEECgMAVIACjMfqPVCCCAAAIIIIBAuQisX7/eVq1a5QUVFfDQfyd/waxGKYimL3sVSNYXrgok7L777hl9ma0vWhUcffbZZ71AXXLAQl/QaiuBk08+OVRSQbmAcdGcC2hZa41HBTm1J7u2fUgEmBIJDUr40B7aGovbb7997DZpL2LN/NU2GbpeIoCvAILGvAL42itdM1XDrjAQu1HlXIG2HZDHzJkzPY9EUEXvAyWRKGin57VGjRpZa6mCJbqmAl3J/aBrapl/Bcs1m7Zq1apZu2Vd3EAAACAASURBVKZfRUq60LLSCpBpRYT33ntvo4Heh/Xr1/eCSq1atfI8/BKIctVQtU+rFSipSe9u9ZFWcEhe1lvtUltlp2QpjWVXoDVX7S3UepWc8u6779qSJUu8zyuNiZLOifdEtWrVPGsllunzMhvvpnx3098QCmzqna1/SgxIDoKn+xsiF0lo+e6Uz+1TUpFWF9HfZPqnd13y567arnedEgf1mat/ClBXrlw5q7elduhZUxJg8t+HiWRNfeYr+K9ERlfSaVYbloXK9LfvBx984CXg6TnR52lyoqCeCX3OyVarM+27775l/pmShdukCgQQQAABBBBAAIEcC5AAkGNgqkcAAQQQQAABBBBAAAEEEEAAAQQQQAABBBBAAAEEEEAAAQQQQKAsBEgAKAtlroEAAggggAACCCCAAAIIIIAAAggggAACCCCAAAIIIIAAAggggECOBUgAyDEw1SOAAAIIIIAAAggggAACCCCAAAIIIIAAAggggAACCCCAAAIIIFAWAiQAlIUy10AAAQQQQAABBBBAAAEEEEAAAQQQQAABBBBAAAEEEEAAAQQQQCDHAiQA5BiY6hFAAAEEEEAAAQQQQAABBBBAAAEEEEAAAQQQQAABBBBAAAEEECgLARIAykKZayCAAAIIIIAAAggggAACCCCAAAIIIIAAAggggAACCCCAAAIIIJBjARIAcgxM9QgggAACCCCAAAIIIIAAAggggAACCCCAAAIIIIAAAggggAACCJSFAAkAZaHMNRBAAAEEEEAAAQQQQAABBBBAAAEEEEAAAQQQQAABBBBAAAEEEMixAAkAOQamegQQQAABBBBAAAEEEEAAAQQQQAABBBBAAAEEEEAAAQQQQAABBMpCgASAslDmGggggAACCCCAAAIIIIAAAggggAACCCCAAAIIIIAAAggggAACCORYgASAHANTPQIIIIAAAggggAACCCCAAAIIIIAAAggggAACCCCAAAIIIIAAAmUhQAJAWShzDQQQQAABBBBAAAEEEEAAAQQQQAABBBBAAAEEEEAAAQQQQAABBHIsQAJAjoGpHgEEEEAAAQQQQAABBBBAAAEEEEAAAQQQQAABBBBAAAEEEEAAgbIQIAGgLJS5BgIIIIAAAggggAACCCCAAAIIIIAAAggggAACCCCAAAIIIIBAxgJ//fGn/XvJ/4t8/t7NDoh8TiGfQAJAIfcebUcAAQQQQAABBBBAAAEEEEAAAQQQQAABBBBAAAEEEEAAAQQqgIASAC6t3TrSnba5+lw76rwOkc4p9INJACj0HqT9CCCAAAIIIIAAAggggAACCCCAAAIIIIAAAggggAACCCCAQJELkAAQroNJAAjnxFEIIIAAAggggAACCCCAAAIIIIAAAggggAACCCCAAAIIIIAAAuUkQAJAOHgSAMI5cRQCCCCAAAIIIIAAAggggAACCCCAAAIIIIAAAggggAACCCCAQDkJkAAQDp4EgHBOHIUAAggggAACCCCAAAIIIIAAAggggAACCCCAAAIIIIAAAgggUE4CJACEgycBIJwTRyGAAAIIIIAAAggggAACCCCAAAIIIIAAAggggAACCCCAAAIIlJMACQDh4EkACOfEUQgggAACCCCAAAIIIIAAAggggAACCCCAAAIIIIAAAggggAAC5SSgBIAnLh/tXf27j1fbqlff9v57p33+brUO3i9tq2rsXdOOOq9DObW4fC5LAkD5uHNVBBBAAAEEEEAAAQQQQAABBBBAAAEEEEAAAQQQQAABBBBAAIEMBO7qMNj+veT/eWeeefcVdkCbIzOopThPIQGgOPuVu0IAAQQQQAABBBBAAAEEEEAAAQQQQAABBBBAAAEEEEAAAQSKUuDi3Vt596XZ/72njLCtd9yuKO8zk5siASATNc5BAAEEEEAAAQQQQAABBBBAAAEEEEAAAQQQQAABBBBAAAEEEChzgTenL7BHLxjmXfews1pb+2H9yrwN+XxBEgDyuXdoGwIIIIAAAggggAACCCCAAAIIIIAAAggggAACCCCAAAIIIIDARoF7Ol1mH77ypvf/u4y53A486Sh0kgRIAGA4IIAAAggggAACCCCAAAIIIIAAAggggAACCCCAAAIIIIAAAggUhEBi+f/qe+3uLf9ftcYOBdHusmokCQBlJc11EEAAAQQQQAABBBBAAAEEEEAAAQQQQAABBBBAAAEEEEAAAQQyFlg+e6FNOO967/wmXU6wjjddmHFdxXoiCQDF2rPcFwIIIIAAAggggAACCCCAAAIIIIAAAggggAACCCCAAAIIIFBEAvd2udI+WLDUu6MzRl9qDU85uojuLju3QgJAdhypBQEEEEAAAQQQQAABBBBAAAEEEEAAAQQQQAABBBBAAAEEEEAghwKJ5f933GNX6z15hG27y445vFphVk0CQGH2G61GAAEEEEAAAQQQQAABBBBAAAEEEEAAAQQQQAABBBBAAAEEKozAO3NetQd7DPXut/HprezUkQMqzL1HuVESAKJocSwCCCCAAAIIIIAAAggggAACCCCAAAIIIIAAAggggAACCCCAQJkLPND1Gntv/mvedTvfcbE16tCizNtQCBckAaAQeok2IoAAAggggAACCCCAAAIIIIAAAggggAACCCCAAAIIIIAAAhVYILH8f7W/72K9p9xk2+1WowJr+N86CQAMCwQQQAABBBBAAAEEEEAAAQQQQAABBBBAAAEEEEAAAQQQQACBvBXQzH+tAKBySKfj7LRbBuVtW8u7YSQAlHcPcH0EEEAAAQQQQAABBBBAAAEEEEAAAQQQQAABBBBAAAEEEEAAAV+BB3sMtXfmvOr9vtNtF9nBpx6Llo8ACQAMDQQQQAABBBBAAAEEEEAAAQQQQAABBBBAAAEEEEAAAQQQQACBvBVILP+//e47ecv/71Bz57xta3k3jASA8u4Bro8AAggggAACCCCAAAIIIIAAAggggAACCCCAAAIIIIAAAgggkFbggwVL7d4uV3q/a9SxpXW+fTBSAQIkADA8EEAAAQQQQAABBBBAAAEEEEAAAQQQQAABBBBAAAEEEEAAAQTyUuDh8663t2cv9Np22s0D7ZDOx+dlO/OlUSQA5EtP0A4EEEAAAQQQQAABBBBAAAEEEEAAAQQQQAABBBBAAAEEEEAAgRSBxPL/2+1a3XpPGWHVau2CUIAACQAMDwQQQAABBBBAAAEEEEAAAQQQQAABBBBAAAEEEEAAAQQQQACBvBP48JW37J5Ol3rtOqj9MXb6qEvyro351iASAPKtR2gPAggggAACCCCAAAIIIIAAAggggAACCCCAAAIIIIAAAggggIA9esFwe3P6i55ExxEDrMkZrVBxCJAAwBBBAAEEEEAAAQQQQAABBBBAAAEEEEAAAQQQQAABBBBAAAEEEMg7gcTy/1V32sF6Txlp1ffcLe/amG8NIgEg33qE9iCAAAIIIIAAAggggAACCCCAAAIIIIAAAggggAACCCCAAAIVXOCjJf/PxnYY7Ck0PLm5nXHnZRVcJNztkwAQzomjEEAAAQQQQAABBBBAAAEEEEAAAQQQQAABBBBAAAEEEEAAAQTKSODxC0fav56Y712tw/D+duiZJ5bRlQv7MiQAFHb/0XoEEEAAAQQQQAABBBBAAAEEEEAAAQQQQAABBBBAAAEEEECg6AQuqXmCbdiwwbbcvqpdMO0Wq7F3zaK7x1zcEAkAuVClTgQQQAABBBBAAAEEEEAAAQQQQAABBBBAAAEEEEAAAQQQQACBjAQ+Wfqe3XnSQO/cA9odZWeOvTyjeiriSSQAVMRe554RQAABBBBAAAEEEEAAAQQQQAABBBBAAAEEEEAAAQQQQACBPBWYfNGt9vqkuV7r2t/Y1w47u02etjT/mkUCQP71CS1CAAEEEEAAAQQQQAABBBBAAAEEEEAAAQQQQAABBBBAAAEEKqzAZXu0sT9//8M237qK9Ztxu+20b60KaxH1xkkAiCrG8QgggAACCCCAAAIIIIAAAggggAACCCCAAAIIIIAAAggggAACORH47K0PbFTr/l7dDVofYWfdc2VOrlOslZIAUKw9y30hgAACCCCAAAIIIIAAAggggAACCCCAAAIIIIAAAggggAACBSYw9dI7bMmjz3itPvm6Ptase7sCu4PybS4JAOXrz9URQAABBBBAAAEEEEAAAQQQQAABBBBAAAEEEEAAAQQQQAABBP5X4Iq9T7Lff/3NNqv8N+v/9Cjbpe4e2EQQIAEgAhaHIoAAAggggAACCCCAAAIIIIAAAggggAACCCCAAAIIIIAAAgjkRmD1O6vstuMv8Crf/4Rmdva9V+fmQkVcKwkARdy53BoCCCCAAAIIIIAAAggggAACCCCAAAIIIIAAAggggAACCCBQKALTrrzTFj00y2vuSUN72+E9Ti6UpudNO0kAyJuuoCEIIIAAAggggAACCCCAAAIIIIAAAggggAACCCCAAAIIIIBAxRW4qm57++2nn80qVbKBz46xXevvWXExMrxzEgAyhOO0zAX+/PNPmzNnjk2aNMneeOMN++KLL2z9+vVWvXp1q1Wrlh177LHWvn17q1+/fuiLrFu3ziZPnmwzZsyw5cuX29dff20bNmywnXbayerWrWtt27a1Tp062fbbbx+6znQH9u/f30aPHp3yqwMOOMDefPPNyPV+9tlnNmvWLHvmmWfso48+8tr83Xff2apVq6x27dqR6+MEBBBAAAEEEEAAAQQQQAABBBBAAAEEEEAAAQQQQAABBApV4Kv3P7FbWpznNb/+8YdZt/uHFOqtlGu7SQAoV/6Kd/GlS5dar1697F//+lfgzVeqVMm6du1qN998s1WrVi3w2OnTp1vfvn3t888/Dzxuxx139OpTvZkUBez//ve/lzo1agLAv//9b7viiiu8hAUlKZQsSgYgASCTHuIcBBBAAAEEEEAAAQQQQAABBBBAAAEEEEAAAQQQQACBQhWYPuRuW3j/U17z2w7pZUee275Qb6Vc200CQLnyV6yLP//883biiSfab7/9FvrGDzzwQHvhhRdsu+22S3vOlClTrHPnzvbXX3+FrvOuu+6y3r17hz4+caBWJZg2bVqp86IkAIwdO9YGDhzorXjgV0gAiNw1nIAAAggggAACCCCAAAIIIIAAAggggAACCCCAAAIIIFDgAkP+car9/D9rvbsY8Mydttv+exf4HZVP80kAKB/3CndVzXpXoPynn34qde9alr9q1aq2evVq+/3330v9vkOHDjZ16tRSP//000+tTp069uuvv5b6nZb+33TTTb06Sxb9XEv2/+Mf/wjdD1qmX8kL6UrYBIBLLrnERo4cGXjNKlWq2IoVK9KuNBC6sRyIAAIIIIAAAggggAACCCCAAAIIIIAAAggggAACCCCAQAEJrFn1uY04qqfX4v2ObWLdxw8toNbnV1NJAMiv/ija1vTo0cMeeOCBlPvbZZdd7P7777dWrVqZlvz/8ccf7YYbbrARI0aUcli1apXtueeeKT+/6qqrvOOTS40aNbxkgSOOOML78RtvvGEdO3a0Tz75JOU4rQCglQDCFCUY1K9f35TEkK6ESQDQtfr06VPq9N122837+XHHHWf77befbbnllmGaxDEIIIAAAggggAACCCCAAAIIIIAAAggggAACCCCAAAIIFI3ArOvutQX3POHdT5urz7WjzutQNPdW1jdCAkBZi1fQ61WvXt2+/fbblLtfuHChNWvWrJRIy5Ytbf78+Sk/V6LAOeeck/Kz5s2b24IFC1J+Nn78eOvWrVvKz2bPnm1t2rRJ+Zlm/y9fvjxUb1xzzTV23XXX+R7rSgDQdRo3blxqpYLBgwd7CQyVK1cO1Q4OQgABBBBAAAEEEEAAAQQQQAABBBBAAAEEEEAAAQQQQKAYBYYe2Nl++vZ/vFvrP3uU1Txg32K8zTK5JxIAyoS5Yl/kf/7nf0zL/CcXzXz//PPP08LcfPPNdvHFF6f87tprr7Wrr7465Wf16tXzlstPLh9++KHttddeKT/TDH4trZ9clJDwzTffODtm5cqVtv/++9tvv/3me6wrAaBdu3Y2c+bMlPOHDx9ul156qfP6HIAAAggggAACCCCAAAIIIIAAAggggAACCCCAAAIIIIBAMQt898mXNrxZd+8W6x7T2HpMuLaYbzfn90YCQM6JuUBUAQXHL7/88pTTbrvtNhswYEDKzw4++GBbunRpys8++OAD22effVJ+9vPPP9tWW22V8rPatWvbRx995Gza8ccfb3Pnzt14nFYDUDJCcglKAHjnnXe8BIINGzZsPOXoo4+2559/3nltDkAAAQQQQAABBBBAAAEEEEAAAQQQQAABBBBAAAEEEECg2AWeHvaAvTBmsnebra/sYc3PP7XYbzmn90cCQE55qTwTgSOPPNJefvnllFOXLVtmBx54YMrP+vbta2PGjEn52dixY+38889P+dm0adOsffv2KT/r1KmTTZw4MbB5kydPNh2XKA0bNrSnnnrKatWqlXJeUAKAZvmPGDEi5Xhtb7D55pvbuHHj7KWXXrKvvvrKttxyS9t7772tY8eOXvu33nrrTOg4BwEEEEAAAQQQQAABBBBAAAEEEEAAAQQQQAABBBBAAIGCEriuURf78evvvDb3m3m7/b1h3YJqf741lgSAfOuRCtyedevW2ZVXXml33HFHikLbtm1txowZpWTeffddU/D9jz/+2Pg7bTUwadIkO/bYY72fvf76617wP3m7gUqVKtnChQutadOmvtpr1641bTHwxRdfbDxGSQlaOaBmzZop5wUlABxyyCH2xhtvbDxeWxGcdtpp9tBDD/leWwkGSlpQwgEFAQQQQAABBBBAAAEEEEAAAQQQQAABBBBAAAEEEEAAgWIV+OGLb+zGJmd7t1en+cHW85Hri/VWy+y+SAAoM2ouVFJAS/q/+eab3o8VcH/vvffsl19+STlMy+drufwdd9wxLeADDzxgPXv2TFliXwfWqFHDNttsM1u9enWp82666Sa75JJLAjtk0KBBpm0HEuX000+3xx57zEskCJsA8NNPP9l2221nf/75Z+TOr1atmpc4oIQDCgIIIIAAAggggAACCCCAAAIIIIAAAggggAACCCCAAALFKPDsiIds/qjHvVs74bLudkzf/1uduxjvtyzuiQSAslDmGmkFNBM/qPTo0cNuvfVWq1q1auBxU6ZMsd69e9v3338feNzf/vY3u/POO61Xr16Bxy1fvtwOOuigjSsLaHn+999/33bfffdICQAffPCB1alTx/da2267rZcgoKSCdEkCJ554os2ePZvRgwACCCCAAAIIIIAAAggggAACCCCAAAIIIIAAAggggEBRCmj2v1YBUOn71K1W6+D9ivI+y/KmSAAoS22ulSLgSgDo06ePXXvttabZ8EFFM/O1CkDJ1QNKnqPr3Xfffda9e3fzu/aGDRvsiCOOsFdeeWXj6dddd51dddVV3v+PsgLAokWLrFmzZqWavscee9i4ceOsZcuW3u+++uor071q2f+SRasi1K3LPic8OggggAACCCCAAAIIIIAAAggggAACCCCAAAIIIIAAAsUl8OPX39l1jbp4N7XvkQfZuY/dWFw3WE53QwJAOcFzWbPmzZvbggULAil22mknmzt3rjVo0CDtcVrKf+TIkZE4zz//fBs7dmzac7SlgFYeSBQtwa8g/BZbbOH9KEoCwNNPP22tW7cudZ1PP/201DYCf/zxh9WvX9+0akBySU4+iHSTHIwAAggggAACCCCAAAIIIIAAAggggAACCCCAAAIIIIBAHgs8d+sjNvfWR7wWtrqkq7Xof3oet7ZwmkYCQOH0VVG3dO3ataal90ePHm0TJ05MuddddtnFVqxYUWorgEceecTOOuuslGNr1qxpt912mze7fpNNNrEXX3zRBg4caKtWrUo5bsSIEXbxxRen/ExbCGjJ/m+//Xbjz5944glr3779xv8fJQFg1qxZ1rZt21L9plUG0hWtTnDuueem/KpNmzY2c+bMou57bg4BBBBAAAEEEEAAAQQQQAABBBBAAAEEEEAAAQQQQKDiCQxv1t2+++RL78b7PHmL7dG4fsVDyMEdkwCQA1SqjCegJfoffPDBlEpuvPFGu/zyyzf+7K+//rJatWp5M/ITZfPNN7e3337b9t1335RzP/vsM292vZIMEmWbbbax1atX29Zbb73xZ7169bJ777134/8/5phjbP78+Sl1RUkAmDNnjrVq1Srl/EMOOcRee+21tEBvvfWWHXjggSm/0/9ftmxZPFDORgABBBBAAAEEEEAAAQQQQAABBBBAAAEEEEAAAQQQQCCPBH767j829IBOXov2PvxAO2/i8DxqXWE3hQSAwu6/omy9gvgHHHBAyr01bdrUXnnllY0/W7JkiR166KEpxwTNlu/atatNmDAh5fgZM2ZsnKGv+g477DBLnp2v7Qe22267lHOUALBu3bpS7lo5QKVdu3am1QVUXn/9dWvcuHHKsR06dLCpU6em7bc1a9ZYjRo1Un63zz77lNoWoCg7nZtCAAEEEEAAAQQQQAABBBBAAAEEEEAAAQQQQAABBBCoMALzR020Z0f8d0Lw8YPPspYDulSYe8/1jZIAkGth6o8s8NNPP5lm6CeX3Xff3TSTP1G0TcDpp6fuA9KvXz8bNWpU2usNHTrU/vnPf6b8TlsFDBgwwPvZtddea0OGDInc1pIndOnSxbQ1gcpXX31l2r4guSjJYNGiRWmvk24FgCZNmtjixYtjt4sKEEAAAQQQQAABBBBAAAEEEEAAAQQQQAABBBBAAAEEEMgXgRFH9bQ1q/670vf5U0fanofuny9NK/h2kABQ8F2Y/zfw0EMPWbdu3VIa2qdPHxszZkzaxn/yySdWu3btlN9phv2KFSs2/uzRRx+1M888M+WYTp06mRID0pW+ffuWut4dd9xh/fv39w5XW3RM3JKcAKC6NIP/ww8/3FjtFltsYd98802pBAcdcN9999m5556b0oSzzjqr1MoFcdvI+QgggAACCCCAAAIIIIAAAggggAACCCCAAAIIIIAAAgiUl8Av//nJrqnf0bv8Xoc1sN5T/ru6NiU7AiQAZMeRWgIEFixYYM2bN085QjPjFdCvWrVqqTM1U18z9pNLyeX9NYu+WbNmKceorlWrVtmOO+6Y8vOff/7ZlECg5fuTS/IWAJMnTzYlEMQtJRMALr300o1bAiTqvummm+ySSy5JudTvv/9u9evXt5UrV6b8/OGHHy6V6BC3jZyPAAIIIIAAAggggAACCCCAAAIIIIAAAggggAACCCCAQHkJvDh2is2+8X7v8scOOtOOG5Q66be82lUs1yUBoFh6Mo/v448//rDddtvNm/meXBo3bmxjx461Ro0aeT/W0v933XWXXX755fbnn3+mHDthwgTTbPhEWb9+ve2666723XffpRynJfMfeOAB22+//byfazWB3r1727PPPptynGbia4n+bbfdNpKckghq1qyZcs4BBxxgb775Ztp6Vq9ebXvssYepvYnyt7/9zUaPHm3nnHOO6b/VDrVx+vTpKXXsvPPO9u9//9uqVKkSqY0cjAACCCCAAAIIIIAAAggggAACCCCAAAIIIIAAAggggEC+Ctx8zHn29QefeM07b/JNtnfTA/K1qQXZroJPAJgyZYoXPP3+++8jdYD2mH/88cetdevWzvM2bNjgBZKfeuope+GFF0x7tev/qzRs2NAUAO7YsaMdccQRaWe0B11AQfGZM2favHnzbNmyZfb+++97h2vGuupu27attWzZ0mrUqOFsZ/IBCrovWbLEZs+ebQsXLvQC1GvXrvWWnj/wwAPtqKOOsnbt2nnX2GyzzSLVncnBd955p/Xr1y/tqZqxv9VWW9mXX36ZEihPHKz2vv7666XaOXLkyFIz6RPnKHiu+/riiy9M/VeyXHTRRXbzzTdHvpWoCQC6gK5z8cUXl7rWlltuadWqVTMlCZRMeNDB48ePL7V1QuQGcwICCCCAAAIIIIAAAggggAACCCCAAAIIIIAAAggggAACeSLw27pf7Ko6p3itqX3IftbniZut0iab5EnriqMZBZ0A8Msvv9jAgQPtnnvuyag3brzxRm+2eVBRYsGIESO8meoKoAcVBe2vv/56a9++vW3iGKhq+9133+0d70pe2GGHHezaa6+1nj172uabb+68VwX7r776aps1a5bzWC2tr0B63bp1ncfGPUDtv//+/y7nEbb8/e9/t+eff9722muvUqcosN+tWzfT6gBRyoknnuglc2j2fdSSSQKA2tm9e3d76KGHQl9OyRKjRo0KfTwHIoAAAggggAACCCCAAAIIIIAAAggggAACCCCAAAIIIJDvAi+Ne9JmXjvOa2bLC8+w4y8+O9+bXHDtIwEgIAHg66+/tvPOO6/U0uxBvawZ9kos0KoEfjPr161b581cV1JBlHLFFVeY/mm2vF9ZsGCBde3adeMKBWHq1woGWnr/sMMOC3N4rGPGjBnjJSf88MMPznpOPfVULwiu2fx+RTPnb7rpJs9crkFFAf8BAwbY0KFDM15WP5MEALVJSQDDhw/3Ej5+/vln32aqb5XsMWjQIKcPByCAAAIIIIAAAggggAACCCCAAAIIIIAAAggggAACCCBQSAK3HdfHVr/7b6/JvSYOs30Ob1hIzS+ItlbYBAAF6qdNm2YtWrRI21EKJmt1gXvvvTdyR6ruqVOn2nHHHVfqXC3Nr0CwguCZlHHjxnkrAVSqVKnU6e+9956dfvrp3hYFUcvRRx9tDz/8sO22225RT418/I8//miTJk2yp59+2tv2QNsgKJCvlQ60isLhhx9uZ511lvffYYu2D5C56vzggw9MyRt//fWXt3XCnnvuaa1atTIlFOyxxx5hq0x7XKYJAInKdP6DDz7otXPVqlVeIsT222/vrXBwwgkn2LnnnhuY8BCr8ZyMAAIIYc8b7wAAIABJREFUIIAAAggggAACCCCAAAIIIIAAAggggAACCCCAQDkJ/PHbert8r3be1WsesK9dMP1W27QMtiovp9stt8sWXQKAZuzfdtttGc/wTvTEo48+ameeeWZKxyiwf80111iPHj28oK2SBJREcNVVV5Waca9gs7Ym0HHJ5aWXXrLOnTt7+90nl8GDB3uz03fddVf7/fffvWXvL7vsslLB/GbNmtkjjzxitWvXTjnfbzsEze5XwsExxxzjLXmv/eZvv/12b1/6kkU/79+/f9rkgnIboVwYAQQQQAABBBBAAAEEEEAAAQQQQAABBBBAAAEEEEAAAQQKXmDhA9Nt+jV3effRol9na3Vpt4K/p3y8ARIA0vSKgvNnn322zZs3L+W3CqRfdNFFKUv7a2n3++67z3r16pVybLoVBpQw0LdvX28GeHLp06ePjRgxotTS/nPnzrWOHTva2rVrU47X9ZSEkFzmz59vp5xySsqxtWrV8vadP+qoo1KO1Qx87TE/YcKElJ+3bNnS+9kuu+ySj2OVNiGAAAIIIIAAAggggAACCCCAAAIIIIAAAggggAACCCCAQIEK3HFiP/v87ZVe68999Abb96hGBXon+d1sEgDS9M9zzz1Xavn+Jk2a2OOPP552CXnNqu/SpYu9+OKLKbVdd911duWVV26cUf/22297Af2VK/87sFUUbH/qqaescePGpVqiwP8FF1zgLc2fXEqucqDl87WlwLBhw1KO02x+JRZsvvnmpepOd49KWnjmmWdMqwxQEEAAAQQQQAABBBBAAAEEEEAAAQQQQAABBBBAAAEEEEAAgWwI/PXnn3ZprdZeVbvst6f1n3mHbbb537JRNXWUECABoASIZvTfcMMNXkA9uQRtLbB+/XpvuX5tPZBcFOzXbP1tt93W+3G6bQW0N70C/DvuuGPawak6Bw0alPK7pk2b2mOPPWaa4a/y7bff2llnnWXPPvtsynHaKkCJCenKJ598YmeccYYtWrQo5de33nqrDRw4sMI8KEqe0PYJSpLQFgkUBBBAAAEEEEAAAQQQQAABBBBAAAEEEEAAAQQQQAABBBDIrsCrE2bZk1fc6VV69AWn2YmXn5PdC1DbRgESAEoMhv/85z/Ws2dPmzp1aspvXIFxV6DeL0lAwXZtLVC5cuW0w3LGjBl20kknpfxOqwbMnDnTGjX677IYS5cutbZt25q2LkiUkseUrNzvPl3tKbZnRwkA2hJh6623JgGg2DqX+0EAAQQQQAABBBBAAAEEEEAAAQQQQAABBBBAAAEEEMgLgdHtBtin/1rhtaXHw9db3aMPzot2FWMjSAAo0at+M+ODZtOrikmTJlnnzp1Tattnn328RIIGDRqYX8D92muvLbXaQHIlixcv9rYj0HYAyWXu3Ll27LHHej9KlyRwwAEHeG2qU6dO2nH766+/2kUXXWRjx45N+b1WEhgzZoxpO4CKUEgAqAi9zD0igAACCCCAAAIIIIAAAggggAACCCCAAAIIIIAAAgiUp8DFu7fyLl9j75o24Jk77W9VSm9hXp7tK6ZrkwBQojdXrFhhp512mi1fvjzlNwsXLrRmzZr59v0rr7xihx9+eKnfJ85bs2aNt+T+vHnzUo5xJRa8//771qlTJ3vrrbd8z5swYYJ17do15ffHH3+8t+VAtWrVfNt83XXX2TXXXBP5vGJ6AEgAKKbe5F4QQAABBBBAAAEEEEAAAQQQQAABBBBAAAEEEEAAAQTyTWDJY8/a1Etu95rV/PyO1vrKnvnWxKJqT9ElAGjpe5Xk5fBr1apl9evXt6OOOspbKl+z4jfZZJO0HekK5Pv1vuu8MIH8dHWHOS/TQH6m5xXTE0ACQDH1JveCAAIIIIAAAggggAACCCCAAAIIIIAAAggggAACCCCQbwJjT7nIPnr9Ha9Z5zx0rdVr0TjfmlhU7Sm6BIAwvdOmTRsbOnSoNWzY0CpVqpRyiiuQ71f/0qVLveSC5MQDHZuY4R8mkJ+ubr8tCZK3Dsg0kH/bbbfZoEGDUi7r2jogjG8hHUMCQCH1Fm1FAAEEEEAAAQQQQAABBBBAAAEEEEAAAQQQQAABBBAoNIHE8v/Vau1iA+eOtc23qlJot1BQ7a2QCQDqIa0KcNddd1mrVq1SkgAyTQBwBfhdv/cbNd9995116dLF5syZk3JINhIAtEXAmWeemVIvCQAF9fzSWAQQQAABBBBAAAEEEEAAAQQQQAABBBBAAAEEEEAAAQTyVuCNyc/ZpEG3eO07slcHa3vNuXnb1mJpWEEnAGj2tmbyawZ8JkXB7scff9zq1au38XQSAA6wSZMmedskVITCCgAVoZe5RwQQQAABBBBAAAEEEEAAAQQQQAABBBBAAAEEEEAAgfIQuPvUS2zVq297l+4+/p+237GHlkczKtQ1CzoBQD21fv16W7t2rddpW265pVWp8n9LRvz000/27rvv2pgxY2zChAlpO/bqq6+2IUOG2Kabbur9PtMEgBUrVthpp51my5cvT7nO9OnTrV27dpbpCgBr1qyxM844w+bNm5dS76233moDBw70fpbpFgAy6dq1a0q9TZs2tccee8xbIaEiFBIAKkIvc48IIIAAAggggAACCCCAAAIIIIAAAggggAACCCCAAALlIZBY/n/bXXa0wc/fY1tss1V5NKNCXbPgEwDC9NYff/xh48ePt169epU6vHnz5qal8HfddVfvd5kmALjOyzQBIMx5mSYAZHpeGPNCOYYEgELpKdqJAAIIIIAAAggggAACCCCAAAIIIIAAAggggAACCCBQSAL/evJ5e7z/CK/JR/Q8xdr987xCan7BtrVCJACod3744Qfr0aOHTZs2LaWz9tlnH5s6dao1aNDA+/nixYvtuOOO27iqQOLghQsXWrNmzXw7Ol0CwC677GIzZ860Ro0a2YcffmidO3e2pUuXptTxyCOPWJcuXXzr9UsASKwsoBOHDRtmV1xxRUodxx9/vJfYUK1aNd+60yUAdOzY0e677z7bdtttC3ZQR2k4CQBRtDgWAQQQQACB/8/eXYBJWXUBHD90dwrSIA2iNCICokiHSEg3CEgI0iUNUgJKdyMipTQo3YIKiMTS3Z3fc+5+u847O7s72zOz//s8Puo7973xe4fdYe655yKAAAIIIIAAAggggAACCCCAAAIIIIAAAgg4JzClbg85+fshU7nRtL6Sp3xx526kVogEIk0AwOvXr2XAgAHmH/tiu7jvzI57R+IrV66UqlWrWl7Shf9FixZJ1qxZ5ebNm2ahf926dZY6AwcOFD2GwL+iAQOVK1eWy5cv+1ZJkCCBrF+/XooW9T4jQxf669evb2kif/78snjxYsmePbvDpvXohO7du8uYMWMsr7dt21a+/fZbiR07dojeWO5yMwEA7vKkGCcCCCCAAAIIIIAAAggggAACCCCAAAIIIIAAAggggIA7Cfik/4+fPLF02zpV4iRO4E7Dd9uxRpoAAH1Cjna863XbAIDr169LvXr1ZOPGjZaHOnr0aOnUqZO/D3ry5MnSunVry+sVK1aUuXPnSpIkSeTRo0fy5Zdfmt31tkXbHDZsmMSMGdNh2xs2bDAZCWyLbWCBXv/tt9+kVKlSljq22QccNXz//n354osvzPhsy5AhQ6RHjx5u+4YO6sAJAAiqGPURQAABBBBAAAEEEEAAAQQQQAABBBBAAAEEEEAAAQQQCFjg8MptMr/tUFPpvaZVperANpCFk0CkCQDQhV7daa/p8m2L/U55/xbqA9oZ799uel1I16CDaNGiiX8ZCGyDBBw9c92h37lzZ8tLDRo0kIkTJ4pmAtBy/Phx+eyzz+To0aOWepp9oHbt2g7fSl5eXibQYefOnZbXNbNAuXLlwuntF/HdEAAQ8c+AESCAAAIIIIAAAggggAACCCCAAAIIIIAAAggggAACCHiWwLQGveXElv1mUg2n9Ja8Fd7zrAm68GwiTQCAptBv2LChn539js68d7ToXrx4cVmwYIFkyJDBz+M8c+aM1K1bV/bs2WN57eeff5YqVar4XnN0TEBAO/Vv374tzZo1k59++snSrn02grt370rz5s1l2bJllnoBZRdYvny51KxZ01I/oDm68Hs4REMjACBEfNyMAAIIIIAAAggggAACCCCAAAIIIIAAAggggAACCCCAgB8Bn/T/cRLGl6+3z5B4SROiFE4CbhsAoLvu+/XrJ3HjxjU75OPFi+cv2dOnT0UXzXv27Omnjp53rwvlUaJE8X1t7969Uq1aNdGgAdsyZcoUs9BuW1d39o8fP146duxoqfvhhx/KnDlzRBf4fYp/gQI6rgEDBkj06NEtbWgAge7213T9PiVnzpyydOlSyZ07t+81HYMGLXTp0sVyv9bVLAD58uWzXNfAglatWpl2bItmSFBTzVgQWQoBAJHlSTNPBBBAAAEEEEAAAQQQQAABBBBAAAEEEEAAAQQQQACB8BA4una7zGk5yHRVvHFlqT7oi/Dolj7+L+C2AQC6iK2L42vWrDG78nWnvO7CT58+vcSMGdNM78GDB3L48GGZNGmSLFy40M9DL1GihMybN08yZsxoee3hw4fSrl07mTVrluW69jNo0CCpXr26CTjQMUyfPl0GDhxoWaTXm8aOHSsdOnSwBAvoYrMu9OuxALZFU/n37dvXzCFJkiSi/euu/969e4um6rctusg/ePBgiRUrluX6X3/9JbVq1ZJjx45Zrn/00UdmzAUKFJCoUaPKqVOnzCK/vYfOTTMIFCxYMFL94SAAIFI9biaLAAIIIIAAAggggAACCCCAAAIIIIAAAggggAACCCAQxgIzG/eTvzd6Z05v8EMvyVepZBj3SPO2Am4bAOBf2ntnH68ueM+ePVtKlSrl8JYdO3bI559/7mcB3pn2NUBg8uTJkiJFCj/VT548aQIX7I8LcKbdIkWKyNy5cyVbtmx+qutCtmY56NatmzNN+akzYsQIk0nBk3f/b5++ws+8X716LU+ePpFYMWM6nPt7zaoFy5ObEEAAAQQQQAABBBBAAAEEEEAAAQQQQAABBBBAAAEEEIiMAj7p/2PEiSU9d82W+MkTR0aGCJuz2wYA6IK37oTX3exBLdmzZzc79D/++GPLDn3bdjStvu6Sb926tZ/d/QH1pzvuJ0yY4HCR3ue+bdu2SaNGjYIUXJA/f375/vvvpVixYv52r5kDNABAMx4EpegRBPpPQMcoBKU9V607p8U3cvSXHU4PL32BHNJ+1Vin61MRAQQQQAABBBBAAAEEEEAAAQQQQAABBBBAAAEEEEAAgcgs8Nf63TKraX9DUKxBRakxtH1k5oiQubttAIBqPX36VFavXi3Dhw+Xffv2BQqoqfZ14V3T6Nun/Xd0swYBrF+/Xrp27SpHjx4NsH1tu3HjxtKnTx+HO//tbz548KBZrN+0aVOg4/7ss89k6NChkjlz5kDrPn782AQ3jBo1Sm7duhVgfc2CoEcS1KlTx8+RAoF25IYVCABww4fGkBFAAAEEEEAAAQQQQAABBBBAAAEEEEAAAQQQQAABBNxGYHbzgfLnrzvNeD+f1EPeruI4G7vbTMgNB+rWAQA+3i9evDAp9desWSPbt2+Xw4cP++7aL1q0qOTIkcPs9i9TpoykTJkyyI9JF9V///13kxHgjz/+kEOHDpk2kiZNKoUKFTLt6iK9LqhHiRLF6fZ9xr1kyRLZu3ev7N6929yrwQRvv/22OZ6gdu3akitXLokaNarT7WrFa9euyYoVK4yJjtnLy8vcr9kPChQoIFWrVpUKFSpIwoQJg9SuO1cmAMCdnx5jRwABBBBAAAEEEEAAAQQQQAABBBBAAAEEEEAAAQQQcHWBrzNUkFcvX0nUaNGk1765kjBlUlcfsseNzyMCADzuqTChMBEgACBMWGkUAQQQQAABBBBAAAEEEEAAAQQQQAABBBBAAAEEEEAAATm+eZ9Mb9jHSBT9vILUHN4BlQgQIAAgAtDpMmIECACIGHd6RQABBBBAAAEEEEAAAQQQQAABBBBAAAEEEEAAAQQQ8HyBua0Hy5HVv5uJ1vvuaylQvbTnT9oFZ0gAgAs+FIYUNgIEAISNK60igAACCCCAAAIIIIAAAggggAACCCCAAAIIIIAAAggg0CNLZXnx9LmB6L1/niRKnRyUCBAgACAC0OkyYgQIAIgYd3pFAAEEEEAAAQQQQAABBBBAAAEEEEAAAQQQQAABBBDwbIF/fjsoU+v1NJMsXOdjqTWqk2dP2IVnRwCACz8chha6AgQAhK4nrSGAAAIIIIAAAggggAACCCCAAAIIIIAAAggggAACCCCgAgvaDZNDK7YajDrjusq7NcsCE0ECBABEEDzdhr8AAQDhb06PCCCAAAIIIIAAAggggAACCCCAAAIIIIAAAggggAACni/Q661q8uzREzPRXnvmSOK0KT1/0i46QwIAXPTBMKzQFyAAIPRNaREBBBBAAAEEEEAAAQQQQAABBBBAAAEEEEAAAQQQQCByC5za+Yf88NnXBuGdmmWl7riukRskgmdPAEAEPwC6Dz8BAgDCz5qeEEAAAQQQQAABBBBAAAEEEEAAAQQQQAABBBBAAAEEIofAoi9HyoEfN5nJ1h7TRQrWKhc5Ju6isyQAwEUfDMMKfQECAELflBYRQAABBBBAAAEEEEAAAQQQQAABBBBAAAEEEEAAAQQit0DfXDXl8b2HBqHHrtmSNF2qyA0SwbMnACCCHwDdh5/A8yfPAuxs84TFsnHsfFMnU6Hc0mLhUIkRO2b4DZCeEEAAAQQQQAABBBBAAAEEEEAAAQQQQAABBBBAAAEEEHAjgTN7/5RJNb4yI85f+X2p/31PNxq9Zw6VAADPfK7MKhgCzx49kdHl2shNr8vm7hpD2kmxhpWC0RK3IIAAAggggAACCCCAAAIIIIAAAggggAACCCCAAAIIIOD5Aku6jJZ9i9ebiX72bScpVPtjz5+0i8+QAAAXf0AML3wFds5aJT/1nmg6TZ0jo7T9cZTESRQ/fAdBbwgggAACCCCAAAIIIIAAAggggAACCCCAAAIIIIAAAgi4gUD/fJ/Jw1v3zEi775gpyTK84Qaj9uwhEgDg2c+X2QVDYHylDnL+8D/mzvLdGknZDnWD0Qq3IIAAAggggAACCCCAAAIIIIAAAggggAACCCCAAAIIIOC5Al4Hj8mEKp3MBPOULy6NpvX13Mm60cwIAHCjh8VQw0fg8M9bZf4Xw0xniVInkzY/jiJaKXzo6QUBBBBAAAEEEEAAAQQQQAABBBBAAAEEEEAAAQQQQMBNBJZ9PU72zP/FjPbTER2lSL3ybjJyzx4mAQCe/XyZXTAFptXvLSe27jd3l2pVUyr1aRHMlrgNAQQQQAABBBBAAAEEEEAAAQQQQAABBBBAAAEEEEAAAc8TGPhOXbl/7baZ2Ne/T5fkmdJ63iTdcEYEALjhQ2PIYS9wYtsBmfZ5L9NRjNixpM2PIyVd/rfCvmN6CFWB3bt3y7x582Tx4sXyyy+/SMGCBZ1u//z587Jo0SJZuXKlnD17Vq5duyYJEyaUFClSmHYqVqwoVatWldixYzvdppeXl8ycOVPWrFlj2rx//76kTJlS8uXLJ7Vq1ZJ69epJjBgxnG7v9u3bMmvWLNPen3/+Kbdu3ZI4ceJIqlSp5K233jLjq1mzpiRNmtTpNqmIAAIIIIAAAggggAACCCCAAAIIIIAAAggggAACCAQmcOHISRlXob2plqNMIWk255vAbuH1cBIgACCcoOnG/QQWtBsuh1ZsMQMvVPsj+ezbzu43iUg44pMnT5pF//nz58upU6d8Bfbt2+dUAMCzZ89kyJAhMmzYMHn69GmAghkzZpQxY8ZItWrVAqz3+vVr0+agQYPkyZMn/tbNlSuXzJ07V955551An5wGNbRq1Uru3r0bYN1kyZLJ2LFjpX79+oG2SQUEEEAAAQQQQAABBBBAAAEEEEAAAQQQQAABBBBAwBmBn3pNkJ2zV5uqNYd1kKL1KzhzG3XCQYAAgHBApgv3FDj/xz8yvmIH38G3WDBE3no/8IVZ95yte49ad+frbn1d+NeFfkfFmQCA58+fm8X8tWvXOg0SJUoUmT59ujRp0sTfexo3biyzZ892qk3NMvDrr79KsWLF/K3fs2dPGTp0qFPt+VTSMTZt2jRI91AZAQQQQAABBBBAAAEEEEAAAQQQQAABBBBAAAEEEHAkMKhQfbl7+YZ5qevWqZIyazqgXESAAAAXeRAMwzUFVvSeJDtmrTSDy/1xMWk8vZ9rDjSSjmrTpk3y7bffyoYNG+TFixcBKjgTAPDFF1/IpEmT/LQTLVo0efPNN+XBgwdy8+ZNh6/v379f3n77bT+vaYaAzp39Zo/QVP2amv/SpUuiGQJsS9q0aeXo0aOSJEkSP+1poEPdunUdjiFNmjTmWIE7d+74eT1mzJii2RHSp08fSd8tTBsBBBBAAAEEEEAAAQQQQAABBBBAAAEEEEAAAQRCQ+DS36dlzEdtTVPZShaQlguDtmkxNMZAG/4LEADAuwOBAARuel2WMR+3lacPHptan0/qIW9XKYWZiwgEZWd9YAEAZ8+elSxZssirV68ss2vWrJnZbZ8iRQpzfdeuXSad/unTpy31GjZs6GeXvwYL6DEBGjhgW7766isZMGCAxI0b1xxT0KhRI9mxY4elTvv27WX8+PGWa7q4r+3dunXLcr1evXoyevRoSZUqlQkmWL58uclIoPVtS69evcwxBBQEEEAAAQQQQAABBBBAAAEEEEAAAQQQQAABBBBAILgCP/f9XrbP+NncXmNIOynWsFJwm+K+MBAgACAMUGnSswTWj5orG8bON5PKXDSvtFk20rMm6MazcRQAoGfea7HfqR9YAMCECRNEF91tS7ly5WT9+vV+hLZv3y4lS5a0XE+XLp2cO3fOcm348OHSvXt3y7Xy5cvLL7/8Yrl29+5dyZEjh1y5csX3evz48eXChQuSKFEi32szZswQDUiwLUWKFDFBCXoUgW3R4IEvv/zScq1EiRKiY6cggAACCCCAAAIIIIAAAggggAACCCCAAAIIIIAAAsEVGFqskdw6f9Xc/tXmyZLqrQzBbYr7wkCAAIAwQKVJzxJ48fSZjCjVXG5fuGYmRiST6zxfnwAATZlfrVo1qVGjhpQqVUoqVqwo69atsww0sACAjh07yrhx4yz3TJ06VZo3b+5wwrpA//DhQ9/X9JgA+2MIypQpI1u2bLHcr8cVfPjhh37a1N35Q4YMsVxftmyZ1KxZ0/eaZhmYO3eupY7+v2YksC8XL140xxbYFk3/7+Xl5ToPkJEggAACCCCAAAIIIIAAAggggAACCCCAAAIIIICAWwlc/cdLRpVpZcacuUheafMjG2dd7QESAOBqT4TxuKTA79NXyMp+P5ixpc6RUdqvHCsx48Z2ybFGpkGtXr1akidPLroL3nYHvO6yD2oAQFDcNM2+pu9/8uSJ7226U//OnTuWZlKmTCnXr1+3XHv8+LHEju33vfPrr7/KJ598YqmrO/jHjh3re02DG3777TdLncOHD0v+/Pn9DP/Zs2cSK1Ysy3UNlNCsAhQEEEAAAQQQQAABBBBAAAEEEEAAAQQQQAABBBBAIDgCqwZOkd+mLDe3VhvUVko0rhKcZrgnDAUIAAhDXJr2LIGx5b+Qi3+eMpMq/3VjKdu+jmdN0INmE9YBAJs2bfKzi79q1aqyYsUKi6JmBXj16pXvNT2e4MaNGw6ljx49Kvny5bO8VqVKFfn5Z+8zdIJa/vrrL8mTJ4/lttKlS8vmzZuD2hT1EUAAAQQQQAABBBBAAAEEEEAAAQQQQAABBBBAAAEjMLxkU7lx5pL57y4bfzAbZymuJUAAgGs9D0bjwgIHftwki770TmOSKHVyafvTt5I0XSoXHnHkHVpYBgDs2rVLateuLefPn/cF1oX+nTt3SuHChS3oceLEsWQJiB49uvl/rW9f/v33X8mWLZvl8nvvvSe///57sB5kly5dZPTo0ZZ7R44cKV999VWw2uMmBBBAAAEEEEAAAQQQQAABBBBAAAEEEEAAAQQQiNwC109fkBHvex+dnP6dHCZjNsX1BAgAcL1nwohcWGBKnR5ycvshM8JSrWpKpT4tXHi0kXdooRUAoOn1O3bsaCBfvHhh0ud7eXlZYPXogUmTJknr1q39gGfJkkVOnz5tua4783PlyuWn7okTJyRHjhyW6++++67s378/yA/y5MmTkjdvXnn69KnvvfHjx5czZ86YIxPsy+3bt2Xp0qUyb948SZw4saxcuTLIfdrfsHv3btPe4sWL5ZdffpGCBQs63ebDhw9lyZIlZhyaGeHq1auixy6kSpXKGFWuXNkEYSRJksTpNjVgY+rUqbJhwwbzTHTO8eLFE31GmhmhWbNmfvydbpyKCCCAAAIIIIAAAggggAACCCCAAAIIIIAAAghEAoG1Q6bLlklLzUyrDmgt7zWrFglm7X5TJADA/Z4ZI45AgWOb9sqMRn3NCGLEiSVtfxwlb+az7tqOwOHR9f8FQisAYPr06dK8uXckm6OSMWNG+f7770X7c1Tq1KljFsBtS9u2bWXixIl+qjvasV+oUCHZu3dvkJ6rLvqXKFFCDhw4YLlvyJAh0qNHD99rWm/16tVmkX7t2rXy7Nkz81rFihXN9eAUDTzQ9ubPny+nTnkfl6Fl3759TgcA6JEH7dq1M8EWARUNZBg1apQ0atQo0KHq3AcOHGgJiLC/SbMyaHYErRs1atRA26QCAggggAACCCCAAAIIIIAAAggggAACCCCAAAKRTWBk6RZy7aR3huRO6ydJmlyZIxuBW8yXAAC3eEwM0pUE5rUeIn+s/s0MqVDtj+Szbzu70vAYi4hZkF+3bp3FIiiL0D43Dhs2zLJobo/79ttvS79+/aRaNccRbrqr/rPPPrPcpscAzJ07VzQ4wKc4qqev6c70zZs3B+mZNmhAhHvFAAAgAElEQVTQwCzC2xYNJNAjCrRvzQKg89LAhLt37/ppO6gBANeuXZNFixaZPtXYUXHWXh3U5dWrV07PWQMwHGVf8GlAMziMGzfO6fYaNmwos2fPdro+FRFAAAEEEEAAAQQQQAABBBBAAAEEEEAAAQQQiAwCN89dlmHFm5ipps2TVTr+OiEyTNst50gAgFs+NgYdkQJeB47JhKqdfIfQYsEQeev9dyJySPRtJxBaAQBbt241i/CBlTZt2phd/XocgG3RYwPy5Mkjmt7fvuTOnVsyZ84sZ8+eNWnuHRUNLPjpp58C6973dd3hr4v7tiVlypTmGIF06dKZIIBatWrJpUuX/G3T2QCATZs2ybfffmtS6us8AyrOBACcO3dOsmfPLk+ePPHTlKb+1x36jsat1/WoBnW2L2vWrJFKlSr5uR47dmxznMDFixcdjl0DADQQgIIAAggggAACCCCAAAIIIIAAAggggAACCCCAAALeAr+OmCWbxi8y/12lXysp2aI6NC4qQACAiz4YhuXaAj/2+E52z11jBpmnfHFpNM37WACKawiEVgCA7Wx0kfvy5cvmPHvd9X/lyhXLZEeOHGlSyNuX3bt3myACRwvbgWl16tRJRo8eHVg18/rQoUOlZ8+elroJEyaULVu2yDvvvGMCDerWrSs6noCKswEAjRs3dnqnvDMBAL1795bBgwdbhqbBC8uWLZOSJUua6xrI8Omnn4qXl5elnmYA0EwA9kXnfejQIctlPV5AgyTixYsnjx8/ll69esmYMWMsdfRoBz3OQDMmUBBAAAEEEEAAAQQQQAABBBBAAAEEEEAAAQQQQEBk9Iet5fLxs4ai4y8TJG3erLC4qAABAC76YBiWawvcOn9FRpVuKc+feJ+bXn9SD8lfpZRrDzoSjS4sAgBs+XRHf/78+S1nyuti+9WrV0V3l9sX3S2vi+/Xr193+BQSJUpkUt9PnjzZ8rqzO9EnTZokX3zxheXeOHHimGMQdPFcU+rXrl1bli9f7pteX7MVZM2a1Sx025aQBAAkS5bMNHXz5k1Lm84EAHzwwQeybds2y30zZ84UDTSwLY529evuf/ssChosoEcf2JbChQubAAj7TA0fffSRyWRgWzZu3Chly5aNRH9qmCoCCCCAAAIIIIAAAggggAACCCCAAAIIIIAAAo4F7ly6LoMLNzAvps6eQbpssq5n4OZaAgQAuNbzYDRuJPDL8Fmy+TvvVCeZi+aVNstGutHoPXuoYR0AoHo1atTwk55//fr1Uq5cOYe4t2/flgkTJsjKlSvl1KlTZve57jSvWrWqdO7c2aTTHzFihOVe3bWfIUOGAB/W3LlzpVGjRvL69WvferpzXfv55JNPzLUbN25I6tSpzcL3+++/b8ZevXp10bT7xYoVs7Qf1ACAtGnTih5VoG2WKlVK9H4NPLAtzgQA5MyZU44fP265799//5UsWbJYrmkmBQ1usC0pUqSQa9euWa5pRoZu3bpZrmmghB7XYF8WLVpkAjRsS5cuXWTUqFGe/QeF2SGAAAIIIIAAAggggAACCCCAAAIIIIAAAggg4ITA+m/nyoYx803NSn1aSKlWNZ24iyoRJUAAQETJ06/bC7x6+VKGFGkod69473auMbS9FGtQ0e3n5QkTCI8AAE33r4v2tmXatGnSrFmzIBM+ffrUBAPYHiugu9X37NkTYFs//fST1KpVS16+fOlbTxf5NXNAgwbekXhaNPhgxYoVUqVKFfHZpa/XdTd8cAMAVq9eLcmTJ5ciRYpYdtQH175gwYJy4MABy3z/+ecfyZYtm+Xao0ePTPp+26J2Z86csVzTjAqLFy+2XFNPdbUvem/mzJktlzUrgH0gQ5AfLDcggAACCCCAAAIIIIAAAggggAACCCCAAAIIIOABAmPLt5OLf/5rZtJhzXhJl/8tD5iV506BAADPfbbMLBwEtk3+UVZ/M9X09EaOjPLl2gkSLSbnhocDfYBdBGcROlOmTKI77m2L7irX3eWOSpMmTWTWrFmWlxYuXGhS+Qe16G7z0aNHW24LLP2/pqyvVKmSPHvmfQyFT9EsAl27dnVqCCEJAPCvg+DYa1vt2rWTiRMnWpp1tGNfgx4024Bt0eMNdBe/bXnvvfdkx44dlmsXLlwQzVhgX54/fy4xY8a0XHZ0PIJTqFRCAAEEEEAAAQQQQAABBBBAAAEEEEAAAQQQQMCDBO5dvSXfvFvPzCh5prTy9e/TPWh2njkVAgA887kyq3AUGP1ha7l83HvhuPzXjaVs+6AvAIfjcCNFV8FZhC5durRs3brV4uPfYvqtW7fMznT9t23Rc+ffffddp4118b5Hjx5+Fv81Hb6eaR8tWjSHbenCtu5Q193wtqVTp05+2gpoMK4UAPD3339L/vz55cWLF75DTpIkidnF73Osgh4loIv/upDvUzTjwfbt26V48eKWqebNm1f+/PNPy7WbN29K0qRJHZJoAIAGAviUlClTytWrV51+llREAAEEEEAAAQQQQAABBBBAAAEEEEAAAQQQQMATBTaOWyDrRs4xU6vYq5l80KaWJ07To+ZEAIBHPU4mExEC+xavlyVdvHdvJ3ojubRfNU4SpU4WEUOhz/8LBCcAYNy4cdKxY0eLYfTo0WXo0KHSunVriR8/vnnt4MGD0qpVK9HFftuiKeRPnToV4DPQVP937tyRY8eOmWCDqVOnyqVLlyz3xIoVS3bt2iUFChRw2NahQ4dEgxXu3r1reV3PsJ8/f74lHX9gbwhNua+p921LxYoVRdP7B7cEx96nrxkzZkjz5s3l9evXlu51MV6fhb2VVho+fLh069bNz3AdZXTQoxASJ07scGqxY8cWfT4+RZ/3/fv3g8vAfQgggAACCCCAAAIIIIAAAggggAACCCCAAAIIeITA+EpfyvnDJ8xc2q8aK+kL5PCIeXnyJAgA8OSny9zCTeD7T7vJ6d1HTH+lWtWUSn1ahFvfdORXIDiL0LrYqzvQ7c+S19Z1d3iaNGnMgrDuIndUli5dKp9++qm/j2PFihVSvXr1AB+XLnLPnTvX32MEzp07Zxbsr1+/7qcdDUCIESNGoG8H3SmvC+1aDh8+7CfQICIDAHRM6qgBF/bZFewnpnOdMGGCtGzZ0uGcM2bMKF5eXpbXghIAEC9ePHnw4EGgnlRAAAEEEEAAAQQQQAABBBBAAAEEEEAAAQQQQMBTBR7evCv989c200vyZirpuXu2p07Vo+ZFAIBHPU4mE1ECf63bJbOaDTDdx4gTS9qtGCNpcmeOqOFE+n6DEwCgaLq7/uOPP3a4wB4Qas+ePWXw4MEBugcWAJAsWTKZM2eOVKhQwd92fv31V/nkk09C9HzLli0rGzduNG24YgDAggULTBaAx48fBzhPTf0/bdo0adKkicOsBwQAhOhtws0IIIAAAggggAACCCCAAAIIIIAAAggggAACCMiWiYtl7dCZRqJ8t0ZStkNdVNxAgAAAN3hIDNE9BGa3+Eb+/GWHGWyhOh/LZ6M6ucfAPXCUwQ0AUIrTp09L27ZtZd26dYHKpEqVSsaMGSOafj+w4l8AQJw4caR+/foyZMgQSZ48eYDNeHoAgKbyHzlyZGCUltfbtGkjkyZN8nMPAQBBYqQyAggggAACCCCAAAIIIIAAAggggAACCCCAAAJ+BCZU6yxe+/8219v9PEYyvJsTJTcQIADADR4SQ3QPgbP7/5aJ1Tr7DrblwqGSraTjc9zdY0buO8qQBAD4zHrfvn0yf/582blzp5w6dUru3bsnmhY+derUJg2/psqvUaOGxIoVyykoDQCoXbu2OYNez7R/5513pESJElKrVi1JkiSJU214cgDAvHnzpEGDBhaHdOnSmQCLDz/8UKJGjSpbt26VTp06medhW0aMGCFdu3a1XNMjEeyPcwjKEQAJEiQwz5yCAAIIIIAAAggggAACCCCAAAIIIIAAAggggEBkFHh894H0ze199HHCVEmlz4EFkZHBLedMAIBbPjYG7aoCS7uOlb0LfzXDy1O+uDSa1tdVh8q4EJCDBw/Ku+++a5HQwIbVq1cHWyc4wRevXr2SDBkyyIULF3z71cCKI0eOyFtvvWUZy/nz5yV37txy//593+u6WH/p0iWJHz++7zWt8/ff3lGJPuXmzZuSNGlSh3OLESOGvHjxwve1NGnSyMWLF4PtwI0IIIAAAggggAACCCCAAAIIIIAAAggggAACCLizwLbJy2T1N9PMFMp1+lw+6mLdxOfOc/P0sRMA4OlPmPmFq8CdS9dlWPHG8vLFS9Nv/e97SP7KpcJ1DHSGgLMCe/bskaJFi1qqR0QAgKNxVKpUSVatWuVwKo0aNZI5c+ZYXlu5cqVUrlzZ91qxYsVk9+7dljoaPPDmm2/6afPZs2d+MjnkzJnTTwCBs67UQwABBBBAAAEEEEAAAQQQQAABBBBAAAEEEEDA3QW+r9lVTu85aqbRdvm3kqlwbnefUqQZPwEAkeZRM9HwElgzeLps/X6p6S5z0bzSZlnQzjQPr3HSDwK6QK4L5bYlIgIAFi1aJHXr1rWMo3379jJ+/HiHD2nAgAHSv39/y2t6VEDHjh19r9WvX98c4WBbdL5FihTx06YeKZA1a1bL9Y8//lj0yAUKAggggAACCCCAAAIIIIAAAggggAACCCCAAAKRTeDZw8fSK3t1M+24SRLKgKNLIhuBW8+XAAC3fnwM3lUFBrxdRx7cuGOGV2NoeynWoKKrDpVxhbKAppF/8OCBSUcfPXr0UG49dJtzlQAAXajXBXvbUrt2bdHAAEelXbt2MnHiRMtL48aNkw4dOvheGzFihHz99deWOvZBAj4vLly4UOrVq2ep26dPHxk4cGDogtMaAggggAACCCCAAAIIIIAAAggggAACCCCAAAJuIPD7tBWysv8PZqSlv/hMKvRo6gajZog+AgQA8F5AIAwEtkxcImuHzjAtv5Ezk3ReP0kkSpQw6IkmXU1AAwD0fHo9l54AAO+ns2/fPilYsKC/j2rnzp1SokQJy+sJEyYU3ZmfPHlyy/VHjx5J9uzZ5cKFC5br9kcA/Pnnn5I3b15LnRw5csiRI0ckRowYlusfffSRbNiwwXJty5Yt8sEHH7ja24vxIIAAAggggAACCCCAAAIIIIAAAggggAACCCAQ5gKTa3eXf3ccNv1opmvNeE1xHwECANznWTFSNxMYWbqFXDt53oz6k68bS5n2ddxsBgw3OAIEAJSXdevWWegCCwB49uyZpEmTRm7evGm5T9P1z5gxQ3LlymWue3l5SevWrf2k5o8dO7ZcuXJFEiVKZLm/cOHCJvjAtjRs2FAmTJhgAjSePn0qepzA0KFDLXWyZcsmJ06ckCgE7QTnjwD3IIAAAggggAACCCCAAAIIIIAAAggggAACCLixwIunz6VHlspmBrHix5FBx39y49lEzqETABA5nzuzDgeBPfN/kWVfjzM9JXojuXT8dYLET5Y4HHqmi4gUIAAg6AEA+rxGjhwp3bp1c/joUqdObbIpXLx4UV6/fu2nTpcuXWTUqFF+rm/cuFF0d7/9PdpW2rRp5fr166IZBeyLHj2gRxBQEEAAAQQQQAABBBBAAAEEEEAAAQQQQAABBBCIbAI7Zq2SFb29j+F9v2UNqdy3ZWQjcPv5EgDg9o+QCbiywMTqXeTsvr/MEEu1/lQq9W7uysNlbKEgQABA8AIAdJG+cePGMmfOnCA9hQoVKsiKFSv8pPX3aaR3794yePBgp9ts2rSpTJ8+3en6VEQAAQQQQAABBBBAAAEEEEAAAQQQQAABBBBAwJMEpn7eS/7ZdsBMqfWS4ZKleH5Pml6kmAsBAJHiMTPJiBI4una7zGk5yHQfM04s6bBmvKR6K0NEDYd+w0GAAIDgBQDoo3n58qUMHz5chgwZIg8fPgzwacWIEUM6duxoUvjHiRMnwLojRoyQvn37mpT//hXNCqCZBPQ4AFL/h8MfFLpAAAEEEEAAAQQQQAABBBBAAAEEEEAAAQQQcDmBVy9fydcZKphxRY8ZQ4b8+7NEiRrV5cbJgAIWIACAdwgCYSwws0l/+XvDbtNL4TofS61RncK4R5qPSAECAIIfAODz3C5fvizLli2TtWvXyj///CNXr16VV69eScqUKSVz5sxSvnx5qVWrlmTKlMnpR3327FmZNm2abNq0SU6cOCH379+XRIkSScaMGaVs2bLSvHlzyZYtm9PtUREBBBBAAAEEEEAAAQQQQAABBBBAAAEEEEAAAU8T2D1vrfzYfbyZVonGVaTaoLaeNsVIMR8CACLFY2aSESlw/vAJGV/pS98htFk6QjIXyxeRQ6LvMBRwpwCAMGSgaQQQQAABBBBAAAEEEEAAAQQQQAABBBBAAAEEEHAzgRkN+8qxzXvNqFsuGirZ3ivgZjNguCpAAADvAwTCQWBxp29l/9INpqc85YtLo2l9w6FXuogIAQIAIkKdPhFAAAEEEEAAAQQQQAABBBBAAAEEEEAAAQQQQCCkAl3fLO/dRJQoMuzMaokWPVpIm+T+CBAgACAC0Oky8gncu3ZLvnmnnu/EG0zuJfkqlox8EJFgxgQARIKHzBQRQAABBBBAAAEEEEAAAQQQQAABBBBAAAEEEPAwgb2L1snSr8aYWRX5/BP5dPh/2a09bKoePx0CADz+ETNBVxFYNWCK/DZ1uRmOHgGgRwFQPE+AAADnn+mjR49M5bhx4zp/EzURQAABBBBAAAEEEEAAAQQQQAABBBBAAAEEEEAg1AVmNR0gf63fZdptMX+IvFXqnVDvgwbDR4AAgPBxphcEjEC/vLXk0e375r9rDG0vxRpURMbDBAgAcP6BPnjwQF6/fi0JEiRw/iZqIoAAAggggAACCCCAAAIIIIAAAggggAACCCCAQKgLdEv3ifnOXsvQ06skeswYod4HDYaPAAEA4eNMLwgYgU3jF8qvI2ab/34jZybpvOF7ZDxMgAAA5x8oAQDOW1ETAQQQQAABBBBAAAEEEEAAAQQQQAABBBBAAIGwEti/dKMs7jTKNF+wVjmpPaZLWHVFu+EgQABAOCDTBQK2AsNLNpUbZy6ZS590byxl2tUByIMECABw/mESAOC8FTURQAABBBBAAAEEEEAAAQQQQAABBBBAAAEEEAgrgTktB8nRtdtN883mDpIcpQuGVVe0Gw4CBACEAzJdIGArsGvOalnec4K5lOiN5NJl4w8SJ1F8kDxEgAAA5x8kAQDOW1ETAQQQQAABBBBAAAEEEEAAAQQQQAABBBBAAIGwEuieqZK8fP7CND/k5M8SI06ssOqKdsNBgACAcECmCwTsBb6r3FHOHTpuLpdq/alU6t0cJA8RIADA+QdJAIDzVtREAAEEEEAAAQQQQAABBBBAAAEEEEAAAQQQQCAsBA79tEUWtB9umi5Q7QOpN6F7WHRDm+EoQABAOGLTFQI+An+t2yWzmg0w/xszbmzptG6iJM+UFiAPECAAwPmHSACA81bURAABBBBAAAEEEEAAAQQQQAABBBBAAAEEEEAgLATmtR0qf6zcZppuOnug5CxbOCy6oc1wFCAAIByx6QoBW4HpDfrI8S37zKXCdT6WWqM6AeRmArOaegdx2JbXr1+LBgFEjx5dokSJ4uf1xjP6udksw264BACEnS0tI4AAAggggAACCCCAAAIIIIAAAggggAACCCDgjEDPrFXl+ZOnpuqgEz9JrHhxnLmNOi4sQACACz8chubZAheP/itjP2nnO8kvVoyWjAVzefakPWx2Mxr1lWOb9jo9q8xF8kqbH0c6Xd/TKxIA4OlPmPkhgAACCCCAAAIIIIAAAggggAACCCCAAAIIuLLAH6t+k3lthpgh5q3wnjSc0tuVh8vYnBQgAMBJKKohEBYCC9uPkIM/bTZN5/mkhDSa2icsuqHNMBIgACBksAQAhMyPuxFAAAEEEEAAAQQQQAABBBBAAAEEEEAAAQQQCImA7TpVk5n9JVe5oiFpjntdRIAAABd5EAwjcgo8vHlX+uev7Tt5TQ+f+6NikRPDDWdNAEDIHhoBACHz424EEEAAAQQQQAABBBBAAAEEEEAAAQQQQAABBEIi0DtHDXn64JFp4ptjP0rsBPFC0hz3uogAAQAu8iAYRuQV+Lnv97J9xs8GIEuxfNJ66YjIi+FmMycAIGQPjACAkPlxNwIIIIAAAggggAACCCCAAAIIIIAAAggggAACwRU4+ssOmdPiG3O77vzXDAAUzxAgAMAzniOzcHOBPjlryJP73hFWtUZ2lMJ1y7v5jCLH8IMaAJChYC5pt2J05MBxYpYEADiBRBUEEEAAAQQQQAABBBBAAAEEEEAAAQQQQAABBMJAYHGnb2X/0g2m5UbT+kqe8sXDoBeajAgBAgAiQp0+EbATWD96nmwYPc9cfSNnJum84XuM3EAgqAEAOqWo0aNJisxvSorMaSVFFv23938ny5hGEqRI4gazDr0hEgAQepa0hAACCCCAAAIIIIAAAggggAACCCCAAAIIIIBAUAT65aklj+7cN7cM/GuZxEkUPyi3U9eFBQgAcOGHw9Ail8DQYo3k1vmrZtKfdG8iZdrVjlwAbjjb4AQABDbN5JnS+gkOSJo+tSR5M1Vgt7rd6wQAuN0jY8AIIIAAAggggAACCCCAAAIIIIAAAggggAACHiDw94bdMrOJd8r/7KXelebzB3vArJiCjwABALwXEHARgV1z18jyHt+Z0SROk0K6bp0qMePGdpHRMQxHAkENAIgVL47JAPD47oNggWoQQIosGiDgnTlAswYkTZ9KkqZLLdFjxghWmxF5EwEAEalP3wgggAACCCCAAAIIIIAAAggggAACCCCAAAKRVWBp17Gyd+GvZvoNp/SWvBXei6wUHjlvAgA88rEyKXcVGPdJe7lw9KQZ/getP5WKvZu761QixbiDGgCQuUheafPjSHn68LHcPHtJbpy5JDfOXvT+9xnvf9+/fjtYdglTJfv/kQLeAQKaNcD8ky61xE4QN1hthvVNBACEtTDtI4AAAggggAACCCCAAAIIIIAAAggggAACCCDgV2DA23XkwY075oX+R5ZIvKQJYfIgAQIAPOhhMhX3Fzi2aa/oorIW3f3/1ebJHpn63f2flPcMbI9tcGZOPgEAAdV9/uSZ3Dp3RW56/T9A4P+BARogcPviNWe68VMnXtJEvsEBesRA0nSpfIMD4idPHKw2g3KT14FjcvfyDT+3PHnyRF7La4kTO46f13RcmYvmDUo31EUAAQQQQAABBBBAAAEEEEAAAQQQQAABBBBAAIFABI5v2SfTG/QxtbIUzy+tlwzHzMMECADwsAfKdNxfYGq9nvLPbwfNRArX/Vhqjezk/pPywBms6DNJdsxcGaSZORMAEFCDr168lJvnrsitc5fl5tnL3lkDTCYB7+wBr1+/DtJ4tHLsBPF8gwOSZXjDZAzwOVYgcdqUQW7P0Q0aADChatDex22WjSQAIFT0aQQBBBBAAAEEEEAAAQQQQAABBBBAAAEEEEAAgf8E9DhqPZZaS70J3aVAtQ/g8TABAgA87IEyHfcXuHzsjIwu18Z3Ih3WjJd0+d9y/4l50Ax+6jlBds5Z7Tsj3VUfL1miQGcYLVo0cwRAWBWTOeDcZe8MAj5HDPw/OOD502dB7jZGnFjmOIHkmdL4ZgzwOVZAswhEixHdqTYJAHCKiUoIIIAAAggggAACCCCAAAIIIIAAAggggAACCIS5wDfvfi73rt40/fQ7vEjCI1NwmE+KDiwCBADwhkDABQXmtR0qf6zcZkaW55MS0miqdyoWSsQL/Nh9vOyet9Z3IJ9P6iFvVykV8QMLZAR3Ll73zhxwXjMIXDEZA3yyBzy59zDI448aPZoJDjBZA9Kn9j5WwGQP0P9OLbHi/5fWnwCAIPNyAwIIIIAAAggggAACCCCAAAIIIIAAAggggAACoS5w8veDMqVuT9NuxkK55IufRod6HzQY8QIEAET8M2AECPgReHz3gfTN/anv9WZzvpEcZQohFcECS7uOlb0Lf/UdRYMfekm+SiUjeFQh714j/TQowDuDwP8DBP5/tMCDG3eC1YHJGvD/gICoUaNaMiY40yBHADijRB0EEEAAAQQQQAABBBBAAAEEEEAAAQQQQAABBJwXWNF7kuyY5X28ce0xXaRgrXLO30xNtxEgAMBtHhUDjWwCy3tOkF3/TzOfpVg+ab10RGQjcKn5LukyWvYtXu87poZT+0jeT0q41BjDYjAPbt7xDQ6wBghcFM0qEFaFAICwkqVdBBBAAAEEEEAAAQQQQAABBBBAAAEEEEAAgcgqMKRIQ7l98ZqZft+DCyRByqSRlcKj500AgEc/Xibn7gK9slWVZ4+fmmnUGfuVvPvph+4+Jbcc/6KOo+TAso2+Y288vZ/k/riYW84lNAf96M79/4IDzv+XPcD7iIGLIeqKAIAQ8XEzAggggAACCCCAAAIIIIAAAggggAACCCCAAAIWgVM7j8gPn3Uz19Llf0s6rBmPkIcKEADgoQ+WaXmGwPpv58qGMfPNZN7ImUk6b/jeMybmRrNY2H6EHPxps++Im8waILk+LOJGM4iYoT598Mj3OIFTO/+Q7TN+DtJACAAIEheVEUAAAQQQQAABBBBAAAEEEEAAAQQQQAABBBAIUGBl/8ny+7SfTJ1Ph38pRT7/BDEPFSAAwEMfLNPyHIFBhRrI3cveqdYr9WkhpVrV9JzJufhM5n8xTA7/vNV3lM3mfCM5yhRy8VG73vC8DhyTCVU7BWlgBAAEiYvKCCCAAAIIIIAAAggggAACCCCAAAIIIIAAAggEKDCsRBO56XXZ1Om9f54kSp0cMQ8VIADAQx8s0/IcgT0LfpVl3caaCSVOk0K675gp0WJE95wJuuBMXr96LfPaDpEjq3/3HV3z+YMle6l3XXC0rj+k4AQANJrWV/KUL+76k2OECCCAAAIIIIAAAggggAACCCCAAAIIIOjGsE0AACAASURBVIAAAgi4uMCZvX/JpBpdzCjfyJVZOq+f5OIjZnghESAAICR63ItAOAmM/qitXP77tOmt9BefSYUeTcOp58jXzcsXL2V+2yFydO0O38m3XDhUspUsEPkwQmnGwQkASJbhDak5rAPuofQMaAYBBBBAAAEEEEAAAQQQQAABBBBAAAEEEEAg8gqsHjRNtv2wzABUG9RWSjSuEnkxIsHMCQCIBA+ZKbq/wImtB2Ra/V5mIjHjxpavf5suCVMnc/+JudgMXjx9bnb+/7Vul+/IWi0eLllL5HexkbrXcIITAKAzjBI1ilTu01JKtqjuXhNmtAgggAACCCCAAAIIIIAAAggggAACCCCAAAIIuJDAiFLN5fqpC2ZEvfbMlcRpU7jQ6BhKaAsQABDaorSHQBgJ/PDZ13Jq5x+m9cJ1y0utkR3DqKfI2eyzx09kfpuh8vfGPd4AUaJIm6UjJHPRvJETJBRnHdwAAJ8hFKrzsdQY0k6ix4wRiqMK26b27NkjRYsW9dPJ7du3JXHixJbr5cuXl3Xr1oVoQFmyZJF///3X6Tb++OMPWbVqlWzatEkuXbokV69elSRJksiZM2ecboOKCCCAAAIIIIAAAggggAACCCCAAAIIIIAAAq4vcO7gcfmuiveaUsqs6aTr1qmuP2hGGCIBAgBCxMfNCISfwNV/zsmoMi19O+y0fpKkyZU5/AbgwT09ffBI5rUdKsc37zOzjBotmrReOkIyFc7twbMOv6nd9LocpM40CnHzhEWiZxL5lHRvZ5fKfVpIpiJ5gtRWRFR++fKlFCpUSA4dOuSn+4gOANi2bZt07dpV9u3zfq/blgwZMsjZs2cjgow+EUAAAQQQQAABBBBAAAEEEEAAAQQQQAABBMJI4JdhM2XzhMWm9cp9W8r7LWuEUU806yoCBAC4ypNgHAg4ITCn5SA5una7qZn3kxLScGofJ+6iSkACj+8+MIv//2w7YKpFixnD7PzP8G5O4CJYYGX/yfL7tJ98RxEjdiyp3LeFFGtYKYJHFnD348ePly+//NJhpbAKAMiVK5f89dd/ARP2nT9//lxatWolM2fO9HfwBAC49NuKwSGAAAIIIIAAAggggAACCCCAAAIIIIAAAsESGFWmlVz9x8vc22PXbEmaLlWw2uEm9xEgAMB9nhUjRUB0p3rvHP9FZrVcOFSylSyATDAFHt2+J3PbDJF/tx82LegCs+78T18gezBb5LbQFtiz8FdZNWCKee/7FA0A0CMBXLFcuXJFsmfPLvfu3XM4PEcBAE2bNpXffvvN6encv39frl27Zqnfr18/6d+/v8M2tH61atVk8+bNAfYRWBCB0wOkIgIIIIAAAggggAACCCCAAAIIIIAAAggggIBLCFw4clLGVWhvxpIswxvSfYf/m8RcYsAMIlQECAAIFUYaQSD8BJZ1Gyd7FvxiOsxSLJ9ZsKYEXeDBjTsyt/VgOb37qLk5Vrw40nrpcHkz31tBb4w7wlTA68AxEwTgdfCYbz96FIAeCaBHA7hSqVevnixcuNDfITkKAAjq+Js0aSKzZs3yvS1mzJji5eUlqVOndthUnTp1ZPFi7/ROtqVgwYLSokULKV26tGTMmFFixIgR1KFQHwEEEEAAAQQQQAABBBBAAAEEEEAAAQQQQMCFBdaNnCMbxy0wI6wxpL0Ua1jRhUfL0EJLgACA0JKkHQTCUaB7pkry8vkL0+PnE7rL29U+CMfe3b+re9duydyWg+Ts/r/NZGIniGcW/9Pmyer+k/PgGSztOlb2LvzVd4ZxEsU3QQCF6nzsErPWHfZly5YNcCwhDQC4fPmyWax/9uyZbz/169eXuXPnOux36tSp0rJlS8trcePGlcmTJ4veR0EAAQQQQAABBBBAAAEEEEAAAQQQQAABBBDwXIExH7WVZ4+fSrlOn8s7Ncp47kSZmUWAAADeEAi4ocDGsQtk3ag5ZuRv5MosnddPcjiLKFGi+LmuZ5OPHTs20FkfPHjQ7GTetGmTXLx4Ue7cuSPJkiUzu4xLlSollStXljJlQv7LIiRjDHQSDircvXxD5rT8Rs4dOmFejZs4gbReMtw4Ulxf4Lepy002ANtSskV1qdKvVYQOXhfk8+fPL8ePHw9wHCENAOjevbsMHz7c0sfevXulUKFCfvp98uSJZMiQwXJcgO7y1z/TJUuWjFAvOkcAAQQQQAABBBBAAAEEEEAAAQQQQAABBDxRQI+HTZQokZ+p/fTTT+ao1oDKy5cvZd26dSaj6/79+83ajH73nCJFCvNdb7ly5aRGjRqSO3dup+iuHD8jh1f+JmU71JUYsWOae86fPy+rV6+WX375Rc6cOSNXr16VmzdvyqlTp8zmM4pnCBAA4BnPkVlEQoGB79ST+9dumZlXHdhG3mta1aKwfPlyqVmzph+ZwAIA9Azzjh07OkwZbt+YLiJOnDhR8ubNG6wnENwxBqszEbl94ZrMaTFQLhz91zQRL2kis/M/dXZ+qQXXNCLu+2fbAVk1cIpcOeHl2322kgWkxtD2kjxjmogYkgwZMkR69erl27ceBbBnzx7zocm2hCQA4MGDB5IuXToTjONTihYtKrt27XI450mTJskXX3xheW3AgAHSt2/fCDGiUwQQQAABBBBAAAEEEEAAAQQQQAABBBBAwNMFOnToIN99952faQYWAHDgwAGTzVU3ZwZUdFNlo0aNZNSoUWbTZkDlwpGTJvNxlKhR5PTp09KzZ09ZsmSJvH792s9tGgxAAIDnvDsJAPCcZ8lMIpnA/iUbZHHnb82sE6dJIb32/pcC/OHDh5IzZ04TyWVfAgoAuHTpkpQoUULOnj3rtGbixIlly5Yt8vbbbzt9j1YM7hiD1IlN5VvnrsisZgPk8rEz5mqCFEnMzv+U2dIHt0nui0CBpw8ey9KuY+SPVb/5jkKfaeW+LaVA9dLhOjIvLy/JlSuXPHr0yPQbL148OXHihMmUEZoBAGPGjJHOnTtb5qZZOurUqeNwvkWKFBHNDuBT4sePL+fOnZNff/1V5s+fL/qB8tatW5I0aVKTvUA/NGpbjrJyhCsonSGAAAIIIIAAAggggAACCCCAAAIIIIAAAm4ocOjQIZOtVXfy25eAAgD0eNkKFSrI06dPnZ61rsno2oyu0QRWdLNYp06dLEfL2t9DAEBgiu71OgEA7vW8GC0CFoFRZVrJ1X+8d0F/9m1nKVT7I/Pf3bp1k5EjRzrU8i8A4MWLF1KwYEH5448//NwXJ04ck/r/2rVrZuHevuiuZE19rmeLO1uCM0Zn27avd+PMRbP4f/Wfc+alhKmSmZ3/KTK/Gdwmuc9FBDaMmS/rv/0v+EWHVfqL2lKhR5NwG2GVKlVk1apVvv0NGjTIZAPImjVrqAUA6J/PLFmymAV8n5ImTRoTrKNp/e2LppnShX3bD5rvvPOORI8e3RIUYH+fBi3oB9EkSZKEmx8dIYAAAggggAACCCCAAAIIIIAAAggggAAC7i6gu+qLFStmMsM6Kv4FAOjOfN2gpRlg7Yt+T5swYULRzZvPnz/387pmgV62bFmAdAGtxfjcqGtAusaTPj0bJt39fegzfgIAPOVJMo9IKXBy+yGZUqeHxE2SUOqM/Upyli0sf//9t9mN7+iXgSL5FwAwd+5cadiwocVRFwtHjx4tLVq0kNixY4suQi5atMikoXn8+LGl7owZM6RJE+cWXYM7xuA85GunzsusJv3l+umL5nbNlqA7/5NFUKr44MyBewIWOLp2u6wcMEXuXLzmWzHnh0Wk7riuEidR/DDl04V/DQDwKZkyZTJ/BvXPS2gGACxYsEA+//xzy1x8Ag0cTVDPb9KI0eAUzRywfft2EyxAQQABBBBAAAEEEEAAAQQQQAABBBBAAAEEEAhcYMqUKdKqVSt/K/oXANCsWTPR9RXb8sYbb8j06dOlfPnyJmOrbvgaPHiwjBgxwk/7moU2c+bMDvv9/vvvpW3btn5eS5s2rbn+0Ucfmey2QdncGbgENVxBgAAAV3gKjAGBEAh8/2k3SZUtnVQZ0Fqix4whH3zwgWzbts3fFv0LAPj000/lxx9/tNynv1D0TBj7oguPffr0sVxu0KCBzJkzx6mZBHeMTjVuU0mzI8xs3F9unrtsriZ5M5XZ+Z80XeqgNkV9Fxe4d/WWLP1qjBzfss93pPq8K/dtIXkrvBcmo9cgGP1wZHtkxvLly6V69eqmv9AMANDd+5o+yqfEihXLHPGRIkUKh3ML7MNmqlSpJGrUqHL5svefDfuiHyS7du0aJm40igACCCCAAAIIIIAAAggggAACCCCAAAIIeJLAjRs3JHv27ObIVf+KfwEA+h2v3m9bdIOWHtdsXz788EPZtGmT5bIGCjRt2tRP3aNHj0rhwoXlyZMnlte++uorE0wQM2ZMT3oEzMVOgAAA3hIIuLnArfNX5MXT55IyazqzAK/neAdU/AsA0KwB9un/T548aRYx7cv+/fvNOTa2pUyZMn5+8TgaR0jGGJRHdfnYGZnRuJ/vrvBkGd4wO/8Tp00ZlGao62YCqwdNk20/WFMeletcXz7qXD/UZ6LBMUOHDvVtt2zZsrJx40bf/w+tAAD9QKcf7GxL48aNZebMmf7OaciQIeYYAvtSrlw5GT9+vOTIkcO8dPDgQdHgHc1aYFs0AtTLy0uiRYsW6m40iAACCCCAAAIIIIAAAggggAACCCCAAAIIeJKALsAH9H2tztVRAMCdO3f8HMeq381euHDBIc+oUaP8bNwaOHCgnw2berP90bV6bdiwYfL11197Ej1z8UeAAADeGgh4iID+otAIs2vXvNOga/pu3cFru0Cp1/0LAAgKw+7du81ZNralatWqsmLFigCbCa8xXvrrlExv2FfuXb1pxpM8c1ppvXi4JHojeVCmSV03Fdi3ZL2sGjBFHt/978wkzQLQcErvUJvRiRMnJF++fPLs2TPfP2+HDx+W3Llz+/YRWgEAmuZp3bp1lrHrwn2BAgX8nY9/5zrp0SD2qf31jCn92aFHfNiW33//Xd57L2yyJ4Tag6AhBBBAAAEEEEAAAQQQQAABBBBAAAEEEAhVgZcvX5rvIxcvXiy6GfDixYvme1DdqZ4hQwbRTUY1atSwfBca2ABev34tmj11yZIlsnfvXrl69apoltN06dLJxx9/bHaw58yZM7BmAn1d1y7mzZtnxq7HpBYsWDDQe0JaYefOneZ7VJ2jFk3HX7x4cTMO2+JfBoCg9K8L+D169LDcMmbMGOnYsaPl2l9//SV58+b1HZO+WLp0adm8eXNQuqOuGwsQAODGD4+hI2AroOe16HkuPkUX+vWXm+7utS2hEQCg6f/1GADb4uiXjP0TCo8xXjhyUqY36CMPbt4x3WtmhFZLhkvClEl5w0QigeunL5gjAc7s/ct31imyvCk1h7aXLMXzh1hCd/vbflhq37692VlvW0IjAEDTNGmggW0pWbKk/PbbbwHOQdM4ffvtt5Y6+qHc/pgPnwr169eX+fPnW+prNGmXLl1CbEUDCCCAAAIIIIAAAggggAACCCCAAAIIIOAeAgcOHJCWLVuazKEBFT2XXrMR63eIyZIlC7Du8ePHzTqFBhP4V3TTUufOnUUzmwY1K6lmMtbFdv1+89SpU75d7Nu3L8wDAHRT1bvvvitHjhzx7VcX+levXi2amt+2hEYAwPvvvy+6ccu26NGxmuHZtugufz3m1bZoplkNutDjY/X75StXrkjcuHFNFmg9IrpNmzYSP35893ijMspABQgACJSICgi4voD+4ixSpIi8evXKDDZ58uSiv/T0l0xoBgBo5J/+Em3RooXvzmft78033xSNKEuYMKG/WOExxnOHTsj0Br3l0Z37Zhyps2eQVouHS/zkiV3/ITLCMBH4sft42T1vraXtCj2aSOkvage7vwULFsjnn3/ue79+wNU/b0mSJLG0GRoBAPohWo/NsC1Lly41H8gCKhoFqtGgtmX06NHSqVMnh7eNGzfOT5SoRo1qYA8FAQQQQAABBBBAAAEEEEAAAQQQQAABBDxfQDc8VahQQZ4+fer0ZHXhecuWLZI4sePv4DWg4KOPPpJbt2451Wbt2rVFv3+NGjVqgPU1E/KiRYvMwr8u9Dsq4REAoN+52m6i0qNcN2zYIM2bNw/VAICHDx+aI1/1e1zbUrlyZVm5cqWf6esRzrYBF3HixJHPPvtMZs+e7a+rZnfQIIWAMs869RCp5BICBAC4xGNgEAgEX0AX/XXx3/aH+eTJk02Unv7yC0kAwKxZs0T/0fLkyRMTPXfjxg3LYBMlSiTr16+XwoUL+zuJsByjT6deB47J1M97ydMHj8ylN3JmMjv/4yXxPygh+Orc6U4C22f8LKsGTpFXL176DrtA9dJS77ugn3V07949yZEjh1y+fNm3rQQJEkiaNGn8kOgxAfYlVapU5sNw6tSpZevWrQEyamqtTJkyiabt9ynp06cXTdkfWBTsyJEjRY8BsC3fffedtGvXzmGfGlSgHwBtiwb6aDQoBQEEEEAAAQQQQAABBBBAAAEEEEAAAQQ8W0C/c8yfP788ePDfsao+M9aNT7r579KlS5bvKn1er1mzpixbtswPkB4JrAECXl5efl5744035P79+w77053reryxo6K72DXzqS6y2x9pal8/rAMA1EO/K9Z5aNEsBj7HxIY0AEA3Z2lbWrT9Y8eOyePHjy1T1BT/GrShG0Jtiz5D/Q5aN3QGtehmN11rypgxY1Bvpb6LCRAA4GIPhOEgEFSBSZMmyRdffOF7m/5C1ag6jZALaQCAnlOza9cuf4ek6WamTp0qb731VoDDDssxasea5n1qvZ7y/Il3ZGLaPFnMzv84iUhXE9T3k6fW16Mh9EiAS3+f9p2iBonUHd/NBIs4WzQ1UqlSpZyt7m+9tGnTyoULFwJsRxfwdSHftuiufk3fFFjR6Ne6detaqmlWAE2h5ag4ygCg/dhnEQisX15HAAEEEEAAAQQQQAABBBBAAAEEEEAAAfcTaNasmcyYMcMycF2k1zT25cuXF035r5ujBg8e7Ce1vN6kmwczZ87s5/tI++8XdZe5Bgvo8cW6gK/t66Yl28V8TVN/5swZ0f7tS+PGjQPcxW5bP6wDAHRDlW6s8ikdOnTw3aEf0gAA9Q6o6PPS7AOOsjL/888/kj17dn9v102dGiCg3087ChLQLBBr1qxxvzcxI7YIEADAGwIBNxbQNDf6g1wj6XyKLlDqGeFaQhoAoL8E7t6966+QppfRX/gaaeZfCesxnt59VKbU7SEvn78wQ3gzXzaz8z92/Lhu/GQZelgJLGg3XA6t2OLbfJSoUaRyn5ZSskV1p7rUoy7y5MnjVN2AKgUWAKBRnenSpbP8+dM0TfqhLGnSpIH2r9Gn2odtKVGihGzfvt3hvfXr1zfHe9gW/fDdtGnTQPuiAgIIIIAAAggggAACCCCAAAIIIIAAAgi4t0CKFCn8ZP/V7xL1O0X7omnudSd+QN8lPnv2TLRNDRqwLbt37zYZjW3L8OHDpXv37pZrffr0kYEDB/rp21EAgO5a13Lz5k1L/bAMANAMBHq0gU/RXfi68O5zTGxYBwC0bdvW+PjM3XbiO3fudPjcNNusZnzV56flypUrou1o2n/7ohkHNLsBxX0FCABw32fHyBGQhg0byty5c30l6tSpIwsXLvT9/5AGAPTv318GDBgQoHSMGDFMlJ79UQM+N4XlGP/dcVim1Okhr1+/Nt2lL5Dd7PyPGTc27w4E/BXY9N0i+XW499EWPqVQnY/ls1GdAlXTgBZN4x/SElgAgKax+uqrryzdBDUlv36Q3rt3r28bGjWqGT3sP2D/+++/kjNnTj8ps86dO2eCECgIIIAAAggggAACCCCAAAIIIIAAAggg4LkCusHQZ+HaZ5YBfX85atQoPyn6dTFaF+19iqNMqv5tUNLNUClTpjTHEPsU3YR19OhRP+g+AQA6vmrVqkmNGjVMxtaKFSvKunXrLPXDKgDg6dOnZlPkyZMnffv74YcfpFWrVr7/H9IAgA8++EC2bdsW4JtOv6fW45nz5ctnqbd27VrjYV8cfd+rmRdy585tghdsyzfffCO9e/f23Dd9JJgZAQCR4CEzRc8UsP8FGjduXDl+/LhlwS6kAQC2cvrLV9Pu6C5h/QWvv+R8ih43oAuLhQsXtmCH5Rj/+e2gSfvvUzK8m9Ms/seIHdMzHzizClWBU7uOyNIuY+Tmucu+7aZ7O7s0ntZXEqb2jhgNacmaNatJfWVbbt++bdIrBVT0Q5emyzp//rylmn7gDUr2gR9//FE+/fRTSxtp0qQxmUFKly5trh86dEjq1atnfnbYlipVqsjPP/8cUgLuRwABBBBAAAEEEEAAAQQQQAABBBBAAAEPE9C0/nrcqG0ZM2aM6Ln1PsX+WGC9rrv8hw4d6lCjaNGismfPHt/XdDOT7ui3D0xYvXq1OfNeNznZpsnXYwrCKwBAgx369evnO1bbY5l9LoY0AMAWSQMk9Lvh7777TvToV9uixyTod7u2RwGokWZvti8+Gyntr0+bNk1085ltqVSpkqxatcrD3rmRazoEAESu581sPUTg+fPnUqBAAdF05D7FPsJOr4dmAIAt3ezZs0Uj7WyLprux/QUblmM8sXW/TKv/X/RZpsK5zeJ/tBjRPeQJM43wEpjZpJ/8veG/D5YxYseSmsPay7ufeqdBCkkJbgCAoz+3umC/efPmIA9HP+jpBz77oh+c9SwtTfNkXzSYSKNjc+XKFeT+uAEBBBBAAAEEEEAAAQQQQAABBAIW0POW9Tu0xYsXy/79++XixYvikypbz8YuV66c2dGqOzJDUjTttp7zbF801bPumg2s6MaEqVOniqa5Pn36tOimhnjx4kmWLFnMxgI9f5r00IEp8joCninw/vvvy++//26ZnG400oVwn2K/SK7XdQG7Xbt2DlFq1qwpy5cvt7x28OBBsw7iTAmvAAD9eag/n22zFehOfTWxLaEZAGDbbpMmTWTWLGt22yFDhpiAjNevXkmUqFHN7xj1sC2FChWyZIu1fe2PP/6wPDt9TZ+lPlOK+woQAOC+z46RR2KBESNGyNdff20R0PNbYsa07n4/ceKEQ6Xs2bOb64MGDfKzQ9gZVv2LSurUqS1nAkWPHt2cV66Lh1rCaozHNu2VGY36+g4zc9G8ZvE/arSozgydOgj4EVg7dIZsmbjEcr1Yw0pSY4jjD6POEgY3AEA/XOmHLtuyYsUKqVq1qrNd+9bTKFn94sDZD2v651gDEGrXrh3kvrgBAQQQQAABBBBAAAEEEEAAAQQCFjhw4IC0bNlSdFEroKK7Whs1amSycDo639kZ5w4dOpjFNvviTACALibp4p1tBlD7dqJFi2aOL9S6mh2UggACni/w8OFD6dWrl4wbN84yWd2EtHLlSsu14cOHmx3/tkWPG+7b97/v9m1fK1mypGzfvt1Sf+PGjVK2bFmnYMMrAEBT62uKfZ+iPwv1e2D7EtjajKbuT58+vVNzs6105MgRyZ8/v+W+4sWLy44dO+TF0+cSLUY02X/ggJ9szRpgsWzZMof9Xb9+3RzBYFuyZcvm51iAIA+WGyJUgACACOWncwSCJ1CmTBnZsmVL8G62uUujeDUSLTilYMGCon9psS16lrhGAWsJizEe37xXpjf87wNC1hJvS6vFw4IzfO5BwCLw98Y9sqTLaHl4867v9UxF8kjLhUMleswYwdIKTgCARtVrNg3bosE9+mcruH+Z1hRRbdu2Ncd3+JfmSftLly6dzJgxQz78MOTZD4IFxk0IIIAAAggggAACCCCAAAIIeLCAZvarUKFCgIvq9tPXTQL6HWBgxwna36cbAXS3p27isS+BBQBoCm/7xb2AHkvDhg1Fs4VSEEDA8wT058Hhw4fNxPQ7xmPHjsnjx48tE82bN6/JXKpp+W3L3LlzRX8+2JZatWrJkiXWjVg+r9um8/e5pinoNRW9MyU8AgD0u9UYMWI4/NnqzBht65w8edJh4EBg7Tx48EASJEhgqfbmm2+a42SfPX4q0aJHk+s3b4geDWBbihUrJjt37nTYvKMMAHrEwu7duwMbDq+7sAABAC78cBgaAv4J6C9K/6K1gqLmEwDg5eUlGTNmtNyq6b9tjxiwb1cXJc+ePWu5fPnyZZMZQEtoj/HOxWsy4oMW8vzxU9N+tpLvSMuFQ4IyXeoiEKDAi2fPZdrnveTUriO+9eIkii91x3eTnGULB1kvOAEAuvivQQC2RaP9u3TpEuT+7W/QtIK6u3/Tpk1y4cIF82FdP5hrxGiVKlXMzoLYsWOHuB8aQAABBBBAAAEEEEAAAQQQQAABq4CmjNa/f+vCjX3RY/r07OZLly6JHqlpXwLatenIWReodKHH9ixt23oBBQCsWbPG4WKbfl+QKlUqc1zBixcv/HSrAQD2C328BxBAwP0FHC3K285KjwIZPXq05fx5n9f1XPqcOXNaEHTx/MyZM5I2bVrLdf2e0iezsO0L+jNJA6ecKeERAKDjSJEihSUzsjNjc1THJwDA0XHLuplr4sSJDpt2tJajGZ/V+/Fd798x+p227uDXTWU+RX+OX7t2zU/wgL4+bdo0adGihaW/Bg0ayJw5c4I7Pe5zAQECAFzgITAEBIIqoL8Avv/++6De5qe+TwCA/uVCz/Cy/0vG3r17TbSwfdm6das568u26Jlit27d8t2lHNpj3L90gyzvOcEEAGT/oKA0nzcoxPOnAQQcCfzUa6LsnL3K8tL7LWpI5X4tAUMAAQQQQAABBBBAAAEEEEAAAQSCLKCLZJp1z7bo7szp06ebc5p1ke3evXsyePBgc6ymfTl16pRkzpzZqX6nTJkirVq18rduQAEA77zzjp9jBPW87mHDhpnvDnWRTtN/jxkzxtK+bizSxSw9WpAS/gKa6UHP/F68eLHoBhAN1Hj27JlZqMyQIYM5HrJGjRrmM9e7QwAAIABJREFU3HJny+3bt80547oA++eff5rvfePEiWMCQd566y1zVKUGpyRNmtSpJsNijE51TKUQCQQWAKBrAHpciH9HleTJk8fPJsNSpUrJjz/+6HuPHmGqAUS2afV9Br1t2zZ5//33nZpDeAUA6MZJzYQQ0uITAKBz/OCDD/z8ftAFfQ0Osy/9+/cXPUrBtmiWBM2WcNPrijx79FjeyJnJHCFt//tEj2Xo1q2b5V5dE9KfDToe26IZHOrXrx/SaXJ/BAoQABCB+HSNQFgL6G5fjdSyLV9++aWMHTvWT9fVq1cXPWfctuhu/kmTJpndwXqWjX5Q018k+pcIjRazLU2bNjV/aQlqcXaMWyYulnUj58pbpd6RprMHBrUb6iMQJIHDK7bK4i6j5cXTZ773ZStZwBwJQEEAAQQQQAABBBBAAAEEEEAAAQSCIuBox6iedV2iRAk/zejRfJq9z7bod2763Vtg5caNG6I7QXWx1r/iXwCALhzbbwQqXLiwSQFtvwjoKINhUM7qDmwevO68gB7R2rJlSzl48GCAN+kz1OyPmmnSv8VanwY0kEC//71797+jMh01ru3o98yBLRKGxRidF6JmSAR0YVoXqAMqGhSi59nny5fPTzVHxwBoJQ0o8vn5t2vXLnO8gKOixw/Yn3fv31jCKwDAWU89etl+vcTRz1/NqqIZEezXW/Tnr67NvPvuu6ZLzSCjm0J79Ojh5wgC3amv60DHN++T66cuSMkW1U1WGc3irMFAPkUzMHz33Xfm94n+95UrV6R169by888/W6al60KauUaDfijuK0AAgPs+O0aOQKACzi6ua0P6IbFo0aIOU43Fjx/fRIxev37dYaoy/YWtxwVoRGlQizNjvPTXKVnQfoQky/CGNJnZP6hdUB+BYAk8vHXPHAlw4eh/0Y8JUiSRxjP6SfoCOYLVJjchgAACCCCAAAIIIIAAAggggEDkErhz545omn/boos9ejyfo6ILtF27drW8pDts+/TpEyicLurMnDkzwHr+BQCMHDnSz85QXXxq06aNn/YWLVokdevWtVzX4wt17JTwE9Bz1zU9+tOn3kemOlPefvtt2bJliyROnNhh9Z49e8rQoUHbABNQgEpYjNGZeVIn9AV0kf7o0aNmAVl/BtgWzWji3451RxsPnR2d/vzUzMPOFHcNANC5TZgwQdq3b+9wmnqEq66/6PHLtov5PpX1z/S+ffskiois7D9Zzh86IR3WjDcvO/p9otf1uAUN4NEgAd30aV/090jjxo2dYaeOCwsQAODCD4ehIRBSAWcW12370LROGpnm6Ie+f2OJFSuWLF26VCpXrhys4QY0Rl34/7nvD+J14Jjk/LCwNJrWN1h9cBMCIRFY1HGkHFhmjbwv362RlO1g/YtuSPoI6F6NAtW/yOmfNVLphZUy7SKAAAIIIIAAAggggAACCCDgGgKabl93eNoWTbnfsWPHAAe4c+dOee+99+T169emnh4ZULx4cdHv3myLfwEAderUMSnkbcuePXtEd6HaFz3D2/5IAs0KoGnoKeEjoLtzdWe07gq2LxpwoqnDdXHP/shXraup+5ctW+bnPkeBHVpJM8OmSZPG7NLWBVn7EjNmTJM+PH369JaXwmKM4aNLL4EJNGnSxBwRYVuGDBni52eXvq7fa+pisn3QgO291apVM2n1T5w44XtZd6/re8jZ4s4BADpHRxkDApu7/pnTIJssWbLIvzsOy4J2wyVrifxSb0J3c6v+PtBnNXv27MCa8n1dAxHGj/cOIKC4twABAO79/Bg9AgEKBDUAQBvTXxh6do/tL1v/OtFzwSZPniwFCxYM9pMIaIz//HZQ5rUeIlnfe1saTukd7D64EYGQCuyZ/4ss+3qcpZmcHxaRprOs5y2FtB9H92sAgP4FK0GCBAQAhAUwbSKAAAIIIIAAAggggAACCCDgQgJ63vXvv/9uGdGhQ4dEd3n6V/S7A00TfeTIEd8qutC/evVqp1JQ600aPLBjxw5LF5qlQLMV2BddVNZFX9uSNWtWP2dIuxCrxw2lWbNmMmPGDMu8dBe27sbXhVBN+X/v3j0ZPHiwn3PA/8femcDNVP1//KSfXWSvLJFsiSwhyZK1lCJbWlRE0q5SoRDak0qpkPbtnwhRorK12rckUfqJREm2Nr//630ed5x7587MvTN3nmdmnu/39XpeZebcs3zOmXPvPd/P9/Plou+++85G4uDsqVKlSmHpIy655BI1ZswYhcw7zsR33nlHOxSdku1DhgxRo0aNsvUn6D5m3CSm8YDYa5zS/BCOnHuIOcQPP/xQr1nKIHfPWScEI9JNnH322VopxQxMZJ0513g0yNKdAMDYnnrqKa328ttvv8VcHd26ddOOeuT69//2h3qx771q0+erdQpbUtlaxu8WYhm/z/3790esF5UB1GYGDhwYs20pkB4ICAEgPeZJeikIxIVAPAQAGuKlYfbs2ZoJinwMD/sHDhzQcjvI/JMqgBsMOYAStVgEAHKxdx8jN51EcZbrE0fg1x9/VhMvHax+2bQ1VFnx8mVVvzfuV6UqnZB4AxFqEAJA0qCVigUBQUAQEAQEAUFAEBAEBAFBQBAQBASBlEFg3759Cifq44/bAxBQ3Zw+fXrUfuKgRYLfsjZt2iicbV5zUHNd7dq11Zo1a2zt7Nq1S5UoUcK1bQgAZnR5mTJl1M8//5wyeGZ6R0jXunPnTtswFy1aFMqrbn7Bepg3z65u6ZTtx9GKw960xo0bK/KzQyYwDafjTTfdZPuMfO60b1rQfcz0OU2n8aE8gQPftPLly6sff/wxrmGw7zlVTmbNmqXOPfdcz/VlAgGAwULcQY2F8UP+giwBMYK9uHr16pqsdfnll+v/x3DwT7p8qNowf5n+/4f/+74rZvh4UG2gXghAkAwgXaAeAM59+/bVZAKxzEFACACZM5cyEkHAFwI7vt2iylS1yzL5qiAbCiP9f2KDmtnQkjQhCHhH4MWr71Vr3v/UdkGXB25QZ1x2nvdKfJQUAoAPsKSoICAICAKCgCAgCAgCgoAgIAgIAoKAIJAmCODsWrFihe4t0dTIXxOAYxpOedQ6yQEdyZB5r1GjRigim/SB1FurVi1fBADktr///ntbMziIIuWKL1CggC33fJEiRcKiwtNkKtKum8jw47gzDaUGHHxu5pYHnEhfIo0t69Wrl3r55Zdtl/Pvyy67LKzKrVu3Kpy9piFF/sMPP4Q+SkYf026i0qjDSMQ7c76jEkxEupsx1yhGmIZDev369b5Hzb6DwjCEI8uqVq2q1q1b50sNNdUIAL6BiPMCzqk5r8ZOPedMSaMcJ46ZeJkQADJxVmVMgkAMBH777w41dfA4ddmzg1W+ggVSEq99v+5RhUsUTcm+SacEgQXPvaNm3PucDYg65zVTlz87JHBwhAAQOKRSoSAgCAgCgoAgIAgIAoKAICAICAKCgCCQ4wg4o6qdHSIam8h+crlHs+7du6v/+7//CxW58cYbQyoCfhQAcOaZDlwq9EMAQD7aLR99jgMtHdDy33fddZcNiccee8wWcd2iRQu1YMECWxmIJE6Zdwr89ddfKn/+/Lay0QgIXqbASx+91CNl4kNg/vz5YWq/pJTAoe+2Bw0fPlyNGGFPjXr++eerGTNm+OrAkiVLFHvY5s2bbde9/vrr6uKLL/ZVV24lALzcf7RaNTMrbUyfl0aqGq0a+sJNCmcuAkIAyNy5lZEJAq4IvHXrGLXi3U/U3wf/Us37XaQ63tMvx5FaPWuR+uzl97L68b//qcqNaqu2Ay/N8X5JBwSBaAhsW79ZTbhkiPpjx6+hYqWrlFc3TB+rChYrEhh4QgAIDEqpSBAQBAQBQUAQEAQEAUFAEBAEBAFBQBBIGQRiEQCIviVKu2TJkhH7jMx/u3btQt+jFLBhw4ZQdLgQAFJmunO0I82bN1cLF2Y5CC1DWrxu3bpx9Wvt2rXq1FNPtV1LDnfUKuK1oPsYbz9y63WcP0LiQG7etEaNGqmnn35aNWjQQH8MyWf8+PGaUIIsvWkvvfSSlqaPZMjTI2+/fft29eWXX+r0wxAG+Nw0CAFI4Pu1TCYAHDp0SON09NFH22D556+/1d01L1L//Pm3/jyS/L9fLKV8ZiAgBIAI87hx40YtebJ48WLfMz1o0CA1cuRIRR6kWMaGyiY3d+5cnc/jm2++0Zcgl1KvXj1Fjidy9JBDyY+xYX/xxRfqvffe07l3YOshJUVeFm7sMPouuOAC3QayUGK5B4Hftu5Q9zXuFRrw4M9fVOQxj2Xc3LnJOHP7xLou1vefPPO2em/UxFCxhj3aqe6PDox1mXwvCKQMAs9dfJf6dtFyW39QAkARIAgTAkAQKEodgoAgIAgIAoKAICAICAKCgCAgCMSPAJGRr7zyivr000/Vli1btOw5jlZy5eL06tKlizrzzDM9N0Cu97feekvndV+9erXOm86ZS9myZbWUO+eBPXr0CJP4jtYAeZcnTJig875v2rRJR24TkU1uX/pINDl1i6UOAi1btlSsrWjGmpgzZ46qU6dOWDHWISkCvv3229B3zzzzjLrmmmtC/xYCQOrMd070hL1myJAhIUUIqw/sMew/8dqtt96q1SlMe/jhh9Vtt93mu8pk9dF3R+QCNW7cOHXDDTe4IsE9j3vKtm3btAKE0/A5ffXVV1F9TZRZuXJlVKS5l77//vtx+SAymQDAPb1gwYKK1CumEej56nUP6I+I/EcBQEwQsBAQAkCEtfDqq6+65rfxsnTOO+88nS/HmYfHvJZ8TjyQjRo1Sv3665HoUbf6S5QoodmePLA5pXXcyuPsJ3/PzJkzY3YXWRZuzvICEBOqjCrw0jWj1Or3FukxNejaWl089vaY40sGAeCjcW+q2Q9MDrXdqOc5qtvDN8fsixQQBFINgQ/HvKLmjHnF1q0zLjtPdXnA/aHZT/+FAOAHLSkrCAgCgoAgIAgIAoKAICAICAKCQHAI7Ny5U1111VWeztg6deqkoyIhBUSzd999V11//fURc3Vb1+JsIW/3FVdcEXNA9913nz47xCEcyYgaxDlH2Tx58sSsUwpkLwIEbkEGefLJJ9Ubb7xhazySDDdzPmzYsFBZnGtLly61za8fAsBJJ50UJsPtJwUAQUNE94rlHAI333yzDgTEWFNff/21wg9hGqQRIvXZY+IxCCfUYe43RYoU0WvHS53Z0cd4xiXXZCHgtmfEwqZixYp6TUE4i2axCACQ6VARKFSoUKwmXb/PjQSA165/QC2f9onG44qJ96hTz/FORowLZLkorRAQAkCE6UomAQBWGyoBSKf4scGDByv+YFpFMlijvBg48zVFa4c8PrygNGnSxE93pGwaIwCrfFCFc0MjuOm9J1T506pFHVHQBIC5Y19THzzyUqjNMy7roLo8cGMaoypdz+0IfL9knZpwyWD11/6DISiOr1lZDfxwfELQCAEgIfjkYkFAEBAEBAFBQBAQBAQBQUAQEATiQgBn1llnnaV++uknz9fXqlVLffbZZxEjF8nTTk5jpHy9Gmd2/fv3j1gcZ9rjjz/utTrVq1cv9eKLL3ouLwWzHwFIJy+88IKtYYgbZg53VB5YbwcPHjmD4FwYGXXT/BAAqG/dunW263ft2qUITnOzvHnzKs4sLDvhhBPU1q1bsx8waTGEQKy0EiiBELnvltPdC4w4/Zs2baqJJqY512e0upLdRy/jkDLREXjqqad0gCkEoFjWrVs39cQTT8Qkv1FPJAIAew+K2p07d47VXNTvcxsB4H+HDqmhNS4KnUWL/H9CyycjLxYCQIRpTYQAwOYI+9KZj4OmeCh64IEH9AYajz333HOaheV2o4TR17Nnz5gyKm7tIgWGagF5XsRyBwLTRzyrFk6Yqgdb4+zTVZ+XR0UdeJAEgDmPvqw+fOzVUHtn9jpfdb7v+twBvIwy4xF4suNNasvyrHQu2FF5jlLXvPGAqnLmaXGNXQgAccEmFwkCgoAgIAgIAoKAICAICAKCgCAQNwI4VQmUsSJpzYqKFSum+MPR6cx/TDnk11H9dBqpA0j5aTpsrTLIvHOO6EY24HP64cy3zbWk/kTd02lIBFMnfTQdtFY5CAAQAcRSE4FVq1YpArZMQxbbTFWLAu2sWbNCRVgnJ598ctiArHSzzi9YixjpBYjexVjzn3/+ua0oqSXKly8fVi8S4E6l2po1a4YRCFIT4cztVSzn+oABA7RaSMmSJeMCgfzupEMxrWHDhjo9itc0w8nuY1wDk4vCEEDN480339T7DKmrSWXNPQ9CEPsHBDnWg7WXeIGwfv366rvvvtPK2exXjRs3Vh06dNCkkiAstxEAVr23UL18zWgNXdVm9VS/1+8PAkapI4MQEAJAhMl0EgB46GLD87OhuVW9YMECzfQlV4ppSHDB2IUp+ffff2vJlDvvvDPMmc9myE22UqVKtuuR8rnlllvUs88+a/ucfkM4aNWqlYKVyYvE2LFjtYSY0/j8xhtvdCUXZNCal6EYCNxe/pzQv/q8PFLVOLthRHyCIgDMfvAF9dGTR6TMml51geo0coDMiyCQUQjMHDlBzX92im1MrW/sqc4ZFFu60QmEEAAyamnIYAQBQUAQEAQEAUFAEBAEBAFBIA0QGD16tBo6dKitpzg9Jk+erMidjQPr559/1pH506ZNs5VDupjzN0gCplEf9ZpWpkwZ9fbbb6tmzZrpj5csWaK6du0apuxJOygBOA1nCo4Z00gvwFkgCqKcF5L/+7HHHrOV4VwRGW+vDrs0mLKM6iJncMjpm4YTHmc8hrIn57xuBBS/QLAOLOLAZZddpjgTNw1CAE46p+HEcxIO2rdvr3N3i+UcAi1btlQoQUQzyEEQP+rUqeOroyhQsLc49zD2rQoVKniuK5l99NIJotpR2IBAtWbNGp2emdzq4FKtWjV14YUXKqToIylfxGoD387ChQvVjBkztCIM9wr+unfvHqbsEasu83v6jYoMvqFjjz1WTZ8+3c/lUjbNEWD+WacQ/Cx746aH1dIp8/Q/Lxs/WJ3W0a4Ak+ZDlu4HgIAQACKAmAwCANL/PIQ7JZxg3j300ENh0v7ciHnoJ1+PaRMnTlTI9Zg2b948LZFilj3xxBO1pFeLFi1sZWFv3XDDDTqfimlt2rTRn5FXSix3ILDguXfUjHuf04MtX6equmnWkxEHHgQB4L3Rk9Qn4/8v1EazPp3UBSMiy9jljlmQUWYqAhvmL1UTLh1iG17FejXUDTPG+hqyEAB8wSWFBQFBQBAQBAQBQUAQEAQEAUFAEEgYAc7UiNg3jSjIc889kk6R73Cw4wR1Ru5/+OGHinM209ycXhAKrrzySls5t6h+ov/JD28aTjcib01r1KiRjuB2Rti2a9dO0SfT5s6dq1q3bp0wVlJBbAQ4n3XOM+fByGy7GaldncFfBKWtX78+VLx06dJq586dsRuPUcIkAHA+fccdd9iugDxC0JrTXn/9dXXJJZfYPkbxluhysdRAAD8B+8aTTz6p3njjSDAWveP8n/XkNRXA/fffr1MTm8a1H3/8sYKIFK8F2UcvfSDAE5WW33//PWpxFBIIloQU49VI7YLf55577nFNhUHaZqdfKFbdpFyYOXOmdvpzD0J5A0MBhM/Fcg8CbgSAe07pog7s2adBEPn/3LMW/IxUCAAR0EoGAQD5Jhz6PFhZxs0WpjAP6E7jBnjddddpaX7TuEnx8AXjB4PtyQMWN2LTiObnwc0px0QZHvp5+DcNZuns2bMDk1zxsxClbM4hMKR6Z/XXvgO6AxePvU016Gp/QbV6ligBAKIBhAPLmve7SHW8p1/ODVxaFgSyAQFY+Y+2ukb9/O2Rg6O8BfJrEsDxNSt76oEQADzBJIUEAUFAEBAEBAFBQBAQBASBEAJEP3JYjiQxTlwO0EuVKqXz05ICkcg+5LRjGXLbSNz6NdQY3aTjY9XzxRdfqDPOOCOsGIe+RPuJZQ8C5FavUqWKrTH+vXHjRtcO9O3bVxGsY9rzzz+vyONuGvLopgOX76jT2RYpAqwzP+t6nL3IL5v28MMPq0GDBtk+e/rpp9W1114b1k+cf6QNNe3WW291VQjNHpRzVyvsSRBATIvmgB0+fLgaMWKErTypHogotuyUU05RpINN1EwCANHQtWvXtlVZo0YNxZk2igOmuZFKcAY7x5lo/+T6YBBgP3I6n++77z5FVH8sY1/BR2Eae9QHH3wQUi+JVYeX7xPpo5f6ITA4/Sexrps0aZLq3bt3rGJa7RnlgK+++ipiWa8EAM4SrecYFGLcyAqZQgCwCA358uWLiXFuL+AkAKx5/1P14tVZhKuTGtdW1055OLdDJON3QUAIABGWRTIIAM46aZq8JDj4eRF1Mxz9AwcOtH3FS+prr72mYCNjsD3Jt+KUWOJl99JLL3WtFyYpLE1ehk0bM2aMTiUglnsQWDVzoXq5f5YEXfHyZdTgz+3KEBYSiRAA3r1nvFr0/LshUFv276rOG3p17gFZRprrEZhy5xPq81eO5OYDkI7D+qnmfS+KiY0QAGJCJAUEAUFAEBAEBAFBQBAQBASB0PkIDgQvUXGdOnXSkuqQAiKZW4SrF6jjIQAQ3EE0t1POnfaEAOAF9eDK4MQklaZprJepU6e6NuLmVJowYYK6+mr7ucfpp5+uli5daqtjw4YNqmrVqrbP9u/fH6YSSjT45s2bbeVIMUo0q2mQSNyCjLj2pJNOspXFgYsDTyz5CPBeX65cuTASB3OFc7VBgwa6E5y9sS/hlHXK+6PayvmvX2Md4sQ0jbXMmnYz+uR0Yvbq1UuNGzdOpyWAUAU5welIZR1/8803klrW7wRlU3lIHNybTMPHANEtmuG3wHGNU9oyUocgP+9UREl0KPH20Uu7biQorjv66KN1SmYCMXfv3h1WFY5pSDIVK1aM2AxEHHw8TtUY84I8efKofv36uaZyscqx9/Pbwu/z3//+N+qwMoUAAOENJZ3ixYt7mcZcXcZJAHjr1jHqqzfnaEx6Pn67qt9FFH1y9QKJMHghAEQAJmgCAGymO++8MyznFs52cudEYjlxM4U9ZhoMURif1sMhLw/kH4NpZpmzjHOYMMd4AIRFZlqs/siPKDMRGN24l9q9NYtJ3vGevqp5vy5hA42XAPDO4HHqs5eOSBKdfV131eGu2MzJzERaRpWbEVg9a5F6qd8oGwQ1WzdSvV+MLo8nBIDcvGpk7IKAICAICAKCgCAgCAgCXhHAwUm0vlOKPdr1tWrV0vl5nbm2rWsefPBBfZbj1+IhADzxxBPqpptucm1KCAB+ZyB7y3fr1i3sfI3ozebN7bl4SQvqlHx3i9jHOXvRRXayeI8ePcIkvFnvTucdTiMczU4jJ7Xz7JHUBaZKafailvtaw4FOSlY3IzCscOHC+mzXiog1y9WtW1c75XG8+jW/BABSQ0AOMR2+tEnbrK1ffvlF4ah0Gg5W1qlYaiLAua7zXle+fHn1448/RuwwexH7m0lGIb0IKS3iIaPEQiaePsaqk+9x7kOi+vXXX23FCY4kGLJs2bJ6vb/zzjtaucWZjnnIkCFq1Cj7eZ5VEWVJgeBUiAEn0jXzm2jWrJluAxJANPv+++9V5cre1EKFAOBl5jOrjJMAMLxOd7Xv1z16kA9tma2OynNUZg1YRhMIAkIAiABj0ASASA538iIh3x/JyNvFQ5fzxjNnzhzVtm1bfZkbSYCXTVjA5IdyM9hVSH3xomEaN29eRiK9/Aay6qSSlENgy7L16skLsvJ55S9cUI1Y83/q6Lz2l4p4CABv3/G4+uLV2aHxtr7xYnXOIHtuu5QDQzokCCQRgYN796tHzu6nft92JE9fwWJF1G3znlVFjyvp2rIQAJI4IVK1ICAICAKCgCAgCAgCgkBGIMAZR5MmTVxl94sVK6b427p1a1hELYMnzeIzzzzjigOSx85zE6IFYxnOOvKze7Xt27fr85s9e7IOcp0mBACvSGZ/OWT5cSwRwWgZkYzMqdPhvm7dOh2ByzueWZbzO+uMDycvzn8z+hNH0qJFi8LSViDVjmS7abt27VIlSpRwBYL+QASwrEyZMurnn3/OftBycYtuzvhYcBB5/NFHH4Wlioh1nfW9XwIA1w0dOlSNHp2lFurFkEh3qgx4uU7KxI8ATvgrr7SfsQ4YMCCMZGS1gBowe5Vp3HecaUms70kfTNoJJyGFdMO33367p44nu4+eOqGUIiVLnz59bMUbN26sCYDsr6a5kfGaNm2q92A3Q32ZiH3TcOL/3//9Xyh402s/3QgA9M+NrCUEAK+oZk45kwDw9dwv1PNXDtODq1i/hrph+tjMGaiMJFAEhAAQAc6gCQCwI2GVwaI0LZpMP+WQToIptnLlyojXIQGFFI9p7du3V4yhZEl3hxJlR44cqe655x7f1wW6AqWylEHgqU4D1fdL1un+uEXp+yUAmDI01Nnm5ktU+9t6pcx4pSOCQE4i8Nr1D6rl0z62deHisbepBl3bhHVLCAA5OVPStiAgCAgCgoAgIAgIAoJAOiCAowqHlWk4QSdPnqwVEzlAx9HZv39/NW3aNFu5QoUKadUASAJO41ozncCpp56qVq9eHTgknBeRbiCSCQEgcMgDqxDHJ+vMtDvuuEOrfboZjigcss7oapzxRFi7KVigRDFo0KCw6nAy4TAyLdpaKVCggJZvt6xIkSJhAUeBASMVRUSAwCuCwZirWEb0NQ7JaKlKYtURDwGAOnH0cm5srhlnW6xZAsxIB+B0pMbql3yfGAKojLRs2dJWCYrAOPSLFi0aVvnw4cO1vLxpOPhRGXYayiIEJDqVHlAOJmLeqyWzj177QDlSWJDKwDT+fdlll4VVA1kQZQTTIOFAoHDasmXLwpz8lIXIxZ7u1ywCAL8rFGQgg6EiQGoBSI6mCQHAL7rpX94kAJhBl90euUU1urh9+g9QRpAUBIQAEAFWJwGAiPj4zC78AAAgAElEQVTSpUurTZs2ha7gM1jd9erV05sxzLGCBQu61ujFke92oZfr4nXkx3tdUlaiVJrjCPy+fZcadfqloX7cvfRVVbTsEQKJHwLAGzc9rJZOmReqq92tl6u2txypO8cHKx0QBFIAgSVvfajeHPiorScnNqgZ9tD277+H1ME/D6oC+Quoo48Olwtr1POcFBiNdEEQEAQEAUFAEBAEBAFBQBDIOQROPPHEsNy7s2bNCstPTJQ2kXROJyuRjm3ahJNxOfMxAzIiOUsSGTmRva1bR8/bKgSARBBO3rVTpkxRXbt2tTWA04ezvGOPPTZiw0SGQkZxylE7L8ibN6/Ou07eaDcjmtfplPJDAEBynrMesexHALUPlB/Yp5YvX65QkkBmHeISUdmkd0ClNZKyq58ex0sAoA0ckhMnTlTz5s3T6xqFWshSrD32LequWrWqn+5I2YAQIFiElAysHdMaNWqklWus1MH8xsePH6/uuuuuMBUcggqdUv6sx7PPPluhZmxaz549dbChH6JHsvroF8IWLVqoBQsW2C5bsWKFVmRxGooH+fPnt30MzqYqi/Vl9+7ddaS/aW7pX7z2l/0bkuIFF1xgC+pEIVoIAF5RzNxyJgHg3vo91R87skhkD37/nsrzn9jqVJmLjIwsGgJCAIiAjpMA4GUZ8VAGM7JLly5hNwovjny3NniQhwn+6aef2r42UwfE68h/7LHH1MCBA231xkod4AUHKZO+CLw64H61Yvp8PQCYYzDILPNKAHj1ugfUinc/CV3X/vYrVJubeqYvKNJzQSCJCOzZvks93KqfOrhnX1ytVG1WX/V7/b64rpWLBAFBQBAQBAQBQUAQEAQEgUxAgECNKlWq2IbCv535eK0Cffv21Q4t04jKJu+v03DGmVG65HB/8sknA4MNRwPnMJEkmK2GhAAQGOSBVYTziLzOTgc6zpsLL7wwajvIReM4NdMGuF2Ao421ytp0c7oJASCw6ZSKBIG0RACC0A033ODa91KlSilIPtu2bQuT8ecCCG5EqhNtbhmR5qeffrpCydhpJ510koKUFMvOPPNMLblvWdB9jNV+ot+vXbtWofZjGoQIyHqmQYbhGcFM6cI94b333tNphaZOnapJM/v27dMKHkT0k3KIdAJ+TQgAfhHLzPIWAeCHz9eoiZdlqV6VO/VkdfP74zJzwDKqQBAQAkAEGOMhAFhVIamDNJepBhAvAYDcXeSS+eCDD2w9DYIA4DZGIQAE8rtK60puL38kmviWOU+rE045SY/HCwHg5f6j1aqZC0PjP/fOq1Sr63ukNR7SeUEgOxCYfNVwte7Dz303JQQA35DJBYKAICAICAKCgCAgCAgCGYbAxx9/rFq1amUbVadOnfThu5sNHjxYy1WbNmHCBO2QNY1DeyTSTXvkkUe03HVQdt9996khQ4aEqiMA5IsvvlDfffedrQkhAASFeDD1QDrB0eNUkiDCljmNZpwXPvzww746cu211+qIXqcJAcAXjFJYEMhIBNwUHmINFJl6HNpO8tz7778fppwTqy7n9yhDOFMgB9lHv/3xW557vDPNAXv2bbfdZqsKRz+qQKbx7IGzfvv27a7NQuSCsDF27FhfSgpCAPA7i5lZ3iIAzB45UX364kw9yIvuu0E16XVeZg5YRhUIAkIAiAAj0kbI+sPmisfII4Pj3mLoCgEgHhTlmpxAYOaoiWr+M2/rpmu1O0Nd+fxw/f+xCAAvXn2vWvP+EaWK8wb3US0HdMuJIUibgkBaIrB48nQ17e7wQ51ogxECQFpOtXRaEBAEBAFBQBAQBAQBQSAHESCn9ttvZ73zWuYm2btu3TpVq1YtW7nRo0ernTt3qjlz5ugUkZz5ENmHXDe5hNu2bet5ZCg+nnLKKaEcy0RqcnaEVLEQADzDmO0Fcfoz35s3b7a1jYz2iy++GNWp88orr4TJbVeoUEGh0EkKijx58qhPPvlEkWfbuQbIx3777bfb2iQi19kPPykASG2KFL2YICAIpDcCTz31lLr77rttijWRRsQ98IknntD3LqcliwBAO0H1MZkz9e2336ratWurP//8M9QMRED2WRQVTLvjjjsU+3I8hiLzo4/aU4JGq0cIAPGgnHnXWASAR5pdrX7ftlMP8P5NM9R/8sVW5sg8NGREXhEQAkAEpA4dOqRz3fBfpHCKFi0aeohHom3r1q06VxMMMLecXTy4k0fn+OOP1y3ESwBAcgcGuJM5BxONFwIs3hQA9O+KK66wIYBMD1Jk5M8Ty70ImCoA/V6/X1VtVi8qAWDylcPUurlfhAA7/+6+qsU1XXIvgDJyQSBOBMZdeIv6YenXnq8WAoBnqKSgICAICAKCgCAgCKQwAjhfcYyR+g75WQ5eOWjlcBrZVdLs8a6aiHFoRp5W2iE39/Tp031V9+OPP6o33nhD52vG8UvO3QIFCqiyZcuqhg0baslvIr9MKV1fDUjhbEGAeSNq2pReL168uI7Wy5cvn60P8ThCOnbsqHMk41iNZeT4nTFjRqjYqFGjtBrAySefLASAWODl0PeQP5Bx/vpr+zsbv31IJUcfHTkHL+eLnLWZeaTJM71q1SpVrVo124jYbyCfmEFJrCnIB6YqBWUgqpiGkiiy1G6GfLcpV33CCSfo802xzESAe+m///6rFWr95G1PNTS4f7/wwgtaWn3NmjX6HJ4xcf/lt8P9l+eESOvebTxBP3f873//U++8846aMmWKjgDnXsNvrUyZMqp+/fqqa9euinzxzvtMkFhD5sFXwXPK8uXLdR+Yf3AhbTHEJYhK/H8ki+e+56zLTQHAKhNEH4PEzKyL3wvy/EuXLrU1gaoL6i5Ow1/z+uuvu3aHewH7K3v47t27w8rwe2SdNGrUyNNwhADgCaaML8Re+NPyDeqFXsP0WI+rfqK6dd6zGT9uGWBiCAgBIDH8dK4c8setXLkyrCYY4Rb7O14CgJfr4iUAxHtdgpDJ5WmAwKLn31Xv3jNe9/TEBjXV9e8+FpEAMPHyoeqbj5eERnXBsGtUs76d02CU0kVBIPUQeK7nXerbhcs9d0wIAJ6hkoKCgCAgCAgCgoAgkIII4Ewjt/XMmVkyltEMB9v48eNdI9YiXcdhLnXj9OdAHDI/dt5553lqk7Ic6iMXj3M2Vr5ucsaSr7tx48axhiPf5xACvXv3VpMnT7a1ThTfAw88ENYj0gL069fPd08hq+BcikYGwfEPAcCyypUra0cupBIhAPiGPFsuwHEFIWnZsmW29kg/wf6CMz+akdrhjDPOsBVBPtokgZhfErBD4I5pEJcgmVjWpEkT7UQyDfJA+fLlw7rC/ufsY82aNcMIBNkCpjSSLQhwD9y/f78mvaUrAQCHNnnTCdKLZiVLltSy6iixRLNkPHds3LhREVW/YsWKqG3zeyPorm7dutky/9KIPwQgR/C8aBoET8ipbvfzdu3aqQ8//DCskZtvvlmT+SCyQvwiHRHPuk6V6R49emhiqRcTAoAXlDK/DASAjx55VX1+WP7/whH91Vl9OmX+wGWECSEgBICE4Ms6DECqyy0H3DPPPKMfUjAeBi6++OIwFhk3FlIFRLJIBIB333039LLIYQQ57Exr3769Zp3zABTJ3AgAMBI5sChWrFiCyMjl6YrA1tUb1eevzlJfvv6+OvTvIT2MqmfVVUXLldb/D2Pcsq/nfRmSnOGzC++9Vp3V+8J0Hbr0WxDIcQSEAJDjUyAdEAQEAUFAEBAEBIFsQgA5VaLRnDm0ozVPtOtnn30WNbqad3Qrso+IXDengR8CwI033qiefPJJz6gQnUteXQ6NxVILASIzOfMwjehMzl1wkDkNOWWIH6YR1YeDHwcrUX0LFixQ+/btC7sWQgHEAjeDSIL0//fffx/6mshR0lBiQgBIrXVDb3Cics62aNEiW+fq1aun9xsvig84enr27Gm7nlzQSHG72YgRI9Tw4VkpGS3j/BHnkmU4Ozn7Mw1HkRsJiZQCrC3TGBMRv2KZiUC6EwA46+bM249NmjRJQfRys2Q8dyAZT9Q4Cr5eDIVh9gwhAXhBK/vKEOHvJALyfLBkyRJFmhY3I3qfwFDTUKOYNm1aWHE3FWZULHhGNc/ZI41YCADZtxZSoaU5Y15RX73xQVhXIJTs/eW3kL+m2PGlQuSuIV++nApdlz6kIAJCAAhgUnjhI0eb0+69916dfwdDggtH/wcf2H+8Zhm3riA7A7t327Ztoa95sUBdwGIO87DvZDiedtppWvYnkqwPzN8777xTkxdMGzBggM5BA+tcLHciAAFg7LnX+x5851HXqTOvPMJE912BXCAICAJKCACyCAQBQUAQEAQEAUEgNyBw8OBBReSqW7QcZHT+kKVGutZpkOwh2zsNBx0OM6LrTIltNzy9EgDeeustRYSW08jTjQOYiGA3adeKFStqp7K8V6fOamatNWvWTCvbmcZBPQf2boZD5+OPP9ZO/oULF+pIPtJI1KhRI1QcKWoitZ0qFqSD/OGHH1wP9p1OLadcshAAUmfd0BPOz1BrcJ7nnXTSSToyFBlyL+Z2dhctAvT666/XObNNe/zxxxWkJMvIP+0kmjhJAlZZpKqRrDaNM0vOJcUyE4F0JgC4EWaYpVjS6kjs45TnPmxaMp47uCfg/HeqcNAuKYz+/vtv7Q9wGmf1q1ev9uT4TbWVaaUQyaR0R26BlRA1uP+TviGSnX766WGBnhAC+NxpPM9WqVJFPxeYBsGgQYMGMadZCAAxIcqoAhAAPhxjV6OINsC8BfKp+zb6S22WUYDJYKIiIASAABbI4sWLdeSC00znPocRN910k46uN+2WW27RDLNIOYCQkkFSxjRuDDwIWcxdNwICL5vIiEW6iSA7c91116mXX7azgyLltQkAJqkiTRCIhwBA1D/R/2KCgCCQGAJCAEgMP7laEBAEBAFBQBAQBNIDgdGjR6uhQ4faOkuOWqTZIcAjVfzzzz+r/v37h0VSFSpUSKsGOFXriKZGRt2LeSUA8J7P+75pEPF5HyeXN2oD/P+VV14ZSi9gleVzN/KAl/5JmWAR2LRpk3b+O9UmiPjjDCRRg1SAQ8dZP6QB51kRxJA6deqE1gtOFMgJqFtYJgSARGckuOtx2vA7Rj3CtNKlS2vnvzOiPlrLlMdZaBpOJiLzkYo2jTNE1pSTzORMAUA+9Nq1a9uuhaCyatWqMOeim1w1Dq6WLVsGB5jUlFIIpCsBgDPrSpUqKQhWpkFgGTNmjCbdcP9FOcVNWh35dad6SzKeO1DnJT2RaeR9R30IkiOGahEBgagPmIZ/oE+fPim1Xrx0BiIFKjbFixf3Ujzlyzz99NPaP2IakfkQvnhuiGZuKVggn0S6L6Dy41QHiEZCNNsWAkDKL6VAOygEgEDhzPWVCQEggCXg5qSnWlPenwcTohH4M42DB5zwkW6cMHcHDhxou4acNLCALYmx9evXq+7du2v2oGnRDhxgnPHgxAuIaSgLtG3bNgBUpIp0RSAeAkDf1+5T1ZpHZkWmKxbSb0EguxEQAkB2Iy7tCQKCgCAgCAgCgkBOIIDzfMuWLbamyaF97rnn2j7jkJmDVKdjlXfwNm3a2Mq6EQAgEnA9B7LO93BnxLYTByL3ChcurCP4LKM+0vsR+Wva7bffrh555BHbZ0Tv+kkdkBPzkBvaZO3ghHc6XzhXefHFFwPLi40sO9HZpj388MPqtttus31GtD8pIixzk4AXAkBqrEzO8XAusk5MI80HjnO3KM9oPUdJAOegMyIYuf7nn39ep4XAOK+D/OSU5kdRZPv27WHkJzcZ6l69eqlx48bpc0OcwJxFOqXUq1atqpVKgs4NT47iF154Qb333nsKggJOXBxqOG2rVaumFTe6dOmiIH15tR9//FFNmDBB59uG0EMb7M9E1J599tnakWoqc8Sql/o4M4VQwb1jx44dCjIGxA7mlbNa+pnuKi7pSgDg9+B0jvM7wZnuXK+k0CDgzjSINs50Hcl47jj//PP1OjeNf3fo0MH2mRv5h/sSJLF0s0wiAOCPQcGHvd4ySHnsC87nUbd5Yp/g2dU0fDOnnnqq67RCNIBwYBrKME5lFreLhQCQbr+UxPorBIDE8JOr7QgIASDBFQEbmAfpkSNH2mpyi8DnBuKUlosWqc8DLQ88U6dOtdUN2xHlAMvIF3P11VdrhqFp0dQFYEnywG0aeeyQS+ShSCz3IiAEgNw79zLynEdACAA5PwfSA0FAEBAEBIH4EOBgCgI0achmz57t2zHyxRdfaGI0jjGk35EY5V2JA1LSnTmdvbF6SU5uosmJrPn666/Vzp07NekaZwHRWjh1nBGXseqU74NBAOcN82Aa/8ax7mZ9+/YNU9LDOcAcmmYRADi8bd68ubrooot0TnWIBlYknlXeiwIACgRI+JqG7D+OI6fhqHMeFnfr1k2RQkAs5xDgd89aYA8wjT2A8xOkpIMytyhCzmQ4v7GM8xYiQS0rWbKkJqc4A0KEABDUrCRWD9L6SOw7DUcx9ycvxpybEtKQQgYNGuR6KfsN+xf3QNMhZRW+9dZbw4hGfDd37lytHOq8hrrKlSunc5OjKOC0ZKiU8AxAmhbOKaMZa3/s2LFh6UzdrkGlA4VVnNmRjN8yZBvKkqIlkkHCoAxKrNHq43oi0AnKckZ4e5n3VCmTrgQACCxOxVr+7Ux/C878Xrg3m4b8vym1noznDuT/jz32WIVagWXkjIek40aqgaAC4cYy1ixkIKeaUaqsnUj9yBQCAL4WntPMVFPMG4QvCIJeDKLWs88+ayuKcoBTydkq4KYAwDvTOeecE7M5IQDEhCijCggBIKOmM8cHIwQAlymArceBAg/mTma/WZyHa1i/vXv3DsvhwqY+adIk24scjPOePXsqDrdMI/8bJAJn/hykhLjpmA8TNWvW1DnnTHk4+sFDKS8DplGWB3rk5UyDWMADOfWYRu6vYcOGBfoSnOMrXDrgGwEhAPiGTC4QBAJDwC8B4Oi8/1EPbJ4ZWPtSkSAgCOQeBFLFWesmx+llFoj04eBYLGcRwHGF05/oFSSMLYuU/9Ktt7zr8G5CbuJoRpQVDn0vTntSoXEo54waN+sn8pCoMdMZl7No5p7WeYdu1aqVbcA4WJzEd6uAM186nxMJCgne+Z4L4YNc3TiXLIv30BRZd0t1z6qL6F2cDU4jAgxSgWmkBWDNiuUMAnv27NGRwcuWLbN1gLXHfOXPnz/Qjrnlq2aNslYx+oMDaNu2baF2WV+sKaeZTiLrO6KncTbhJP7kk08C7btU5o4A6T6c53d+sXKmgeD8jr3hpZde8lUVEcXsb3nz5nW9jpQqPFN5Nc4xObMM0tz26lj10wf6EsnclDWi1Ynj2KnYYJVHzYV7jTNiN1p9OATpo5NwFmtcqfJ9uhIAWrRooUh3axqpUk477bQwaCF1OPdziC9m+oxkPHegxsu5u2kQASOtLyLNnb97lAGcBMVUWTuR+pEJBACURHivYO2YBuELRSevxvuPk5Tiln6C+iAaQHY1iSl8zvtTNN+T1Zd4n2W9jiUny2XCmooXv/8dOqT27vxd7d21W+3defhv1261etYitfnLtZ6rzVsgn7pv43TP5aVg7kJACAAu840sFg+uvIzhyCfioG7dugqZL4wbBFEEMHmReHPmJOI6mInOaP9IagGUv+eee3S0P8xvolU4/OAB3nljwMnPQ73z4Wbt2rWaueZktsM6I+9RvXr1NAuWGwtOfucBG1H/MOD9Spjlrp9L7hitEAByxzzLKFMTAb8EAEZRqnI5dcfCYA9vUhMd6ZUgIAgkikAqOmtx/D733HO+hyYEAN+QBXYBMrk4unD84+h3M68EAIjJOOM41PVikKBRCCDCKpJxUN+vXz9FZFYs42AfiXZn7s9Y18n32YsA77lOtbv58+fryG4vlsihKTKuvGubxr8tqW7rc/YkCCWmjR8/XhNRxLIfAaKd27dvHyYBzbkIa8dJ7Aiih27pG82IbZxZOLUSNadjK9H65PrICCSDAEBrnA0++OCDOhKd879ohsMfJzhBQ8joRzOcV5wtRotsJ/CIdcm5Z5DS/24EGPpKlDMkF8h+u3fvDut+vnz5tAoGEdtOIzgLJ53TkOWHEGOpBTm/hwAAEcBpbvLbVh+JIIf05UzPYH2/ZMkSfS6cbpauBAA/OHNPdkquQ/4yU634qY+yXp47UN5wptA1SV/ONt1IOmbqYL99zKny6e6sXbx4sY7Qd6qiOBV7vODLflGhQgVFuirL2Js2bNigU4qYRloUJ5EomvqVs/1EnmW9jCW7yhzcG65G8+fBg+rAgYPq2OLHunajQJFC2dW9wNrZtyvcqa8d/Tj5Dzv7/+D/f/lN/bnvyPqJtwNCAIgXudxxnRAAXObZ7cXNz3JASooHamdEP3XwYEtUfzwsYvIdQSwgT5fTeIFAWi6SlFis/vOiMHDgQIn+jwVULvheCAC5YJJliCmLwP7f9njq27cLl6tXBtwfKluhbjV140z7obOniqRQ2iCQKtHaFmAcVqKWRIQDee6Q2OWAkkNpohh41nFGd6YN2BnW0VR31hIp48xx62UKhADgBaVgy8ybN089+uijOv8u8vzRzCsBAMI0adKcRpQrewqyxU6LJt3+5Zdf6pQBZs52rscBQdQs9TmjffiOCM10i8AKdnZTtzb2MGSYzcNVSPNI7OI48mKJHJpCUIKoZBoRiBASkGknmpcIMCJYzXVHHmne/bND2hciDep+OBL47bj9pqLhRNABSgU420ijgKMOkg1KgjhByE0bKeo4Ur1WSg8i1XHS8dxA33DSsO8nMwUHv3FUIJDhNY0IO6ItOZz3YkThO3OKk2s90lkOzz7MgWmkBbj22mv1R25OKi/9cJYRAkA8qMV3TbIIAFZvUINgL+F5GocRaUcgr/H7Y70iC81vsHLlyp4HwG944sSJins2a5jfM/sQ+2jr1q21corbmaLnBlwK0gb1O4Oj2Ds4p+Q3x15JKlJ++6bKKdVFipgldcLy5cttLV5//fVavr9w4cL6vsC1nOGaRl/Yf80zWXDB2eYkBxKIBRmCPRsjxzwRvUjGmxZNWSAR7JJ9bW4gAHD+bqZaAVMUfUkJEY95fe6YMmWK6tq1q62JG264IYwMaBWA8MN6jXSPiKevOXFNOhMA2E8ghzhTlKDWzLNcPKQo5nzcuHG2qeBdhOcq6zkx0t7nTPEcbT4TeZbNiXUSqc07TuygDv0bm6RtXX/OoCtV6xsvTokh7N/9x2Hnvd2RH4rc3/mb+uMX/narP12IDskchBAAkolu+tctBACXOUQaiJu48+E11nTDIscBz8NHNGYujHOkf5zR/dHq55CBCIJoB1O8VNM+L5l+DLUD/niAFhMEhAAga0AQSA8EVrw7X7163RESQLXm9VXf1+5Lj85LLz0hkIrR2nQcBwGHZRxSRjOcdMgcIrMtlv0IpIOzFlSI6F63bl0IIA5eouVutQpCAMAZLZZ9CCBZHElW19kLLwQAnHPOnJeonBHBj9OAtcB7GQfxTil/Dl3J7+60M888Ux/em9amTRu9F5GvmQM/cjo783Xi6Fy5cmX2gSkteUYAx7pTRp85xAHk1RI5NMVphcPKufZZn1bEKA540zgLwKHXsmVLr130XQ6nzsyZM7XDmbYsYks0goyzEcaGQwLFQA70IxlqBwQimHnMI5XlTIJnBPKARzNIHJxbXHxxsIe6BEb06NFDsUeYhnMP5z+H8V4NTIngM6OpuT+xVzijTTk7Yj2YRBXaQaHRIhHgVPJKPojWRyEAeJ1BKZddCEAK5ndvGgFM3I+dDjWUUniGM61p06Zhah1E3Dds2NBWDgIO+7mzTqJ5ISeaRnQ2hAfLcNDhqDON6O05c+aEwbRo0SLVrFkz2+dE+aIEm26W6QQA3pdr165t26dR7yUFr5eUUW7z6fW5g+cCno1Ni0ZQ5rnlrrvuspV/5JFHwtL5pvoaS1cCAL9fVI/dyMUQrrwQHXnPYL8zjWdAfDY//vhj2NTx7sFzgZv6Cekjli5dGlPZxao0kWfZVFpTqUYAOPjHfltUvhWhjyN/7y+7sxz6O/n/3xRlg7a8BfKrY8oUV8eUOlYVKVVcFSl9rP7//67aqNZ/7K6059YHIQAEPTOZVZ8QAFzmkxfhVatWaUmuWLkorcuRl+MgAkk3L4eW5KHDWc/hbCzr3r27ZqR6yQnDjYV8qDxExCIwIPuPjBgv3UHnv4s1Jvk+dREQAkDqzo30TBBwIvD5q7PUlDuORP7XOb+ZuvwZO6tcUEsvBFI9WpsoJZ4bOGD3YhyQc+CeDKldL+3n5jLp4KxlfnCumJFgRHYhyS6Wegi4rSkrz7pTMtcLAcBN/YHDUd6pTOPAiwM33tEs42DemRuWqFyiNU3D6UcUn5XKzfqOXMqzZ8+2leW9TJRLUmvduUXXERlLVCvR5F4t0UNT7nn33nuv/otlOJg5HHY6j2Jd5+V7fgMEE+D0537sjGCjDj8EAD/3CfZq1FqiBSTgaOI8xKvaIU48IpWj5f/2gotVJhJZg98/ZKJ40h1CRnKeCXEuAyGCfQkjzzTR/6gdmObm1PQ6HtYR6RtNw8ngZ917bUvKCQKJIkB0PL8J0/i3Mzc236MIAlnGNOT/nQFSRHA7FU5NRQ3zerf0A2b6DcqSRoEUrqZNmDBBKyK4GfuGmZ4BtaBY6keJ4piM6zOZAMDY2GdxopoGsc3paPeKrZ/nDjdJd78EgESUCryOKehy6UoA4BmGd49EDFIR5CKn8d4DqTmWH8a6jmdZnhkgAXi1RJ9lvbaT7HLZQQD4a/9Bu9T+L1lS+zjysxz7WVH6/P/BP6Kn4YkHj6Py5Mly6pc+/IdjHwf/Yee+dvRrh/+xuoybzRnzivpwjF1VKlpfhAAQz0zlnmuEABBlrnmB5CF02rRp+oURprf1UFq9enW9UfOCi/Off3tx/LxcBYgAACAASURBVJvN8fDIy/Fbb72lkKtkM8c4JCe3FHXDXodx77duHAj0myg9Z7/Je4fcJgdfzpw0uWfpy0gjISAEAFkbgkB6ITD/mbfVzFETQ51ufMm5qutD9qiK9BpR7uxtOkRrc2CHQ9/JYOcZhagY2PTOXHrMJpGTTqZ87pzl7B11qjtrQYO1RBSoaekYCZO9M5tzrVlriujTTp066Qh83ldwODqltmMRADi0Ze7NaFnUyNhn3CTTOeCFTGQae44Z3YVzdtiwYbYykWSFiRQkYtA0IZ/k3Npya3nFihXaiU5OZtN4x+Vd1o8lemjKeiVKnr9YxhkBaQOQfw3KuLdC3H/ttde0szmaeSUAREp7iHoByj2obpikG9rkt0/aH+e+bfXn9ttv14EITuM3jTON37fTyOXNXHOekqhBHiK1odM48yAKz4uBsal0QHQpZzNuzzfsP+xbRP05ZcV5NuIMqXnz5l6aDSsjBIC4YEv7iywlDyJR45GizikAeBZwkvL4XRMV6zTG6AxAclO1gHDsVBLh/BQVAKcR7e0MmOIe73w28YoPe1+hQoVsyijsY25RvF7rzKlymUwAcEu7gmoEz4tuKXljzYHf5w4hALg7LmPhnFPfJ5MAwJjWr1+vFSFikSAhUvKsQaoSP5bos6yftpJZNl4CwD9//qWd+n/wF3LiZzny94ak97Oi9g/ssb87BDWewsWLGo79Eocd+qZz/4hj/+i8/0moWSEAJASfXOxAQAgAsiQEAUHAhoAQAGRBCALph8AHj7yk5o59LdTxlv27qvOGukczpN/ockeP/UThxXKsgVgypLVvueUWrTJkGs4Z8uVBAOCwjGgfciWbUsIcgiOBW61atdwxmSkyylR31gITilvOw2GiWrt06ZIiKEo3TASQG8fhhayv6Zgg4sUvAYC0D6R/MI3ofad8v/X9nXfeqdXZTJs6daomIliGahp50E3jsA+yttNw5kG6Np12rEUOf8VyHgFUG7i/OFM/ENFHZJ9fS+TQlAjQ888/Pyy6O1ofuO9xbwxK3p7c1V5zgHshAKDYwcGzk1xBvmSIBji+iD4nbeHixYttQ42U3xhCDlG9lgOTi3DAEGGLk4boWcgLkAKd0XNECTujh/3OMeWTla8d0gmBGebYYvUPBUf2rXhNCADxIpfe12Wys9aambVr14al0CAn90cffWSbPEhUzv2HPQSygNP+/vtvlS9fPtvH/IYg8MRjELNJH2QaxDP2gnSzTF1TPA84UwERVU3qCN5L/Vo8zx1CABACgHOdcR4yffp0/T7Cs+f27dv1Gclxxx2nVYN4V+nYsaPf5anLJ/IsG1eDSbrILwGgcMli6tA//6oDvyfHqZ+/cMHDTv0SWRH7hyP3idLXsvylsyL1+Xe+gvmThEp4tUIAyDaoc0VDQgDIFdMsgxQEvCMAAeCla2JHt5g1dnngRkX+cTFBQBDIOQTeHfaMWjTpyKHEOYOuVK1vDDavas6NLvNbTvVobQ69eXE18xwT9UbEDRLbpuGcIerWtKFDh6qRI0dm/kSm0AhT3VkLVPTReQjCwV2DBg1SCEnpSiwE4iEAEClIxKDtebJLFy1r7makhbjxxhttX40ZM0ZBTLIM+X4ibk0jWtmZq9v6nvQFplQnUcJukuqxxi/fB4sATn8cP9xfTMOJTL7deKJiEzk0RR560qRJtr4Q1Y2DF2U9Upig6IczwnSo4/xmnUeTzPeKnBsBABzcHFxeCACQaZzOaX7HzrQY/B7IX88BtmVE8uOEcyp1EPmPAoBp/NsZkQ9ekBnMtCFEA/NvnisSsWQRAOgTa6hv375qzZo1UbsILmARSVbc6/hymgDA8x4ODNJNkHYAh0Ykc8tr7XWcZjmUFJzS8DhOUInwQ76w6kzHlAmZ6qw15xlpfu7fprnJoJPX3fl7Y59AocTNIABABLAMZ/DPP//seylCRITwY+bzhsBEVLmb+oDvBrL5gkxcU9x/Bw8ebEOSZzieAU0FF69Qx/vc8dJLL2minGl+UwA8+uijauDAgV67mhLl0jUFQEqAJ51QfgkA8UBG9H2WI/+wU99w7OPkN537BY5J7Nkznv55uQYCwP5f93gpGirTadQAX+WlcO5BQAgAuWeuZaSCgCAgCAgCGY7AW7eOUV+9OSc0ys6jr1NnXhEfwzjDoUq54aV6tDaqA85DLxjsTmlOgMVR4JTaxaGLY1cs5xFIFWctSJDL9brrrrOBgiNtxowZOs81a4lIVBwCRGL1798/EJnonJ+FzOpBPGsKeUycdaa5RQBa3z/11FMKiX7TnMQi8noS8W8a6yiSBLebIxnnQTyysZk1ozk3mp07d+r5QjXGNJQeIIfghInH4iUAbNiwIWzPwSG+fPly7ZQ0jcjQzp072z5r2bJlGCklnv5bBADWJviQfoO2tmzZEkYw8EIAcCPLkBbDGfFKXyH0OVUX3JRaaHfWrFm24aH04Zbflr382WeftZVl30dpIRFLJgGAfqEYwhitFI6kNMAxjTIKKkfsQb1797alJol3PDlBAMBRCDEPpz/jtJzusdZUMgkA27ZtUyeccEJcMAoBIC7YknoREfk49llrlkEqgvBlpvThO4hC7H2mRZtT9mRnvRCOohmqPzfffLMuQopWyE1W2lfrOp4VeF5l30pHyzQCgNu7A6lrUKJCOcivJfLcAUmK92HTIqnkUGb06NGKZ1fTSBkEuSydTAgA6TRbqdVXZPwHV71Q/e/Q/+LqmHbe48y3/g5H6x9x9GdF6hcuUTSu+uUiQSBTERACQKbOrIxLEBAEBAFBIFci8FK/UWr1rEWhsV/y5CBVr3OrXIlFOg061aO1n3nmGXXttdfaICWCcNCgQa4wn3jiidoxYRmHcsgoI4sslrMIpIqzFhTcZN2joYPziyhbcr2LpQ4C8awpIusqVqxoGwQqIxy+uzl5ORydOHGirTxRhGa+8T59+qjnn3/eVgbiwIAB7tEQbgQAnAU4I8SyH4E9e/YoSCDLli2zNY6zGmekM2e0nx7GSwBwi5RnzbH23AxZfdN5xBrDYeWMlvfTd8pSBwSDCy64QKFcYVm84yIyFsl+0w4cOBBGauB7t5y5bhGO/H7NaFvIW9z33Wzy5MnaUW4aJAP2d7HsRYAIe4hSOP0hdripoGQXAYD1w9o0zY0s5hUhIQB4RSp7yuGIbtq0qVq6dKmn375zP7X2QhQp3MxJAEBRxJnmxHkd6i7R1Drow/jx4xXPOelqmUQAIFUMEffsW5bxboBCCQQsv5boc4dbyj2eRZ3Pq1a/UC1AvcA0yPROEoHfcWR3eSEAZDfi6d3e/w4dUiumL1Arp89Xa+d85nswTa/sqFrf2FM79o/Kc5Tv6+UCQUAQUEoIALIKBAFBQBAQBASBDENgwiWD1YYFRw7Qe794r6rZulGGjTJ3DCcex1oypLWJViBqwTQOiy+99FLXifCTtzN3zGTqjDKeNZUMZy2IsH5ee+013+BAPHHmg/ddiVwQGALxrCkaRynElBbnMyJru3XrFtY3N2e9U17cjahUq1YtRRoA5/V8VqdOnbB2cFjiuBTLXgT279+v2rdvrxYtOkJgpAdI7OOcPOaYYxLqULyOcrdI9SlTpugIfDeDwPDJJ5/YvkItoG7dugn1P9LF8Y4Lkg3R7JZBKiAK0s3cfisQEd59991QcSJn8+bNa7s8Wv7tuXPnqrZt29rK44SbMGFCUnCSSsMR4Dc3YsQIfQ+GeBXNYhEAUHNAwt2rsV6cUdakhHH+dqjPLcLWqxIIcvGJkm+8jimocpnkrHViQhoX3h1Ma9iwoZbWd1PeyQ4CQCz1CvbuYcOGKVRo0sHWf/RVWDdRNmJdQYhwe5aq0aphOgxNTZ06VT8f/vvvv6H+Mh5SA7G2/FoQzx0bN25UVatWtTXtlk7HKuD2GyDlhFMRy+9Ysru8EAC8Iw4RDYUKp2qU9xrStyRBSSumz1erZi5MaBCS2jQh+ORiQUAjIAQAWQiCgCAgCAgCgkAGIvBkx5vVluXrQyO7buqjqlLDWhk40sweUjyOtWRIayNnOG7cOBvY0Zwg7dq1U8gJmxZJCjizZzD1RhfPmmIUQTtrqROpTqfDj+hrPifCC+IBB2PmYZ9+gTnqKLV48eJAcmun3gylX4/iXVOkf0DK1TTWGRHHlnOeub/nnnvCJMi5BucV31mGVDTqI2YOYL4jWpmobcvBsGrVKtW1a1eFFLFpKJTgmIonx3z6zVrq9BiZcRzKRNKZdtJJJ2nHUNmyZRPubLyOcjflCaJBI0lBn3rqqWrt2rW2/q5cudKVbJLwoA7npW/SpImtqljOWgpzGM0BvmX8Nvi3m2PVzcEByW/hwiMHujhanfLdyHzzW3Mz5pVIYNMipRUKAqdk1cF+gbF3pJvCkZVWwgs2XtaUl3qsMjjsSH1lWqRnSvJj33bbbbaykFVMJQw/bad62UwlAKDugbPdNNQeSA9WoUIF12nJDgIApBOIW7EMFTQUhVL9+WDYqd3U/t3R0x6YYz17QHfVYbBdjSUWFjnxPe+UpIix0pJYfXjooYcUZFC/FtRzB8+ovK+YShPsTaiZuN1Pq1evrkgtZBnEOVQI0s05LAQA7ysutxEA1n34uVo5fYF2/B8yyDo2xAji95EBQAgA3teblBQEIiEgBABZG4KAICAICAKCQIYi8HDLvmrHxh9Do7vlg6fUCbWqZOhoM3NY8TjWkhGtfdVVV6kXXnjBBjKRGJEiYtz6zSFfgwYNMnOi0mhU8awphhe0s5Y6ccB+/PHH2pGEckX9+vX1OjMj9sgF3rFjR/Xdd9/ZUO7SpYuWKxbLeQTiXVM4FnGYmjl7GQ2ONKKhSpQoocjPGyk6dezYsdq5b5pbGgC+J4c00eS7d+9WkKQsx515LYe4HNSJZR8CHJ736NFD4fwzrXTp0tr5TxR5EBYvAQBZ+iFDhti6gPOb/crpCMLZfdppp9nKBpUCIBIG8Y6rSpUqatOmTbZqIS6ccsopYU198803qkaNGrbPuZdzT7eMaG6cdaaBBb9fN3PrN86dGTNmBDHd2VYHTiRUQ7hnZQIBgPXqptwQNAEAghfKEpZB3OIe7+YwIz/7448/HioLSTBWXvdsWwBJaCgTCQBIniN9blrRokX18x/PfZEMEtjmzZttX0dL6+BMAYByDM5Vr8ZzAUTC2bNn66h/p0IRKhdOMorXurOrXCYSACD8QiwnYt+0W265RY0ZM8Y3tEE/d0AodT7DkKrgsssus/XNjfgWSfnE96Cy+QIhAHgHPDcQAL75ZKlaOWO+dvr/feBPV3Aq1K2uTuvYXP/d3+QKdejfIypUsdAUAkAshOR7QSA2AkIAiI2RlBAEBAFBQBAQBNIWgVGnX6p+374r1P9BCyaq0ieVT9vx5LaOx+tYCzpam0gtIrZM80sA+Oqrr9Tpp5+e26Yw5cYb75pKhrPWKzjkBHeSR4hgJVexU3baa51SLjgE4l1T9AAnPoe48RgS5ESOm8ZBG2vF6TTwUj8EAWf+eS/XSZn4ECCHL+Qy570FBx+OoSDvF/E6yt32HkZL/nqiWSEqYBzs9+rVK4yoBJEFFZNkWbzjuvjiixV5h00bMGCAjnB12q233hrmZEG2+8svvwwVdYsm90sACNrJnCzMzXozgQCA+kPz5s11WovOnTurLVu2hKnrBDk3KLw4c3VHi+KlXzxvWgZpzCQPZMc8Z2cbmUYAQOUHAqlpPL+h+ILaUzQjhQ/qYaahNgI50M14HjTJfRD/tm7dGtf0QXxiDzMJipAWiOxO5WjtTCMAkEIHhQae903r2bOnevXVV30rMiTjuWPWrFmKPdI0FHHeeOMN1bp1a/0xSkDsr85n02jp9OJauEm4yE1Rgt/FgQMHtPqBmxU6NrG0TUkYRo5VmakEgO8+Xakd/kT7H9iz1xXfcrVPDjn9S1Q4LlTmjhM7CAEgx1akNJxbERACQG6deRm3ICAICAKCQK5A4N9//lHDanVTf+47EBrvkC9fVseekHVoLZbaCMTrWAs6WlsIAKm9Tvz0Lt41RRtBO2v99Js8rBygmSakEj8IJq9sImuKXiHPT3SgU7rf6nHNmjV1jtXp06fbBkHUccWKFcMGhgMLYoBzvVgFiTKFdEC7puGMfv7555MHlNRsQ+COO+5QOP6chpMFEpsXI395tAhSq454HeVcz8E+B/xOYx2VK1dORyUiSe5mRLQT2Z4si3dcbnnVcQQTtQg5wDK3cnyHQ+ajjz4KlRMCQPopAOCUmDZtmt4rTTn9eNeU1zWOQ8xcO4UKFdIqL8WLF3etAiLQ0qVLQ9+lo1KEV2wol0kEAPaTK664QuF0tYx9hnu5kwTihhHpTViPpqFyVr58OJEdMk7+/PltZXl2cBII/MyFk3zCtXPmzFFt27b1U022ls0kAgDPcvz+f/nllzAMUYfwQgA+88wzbc91yXrucEtpRqchq0B4cSOioISCko6XcWTrInI0NqRaJ/XX/iMpg2L1pc3Nl6r2t10eq1iu+T6TCADff7VWrZi+QEf7792523UOjz/lpJDTv1SlE1zLfPbSe77nv0kvO8nGdwVygSCQyxEQAkAuXwAyfEFAEBAEBIHMR+Dgnn3q7lO62AY6fPVbqnDxopk/+DQfYbyOtaCjtYUAkOYLyeh+vGvKqiJoZ61XZMkPjTPKNLcIcK/1SbngEEh0TdGT9evX6+hj8rziDEJOGznySy+9VF1zzTU6UtCMOK5cuXKYhLk5IqIAiSwnAotoUQ7gyDeM8wnn/08//aQ6dOhgA4HyRHEn2+gLa5nIL6KnnMSGSO3jdJg7d67v7kVSa8EpQySjM6eulwaiyTB7uZ4yRMeTjiERI30IkvyxLBGnJmNt2bJlxHz2kdoeNWpUWPqAWP30+3284+L3QSQ1Ua5OI+oW5wpO/UiR1qT/MaOyhQCQfgSASGst3jXlZe0Szesk7LC/P/PMMxEvZ982HYCXXHKJwnHG/Z+0FUhRE22LggupgS6//HKFkzldLVMIAOwP3bp1U8itW0aKCe6zzJEXQ0KdKG/TWJ+NGzcOu5wUEs6UMe3bt1coTsRryP0/+uijtssnTpyoSDWUqpZJBAA3tRC/uPPMZz43Jeu5A7ICdZNCwovx7Ecqodq1a3spnqNlhACQGPzpTgD4ceUGtXJ6lrz/79vcya7HVT9RO/3rdGyhylQRpdHEVoxcLQgkBwEhACQHV6lVEBAEBAFBQBBIKQT2/LxLjWxwaahP+QsXVMNWvKHyFrRHS6RUp6UzKhHHWpDR2sgdT5482TYjflMAEMHlJVJTpj25CCSypqyeBe2s9TLi/v37q2effdZWNB2kM72MLd3LBLGmomFAJD8KEKYNGjRIPfjgg3FDhxQr0a+W5cuXT0v7RpIzjbuhwxfi1Jk5c6Z2+hNNbjnd/UhrV69eXW3YsMF3VyLt1RxUI5Ecj+UmAgD4EOGPM+ill16yRbO6YUdaANIDcN9MtiXirOVaIvlxoPo1Z+5lnB/kcTfNbwqAjh07eibD+O1vssqncwqASJgksqZi4Yzz/vXXX7cVW7NmjYJ04masTaJn/ViNGjX03s5+mY6WCQQAiHwoNTjJZdFSPbjNFeWJ2DbtscceUzfffHNYcdYV68u0u+++W917772hjyAOQlYybceOHaFULs5KUQV64YUXbB/TjqmSkmprTAgA9hnJLgIArUJC6dGjh02xxG19sEdBAoWElw4mBIDEZikdCQA/rduknf7I++/a4k5qKXNyhVCkf9lq9ue/xBCTqwUBQSAZCAgBIBmoSp2CgCAgCAgCgkAKIrBz80/qwWZHDqSLHV9KDf3qlRTsqXTJQiBRx1pQ0dpuKQWmTJmic8a6mVukKo4rZLzFchaBRNdUrN4nw1lLmxdeeGGYcyjZ8tqxxirfZyGQzDWFA4HoazOPOtGdkFCqVKkS1xQQcU8EsylLnAz5f+qfP3++dvq//fbbYTls6bwfAgBS2eRc9WuRCABE3xOxFo/lNgKAhRER8dz7cHDh9CYyGdlpopSJ5GM+iUJOFpHEOVeJOmvnzZunyKXsJrFMW8WKFdPOLif5yqmWwfVgYBp4rFq1ynV5LV68OEy5AeedM9o3nrWZndcIAcA72vxe2LPNHO1t2rTRv6VI9u2336pq1ap5b+RwSVIaoDZQoUIF39fm9AXpTgDgt92uXTudGsU0J2nIC86QQ5wR0jhP2Vecsum06VxLH3/8sX5+sAzC0yeffGJrOhIp4ddff9XvLPzXNCTbGzRo4KX7OVLm7hoXqYN77dhH60iVJnXUJU/dqYqWKZEj/Y3WaDopAFjjQPECAhLqU6yV7du366+4P5LOgGdP7nWkEEoXEwJAYjOVLgSAHd9uUStmLNCO/x0bf3QddKnKJxx2+rdQx9esnBgwcrUgIAhkKwJCAMhWuKUxQUAQEAQEAUEgZxGA0ftYuwGhThxXvZK6dV5k6c2c7a20HoRjLYho7bvuuktHNJpGbk/kOd2MnIumw44yRNc6HQQyw9mPQBBrKlKv/ThrcSgR1W9apKhuHKmVKlXSDjfTyO1KjlexnEUgWWuKPYM9xil7H0syOhoa7FusO9M5gQOXfZI1FoRR94gRIxT56UlnEM28EgDcHKykSUBSOZa98847Os+309zyu3s9lN61a5d2DovlLAKJEgDoPYfT48aN0wQrIhghmfBbgHQ1cOBALYGNk8w0omjNiH+clqSTMA1nL+mI3Iw82shzm3bttdeqp59+OmcB9dm6EAC8A4YDGGUq01hzKD9EMggqkASchlOYez9kAp413WS3uS/Nnj3bewdTpGQ6EwAgXeBk//33321oQjKC3OPlfuWchkaNGqmvvvrK9jGpetizjjnmGAVe3G/vv/9+Wxmc96Q4Mdt8/PHHw9QDIBRyLc8FRYoU0XUsW7ZMpx7CgWsaqVHYI1PRlr3zkVo4aZr670r/KkGMp2qzeqpBlzaqQdfWqTg86VMOIiAEgMTAT2UCwK4ftoXk/bd9vdl1oCUqHheK9C936smJgSFXCwKCQI4hIASAHINeGhYEBAFBQBAQBHIGgR+WrlPjLhwYarxyo1pqwDv2HIc50zNp1YlAshxrVjteo7XJedm3b19b9yAEOKU5rQJEXZmOr8KFC+sDQa/OJVkJyUMgWWvKr7OWyGgzMosR41D6+uuvwyR/3aKAypYtG4qsSR5aUrMXBIJaU/v27dPRdjgRcNwgt+6MIiTHL+lEihYtGrNrRGLt3r1b/fDDD+rTTz9Vzz//vK7baTgdcT4GZW750CPV7ZUAwJiJHjMNVQGizeM1HLvI2puG1D3Rs2LpgUAQBIBoI8W5BhnAimKkLA451COcVr58ebV169bQxyhW/PHHHwqiitMmTZqkrr76atvHOOHuvPPO9AD+cC+FAOBtutiHK1asqNeDZThTifB3Wx9WGcgo5Mnmb+HChToFCuRByCmWQQIYOXKkTerd+g7FjnSR2bb6nK4EAAia3KPc1ESYa2fEvtvKgTzMfdo0CIBE95uKPXyP475cuXK6PedzAt8TgY0cu2msP1KTbN4c7ugiDRApcSgDwc3NIM117drV26LPhlJ/7T+oFk6cqhZOnKb2/WonXSTSfIMurTURoGqz+olUI9dmCAJ+CQBNr7xAdRp1JNgkQ2CIexipRgDY/dMvWU7/GQsiEoaOLVdandaxhXb8VzjNvwpP3GDJhYKAIJA0BIQAkDRopWJBQBAQBAQBQSB1Efh24XL1XM+7Qh2s2aax6v3CiNTtcC7tWVCONTf4/ERrf/nll6px48a2ajiANXNoW1+65ZVu1qyZPsAVy3kEglpTiTprcc7iWHJGSHPQ+9xzz4WiS4nu6969e1i5IUOGqFGjRuU8oNKDQFIAkNOX6Lxodtxxx2k1gEj5os1rcTgVL1485uzccMMN6oknnohZzk8BNwIAUYiQF3B4meaVAMBe27lzZ9u1iUoROzEn+tF00PkZs5TNGQSSTQC49dZb1ZgxY2yDc8r/W1926NAhLOIawk3dunXDwCG6ln3eNKK9W7VqlTNAxtmqEAC8AQdhFCUp0yLlcvdWY3gptzRBEAOGDh0ab5U5cl26EgCSIdduTQBzOHr0aM/z0bt3bwXJyM3Yk1AfiZT2JFIjgwcP9tUHz52No+D2b35QiyZNVV+89n4cV9svKVnpBLXr+59c6zmmTAllkQFQDMwNxrsJJoT1rNnes+NXdd8ZV6h///rb1/TnLZBPHV+jsjquZmV1fI1Kh/9bWRUuEZu866uhNCicCgSAvTt3qxXT52vH//dL1rmiVrRsyVCk/4kNRF0vDZaWdFEQ8IWAEAB8wSWFBQFBQBAQBASBzEFg7ZzP1Au9jzj961/USvV8YlDmDDADRhKUs9YJhd9o7UOHDqnjjz9e7dixI1QVstnk58SpZRqHdM4D12HDhqnhw4dnwIyk/xCCWFNBOWuRhHVLI4GzlMguIvvMyFMLfRzBRPaVKlUq6RPCwQ1RX+RxJ683ksWJWqTc6/HmVccJRcQ8fSS/rd+D7UTHkx1riihOnODIinuxWAQAogfZkyCSBG0WAYA2mjdvri666CLtvCdCskmTJrbmvBIAICncdNNNtmsTjdanX1OnTg3VCcb8rjLV+J3wR2R6tKjjdBp/sggA4ITD1un8R3adNeLmHEGSG0KNaX369FEoCJkGyQTyl5lbG5Ug9npLgjtd5kAIALFnCowqV66sfvrpiJOReYb8F2QaETeSlNf9NfYosq+EEADmuoJNGpJ77rlHS/5HMu65kJZQE4mWbmDTpk1qwIAB6oMPPog5sahNQVYhjUFO29fzvtQR/5D4nZa3QH51Vp8L1ecvz1IH9uz13NWzB3RXLQd0U0unzFNL356rtq52T9uC9DeqABACChXPXCcuz4683xYsWNAzhplWcOf3P6k1sxerNbM/MEYJGQAAIABJREFUVT8s+zrQ4RUtUyJECiCH/HE1Kqvja1ZSeY4+OtB2UqmynCIAHPh9b8jp/91nq1whKVLq2FCkP4qgYoKAIJC5CAgBIHPnVkYmCAgCgoAgIAjERIAX/jduejhUTmTbYkKWrQWCcKzR4USjtamD/OwPP3xkrfAZcp/IbOKUQ55zypQp2qFrHtDhaEFuE/lXsZxHIIg1FYsA4MdZSxoJZ37paChxKDdz5sykRoqyfmkDh/qsWbO00xALwplAdFHDhg1dpej9EAD4vS1evFj3EYKC5UzDkbZ3r/fD3yBWZDLXVJkyZRS5oznU9yIhbI0nEgEAp0Dbtm3VI488osgjnQxjHnFGXXDBBTY5/USctUj1I9lvGbmP9+zZk1D32b9JLWDZ+eefr2bMmJFQnal8sThrI88Oex6/GVKwQCKaMGGCzWHLlThFUGSpV6+ea0UQUkjjYspx83sj7/v111+vSReQCMnf7XS8kQ6ANtPNZE3FnrHJkycrIrJNu+6663QO9yBt3bp1YeowrFXyuaeqIcXsNNYUqQ9Ic+PmxD72hNIpOZxkKgBYA4ZcB6EItZBvvvlGK9ZAIoFQ1Lp1a51WpGrVqp7x+eqrrxREVFIEfffdd/qeyjMUJFPujzzzQZRj78tJ+/TFGdrxv3NzeKT+cdVPVGf16aQaX3Ku7uKwU7up/buPpNqI1W8IAB0GH/l9oi6wdMpctfTteeqPHb+6Xl6jVSNNBqh7QYtY1afd97mVAPDTuk0hp/+29e654L1OZvk6VdV/8uVV1EmaCi9WtmpFdVyNSsokBZSocJyXS1O+THYSAMB75Yz5asX0BWrD/CPP9yZIhYsX1ZH+dTo2V1Wa1El5/KSDgoAgEAwCQgAIBkepRRAQBAQBQUAQSFsEPn1hhpo69KlQ/1vf2FOdM+iKpI8n0ahVDvVef/11fRBE3lle2sldzMFNixYtVMeOHT05CXGkFShQIOTk8zNwPw47P/VaZZPpWDP740Vam4N7ov/MqD2rDqK1ObB0+65///5q/Pjx8QxfrkkCAslcU/E6a5GUxsEbKe+qBQNqE+SFd0ZRBwET+8D8+fO1Q53c6r//Hp5PNQgCgFskt9V/L/sJDjr6+NprrykOw52WrgQAnPzkdka2n1zi5Bk/++yz9T7ux/Fv4cH9AIUInAMlSpTQeaDPOOMMnb/Xq4pAEOvKrCMRAgBpMCB6WFa9enWtXgABCycG40WhAucH65R9l3FHM36vplrEJZdcourUqaPeffddtXbtWnXw4EGNIU60Ll26qMsvv1znXU5XE2et+8y5RU47SzLvL7/8srr44oujTv/dd9/tmpoF4haRtER9o+xiGnvWqlWrFHnC081kTUWfMe6rEK3YTyzDqc19jD0sSENBAqUq09zSrgTZZqJ1jax/iZbY9mrNru6kLhje32txKZfGCPy+fZdaNHGqWjhxmvrXsWcyrFPanaGa9e6kTj7LnmJl+/rw58JYMOB4dbMNC5ZpZYBlU+a5fn903v8cVgVoo046IzmEylh9D/r73EQAQAreivTftWWbK5SVTj9F/bhyg/r3b/t9OxrubW6+VLW/7XJdZNcP29S2dZvUT19vVtv4W7dJf+bF8hcuGFIIyEonUEmnFShYrIiXy1OmTLIJAP/+86+W9udv3dwvXMddsGiRkLy/c89IGaCkI4KAIJBUBIQAkFR4pXJBQBAQBAQBQSA9EPho3Jtq9gOTQ509f+jVqkX/roF3PoioVQ75iEB+8803Y/aP3PNPPfVU1EhPt5z1MSs+XMCLw85rXW7lkumstdrzE61NNHSnTp3U3397ywWIM4nIGg74xVIDgSDWVNDOWpAhah2n9nvvvaej43FMEjGKkxIHJNHUl156aVzO4GjIE606YsQI3TbOqWiWKAGAvQunR6TI7Wj7CSQaIt9iRTPmBAEgNVZ26vciEQIA5AVSR3g1yABE3rJfuxnOfb8StzVq1NDKBkE77ryOKdFy4qx1RzAWAQBiJcSrDh06xJwCng3atWunVQS8GM5g1ukVVySfdOqlP37LyJqKjhjPjNw3TeMZhJQ1QRvPDfXr17dV26BBA7VkyZKgmwqsPiEABAZlxlSEU5Zo/1UzF4aN6ag8R6mzenfSEf8lKpTNtjHz7o4iACkCNi5e4dpu8XJlNBmgfpc2qvRJ5bKtb0E3lOkEAEgdOP1Xz/5U7d35myt8J595mqrd4SxVu0NTdUyZEmpItU6eI/mp0CQAuDVAlDrqABYhgP/6UQtABUWrBRikAJQDUtWSRQBYOWOBjvZfPWux69AhUBDpz1+1Fg1SFR7plyAgCGQTAkIAyCagpRlBQBAQBAQBQSDVEZh1/2T18VNHnOrdHr5ZNep5TiDdDipqlRyiTZs2dY18jdRRHCEff/yxqlvXHiVhlY+Uj9vLwNOZABBvtDbSvVdeeaVrbnYTMw59rbzpXrAMokyi+dqDUpWwxkKkI1G7pEZAahsHMA4PsK9QoYJ2qHTr1k0RpSaWMwhY+dq9tJ4oAYAIa1RLIlm0/QSJ2x9++CFmN4UAEBOiHCuQCAEAlRUzh7aXQUCgIZofaX+nffvtt6patWpeqrGVwRmMo439K91MnLXuMxaJAABBhJQ+9913n1aC8GqQqvr27atJVdEMtY9nnnlGoW6RriZrKvrMoeLiJINACjj33Cy58lhGRD/PTZaxp6HOU6RIeATopEmTtAS8aawtL2ThWP1I1vdCAEgMWVIqYUdnQP7w5VM/1o5/oq2dVqrSCdrp3/SqCxIDLICrf9++M0QG2LHxR9caK9avoRp0aa0adGmj8hcpGECr2VdFJhIA1rz/aZbT//3F6q997pL81VueHnL6Fzr2GBvgQRMAIs1mImoB1GmRArLSCGSlE0iFlClBEgDWfvCplvcn2h9ijtPyFsgfcvrXaNUw+3440pIgIAikPAJCAEj5KZIOCgKCgCAgCAgC2YfA1CHj1Kcvzgw1eMmTd6h6nc+OuwNBRq3iTCUn48qVK8P6w0E1MvbI1JPv3mk4K9avX68KFSoU9h0OWucBtNfDJCTLkZhOlqVqtDYRzMi2ky8a6V6k/0mjcMIJJ6izzjpLR2pz8JsdFkS+9qBVJRj3ihUrtFwyeUqjGdLKt99+uxo+fLjKly9fdkAmbRgIuBEAIGm4SQcnQgD46KOPdI7aaOaXAEAfN23apA4dOhSqVggAqbu84yUAEFXN/mrOM6OEFMA9ke+Q2F6zZk3Y4EuXLq1zGx9zjP1Al9Q5bdq0CSuPXDepXrjfku8dhRynJSuCN9kzJ85ad4QhAPTo0UOnkICcRhQ1REvIaTjp4zXWO9H9ixcv1uQl7tUQSFhfrKF+/frpNtPZZE1Fnj1Ij+xPpkE64lncLbe9W01uBIKnn35aXXvttWHFSQ3EmjONdxDSoaSqCQEgsZlJd2ftXwcOaol/pP737gpPO0XU7lm9L1Q1WzdKDKgkXQ1ZAVUA1AEO/hH+7k2zp55zpiYDnHpu0yT1Ithq031NgQbras3sI05/Fe4n1qDVat8ky+l/blOVr1CBiEB+8Zp/xZbGl3gjecWavUTVAgoWLayOq1lZqwUcX6PS4f+vpPIXCT8PitWXeL9PlACw/qOv1Aok/mfMV//8Ga7ASCoOK9L/lLZnxNtNuU4QEAQyHAEhAGT4BMvwBAFBQBAQBAQBvwi8fuNDatk7H4Uuu2LiPfoFPh4LMmqV/LO9evWydQPn6ZgxY3S0GU4QnBbkROZgmZz0pj3//PPqqquuChvGo48+qm677Tbb5zt37tQH1WKpiUCQ+dqToSoxffp0TSrB4eHVWNuQKsSyFwGLAMBe0rx5c3XRRRepzp07qy1btigcCqbFSwDASXTaaadpx0c080IAwEFLH/kjxQb7nrnOMoUAgNMbMheOa6+ErOxdOf5bi5cAwH6HUs3ChQvVggULtGP+hhtuUORbJyLWMqL9e/bsGXbve/LJJ9X1119v6zD3R+rij3o3bNignn32WXXhhReGynE/HTlypLr33nvDBrt69WpF+ph0skx01qYT/pnY10xcU/HuU875hQDpjL5324uirYvnnntOXXPNNbYiEH7Zq9jruG9znxgyZIh6/PHHbeW4F5LWJ5VJJkIASGxXSFdn7c8bftCO/0iO1SaXn6cj/sucnD5KO2vnfKaJAKtnLXKd1HyFC2hFAMgAJzaomdjEJ/HqdF1Te3ftDjn9v5m/1BWhPEfnORzlnyXvnyeNlTMSVQsoXqGsgxRQWZWtVjGhlUU6TVJ4OI33maPz5HHFu/cLI1zb/HbRch3lT7T/n3v3h5U5Kk+ekNM/3jO6hAYrFwsCgkDaISAEgLSbMumwICAICAKCgCCQfAQm9x6u1s05Eklz9SujVfWW/vOHuREA4o1a7dq1q5ZSN2306NFq8ODBYYCMGjVKO0dMu/zyy3UeW6fdfPPNtoNDpEX/+OOP5IMsLfhGIOh87clQlcCR1rBhQ9c870RX4sx0i6oFDOThOTRPN+NwAyc0B/Pp5qzF6U4E7AUXXGAj/QTlBGEukdDGQWEZqQBw6BKZbVo0AgAEphYtWqgqVarYrslkAsDevXtV0aJF025NRfr9BrmmIrXx2GOPqYEDB9q+Rnli7ty5cW8rkAIgNZkGMWDo0KFx15kTF2aiszYncJQ2jyCQiWsqiH0KYh3P+pZEO4ixl2/dutVVvj/SmuK5AhUBN3UTntVROOF56uDBcFnrdNijhACQ2G6Sbs5aInmR+ScPu9OKHV9KNevTSTv+iehNVyNie+mUeVoZ4IelX7sOo1TlE7LIAF1bq+Lly6bUUNNpTf364/aQ03/zV2tdccxbML92+tfp0FTVah9fMEdKTVCUziSqFgBB4jiUAmpW0uQA6/+LlvUWEAIBYPYDkz3DdVSeo9RDW46oK2z6Yo12+vO377c9rvXUOb+ZOq1jC1XnvLM8tyMFBQFBQBAAASEAyDoQBAQBQUAQEAQEAVcEnuk2SH332arQd9dOeUSd1NhfxJ9FAAgiarVu3bph8v/kMXbLn75kyRLthDWtVatWCtljpxFJO3Xq1NDHRDUS3ZipZuaM8yrDmipYBJ2vPRmqEm3btg1ztrF2IZ/wO8BIY4Gj3xkRjuzyokXu0TOpMgdu/YAAIM5a9xlC+vqUU05RkFcwohJJC4Ez3w8BINL8CwEglX8Z9r4F4ViLNVoOr52y7YmS2txyxMerhhGr/8n8PhOdtcnCy3pOSLdnhGThQb33nXGF+u2/P3tuokmv89RF993guXyqFAxin7rpppvUE088YRsSZFsISn4NUiUkJqL5vVqHDh00aSnVCYnDa3eP6OhxG2uRkseqhj3aqqrN66uqZ9XzCkfGlksXZy2p9RZOmqp2btoaNhcnnVFbO/2RYc8027n5J7V0SlaKgEh7Z+XGp4bIAP/JlzfHIUj1NbX9m++103/17MXqp7V2ErEFXsFiRQ5H+jdVNc6WPPCJqgUUKl40jBQAQQByhWnxEACun/aYWjEjy+m/5+dfXdc/e0Odjs11xL88k+X4FiEdEATSFgEhAKTt1EnHBQFBQBAQBASB5CMw9tzr1dbVG0MN3TTrCVW+TjXPDedU1KrbASZRjDgynEZ0EblKLTv//PN1bvtMtXR21gadrz1oVQnysTsjtIl6w+F73HHH2ZbUqlWrtCy8abzYE8mWL1++tFp+6bymIgEdhBOEulEWMPcT1ElQA4C4JASAyMtc1lT8WwBKI7/88outgt9//11H4MZj69atU7Vq1bJdWq9ePbVsWXgUYzz1Z9c1QgDwjjTrJW/evKpQoezLk+u9dzlTUggAMz0Bj5JNxYoVNSnQMlKV4Mh3Ph95qlAprRxw3XXXKdKcRDMc/tdee61ODcb6TUX7++BfWvr9i1dnK5x58RrPixABqh3+O75m5XirStvrUtlZu+fnXVrmn4j/f//+Jwzjht3bqbP6XKhOqGVXdUrbyYjR8U2frw4pA7jhweU4OFEGqNmmUY7BkIprasvy9SGn/87N4SQSwDqmdPGQ0//kpnVzDL90aThRtQDGWbLSCer4GofVAmpW0ooXC557JxAIarU7Q0f685vI85+jA6lTKhEEBIHcjYAQAHL3/MvoBQFBQBAQBASBqAj889ff6pFW16hd3/8UKnfbR8+qstVOTAi5ZEetIv+Po800Io+IQHKa01mCPDe5tTloXLt2rXbIlipVSuHw6NKliyKVAHlH09XS2bEWdL72oFUlILz06dPHtjT498SJE12XS9WqVdXGjUcINhSCRFC5cnod5Kbzmor0Ow6CAIDjHwKAZcwrzlT2PyEARN9BZU3Ff4epUaOGJh2ZRvRsuXLl4qp0+/bt6vjjj7ddy/pFgSedTAgA3mdLCADhWAkBwBsBwJnyBiSDItZCOnrxxRe1UhLPSpAMUDypUKGCatOmjerVq1cYWcn7qk9uyU1frNZO/2XvfJSUhoqUOjZEBoAYULRMiaS0k0qVpqKz9ocl69TCSdPUyhkLwqAqXKKYdvoj9Z+/SO4lV6149xNNBiAlgpsVOvYY1aBLa1W/a2tVvnbVbF1yqbKmNi5ekeX0f3+x2rN9lysGxcuVCTn9KzW0kzSzFbQMaixRtYBEoKjZupF2+PP3n/zpFQiQyLjlWkFAEMgeBIQAkD04SyuCgCAgCAgCgkDaIrB/9x/q4RZ91d5du/UYyJF2x6LnVYkK9ohmPwNMFgGAfKOvvvqq6tu3r+Kw37Ly5ctrZ74zAhLnPnnL/RjOFZQEqlev7ueylCmbzo617MjXHmmivKhKDBs2TN177722KsaOHauQw3WzM888U3322We2ryKltUiZBeTSkXReU37m24/s+YEDB7T0P6QVy9555x3VuXNn/U8hAERf0bKm4v/FFytWTO3ZY88f+scff/jKvW22vnz5clW/fn1bhxo0aKBItZNOJgQA77MlBIBwrHILAcD7KpGSsRA4+Mf+rGj/12arX74LT2FwVJ486n+HDsWqJvT9Ke3OUMdVr6S2LFuviAomijWSUQ51gCyVgHoqz9GZF0WaKs5a5mD5tI91xP+PK+zkO76rWK+GdvzX63S257nODQX3/fq7Tg9AmoCf1m5yHTIBB5ABGnRtrbzmYk8Eu5xcU+s+/Dzk9D+4Z5/rMEpVLqdqd2iqHf8VTvOuyJgIJrn92iDUAiJhWL3l6SGnf75CBXI71DJ+QUAQSCICQgBIIrhStSAgCAgCgoAgkCkI/L5tp3rgrN7qnz+znOrkQ0MJAMm5eCwoAsALL7yg+MNw5iOpvXPnTluXcIbMmTNHNWoULimIs7VaNf8v0CVLllQ4RYg6SjcTx1p8M+ZHVcJLC+RYJi3Ajh07QsX5XViHT17qSJUysqbCZ2Lw4MHq/vvvD31BDuO5c+eG/i0EgOirV9bUEXx69uyp3njjDRtgs2bNUueee24YiNwDWVumlS1bVhHFbxoR/eZnSHTj9C1SpEhYnZMmTVJXX3217fPu3burN998M1W2IE/9EAKAJ5h0ISEAhGMlBADv6ye3l/x20Qrt9Cevs5tVbVZPnXrOmerDx15Ve3dmkau9WLOrO6kLhvfXRXds/FGTACAD/LBsfcR84Fa9Jzc9TVVtlpUyoHyd7I2q9jK2eMrkpLOW/v594E+1cNJU7fh3m8d6nVqqs3p3UhXr14hneLnqmm1fb1ZL356rlQEi/SaqnlVPEwHqd2mdtFzo2bmmUFlcM3txyOl/6J9/XeccMo/l9M+NqT5S9YfgVAvY9NkqRdCMVzsqz1HqoS2zvRaXcoKAICAIJISAEAASgk8uFgQEAUFAEBAEcg8CRK881OKIE6DkicerWz54Ki4Zw6AIAG4R1OaMNG/eXE2YMCGik3/evHlaNtRptWvXVjVr1lT//POPjtDetm1bWJlzzjlHzZ6dfi9u4ljz95v1qyrhtXanPDzX+Ykw99pOdpSTNWVHGfl10ohYKiSkDFmxYoVNmlgIANFXpqypI/iMGDFCDR8+3AZYJAf8nXfeqR588EFb2R49eoQRCM4++2z1ySef2Mo9/fTTOn+205o0aaJQQDFt/Pjxqn//LEdUupgQALzPlBAAwrESAoD39ZMbS+7/bY/6nGj/V2erX7fYCVfgUey4Uqr2eWdpx3+VJnU0RCPrX6L27PjVM1wmAcB50fdL1oUIARADfvvvEXKpsywS61oZoFk9TQg4tlwZz31IpYLZ6aw1x/3zt1vUoonT1OevzgqDI3/hguqsPp30X5GSxVIJrrTpyzefLNHKAKgqRLL6F2WpArB+g7RkrykcxDj9V8/+VK3/6MuIXSf1geX0L12lfJBDlLqShMBH495Usx+Y7Ll2IQB4hkoKCgKCQAAICAEgABClCkFAEBAEBAFBILcgsHXNRjX2/9k7D3ApinQN/xxyFpAgOadDzjlIEEHEsKbFFdE1r2Fds645rHHNXjGBaxYjqKAIKojkDJIkowgSBQQk3Oerwwxz5nScru7pnvPV85zLXae6uuqtv7ur6k8D/hEfLjaoV495UrIKuQstqcsA4LjjjlOeamZl8ODB8sADDwgU+kYFYbq/++479Td58mRZvny5vPjiizJkyJB4dRgB3HfffXlCu6PCwoULpVmzZpGafirWrKfLa1QJJ8IARVTLli1l6dKluarDoASGJVErlKncMwZv/4kTj+X5vfrqq+Xpp5/OVYkGANZSTpk6xgcGJUg9k1xuvPFGueOOO1Rqm8OHD8sbb7yhPPXBLrF89dVXeQzdRowYIZdddlmuekiHg+8fIg7AaGXPnj1y++23y1NPPZWrXsmSJWXDhg2C72+UCg0AnM8WDQByWO3fvVdWTVsoyN8+5ZVPBB6bTkv9rq1k2Mv/lmKlSzq9JKPrZapMLZs0S3n7L/zie8P5Q4hnKP2bndxFSlXI/c6c+5G5gtNMGFqfbh9GHiGrf5o6XxkEIDoA/t2/+w9T+YKCEYrUht1zUgYULhaN/NN+K2uTgS2dNFN5+y//dnYellWb1lVK//bn9M/o5zjIwR0+dCgnRcDoCfLTDwsMb41IhDAEaHtmX6nSuLbn7vkhUzt+3hJX+q+aZjwOdLxW26ZK6d9iYDcpV6Oy57GwgWAJ0AAgWN68GwmQgDsCNABwx4u1SYAESIAESCDfE1g9c7E8f/q/4hzqd2sll73zH1dcdBkAwCsS3pFWpXDhwoIQxn/7299c9TG5MowCPv3001z/GYYBUMBEqVCxZj1bXqNKOJEFKISfffbZXFX79eunUlVEsVCmjs3aW2+9JUOHDo3/B6QLQaqRcuVyp0uhAYC1pFOmcvO55JJL5OWXX84DrUiRIlK1alXZvn27oTEcItzAACC57N+/X9q1ayeLFi3K8xvSAFSsWFFFvkFqneQSxe8exkADAOdfl0xV1toR2LN9l1L4rz6q9N+46Ce7S2x/r9elpVIAZ5/UWcpF1NPadpAOKmSSTP2+eZtMf2ucUvxDuZdcyp5wvMrr3GxAV6nTIdsBHX+rbN+4WVb9sDAeIWDDwhWWN6zToZk07NFapQyo1baJv53z0Lofylqj7vzw+lil+N+yakOen5ud3FW6XTQkHtXBw3B4qQUBPGcqRcDorw3nAZdWza4XNwYoWb5MSjx1yRRSdMQ8/TcsWG7al3pdWkjzgd3UX5lK5VPqMy8KBwEaAIRjHtgLEiABYwI0AKBkkAAJkAAJkAAJuCYA74eXht4evw4W6xeM+LfjdnQZACTeEIqK1atXy5tvvimPPfaYQMERK8hvjFD+HTp0cNzH5Ioff/yxnH766bn+cxRDtlOxZi0CXqNK2AkYlHhQ5iWWsmXLyoIFC6RmzZp2l4fyd8pUzrTs2rVLeWonpgwpXbq0UtAmF3h1Jxfkaof8ValSJU94drOJ9+NdGgYho0zlngV44yOizaRJzj1G69SpI1OmTDGUP7SOiDeIVgFvfqdl4MCByhCuYEF3UX+ctu9nPRoAOKebScpaq1Hv+nWb8u5XXv7TFsqvy9c6h5RCzWrN6kuzAZ0l+6Qukt9yOWeCTC35apoK8b9kwnTD2W/St2OOt/+ALoIw+2EtiOa2avoiWYfoAHOWyrb1eVMWxPqOkPaIDqBSBvRoI0j/FpaiS1lrNB6kZpj88kcq1H9y5I+ChQsppT88/o+rWjEsOPJNPyCzsz/IiQywf49xZIvGJ7aXtmf2kVZDerni4kWmNixYkaP0H/e9bF6x3vS+jXq1jSv9w/yecAWOlYUGABQCEiCBMBOgAUCYZ4d9IwESIAESIIEQE1g0bqqM+vu98R52OPckOeuxfzrqsd9Kq1GjRsmFF16Yqy/9+/eX8ePHO+qfUaUlS5bkyuGNOq1bt5Y5c+ak3GY6LqRizZq6n1Elxo4dq4xIkFYiVmCcgv9+8sknp0MctNyTMpWDEalEevbs6ZlptWrVHCtl/X6Xeh5Mig1QpvKCg1HbnXfeKU888USud4gRYij2kRIAxiRWZePGjXLVVVfJJ598YlkPCv8rrrhC3RtRdcJepr4+Nk8XDx08KPsPHJDixYoLcq8mly4XnBL2YQXWv0xQ1hrB2r7h16Mh/Repf39bvdGSaZnK5aVupxZSt1NzmfDUW7Jr01bHc3BctYqyY2Ne7/BYA1CkIipAs5O6SJ2O0Uol5RhCQsWoyhQ8j6H0h7f/71u25xk6FMCtT+ulvP1rtsmbqiUVVkFfs2LyXFk9Y1FOuoA5S2Xf73tMu1C+ZpWcdAFHjQKKlSoRdHfj9/OirDXr9NrZPyrF//wx3+WpglQJ3S8+TTrzW5G2OU++MRTuMAbAmYRRKViokIoK0ObMPrmiNHw34kP57IG8UZWOHBEpkHd5oJp+8KdPBe0lFnxHYkp/q/d9dv9OcaV/kRLFQsOPHdFHgAYA+liyJRIgAf0EaACgnylbJAESIAESIIF8Q2DOhxPl7WseiY8YeWSNAAAgAElEQVS3xyWny+C7cucVNoLht9Lq0KFDSvHx22+/xW+PnMY4gCxRIrXDqk2bNskJJ+T2fEEYb4T3jlKhYs35bOmMKgHPXXjPJofUfumll1Te7igXylTO7C1evFiaNfOuyKEBgKg89rt371b57aPobW70PE+bNk06d+6c66dUosjAY/+1116TiRMnCgzTEP6/ZMmSgggS3bt3l7POOktg8OamwJANhnOIGLBq1SrFHmkratSoIUgjcMEFF+QxgHPTftB1H+n5d9nyk/PIBsjbfPbj1wfdzdDeL6rK2mSgUPDHvPvh6b99w2ZL5lDm1u2co/Cv16m5HF+nWrz+g52GCQwInJbOFwySU++6XBaNnyqLx01VCqpkT+JYWyXKlVaGAIgM0LRfR6e3iFS9qMnUws+nqDD/y76ZZcg55umPf4umUQmuWwj27vhdVnw3R5DuDcYA6+ebhy/HvWu2bhw3BqgbsCGLTgOAeZ98oxT/6+bmjc4Eb/JuF50m8NxmCSeB/bv3qvQAsz+YYDiH6DWMstqe2VdFBvjx6xky5t4RrgbznzVjlQHA0okzZeEX38uicd/L3u2/G7ZRICtLEB0xFt6/YKHoRU1yBYeVVQQAyIabcuWHj7mpzrokQAIkkDIBGgCkjI4XkgAJkAAJkAAJgMC0Nz+XD25+Og6jz9XnyoCbc3vfJ5Py2wAA90N+49mzZ+e69cqVK6VevXopTdzcuXOlTZs2ua5t27atzJplfDiY0k0CuIiKtdQge4kqMX36dKVEg1ItsSBVxb/+9a/UOhSiqyhTOZOxefNmpYT1WmgAkJkGAF7lgtc7J0ADAOesjGpGTVkbG8OmZWtVSP/VR0P6I4y3VYE3c72jHv5Q+uN/m5VUDADOePDqXM0tnTRTGQIsHveD7N66w/BWWQWzlCEAFMuIEIAQ7JlQoiBTW9f+ojz94fEPRXhyOa5aJWl75onK2796iwaZMC22Y4ARzfLJc2XNUYMAMDIrhYoWlobdj6ULqFS/hm37Xip4NQD4c9+BnDD/r3xsGN2h64WnSreLh+QyBPLSX14bDAEY/yE9ACIDIIKHUSlXrZJs32htEJZ8XcvBPWXxl1Pl4P4/DdssXKxIXOGP9zcLCZAACZAACYSFAA0AwjIT7AcJkAAJkAAJRJjA5Jc+kk/veTE+ggE3DZM+15xnOiK3BgBr166V2rVr52qvadOmyuPWrCD/8Zo1a3L9jNzciSGR4dEPz/5YQTh2HFKWKlUqT7OvvPJKHk/ts88+W959991IzRyVtalNV6pRJRYuXKjCwsNLN7Hcfvvtcv/996fWmZBdRZlyPyGIHvLTTz/luhAyctxxx7lqzO271FXjaayciTKVRpz57tY0APA25VFQ1mKEKpf5tEVK6Q9P/73bd1kOvGLd6sq7P/bnJn/3pOffcw2195Vnm16zZtaSo8YAU+W3NT+b1mvQrbVkD8hJFVD2hONd9yEsF4RZpuZ9+q1S+q/8fp4hrmYnd5UWg7opo4zCxYqGBWla+oE0ASsmz5G1s5aolAF/7Mxt2JrYKTxfDZAuoHtrFSWgRLkyWvucqgHA5pXrleJ/2huf5+lPueqVldIfof7hxc0SbQI/TZ0fjwxw+NBh7YMpXqZkXOmPSBEsJEACJEACJBBGAjQACOOssE8kQAIkQAIkEEECXz/9tox7ZFS854PvulR6XHKG4UjcKq2gDEKIY/ybWGbMmCHt2+fdcH/zzTfSu3fvXHXLli0r27ZtEyj5YwV1UDexPP/88yrXcXJB6GaEcE4sL7zwglx++eWRmq1MVKzpCq1tN5Fuo0ogPQRCcv/6a+6wwRdffLG8/HLe3JN29w/r75Qp9zNDAwBrZpkoU+6lxNkVBw8eVBWR5oYlhwANALxJQliVtevmLs0V0n//7j8sB1q5Ya24sh8h/UtXKu8NjE9Xb1q2Jm4MsGHhStO7VG/ZUJqd1FlFCKjSqJZPvfGn2bDJFJTAytv/rXGC8OHJpVz1StLurH7K279qdl1/oES8VaS0WDF5rvpbO/tHwfNpVao1r68MARAloH63Vp5H79YAYNmkWTL5lY9k2Te5o8OhI/W7tlKK/+z+udP0eO4kGwgNgbkfTVKRAZZ9m3f+3XSy1PHHKaV/i4HdtMixm3uzLgmQAAmQAAmkQoAGAKlQ4zUkQAIkQAIkQAKGBL54eKRMfOad+G9nPHS1dP7boDx13RoAoIHTTz9dPv7441xtwZsfCvtTTz1V5YmGl/aYMWPksssuU+G4E8tFF10k8OJPLCNGjFB1E0vx4sXlxRdflPPOO08pVPbs2SPw1n7qqady1YNBAnIxu/XYTbfoZKJiLRUDAL+iSsTmd/369dKtWzdZt25drikfPHiwfPTRRxmT1xyDo0y5f6ppAGDNLBNlyr2UOLti165d6n2CbxJLDgG3BgDtzu4n5zwR/XQsuuY/LMra1dOPeffDwx8KR6tStWndXB7+JcuX1YUksHZ2bNwii8ZPVQYB8F41K8fXqaqiAmQP6CK12zUNrH+p3igsMoWw4FD8Q7aMSvOTu0rLU3sqb/+ChWlU5Wa+d/26TUUHUAYBc5YK0geYFXjXK2OAHq2lQfc2ckKTOqZ1p44aI1/8Z2Se348cOSIFCuA/q/+Tq9wx8w0pWionfcYP//tMefwjNHxy6fjXAdLtotOkSuPcUebcjJt1o0Vg92875P0b/ytLvpruquPdLhoiLU7pIXU6ZLu6jpVJgARIgARIIN0EaACQ7hng/UmABEiABEggwwh8ctf/qXyKsXLukzdI27/0zTXKVAwA5syZI506dcoTBQANI2R/xYoVZcuWLXnyrON3KEaQLqBWrdweU/v37xd4dS9alPcgMNYm0gbs27cvzyzdd999cscdd0Ru9jJRsZaKAYBfUSUgEDA+gef/8uXLc8lHly5dZMKECQIjk0wqlCn3s0kDgGPMXht+dx6AONiHZ3uhwoWkQNLhPnJi//XZm91Dz9AraACQd2L/0224bF1jnqvaSBTKVK4gx1WrKMgNfFzVSsf+/2oVBbm/S2oOXx1mcUyHsvbQwYM54fynLZTVR0P64z1gVZCH/VhI/xaCcMyZVPbt2hM3Blg8/gfToZWqUFZFBYDSOqxhqNMhUzFgm5aukWnw9n/zCzm4/0Aejgj73uG8k5S3f9QiK4RZ3hHZYsV3c2XFlByDAKsUHaUrllMGATkpA9pI6Url4kODAcBHtz/naqi3THlVpr89Tin+k3O2417dLj5N/RUpnr9TOriCmkGVvxvxoYy5d4SrEf1nzVgpyEhLrpixMgmQAAmQQDgI0AAgHPPAXpAACZAACZBARhEYfdOTKqxmrPzt/26XFqd0j//vVAwAcPHIkSPl73//u/L0d1qKFi0q77//vsDz2qhASdunTx/lze+0DBw4UD799NNIenFTWXtslv2IKoGQpL169ZL583N77jVt2lSmTJki5codO9R0Km9hqvf9yE/zdAfP44H9BwTPdYGsvJ5YXS88NUxDcNSXVIxKHDV8tBINAI7ReqLfFfLLj6sd42t9Wm8aACTQogFADgyEoF46caYsnThDrMKoOxa0pIpFihdTRgEwBiiHf5WRwNH/H0YD1SpmjHIgCGXtgb37ZNVRRT+U/pg/u1KzTWOl8Ec4/7qdWkiREsXsLsmc34/IMWOAcVNln0HYegwWXuswBMg+qbOKEFA4JArOIGQqebJnvjNeeftD+WxUEMa79em9Fa8COa7kLD4SwHO+fPIcWTllnqybs1SsDHxOaFw7xxigRxv5bc3P8vEdz3vuGSJlQOnfcnAPz22xgWgToAFAtOePvScBEiABEnBHgAYA7nixNgmQAAmQAAmQgEMCb1z5kMz/9Nt47WvGPiU1WjVS/ztVAwBcO3HiRLnyyitl2bJltj1p06aNCucPL3+rsnHjRrnqqqvkk08+sayHMMtXXHGFPPHEE1K4cGHb+4exAg0Ajs2K7qgShw8flq5duwqUx8kF6SrKlrUPR4y0E0YRKcIiS08PukbWz88d2cCqbzhgv2BE9CJlhIV3fugHDQC8zXJ+NQDYu+P3owr/mbJ00kz5Y+fulEFmFSoohw86Nyw0u1GZSuWVUYBZJIGohKT3Q1mL+YECMKb037Bghe181WmffdTDv4X6t1DRaK67bAeaQoWV389TaQLwt/OX30xbaNizrTQ7qbNKFQD5TFfxQ6aMxrJx4Uql9Mff4UOH81QpX6OydBw6UBDqv2K96unCke/vu3/3Xlk+ea5KFwBZNgrPrwtSmzP7SPeLhkj1lg11Ncl2Ik6ABgARn0B2nwRIgARIwBUBGgC4wsXKJEACJEACJEACbgi88rd/q4N5lMa928vwkfdIVsEsTwYAaAuhob/44gsZPXq0zJw5U3nv//HHH0rBijD/SBVw1llnKU9sNwUK4VGjRilP7VWrVql0AvDYrlGjhvTt21cuuOACyc6OTu6/58+4IU+4U3jcHDp8WAoWzMoTWrtUxXJy0ch73CALRV0v3to6o0ogVYTX8P4wMoF8h7XQACCsMxPdftEAwNvc5ScDgA3zl8uPk+DlP1N5kJoWOPNaR4/PdWn7c/rLafddKds3bJbtG39V/+7YuDnnf2/4VbZv3GypZHU6g/DGLnc0vYBZJIEg847P+XBirpRNsXEgqgs8orOysvIMbdgrd0nZKhVsh4w8y0rhf1TpbxflA/dLDOeP/x/rRRZ7AjCmiBkD/Lp8rekFNVs3iqcKqFS/hn3DGmv4aQBw5PBhFXUMSn8zw5IWg7pL27/0kab9OmkcFZvSRWD7+l9VdAAYBPw0db7s3rrTU9NIBxIL81/iuNKe2uLFmUeABgCZN6ccEQmQAAmQgMXW+IhdYjXSIwESIAESIAESIIEUCfy5b7+MOO82WTNzsdRs3VgufPUuQe5FlmAIwABg9YxFjm/WpG/HfGcAADi6okrQACCvqDECQG4mBw7k5B8uUqSI4+cy0yvSAMDbDGeyAcD+PX8c8/KfOMNSKVSxbnVp0KO1NOzeWsbe/4r8tnqjY7AwADj78ett6+/c9Jvs2LjFwFAgx2gA/fVakPsa6QXKHY0kkGwogHzvugoMAN6+5hFXzd0x601DA4AdP2/JFdLfzqMXhg4xhX+9Ti2kTsdmrvrBysYEIPcxYwCrtArwfs9JFdBFarVp7DtOPwwA1s1dKtPf/EJmvDPesP/la1aRTkMHCpT/FWqf4PsYeQN9BGDIAWOAFUgZMHW+HDnswqJLRO5f+pEULVVcX4fYUkYRoAFARk0nB0MCJEACJGBDgBEAKCIkQAIkQAIkQAK+EtizbZf839k3ydY1P0ufa/8qva88S7IKFvT1nmw8hwANAMY6FgUdUSVoAJAXNw0AcjPJZGWt44ctqSINAFIll3NdpsnUz0tWxZX+dgZsjXq2VXmiG3RvLVWb1o2DfKTn312FlHZqAGA3UzAAUJEDNm45GkEgJ3pALKIAlOReS+FiRXLSDCgjgYqGKQcKFXEWKt+LAcDWtb/kCum/bd0my6Eh+kG9Ts2lbqeccP612jbxioLX2xBAFIaYMcCyb2aZ1oZhbo4xQGdp1Ms6ZVaq0HUZABzc/2c8xL9ZVIkWp3SX9mf3l8Yntk+1u7wuRAS+HzlGPr7jOVc9ogGAK1z5rjINAPLdlHPAJEACJJCvCdAAIF9PPwdPAiRAAiRAAsEQwAH4C2feoA7BETq2ZpsmMuTey6VsleOD6UA+vUt+MQDIp9OblmEzBYA37JmmrPVGQwR5gB/vc7lSkjotx1WtKF2GDZYarRtJzVaNpEiJYk4vzch6UZepg/sP5Cj8J82UHyfOlF2btprOEzx6kdMcXv4NureRYqVLGNZNlwGAEwFDvnbIOwwFVDQBZSBwzFAAz4TXAoXucTAOMIkkUOr449QtUjEAgKJ4/fzltikRMDc5Hv45Cv8azL/tdVo9Xf/n/gOyeNzUHIOA8VPl0AHjVEOFixaR7AFdpNlJndW/To1J7Drn1QAAxkAI8z979ATDW1WodYJ0HHqytDq1l5SrXsmuO/w9QgSmjhojH91OA4AITVnouwoDgD/35UTkclp6XfkXKViokNPqrEcCJEACJEACoSFAA4DQTAU7QgIkQAIkQAKZTWDzinXy7GnXyx87d6uBVm5QUy55+0FtRgB79uxR7ZYsWTKzQboYHQ0AXMBiVUcE3BoANOnTQS4ada+jtvNDpagra3XMkRsPbyf3q9ywljIEqIG/1g2levMGTi7LmDpRlKlfV6yLe/mv/H6e5VzAux9/Dbu3kWrN6zuat/273YfiD0u4aBgAxCIIqGgCP8eiCeQYCuiIIlCoaBEVPQBh+DctM88Z7wj20UolypWOK/vh6V81u56by1k3YAIwuolFB9izzTzfeuPe7VVkABh+xAxHUulqKgYAiKgx/a0vVJj/zSvXG9625eAe0uG8AdKwR5tUusVrIkCABgARmCR2kQRIgARIgARIILQEaAAQ2qlhx0iABEiABEgg8wggp+PTp1wrRw4fVoNDCFgoB0scV9rzYH///XcpUKCAlCpVynNbmdIADQC8zeShQ4dUAwWZskJ5qS78bIqMf/x1ObBnnyuwJzStK416tlGeu/AGLVgo/6YAiaKy1tVkG1SGhzc8u6FwQhhqeED7WbIKZiljgGNGAY3k+NpV/bxlWtuOgkzhmx+TAcgBFNlmBREeGvVqqzz8ofjXsT5I6wT5cHMYASB6wI6fkW7gWCQBZTCwYbPs+z3HINLPAmVwvaPe/fDwr9K4tp+3Y9s+Elgzc3HcGACpHcwK1uw5qQK6SMW61QyrzXh7nKyavijPb38eOCAFsrKkkIEH7eA7L5WS5cvEr1n5/Xyl+J/3yTeG94C3f6ehA6X1Gb21GRH7iJdNeyRAAwCPAHk5CZAACZAACZBAviZAA4B8Pf0cPAmQAAmQAAkET2DV9IXywpk3xm8MpeDwV+8SeKR5KTQAyEvv8b6Xy6alaxxjxSH+FaMfdVw/0yvmd5lCTucFn02WBZ9NkfXzlmmZ7qysrJwQ3uqvjYoEkp9KFJS1Oubj1+Vr42HdV01bKIcP5Rh9GRWE8D+w17lRSf2uLaV+t9ayfu4yJZe7Nm+z7TKUyCpCQMwwoHVDKVUhJwx61EtYZeq31RvjMrDsm9mWmPHtadQTSv/Wao5YvBHY9/venBQDykDgaASBo4YCykjARcqN5J4MvO0iye7fWSrVr+Gtk7w6lAR+Wbomnipg46KVpn3EtzuWKiDxmYUBwPs3PulqbHcveE8KZBXI8fZ/a5xsXfOz4fXw9ofiv363Vq7aZ+VoE6ABQLTnj70nARIgARIgARJILwEaAKSXP+9OAiRAAiRAAvmSwNJJs+SVv90RHzs8ioa9fKcnFvldWQt4ONhXXpbIpfzVdDly5IhrpvCswuF+0/6dpF7nFq6vz6QL8qNMQWkHhT8U/xsXmh/+65pnePvCGADKvzodmwlyV2dyCauy1itzKPjx3oF394rJcwVyZFZKli8rSA3R+MT26t9nh/xTfvlxteMutD6tt/z12Zvj9eENDUOAdfOWxY0CDvyx37a98jUqJxkFNNKW79r25horhEmmoOiPyYGVDOA5x/zDy79h99ZSskJZjUTYlBMCeG6gcJ3w5FtOqsfr3DHrTSlbpYKra1g5mgRgKLJ43FQVHeCnHxaYDqJMlQrS7CREBuis1qFuDQCa9Ouo1qxGBdFbOg49Wdr9pa+UyvD1QTSlxP9e0wDAf8a8AwmQAAmQAAmQQOYSoAFA5s4tR0YCJEACJEACoSaw8PMp8vql98f7mKzUcdv5/KisBaOfps6Pe1nqyuUbY1+0VAnJ7t9JmvbrpP71GqXB7Zymu35+kSnk1o15+v+yZJUpdoT/Rfh2NzmoG/Vqp0IGL/9ujvpDfmurUqtNY2UQAMVgzTaNMy5dQJiUtV6fr0QP79Uzl8iBPeZ516u3bChNjir8kz28n+h3hScDAKNx4F2YaBRg5cmaeH3VpnUTjAIaCtJXhL2kU6YQyh9GH/iD8VksvY8Rs1rtmkrjXu2Ulz/eJSzpJzDnw4ny9jWPuOoIDQBc4cqYyn/s2i2Lx/2gjAEWf/mD6bgKFSksBw/86XncrU7tqRT/9bvS298zzIg3AAOAnZu2uhrFiVedI0VLFXd1DSuTAAmQAAmQAAmQQCYSoAFAJs4qx0QCJEACJEACESEwe/QEeee6x+K97XDeADnr0etS6n1+Udbu+nVrXOGyaPxUOXLY3Mu/RNnSsnfn7455Fi1ZXPZbKPGgmM3u10lFB4DndqaXTJapTcvWKE//hZ9NFivDEYTmbj6wm7QY2E3g5ff0oGtk/fzljqce114w4li0j3VzlsaNAVbPyJsnOLFhyGMsVUCdDs0yIl1AOpW1jifNouKyb2ap9w+8Qa289gsXK5rj5d+nvTQ5sYMgX7hZee706111rVy1yrkiADi5+PDBQzkRAo7+rZu7TKxyXcfaLFS08LG0AUgf0LqRlKte2cktA6sTtEyt/H5e/Bv064p1puNE2gV4+eeE9m8jpStldnSPwCZc441oAKARZj5qCtGllCEAogOMnyr7d5sbf7nBcnydatJp6MnS/pz+UqJcGTeXsi4JkAAJkAAJkAAJkAAJkIABARoAUCxIgARIgARIgATSSuCH/30mH976TLwPXYcPkdPuu8J1nzJZWQtFqfKwnDBDfllqHir7+DpVpXHv9tKodzv17/Nn3CB2StZE0E36dpQh91yuvLuWfDnNMuRrtWb1VGSApv07S/Xm9V3PVxQuyDSZ+nnJKuXpv/CzKQKvf7MCD10o/JsP6iYI155YvBoAJLb1574DsuJoZABEB9iyaoOlWFSsV10pE5H/t2brxpFMFxC0stbrc7Z9/a/y46SZap5Wz1wse7buNG2yUoOacS//el1aer2179fv3b5L1s1bnssoYM828/HFOgRjBkQxqNmqUc6/rRtK8bKlfe+v2Q38lqldm7bGU8vgO3Rw/wHTsdZo2TAe2r9Oh+y0MeGNnRGgAYAzTqxlTWDFlHlxYwBECXJbmp3cVboNP1Wi8N1wOzbWJwESIAESIAESIAESIIF0EqABQDrp894kQAIkQAIkQAKKwLcvfiBj73spTqP3lWfJwNsudkUnk5S1u7fuiHtYIlUC8mublUSFPwwAEksqBgAXjbwn3gTCtS/+cpos+Wqa+tdM8VO2yvEqKgDSBCDke6aUTJCpDQtWCGQIiv/fVv9sOjXw1oa3fvOBXaVY6ZKm9Q7s3ed6eouUKObomu0bNqvoACsm56QL+GPnbsvr6ndtKQ17tJXa7bMjky7Ab2WtI9A2lWIe3qtnLJZ1c5da1m4MY6M+HZSXf/maVXTcPq1tbFu3KU+kgEN/HrTtE969iUYBNVo3kqysLNvrdFTwQ6ZiRmdQ+MNwyKwgTQy8/FVo/x6tBd8ClugQoAFAdOYqKj0d98go+frpt1119+4F70nJ8vT4dwWNlUmABEiABEiABEiABEjAAQEaADiAxCokQAIkQAIkQAL+E5jw5Fsy/rHX4zfqf/350u/68x3fOOrK2rVzflRK/8Xjf7AMrV2+RhVp2q9j3MvfCtDrl97vmF+sYmK49uSLl387WxZ/NU1FBzDLA1+wcCHJ7t85xyCgXycpVsZcmey6cwFfEFWZQnhzhPZHiP9t6zeZUms2oMtRpX83KVysSMB07W+HVAPKIOC7OZbRKNBSqQrHScOebVS+4JptGoc2XYAfylp7ktY1kFt36cQZ8tPU+QKlv9mzjVaOq1ZJefnHlP4Fsgp4vX3or/958U+5IgVYpT5IHEz1Fg1yGQVUbljT01jNDBHsZArvZLuye+tOJQP4BuHPKhVM1aZ1c0L792ordTu1sGuav4eYAAwAEMrdTRly7xVStkoFN5ewbj4iMOPtcfL+jU+6GjENAFzhYmUSIAESIAESIAESIAEScEyABgCOUbEiCZAACZAACZCA3wQ+f+hVmfTce/HbDLr9Yul1xVmObhs1ZS28m1VY/6+ny/yxkwU5qs2KlZe/Izg+VNq46CcVGWDJlz/IhoUrTe+AHPJIFYDoAMjvGqUSJZlaO2uJUvjD099MgZtVMCuu8G8xqJsUCMhDWcecQ/kJY4DY32aL3OO4X9XseipdQK12TUKVLsBOWauDlZM2Vk9fJMu+nS1rZi5Wof2t3j91OzaLK/yrNK7tpPmMroPUFevnLVN/647+i+gVdqVIyWLH0gYcTR9Q9gTnHvMLxk6W/13+gN1tcv1+69SRppEZ1s1ZmvMNmjRTNsxfbtpuoaJFcow+TmwvDXq0kXLVKrnqAyuTAAnkHwI0AMg/c82RkgAJkAAJkAAJkAAJhJ8ADQDCP0fsIQmQAAmQAAnkKwIf//t5+f61T+NjPu3+K6XrhafaMoiCshbh2KFwQUh2q7DKx1WtKPDOboTw2r3b24493RV2bvpNRQVAmoBl38wy7Q5yhCMqAKID1G7XNN3dtr1/2GUKSlwo/KH43/XrVsPxFC5WVJoP6iYtBnaT7JM62445KhWQZzjRIAD53M1KVqGCyhigXucWUrNNk7SmC0iXAcDu33bI0kkzZdX0RbJmxmLZsmqDKa8S5coc8/Lv00GKliweFbFIWz9/37L9qFHA8rhRgF0KC3S2TJUKeYwCipYy5u3VAEAZnU3K8fDH394dv5vyqtywVk5o/97tVFQNFhIgARJwQoAGAE4osQ4JkAAJkAAJkAAJkAAJBEOABgDBcOZdSIAESIAESIAEXBB474b/ysx3xsevOOuxf0qHc0+ybCGMytr9u/9QCpfFX/4gC8ZMlkMHzXNJN+zRRpr07agU/sgnHdUCT22MVxkEfDVN9u3aYzgU5HvNiQzQWf0bxlDiYZQphGmPefpDqWtUkHYBCv/mA7spJV5+KIhCgVQBMApADnurUu1BqeIAACAASURBVK56JWmI6ABHjQEqN/AWmt0N3yANANbOWSorp8w96uW/RPbv3mva1erN68e9/JFCgcU7gS2rNuaJFHDk8BHbhis1qBE3CqiBSAEtG6prUjEAuPC1u+WXJauUwn/t7B9N743oIPj25IT2b2caNcC286xAAiSQrwnQACBfTz8HTwIkQAIkQAIkQAIkEDICNAAI2YSwOyRAAiRAAiRAAjkE3rzyIZn36bdxHEOfu0VaDelliicsytqfF0PZMkOF9UfuaLNSplJ5aXFK98h4+acql6umLVSpAhAd4LfVG02badq3o4oMAGOA0hXLpXo7rdeFRaZWTJ6rPP0XfjZF9ph4upeqUDYnvP+gbtKgW2utHKLW2OFDh5UhQI5BwGzZtGyt5RBqtWsq9To1V5EBarZu7Kv8+WkAAA9vROBASH94+VtFGYmHde/TQZr06eDrmKMmP372F6H2c9IG5Pxrl8oCfSlQoIDUaN1ISpQtrQzKdBWkZIHCH+H9Edof92EhARIgAS8EaADghR6vJQESIAESIAESIAESIAG9BGgAoJcnWyMBEiABEiABEtBE4MiRIzLyonuU8jhWLnzlLtMw5ulS1iIfNJQyi774XuaP+U7gAW9W6ndtKdkndYm8l3+qUwxlF6ICIDrAmllLTJuBEhbGAEgXkM6c4+mSKYCBIhee/gs/myx/mERRKFvleKXwh+IfedpZjAkgPUIsXQCMAnZv3WmKqlipEtKgZxup1bqxL+kCdBsAIK0IjGzWzFysFP9mUSEw4Ir1qitlf5MTO0j9bgzrHobnZf+eP2T93GXxtAEwCti1yTidh47+wrs/FtofBgAsJEACJKCTAAwAvnvpI1dNXjH6UUFUKBYSIAESIAESIAESIAESIAG9BGgAoJcnWyMBEiABEiABEtBI4MDeffLa8LuPhfQuIHLJmw8KwuUnlyCVtfAohmHCgrHfycZF5l7+JSuUlZan9JAmfTsopT/LMQJ7tu06GhngB/WvWWjs8jWrKEMAGAQEnYs6SJkCmR+/nhH39Idi0KiABxT+CPHPUO2pPVGIzBE3CJg817KRSvVrSN2OR6MDtGksTtMFmCnif9/9uxTMKiglSpQwvG+p44+z7A/eiYgIEfPyXzvHPKw7GmrUq600PjHHy79CrRNSA8arAiWwc9NvCUYBy1UaAbP3gV3Hyp5wvHp/xkL7ZxUqaHcJfycBEiABEiABEiABEiABEiABEiABEsgAAjQAyIBJ5BBIgARIgARIIJMJQJH22kV3y7o5S9Uwi5ctJcNfu0fqdMjONWw/lbWHDx5SOZQR1h9K/4MH/jRFDmUhvLKh8D++TtVMnhqtY1syYbqKDABjgN+3bDdsu2jJ4ipFgIoO0L+TFC5WVGsfkhvzU6Zi90JqBHj5I8Q/okkYFXhuQ+EPuarWrL6vY853jR85EjcGgFHALz+utkRQr0tLqYVUATbpAiDHMF5yU26c9JIg/3tyQZ9iHv74d/uGzabNQuEb8/Jv3KeDILc7S/QJ/LpinUwdOUamjhrjajC3Th0pMBpiIQESIAESIAESIAESIAESIAESIAESyF8EaACQv+aboyUBEiABEiCBSBLYtn6TSgcQU85ByTX81bulWvNjylDdytotP22QReOmynx4+S9cacoNBgktB/dQqQno5a9HvNbNXaqMAZAuYNPSNaaNNujeWrL7d1ZGAeWqV9Jz84RWdMtUrOmFX3wvCz+bopT+ZikjTmhSR3n6469Ko1rax8YGjQnA+ARpAmIRAsyMUXB16YrlpHaHbMN0AV4MAGBg9NMPC5TSf82MnND+VqlFYAwV8/KH3LBkJoEFYyfL/y5/wNXgaADgChcrkwAJkAAJkAAJkAAJkAAJkAAJkEDGEKABQMZMJQdCAiRAAiRAAplNAGH3R150t2xd+4saaOlK5aTHJWdImcoV1P/et2+f+rdYsWJ5QMATH3nl7cqSr6YrD394+h/cb+yNjTZqtWuaE9q/Twd6+dtB9fj7tnWblCEADAJWfj/PtLWqTevmRAbo10mqt2zo8a45l+syADhy5Ehc4b/gsyly5PBhw/5Vb9EgrvSvWJf5ubVMosdGYHQEY4AVk3OMAsxSVeA2UL7XatNERQf4c99++ej251zd/eSbh8vWdb8oxf/mletNr4XREd49OUr/9lKsdElX92HlaBKgAUA05429JgESIAESIAESIAESIAESIAESIIF0EKABQDqo854kQAIkQAIkQAIpEUAu5JfPv0P27vjd1fVXj3nS0AAAxgTwwoZiZcOCFaZtFi1VXCn8Y6H9Xd2clbURQB5seFar6ABfTlNKVqMCo5CYMQByX6davBgAHDp46Gho/ymy8PMppl2o1baJUvq3GNRNylWvnGpXeV1ABFZMmZtjEPDdHNm46CfTuyLXOlKH6CrVmtWLe/lDZljyHwEaAOS/OeeISYAESIAESIAESIAESIAESIAESCBVAjQASJUcryMBEiABEiABEkgLgckvfyyf3v1/ru6daADw44TpysMfyhQzBTIar9GqUU5o//6d6eXvinZwlVdMniuLv/xBGQWY5UWHIhZRAZRBQP/OAu/p5LLs29nyv8vuz/PfjxzJ+U8FCuQd05UfPC5Vs+vm+gFRI+DhD6OSxeN/MAVRr3OLo57+XeMRLIKjxjvpIrBn2854qgAYBezatFVX01KwcKFcXv6xSCfabsCGIkeABgCRmzJ2mARIgARIgARIgARIgARIgARIgATSRoAGAGlDzxuTAAmQAAmQAAmkQgC5sf/vrJtcXdp1+Kmyds5S2TB/uel1hYsVUQr/FkdD+7u6ASunncDPS1blRAb4aprlPNfp0Eyy++cYBFSsW131GwYALw+93dUY/jn+eWUAcGDvvpwoEp9NERiXmJWGPdrEw/uXLF/G1b1YORoEfl2+Nm4QAJk6csg41YPZaMrXqCzZJ3VRiv8G3VtHY9DsZWAEaAAQGGreiARIgARIgARIgARIgARIgARIgAQiT4AGAJGfQg6ABEiABEiABPIXgVQMAMwIVWtePye0/8Bu9PLPIDHa9evWuDHA0okzTUdWsV51FRWgdMVyMubeEa4I9Lv+fFk3d6ksmzTL9DoocpE2osXAblK0VAlX7bNytAkgKsVrw+92NYgbJ70klRrUcHUNK+cfAjAA2PnLb64GnH1SZylfs4qra1iZBEiABEiABEiABEiABEiABEiABEgg+gRoABD9OeQISIAESIAESCBfEfBiAFCwUCFpMbh7PLR/vgKXTweLPOyICqCiA3z5g/yxc7evJJqd3FUp/JsP7CqFihbx9V5sPLwEaAAQ3rlhz0iABEiABEiABEiABEiABEiABEiABEgg0wnQACDTZ5jjIwESIAESIIEMI5CKAUDnvw2S7pecIRXrVsswGhyOWwKrZyySxV/mGARsWbXB7eV56mcVKnhU4Q+lfzcpkFXAc5tsIPoEaAAQ/TnkCEiABEiABEiABEiABEiABEiABEiABEggqgRoABDVmWO/SYAESIAESCCfEkjFAODqMU9KzdaN8ykxDtuMwJafNqioALNHT5BNy9a6AoXw/h2HnqxSCLCQQDIBGgBQJkiABEiABEiABEiABEiABEiABEiABEiABNJFgAYA6SLP+5IACZAACZAACaREAAYAW9f+kufaHRs3S8nyZaRw8WJ5fqvSqBYNAFKinT8uWvbtbNm+/lfZu2OX7N3+u/o7Ikfk8OHDCkBWVpYULFhQSpQvIyXLlZXix5WS6s0bSNXsuvkDEEfpmgAMAHZv3enqutptm0qlBjVcXcPKJEACJEACJEACJEACJEACJEACJEACJEACJJBMgAYAlAk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shwArt27ZLJkyfL559/LnPmzJFp06bFR9ypUydp3LixnHTSSXLiiSdKpUqVUqZx4MABmTdvnowfP17dY/HixbJ27VrVXq1atSQ7O1twvwEDBkjr1q2lUKFCKd/LjwsPHz4sy5YtU/2fNGmSzJ8/37f+//HHHzJ9+nT58ssvZcqUKYrb77//roYFNo0aNZJevXrJwIEDpXr16lKgQAE/hpxym0HJVModDMmFQcoUhrx582YZM2aMTJgwQcny3LlzFYnSpUtLq1atpHnz5jJkyBDp3r27FC9ePCSUgu3GkSNH5Ndff5VvvvlGPet4zmOc0BO8o9q0aaOePXAqU6ZMsB0M0d3wnsI3Y+LEiXne6cnvKrzXa9SoIVlZWSEaAbsSZgKx78i3334rs2bNUs/itm3bVJfLly8vLVu2lHbt2knPnj3z/bMY5nlk36JBIOpr9CApR32NHiQr3ssZAaw9sSf++OOPBd+8H3/8Ua3TE793WH8OGjRIOnbsGLo9srNR5q6V+M75/vvvZebMmfFvPM4F8I3v3bu3OoPAvje/rh8hGxs2bFBnNV999ZUsXbo011lNbD0E+ejfv7+0b99eSpYsmcqU8Jp8SCB2FoGzgalTp+Y6H0jcy3Xp0kX69u2br5/FfCgeHLJmAnje1q9fL+PGjVNnTWbncTxnEgn6nFTzVLO5kBLAHg7rqU8++UQWLlxoqGfBt27w4MGedF8hHb5tt2gAYIuIFUggegSwmcQG8tFHH5XRo0fHlctWI4GS8Morr5R//etfUrFiRceD3rp1q4wcOVKeeeaZuMLc7mJsXh988EFldJDuDf+ePXsUo8cff1x9JJyUVPu/bt06ef755+Wll16KH4LY3e+CCy6Qe+65R2rXrm1X1dffg5Qpo4FgkQhF5L333qs+6rECuT333HPlscceC42yNkiZAoctW7Yo+YVsxQxJrIQBB2133nmnnHnmmVK0aFFf5SaVxtesWaPmOfndhUPRESNGSIsWLVJpVszaNWsMh2533HGHXH755aE0mNi/f798+OGH8tBDD+V6d6Hf11xzjdx6661SpEgR16wgv+D81FNPOX6n4yann3664gUjprAZLemSqVGjRsnVV1/t6DlzCh7zhW8oNiLpLn7JVOK48L568skn5f/+7/8cfwehLHjzzTela9eu6Uak7q/7e4TNKt7JL774oifZAp833ngj7esFJ/ON7xDeMVD+6CwwIsH7C0avicaVuEfMGA4Hb5deeqkyNAlL0S1TsXFFfY1uND9m7xCvMhXlNXq6181BfDv8fFb9kin0GeuPu+66S15//XVHQ0h1j+mo8QAqmcmC1a1POeUUue+++5Sxcn4p2FfDAPn++++Xjz76yPGwsR669tpr1TcsUw0BYKh94YUXKiWazjJ06FB1XlWuXDmdzYayLbM1hV1n//GPf8gjjzwSyn2vXd+d/P7DDz/IZZdd5vjMz6xN7GOw1w7bftcJAx11Dh48KJ9++qlgX5zoNBVrG2cBbdu2VYzggJLpBd89GNk8/PDDuc4prcYdO2fK5He50fiDPifNNNnTdaaVaVzwDH7wwQfqDDlmYGs1xlR1X1HnRgOAqM8g+08CSQRw+ImFu1NlYDJAWOS/8MIL0rlzZ0u22Fh88cUXymDAyUs2uTG8dKEswiY2HUpIbLzh6X/LLbcor4RUym233Sb4s9uA43Afyg5s8mMejm7uh83+E088oRRs6dhoBCVTZkzsDs+gQIByqEKFCm6waq8bpEzFOo+N7BVXXKE2X24LDH5w4BYWJUhM8Wz1nCBihlslIN5VWBDeeOONrhTaMZ5/+9vflIGFG8Mot3Phpn7s0BAHymPHjjW8FIcb//3vf10f4KxYsUJw+IPoJKkUyBLeVThkC0OUF50ytW/fPvW9w7dVd8Fm5d///rfuZh2356dMxTqB5xAGK/jup7JmSDej2Dj8+B6BxznnnJPSezx5kuFd2qNHD8dz71dFJxtxGCvgXaGrHDp0SK1/sS6zK6l8S+zaTPV3P2Qq6mt0I5Z+yVTU1+hGrPyQKaP7BPHtSPW5cnKdXzKFe4MNFLvXX3+967Un9sg33XSTWnNEKWLXpk2bVL//97//OcGfq06697quO+zhAijPcC6Ab5UTw22jW+FMAOt8cMu0gkiSiHaQKhszHjjjevfdd5WXeyYXPIe33367vPrqq66HmemMcO4Bg1uv5e9//7syYi1RooTXpiJ5/XfffacccH755RfL/odl7+Yn5FWrVskNN9zgypArsT9nnXWWepdXq1bNz26mve10nJOmfdAaO6DzTEtjt0LRFIx4sV5OZe2Jc+Wnn35aRYDND4UGAPlhljnGfEMACxAoA1NV3sRAwdP2tddekyZNmhiywyErFr133323580ZPLWwiA5SsY3+474333yz5/7/5z//UR8cM2UXvK/wOyxkvRRs8NEGwiEHWYKSKaMxOVno4LowGAAEKVMxVlD0DBs2zPXBYiJrGAFAYWJnxOKnzMW8FHAQZmeM41Zpg83G22+/rbz4vRwkhYET5sBptIdUDAAQknb48OEqPYmXgoNrLMCRbiJdxQ+ZgpLon//8p/LS1l0g+zgkKViwoO6mbdvzU6ZiN8dhNw43cPCW6nOY7kMkP79HOg0AdCvVbQUoqYIThWDsEt19XbBggTqQxLvMrrj9lti1l8rvfslU1NfoySz9lKmor9GTWfklU0byHcS3I5Xnysk1fsoU7q9r7Wm3x3Qy1qDqwGsba0+EXU21pGuvm2p/U7kO6yEYFcMBwWuB4ghr0kzzaEfKiG7dunnFk+d6nGu999570qxZM+1th6VBrCcvvvhiAcNUCg0AnFELw9mTs57qr4UUboiG5ySqTbr3bvpHn7tFPGd43lIxbE9sCRFfEZ0kU1NPpuOc1O+5D6p9P860gup7EPfRsfa0030FMY6g7kEDgKBI8z4kEAABHLDD00BHsVIg4cAMXlvIoe21pGOjgTyMf/3rX1UuNK/lhBNOkHfeecfU4w7hsXQpwk499VSVPqBSpUpeu+34+qBkKrFDbhY6uC4Mm7AgZQpjhnU/DGc+++wzx3NpVhHKWjzPQRrhxPpi56WW3Ge3ShtszDA2zI/Xkg5jpVifnXipJY7PrQEAlNvw2nr22We9YlLXI7cWDgbwfgy6+CVTfhoApOOAxG+Zis27LkVIOhhhDEF8j3QaAKQzAoBThWBMNnQaAECe4fEGxYqT4vZb4qRNp3X8lqmor9ETOfotU1Ffo8dY+S1TiXMS1LfD6fPktp7fMoX+wAjpvPPO8xzVBWsovCeRMi/MRecasnfv3sqINFO9IXXuSyATL7/8slJAZVLxywAgHWdOQc6LDkVIpjNiBADvEgkjL0RHdGLQna69m/dROmtBlzzhbjr3RM56H1ytoM9JgxuZv3fy60zL314H1zoMKmEoqyOK5iWXXKKcVdLpFBcEORoABEGZ9yCBgAjoXITg0GHMmDEqf1NyMTpchBIWXrIIoxILKY6NCDbxeDFbhb5HGDworIIqOg/b0Wd4hWKMRvm2EZr+/PPP1zY0LLphCBBUCUqmYuNZv369ChHtxKo4dk0YDACClCm7MMfIJYboFrVr11aINm7cqEIbPfbYY4Zikw5lbaohd90obbZv367eK++//77huPHcItw9OMH4Ae8rRNl44IEHDDe16cqvjTzWWNiahfs3GpxbA4AZM2bIaaedZhjKD/lokW4A3jhly5ZVnm1O3u2IRNOvX7+gXlUShEzB2AvPl5NDDzcDD/obGIRMxcY/a9Ys+ctf/mJohINoEfgNETqQIzIW6hgbOhg5zZkzR0aPHq0MnfAO0xku3sn8BPU90vX9SNc7CvOF9+w999zjygtG52EX3jeQJafPpptviRNZcVonCJmK+hodLIOSqaiv0cEqCJmKyXeQ3w6nz5TTekHJlJWxIL55WHsiWl/lypUF63lEWkNEPUSrMirIhQ7jzDAfSlophKBQxF4SRgwYw4EDBwQh3rHWNotYmKn5tWE8A2NbrGeSC2QDa3eshxAJAZEFY6weffRR0z0AFHHPPfec4PpMKTDSAQuk0NBZevXqpVIGVq1aVWezoWjLzggSa2yk3Tz55JOlSpUqkpWVpfq9e/dutW77+uuvVZouRJPA2d3xxx8finHp7oSuc61MfUfZ8caZEt45SKPqpOQ3AwCkF8G7Cylaqlevrt7jiMz0zTffqD2SVaTLTHyXx2RE1z431p7V2bsTuQx7nSDOtMLOwEn/rFKR4EwE73v8Cx3Nzp07lW4LegYjxzCsobDm6NOnj5NbR7YODQAiO3XsOAnkJZC8qDVa7DtdhKB1M6VE4uEilEMPPvig2tjHNhPJPbMLVR50Hq3kRYiREgLeNLC6e+GFF1R4PatDZasNZfLhIjb1MJQ4++yz4wtDJxv8GNNbb71VfcyCChUdlExhfPgwQxag8HFTwmgA4KdMrV69WnkWGYVqNwtVj4NPKHHxrBqVDz74QM444ww32D3VTTWyhBulDQ4zsAEzenbNwqriuUd6E7NIKkF72qRqMe3GAAAKfRzEGlnP4uAWh9JG6WBw3bhx41TuciPGkDW8r4IqQchUqmOxCpcItlCeZmdnp9q8q+uCkKlYh6wUIfgW4vs6YMCAtEQfsYMW5PfI7GBEp4Lcbrxefk/Vi1rX+IyMvfANRqQns5Qdbr4lXtgkXhuUTEV9jQ5mQclU1NfoQckU5iTIb4euZy6xnaBkysqg0mztabVGgEH+xx9/LB06dPADi+c2ca4AY9qRI0fmAwId0QAAIABJREFUacsqrOrKlSsFxg1GocrTYZjsGYSDBqyUINhvIy2AUUrBHTt2yDXXXGOY3xaOGjBOrV+/voMeZH4VK2NA7HOwFw7qDCVI2laKEHg24t0Tc9AJsl9hu5eRAUAYzpHCxsmoP9j3w3jpuuuuy/UzzjSxPjA6l8ovBgB4tqBYhJOAmbGeXYQOnNsjRUnjxo2jIA6u+hjk2burjoW0cpjPtMKCzMqg0mrtabVGwDoLqXGLFi0almFq7wcNALQjZYMkkD4CsUUtFiGwFoeSMOZRl9wrJ/mezazrsNnHCxIWxNis2lmdW72g0a+gF96JixAoCB9++GG1cTYKge4kV59VtITY4SIY3Xjjjcr62iy/k93CEKzg4QYlJDxxgyhByRTGYnYw0r17d7nhhhuU1R7GnlyClh8j7kHK1CuvvKIMJZKLXdi+xYsXC/JFGuVHdqMw9ip3ZkpBKATxfJQoUUJ5wBgVp0obeFXhoOehhx7K04xdeNFffvlFkIttwoQJea4N2hPLLAwm3ltghPe8UT/dzOfevXsVd6Nny87gyEr5AGMUhOMuVqyYV5GxvT4ImbLthEUFK2OUoDcbQchUDIXZgWQUwhoH+T2KugGA0YEq1qF4R0E5ceaZZxo+HToMAHAgiXUWPGcSC97hME4aNGiQp2+Jl+c++dqgZCrqa3RwC0qmor5GD0qmMCdBfjt0PnextoKQKaw94eWHeyUXuzRuVusEtIcUJ+lI1WU3FwsWLFB70xUrVuSpapc6y2w/k6meWFgT9ezZMw+nBg0aKOP3Fi1amOI2M2ABKxxod+rUyW6qMv53K2OUsBvSeJkcK2Pb/BLW2Ck/GgA4JZW3nlFqGxixI3c9ziOMUsNmugEAvmEw0MP4nSjuEWXDbE8E4k7PuVKfxfRcGeQ5aXpGqO+uYT/T0jdSby1ZnWtbnS9YrRPsztK99TgcV9MAIBzzwF6QgBYCCJOLzTYU2naLEByawrrsX//6l+m93SiR7Abw7rvvyrnnnmtYLWgFLjwtoJzq3LmzUqTaWXlZeVzHBmS2YEO4TFjKwhsW97M7vLFbGAbNKkiZSj7IRBitO++8Uy2U4ZkNgxQjb76gmRgJcVAyBU/rq666ytALxC4cltUBQZcuXeStt95SYSf9Lsn9wOEVnke8iypWrKiUOWZpM5xujOARCoUQ5De52Cm1rTzig+SEficfuCdGXMEYERLdaMPt5t1tlS/aLjS9lUy56YNXmQtCplLto13I16DDjQUhU2CFyDYwEMQ6I7ncdtttSkli5OmWKmfd1wX5Pco0AwAo3zG/SK9ilctXhwEAIjXhe5HoRYqDfnhEwssPqUuMitNviU65ClKm3PY7TGt09D35kN4vmYr6Gj1ImQrq2+FWdp3WD0Kmfv75Z7UuQ7jf5PLEE0+ofYxZ+e2339S6FZGVkkvQxt9OmaKe2bvDiVLbyiPejpebPoalrtn+xkloeqtvaTq+Z2FhmtgPq+gbQRtwB8ln9uzZMnjw4Dxp3KCcxVrIyrAkyH6G4V40AEhtFsxSTOB88+KLL1aOE/nRAMAtTUS+wXk4ntmw7E3cjiGV+kGdk6bSt7BdE+YzrTCxgk7AyGHMyVmt1Vlz0OmWg2ZKA4CgifN+JBAiAmaW6LEu6lTgWG1cw6DAtZoWKw/Z2HW6Nt9Lly5V6QEWLlxo2KWws/IiU8j5h5C9yPuMMFrYUMSiJVgpGsPOxGgiU5Upq8MyJ8oUs8VSkB4kULBDOYQ/bBgRjrFOnTpx4xgdBgBeOX311VfSv3//PFMXJCfcPPY+gDIVzwSMYWJRXawU927e3Vbt2IXxt3ouMa/4szN60vFJDEKmUu3nrFmzlHecUb4xRHKA9wBybgZVgpApjMUsXHRUvLCC/B5F3QDg9ddfl2HDhskpp5yinvk2bdrEU0L5aQAAb1uE6oNBSWKBMRnSmuDZC5MBQJAy5fZ9ErY1erpkyo5b2NboQcpUUN8OuzlI9fcgZArPEXJsJ6dFwtrxiy++ULlIzYpV5Kowh3k3y6ntZG9mZdQcZBSpVGXK7XVm+xsn82v2js7ksNFu+JopKGNtBJ3qzk3fvdY1CxcddIQxr+MI4noaAKRG2SiiG75nOHvC983MISHTIwC4pWl15oK2dJ0nu+1X2Oqnek4atnGk0p8wn2mlMh4/rvHqgGQVucru7NOP8QTZJg0AgqTNe5FAyAhYHfihq3aesm6GY5V7ER4Pzz33nG0qATf301nX6iOD+zjxcnDaHyvFJdoIOysvMoUFz/Lly6VSpUp5FGKZZgCQqkyZGVg4VUybKbYhW04MCJzKsV09pLvYt2+f1KhRI64oil2jwwBg2rRpSoFvlJv+22+/lR49elh20WphGCQnpCBBWNWaNWvmySmnywDA6gAWG3q8m81SjlilSwj6sM1vmbKTaaPfrcIBoz7SLsDQKcgShExhPGbvmrB/w2JzEeT3KOoGAEgFsnnzZmXIlRzVwU8DALyn4UmTmNYm0eMtbB6TQcqU23dK2Nbo6ZIpO25hW6MHKVNBfTvs5iDV34OQqZiRQXIfnSh4cY2ZkS5+C6NiAOt4GFw9//zzeaYFEfaeeuopldbLrFgZPTgxIEhVFtJ1ndUe7PPPP1fGI2bFLF1COgxJ08XP6r5W4YD79u0reDZhgJppxWoPh9QQ/fr1y7QhexoPDQDc44P39tVXX62eocQSS/Gybds2GgA4xGpmHI/LdZ4nO+xOaKulek4a2gG57FgYz7RcDsHX6jHjZ6M0qE4U+FbRutw4Ufk6SJ8apwGAT2DZLAlEgYCdt7aTF6iTcdopQcKc2xDjs7NCdHqw44SVnXdR2D0i/JKpTDMASFWmzA4HneYsioLFow4DAK+KH6sNWljCkuoyALBKeQDDEqQBOO+88/J48uM6KLAvvfTSPK+2mFcAQoCHoeiQqVTGYaUs6tixo7z99ttKaRqWokumMJ6HHnooj2c2/nuQkSH84qr7exR1AwArzn4ZAJjNAdatN910kwr/7/U74Jf8GLWrW6bc9D1qa3S/ZMoJsyit0YOUKZ3fDifzoLuODpnSocy2UhAjlPc555yje+ie2vPqhYWbm3kvOwnj6qnzabjYak04ZMgQZQBSuXLlPD3buHGjcgCYNGlSnt+efPJJgad3ENG20oDM0S3NogHFLn788cdV+o1MZGQWUpyRIYxFhwYAjh6pXJWM9tCnnnqqvPTSS8ppx+r7zwgAuXl//fXXAqMtIweVAQMGqBSfxx9/vPtJyrArUj0nzTAMhsNJ15lWmNh6ddSyMpwbNGiQeg6DjM4ZJFsaAARJm/cigZARsPI0QFd15UCBdxYUSPPnz89DAAqmoHMgu50GKysxtKUzN6PV4Q/uFRbloxlDv2QqyINMt/KRSv1UZcos1Ca8G9566y2pWLGiZXesDp/CopjTsbC1Osx18l6LwmZW54G7Vd5MvKMRThuK/qJFiyr5gvIf7+3rr7/eMLR9zCsgLIdtOmTK7XMORjjYhnecUQnjgaQumbJ6XwcZQcPtnDmtr/t7RAMAp+SP1YNnG9ZeiYdoyYZHNABwxjVqa3QdylpnZPLWitIaXfd7yoqZrm9HqvPi9TodMmXF24k3PMZg1Y9Ro0aptFlhKlZjdro3NlufOTVsDhMPu74gTD0M1J5++mnDqohchqgJjRs3jv8OTzesI3EgnVx69+6t/nu1atXsbp3Rv69evVqdM02fPj3POMNobKtzMszeGZkYQUMHNxoAuKNoZHyEcwG8d2C0hBKFMxN3o/an9p49e5QhEgwnjMq///1vZSQPA+b8XlI9J80P3NJxphU2rlZrZSeRXq3Wrk7P1MPGxGl/aADglBTrkUCGEbALraNrw4SFIxY777//viHBKIRZMcvpGBuQLkWOlScu7hX23Ml+ylSQB5lBPOqpyJQOBlYhk8LyLOpY2Fp56cGjHWO1KlabWbzP/vOf/0iRIkWCEBXTe+g8cLfLnYlOIL/3Pffcow4mX3jhBfX/G1mwI0oJ8nKXLFkyrXwSb65DptwOxio9AsKU45uYnZ3ttllf6+uSKat2YmGMETJ+4sSJMn78eGUcOHfuXDW28uXLS/v27VWuZHhJNG3aNE+aEF8hOGhcx7s48TY0AHAAPaEKvmN4h8MIKbEkGx7RAMCeaxTX6DqUtfZk8taI2hpd93sq1TVTWNaWVv3XIVM6vp9Wa9cwelIm5qpN5turVy/B2qtq1aqWj5vZ+gx73jFjxgii7GVSmTVrljJeQ6Qxo4I10B133KGMbpEC7OabbxYYvCWXWrVqCYxCevbsmUl4UhqLWXoENJbpSjWz5yf23i1cuLBaX48bN04ZGM2cOVMQsh2ldevWAkObgQMHCgwGypQpkxL/KF1EAwDns4XIGnA8gtFSYoEh2jPPPBOXFxoA2DPFOQuMu+6//37Ds5NMNHizp2JeI5VzUi/3i9K16TjTChsfrwys1q6Z/izSACBs0sz+kEBABIxypybe2suGCXkiN23apA5nkT8ah9tGBUYGr732mkAZEtaCscAaE2FljYpORY5ViD/c+8ILL5Rnn302VIq1RCZ+ylSQB5l+y2KqMmUVDstpuCIdB5R+8/G6qEP/rEL4O3mOosBJdx+RbwwHRoiQYFZg9Y8oE6tWrTKscskllyjjCBxghqnokCm347E6kES4VhhJxCIquG3br/q6ZMrq+cOBNQ4g8a+RAUny2GAEgO9vokecX+N32q7u75GZAQBCuCL3ZqKiAM9gq1atpF69eurAFkoWhAwOS7SNZIY6FGuJbZqlHkkMRxqrTwMAY4mO+hpdt0w5fe6jtkbX/Z6y4qTr2+F0LnTX0yFTVga2TtO3WUXpCqMBAObBLIS/0wh/6Vif6ZYfN+3hG4b0T5dffrnlGqhGjRoCj9GYsjbxHlD+wxAXIaPD+u13w8RLXStj27A7TngZd+xas+cPKSP69OmjzuGw5rYrkCkYm1x00UWh25vY9d3N70YGANizIh3b7NmzczXVqFEjqV+/vuC8EuttrL3TbfzvZqxe6xqd6+GZQjqaHj16xJunAYAxabzrd+zYIdOmTVPKfxi8GxWrdIte5zCK16d6ThrFsabS5/y2ZjJi9Prrr8uwYcPy/IRnCQaTnTp1skVrFlWXBgC26FiBBEggagTsvD2h1MbirkWLFrZD+/zzz1VeOqMNqtXF8CaFVWmDBg1s75HOCnaW+rfddpvyhC1UqJCnbmKRiJCA1113nenicPTo0YLwgGEsOmXKaHxBHmT6zTdVmdJxwGrVhtMQpX7z0bGwtcrthM0rwpCfeOKJhkM5fPiwTJgwQT2LCI2cXMLizaZDHpLHBsMtWPobhRq1mncsuHEdwpQWL17cbxFx3b4OmXJz0+3bt8vFF1+cx0MZbTg9FHdzP111dcmUlRIjlb7iEA7e3YkHTqm0o+sa3d8jr7wQ+hYHt1izhU0ZoEOxljhva9askfPPP195ssVKcjjS2H+nAYBIJq7RdcuUk/dCFNfout9TVpx0fTuczIUfdXTIlA7lfRTSdCXzt0qLAaNQKCjNIkLBaAIGfshjb1RiEYP8mPN0tol9xgcffCA33nijaSQAs/4hOhLOC9q0aZPOIYTm3h9++KGceeaZhv1xYvAdmoGk2BEzJUaKzcm1116r0r6FKYpbqmMxus4LL+xFrr76auWQk6l8YszMzvWwz4d8JBqw0wBAZP369TJ8+HD5+uuvXYkrZOqhhx6S0047LXT7N1cD0Vg51XNSjV0IdVNBn2mFEYYO5b1ZG3C+eO+990LleKJzDhgBQCdNtkUCESGAsLs4QIXVtNni+JZbbnGk1HazkMYhLayRoUBD3rqweT8ms7DL1QQLMVjx64hgYJWDFf2yO0RJt+jplCmjsQR5kOknSy8ypeOA1aqNsOQL1LGwtcu/jg0XFGbYcJUrV07ltI9ZaT///PMyduxYUzHIZAMADBrPGtIkIEydE8OuSpUqCbzdEYUibMrH2CTqkCk37wWj/OSx6+HRDl6Qu7AVHe8YjAleIwhxi/C1ukpyfndd7abSju7vkVcDAIwBHkwwqhw6dKijtVsq407lGh2Ktdh9zbxCksORxurTAEAkE9foOmXKqUxHcY2u+z1lxUrXt8PpfOiup0Om/DYACMvaM5m9Vf511MX7+YYbblB7ZRjLHzhwQNatW6f2z1gLmYXCx7WZagAQYzhv3jwVot5qz5HIGw4X8CQN4/pR9zPppD1ESIJCFt6ARgVGFmeccYaTpiJZByHaIT9QIOosMMhBpLKw7um8jNXNmsjsPtjHwbAJURMytRjtY80cxGgAIMoouVu3bo7FAVElcBYPA+4KFSo4vi7TK3o5J810NrHxBX2mFUaufhoAZPrakwYAYZRo9okEfCRgF+YZSpyXX35ZqlSp4qgXbhfSULxB0YjFc+fOnUNrBOAkRB+8ZHHY7nWDhMUOvGeheDQqOg0NHE2qy0q6Zcro9kEeZLocvuPqXmVKxwFrfjEAwKQsXrxYzjrrLEMvfseTZlAxLIewOuTBjAOeN3hcm0UkSb4uMWdpGL0igtws4X3+j3/8Q0aOHGmIF99XRAcIY9ElU24PQpyygKcgvpUFCxZ0eokv9XR/j3QYAGCgYQwjqUOxFptEI68Qo3Cksfo0AHBnAABuUVij65QpJy+IqK7Rdb+nrFjp+nY4mQ8/6uiQqfxqAAAlJCLh4TxAd8l0AwDsC5cuXSpIEfHNN984wocIiuCN/O1ezx8c3TDEleBti/Mko3RSffv2VYYBWCNkarF6x3sZcyaHQHZ7bmnGcciQIfLiiy+qFFyZVhDFDmcd77//fq6hme3BaADg3gAA5yZwioMjCs7FaQQgyhnHLj2OrrP3KD+zQZ5phZUTDQBSnxkaAKTOjleSQOQIwHsK+ZlhLWxUYMmKvLw9e/Z0PDYvC+n27dursH8wBAjbJtbO2webdeRw9qrswmIHH3JY9RuVMB7oJ/bTD5ky4hDkQaZj4XdZ0atM6ThgtWoDxj9YWKfbs0TXwhaHkvCIhcJQZ7nrrrsEf+l+Z+mQh2QueB/NnTtXbr31VpVDy23BweSjjz4aurBZumTKCY8ZM2aoDb1RhB1Y/GNzi1yTYSy6ZMrOAAAHH/jmIdco0gAhbQS+JXhHwpMJjIxKly5d5K233kq7143u75FVDlu3chK2g1sdijUwMGMOLzWsxYwiStEAwL0BQKK8hXWNrkumnDxbUV6j635PWfHS9e1wMid+1NEhU34bAGDf+fjjj0uxYsX8QOCpTUT7wTd9+vTpntpJvDjTw7DCsOiFF16Qe++911CBbQUSayhch9RtYY+mqE0gkhpCiHLs75AOwajgWfnnP/+Z9r2aX+O3Whcl3rN79+5y+eWXS79+/ZSSMSsrS6Dg/eijj5QMmUXgwP4Z/DKtIOoInhsdJSxGyTrGktiG0Z7Zav9KAwD3BgCJvPk+z6Hh9ZxU93MQ1vaCPNMKKwM/DQCge8EZaKdOncI6fE/9ogGAJ3y8mASiQ8CJVV0qIb9SzS8aI4dFz3PPPSfnnHNOaDZpdh7tOkMRf/vttzJs2DDTDZhRrq2wSJ1fMmU0viAPMv3gq0OmdByw6mjDDz52G8/Y7269gew891IZCw5MzIyoUmkv1Wt0zyUUsNhUXH/99aah/+FJY5Y6JjYOHBLgnd62bdtUh6b9uqA2S3YHkpAbGI+k24PdDLAumbJSpiDcIQ7NateubdgNu5Cu+Gb26NFDu4y4adCP79Hu3bsF8oOCA9qyZcuqf1HwrQUXKJhgpAVDTSOPt9gYwiRnOhRrGNcnn3yiFEyJ44bR6ujRo6Vdu3aG00cDAJFMXKPrkiknz3yU1+h+vKf8/nY4mRM/6uiQKb8NAMKy9jTjb/esuJ23sBmzue2/VX0oXaFchRLWqOAAGoaRmzdvtrzt3XffrZTgqJvfipWxLUKVw3s5Ozs7o7FYveOxPkIqN0TCMzMSsUpXBiU50k2UKFEioxhir4t15OHDh9W4ML7E5wcpSvDcTZo0SZ555hmZOXOm6fgzUc7WrFmjQtPjm5hYrM6IaQAgsn79ehk+fLggKkmq5dprr5UHHnjAs3NZqvdP53U6zknT2f8g7x3UmVaQY3J7Lz8NADJ57QnONABwK22sTwIRJIDDYyxk4W1nZumry6MdeBIPq3Foi3zSVrmksUnBxwyK9XQXbAqQGxxW+UYllSgJZmNatGiRskI285gIc3ixoGUqyINM3TKoS6ZgsQ8FyGeffZaniwgfhmfILoSYLgWfbkaJ7ele2EKphrDrd955p6Oc9giBjBDt8IQ38kTG+wyh8dJddM4lDkTgLXPLLbcYDgtM8DvkbNq0afLwww9b5izVaSSlg7NumTLrk1XaiSgcFOmSKa/KlK+++kr69+9viDkMz186v0f49k6dOlWuuuoqmT9/viGjMIW+9SoLGCC+fXgnJytLbrvtNhUKGXmljQoNAIzfVFFeo2NEOmTKyXclymt0jC/I95Sub4eTefGjjg6ZWrlypZx77rkye/bsPF10mjpKhxGBH3yctolw9jfeeKPjnPYwCEQUQERySS69evVS+5qqVas6vX0k6sHLEYois70/zmOg2IcB4KuvvqoiN1qdoaTivBEJUBadtEs7ESYjSD9Ze33H43wCa0kYluaX58/NfIAPDJbxDJqVMKd1czNW1MXa8L///a/A+Six9O7dW8lItWrVDJukAYA5aTyjmzZtknHjxslrr71maVCCVhDRDI4YYXUUcCtTTurrOid1cq9MqBPUmVaYWSFaJM4AjIpTZzEdRgRhZmTWNxoARHHW2GcScEnAziof1sGwcvUrj9WqVavkhhtuMLV0x3AuvPBCefbZZ9Nq9WjnLawzWoHdAQAUaAhTBsVbGEvQMuV1k5suhjplSgcDq00awr5jMZTuTYdfC1t40I4fP155ROKQEopsFHjatGrVSrp166aUjvBgR4F3DvL7JZd33nlHRSxJd9F54I4xXXrppYZexfg+4EAgcePvxKgiTNFL/JKpRBnAgSQ27mYbEqtQ5emWpdj9dckUFCCDBw82jBbxxhtvyNChQy2HbKVICYMXpI53sdc5t5JpROoYM2ZMKKJw6FCsoY2TTz451/vJiYU+DQCcSVlU1uix0eiQKTsyUV+jY3xBvqd0fTvs5sWv33XIlA4GVgYAYTB+c8IfnrVLlixRe36ss2EYGXM+wJ4Wueuh3B84cKBUr15dGbRh/Z1cwpKWzMmYndbZsmWLMiA28vzHGQPOYmBEEov+g3btjCrsIuE47VuU6lk9J1j/fPzxx9KhQ4coDSmlvsJbHYbb2KMlF6eOAWaKFCdrrJQ6HbGLEA3gkksukU8//dSw5zgrgIFAkSJFIjayvN397bfflKMJlNWJxW7fRgMAZ1OPM0Gk1kCqRLMoblFwFnA2Wme1dJ6TOrtj9GsFcaYVdko6GJgZAGSq8WlsTmkAEHbpZv9IwCMBHMTDujfdXuYbN25Ui0pEIjAqyAOMUK4tWrTwOOLULsdBGZQ3sLo3KlAS4vAF3gpec3/jIARzYuTJjXtDAQkrUSwCw1jSIVNBHmTqYq5bpvbt26essp9//vk8XYTHJ3JjV6xY0bL7YVesofM6FnVe59BsMxsmxZqOw2Zwsno3W0UhgacADgmuuOIKw8gyYdrEBiFTq1evVt8Ho28tvh848O3Tp49X0fT1el0yZXU4a3eQhAGG/TApDN+jn3/+WRlSfPPNN4YyEYZUCeiYDsWa1fOr44GAkROMvcqVK6ejuZTaSLdMhX2NnghVh0xZTVLU1+ixsQUpU7q+HSk9PBou0iFTVlG6nIbThsIchqhGygEn304NKAJvwuz9nkmKNUDFmhnewjC2TS52ZwyIAABF70svvWQ4P/nF4z3G0chLOQYmDA4lQT5EZkoMpwYAZs8fDQCOzSLWh5dffrnhtDp9twcpE6ney2rvlmqbidflR2OlZG6IuIhUgIgsYVaiYuznVSZ0n5N67U9Urg/iTCvsLN59911lLGlUnJx/WJ2pO/12hp2RWf9oABDVmWO/ScABgbB5sFgtoDGcdHnW2oW/xsYcm2scRpiFmnUwHaqKXY4jeEeMGDEi7TmOzcaTLpkK8iDT6Vxa1fNLpryGK4Inydlnny0LFy7M0/2wHC6GYWFrxilMVqG6DtzNeDvxosGB5tNPPy3XXXed4eMQlk1sEDKFiC04CDIqp59+uorokk4Fo5P3mi6ZsjI0gvcDvqVWhQYA9rNl9U3E1WF5n+tQrPltABAGw64wrHHCukZPfhp0yJTZExb1NXriuIKUKV3fDvs3nz81dMiUDt7fffed9OzZ03CQTsOa+kPIn1axhkQaF/wll7CsH3WN3My7Fu07iRBllpsb14dpb6KLl1k7v/zyi1xwwQUyYcIEwyoffPCBnHHGGX53IzTtm3nwd+nSRTkGQOlqVWgAYD+VVt+HTFIW+W0AANJO9oD2MxLtGgsWLJC//OUvsmLFCsOBIA0M0i4WK1Ys2gO16L1f56QZCyxhYEGcaYWdo9c1+969e+Xaa69VRpnJxWnKrrAzMusfDQCiOnPsNwnYEMAiDjlT8YI0KunwMrc62EAf03FgjQUILMmhWDULx4TQXvC81qH8v/rqq+X99983nBNs0kaNGmV6+JNuoU+nTOk4WAuKn58y9frrr8uwYcPyDAVGKl9++aV06tTJcphmz6DT64NgGIaF7YcffihnnnlmqBeFOg7crcJHImLLc889p1IkWJUo5Kz1W6bsDiSjkiNSh0xBVqzagecD/qwi6dAAwP5Na2cAgO9Bv3797BvyuYbXTTq657cBAO6RbuVaGNY4YVyjG4mnDpkyahfK/yiv0ZPHFKRM6fp2+Pw6Mm1eh0xZKbPbtm2rjNzr169vOUSzNb7T69PFL9X7ImoCziqSQ+Jj3fnFF18I0uE288o+AAAXlElEQVRlSrFKjeTkew35euCBB5RDQnLJT97aVsa2iIaHZwhGffmlmK2PmjdvLu+99540btzYEgUNAOwlxer74HSvbH+X9NcIwgAgDGnc0k0aqWD++te/mhoxZboC0s9z0nTPbRD39/tMK4gxeL2HlUMbomsgra1VsXoGnVzvtf/pvJ4GAOmkz3uTgE8EEMoTIeY/+eQTwzukQ/mPjlgtoPF70AYAyFMI62hYWvqt/Ef7N998s7zwwguGcxJ25X+6ZSrIg0wvj6XfMmV1QO8kgoaZh59TTwEvbJxem+6FLfLb33TTTcqzPbmESZGr48Ad7yV8K/73v//lGavTDWjYlbUYmN8yZWYwgnvje/v2229LnTp1nD4CaaunQ6bQeSvLaieHZQjBjcMR5AZOLmHwCgzD98jq2QWzdCu0Y/OmQ7HmtwEAIwDkzFbY1uhmL0IdMpXcdtTX6EasgnxP6fp2pOvjp0umvBjpHjp0SCl34dGbXOAtiPVn2bJl04XIl/vOmDFDTjvtNIERZWLJREXuV199pdI7GBWn3+v8rqw1MxiJMYXXLCJMeU3V6Iuw+9So1bmAE8MSOMFcf/31eXqXn6JK2E2N1bPrdK9sd48w/B6EAQAjAFgbyUMOMkmmkuXa73PSMDxHfvfB7zMtv/uvo30rBb6TCBpWUTigPzv11FN1dDOUbdAAIJTTwk6RQOoE7MJXQhmBQ4RmzZqlfpMUr7TK14Img3zhwpIeShnk9DJT/sMCDJuiokWLpjjinMv27NmjFIpGudvxO5T/r776qvTu3TuUm9YwyFSQB5mpTnYQMmUVWhvWjohkUbBgQcMhWDEM02Yj3QtbHKYgr1TygWTYPGx0HLjraMNqER4WS38/ZQoHknh+zCK7RCk3qw55iL18zMKSOjGIgDLm5JNPNvw2O8ntluo73Ol1YfgerV69Ws477zyZPn16nm6HyVtUh2IN3z3k9TWLaOV03szqnXXWWQLjuHSm6AiDTIVpjW41pzpkKrH9qK/RzVgFKVM6vx1en+dUrtclU9OmTVNKXqN9pZ3xmlWIeKztb7/99lDuEVPhjWus5DMTx6tjHWpmYBK2/UmqMmF3Hc6JYERq9Hw1adJErcOzs7Ptmsmo363OBewMIqyewUzKbe9lwnG2AyMJRAI1KpnkLQp5uO222+TJJ5/0gsz0Wpx3jh49Wtq1a+dL+1Fp1OqZxRhgxITos0WKFInKkBz1M4hzUkcdiXglHWuJiCOQffv2qXeykW7FifFafjampAFA1KWf/SeBBAJQxOBlaOTNiWo4eEdIZxwOB11wwIYFzUsvvWR46wYNGqhFYYsWLXzvGhYgCDcI5T48DY3K3XffrZT2xYsX99QfjBubA/wZFSyGERVgwIABoTzYCYtMBXmQmcqEByVTkKd//OMfMnLkyDzdtFOswdoRiu0ff/wxz7Vh8mxP58LWytgFm2LkKfWaCiQV+TK6RseBu9Vz5dQDy8yDC322O/DWxcKuHT9l6uuvv5bTTz/d8EAyaocdOmQqNhdWHjNWOVoRGhApAoy+mU42dXayoOP3dH+P8L1BhJLrrrvOcDhQlj/77LNSsmRJHcP11IYuxVoqnbC6t1OPy1Tum8o16ZapMK3R7fjplKmor9GtWAUpUzq/HXbz78fvumTKKh0Q1gkIX25maARvXXj6Jys3EQ4fe9Y+ffr4MfS0tGmlCIAiFxHNgjgPCHLwVjLmZA9mFZ0sLGsjP3la7X9xX5x/IUWCV6cNP8fgR9tW0aDs3jlW5wJh2b/5wcxNm2vWrJHzzz/f0AA1E9/NbtjE6kYhEmAq4/LjGnz7cCYBQyazkonPXlDnpH7MWdja9PNMK2xjteqPVTogq3OmXbt2qXRvMKhMLmE6P/FrLmgA4BdZtksCAROwOjRHV2AdDkVz586dPfcMB8tjx46Va6+9VrDptFOSY9M6YsQI5b1g5m0f5AvXasMDOFD04c/r4TkWO9jUX3rppYbMoRxCKCxs0MIYri5ImbITyiAPMu36YvR7UDKFe1steGAxjEOQZCW1lYebneFAKjy8XKNzYbt7925lQe3EihrGQDBSSs5FirGEUZGr48DdKmctxm0mT7H5tQqbjLDaH3/8sXTo0MGLOGi5VqdMJXbI6kAW9a655hp55JFHInMgqUOmYnyswvgPGjRIfRurVKmSZ37h4T9s2DBD47ywRFPQ+T2aN2+eSsOBP6wF7NZTCJ+I3Miob2bAaLXx1fJAuWhEl2LNxS3jVfOrAUDU1+h2c61LpqK+RrfjpPM9ZXcvnd8Ou3v58bsumUIYfxiKwoM9uUBZhIN9RG5J3vNZGZ/aKfH84OG2TewXIW+lSpWy3c+iLtZkMMLftm1bnltlqiLXKmetXWpGvKsmTZokF110keF3P2prTbfyhfpWxsZh2m+kMjav15iF8Ue7cAoaOnRonufS6lwgE6MpHDhwQBkX4117xx13qLRsdmdvcILB2aWZ81IU3s1eZcvJ9fnVAAD7N5zxQpl/zjnnSKVKlSxx4T2O1HbYv82fP9+wbiY+exhokOekTmQ2ynX8OtOKGpPFixcLIvgZObYNGTJERfarXLlyrmHZRaEI0/mJX/NBAwC/yLJdEgiYgF95m2655RaBN3zMojr5QAmKMeRJOeOMM6R58+bKsyErK0vwgt2xY4fMmTNHhZKCwYBZwaEIvP/NcuPpRIl+wUIcigSdpVGjRupAIzG6glU4Ry/3xkbumWee8T1cbVAyFWOBzRkOzsyiJbhlhgMVbHwRXcLPEqRMYRx21ujIfQTLxqpVq6rn8KeffpL777/f0NIR7eH5xOGR3UZYJ8PPP/9cbZiMDv/c3gfvDxgYIbpBYtm5c6cghOHEiRMFCkdE2YABFJSOMSUbZG7jxo0qbCTCSJkp1KDExWGlWXoFt312Wh9Wqoj4YBbVxWk7sXo4rMCCuGLFivFLrTzYUemCCy5QRiV4jmLcwHbWrFmW7/agw2oHIVPJvK0OJMPqGRKETIGTlSIEv+N7DyVJq1atlIEOUinA+AZpI4yew6C9AoP6HiVu5LGegqcR1lRYU5QpU0a9l2PrKRwYvfbaa4qTmTFl0M8d5hKHYHj/Ys2go+h634bNACAImYr6Gj0mP0HIVNTX6GAVhEzF5iSob4eOd4hRG0HIFO6LtRE8+Y2+Y+XLl1fKJxi9Y78MZfjcuXPVd89on4x1BNZ/OMwMc/n0009VH7Hvwnr7xBNPlMaNGxueCSASoZGhLcYX1L4tHSztPNjxzb/55pvllFNOkQoVKqizFMjHhg0bVESERx991HDPFBUZ8cLcztg2SCcSL+Pw61orRQjk484775Thw4cL3j9Ym0NhgjRdSIVpVMIW8U4Ht2QlNZ4zGGP16NFDKW5jjgKxcwG80+BwsXDhQsPb54fnzin3/GoAkLh/gzwgSg/2YMkyhXU5zuJGjRqlzmDM9m/gnYnPXtDnpE7lNsz10nGmFWYeRn3DugAGWkh1Y1Twjse3r3Xr1soxDudMiKCLM3Gj8+d0nJ+kgzkNANJBnfckAR8IWB10erldly5d5K233lIesChWHiWp3ifIxY4f/Y+NG9788CCOFb8U6LB0HzNmjO+pHIKSqRgvqw1EqrKFQxNY5fpZgpQpjMPOa83NWM0sJN20kUpdKP6wKNNVYPSABWCxYsXiTeqSJyOlua5+27Wj+x2CDSrCzHbq1Cl+a7sc9nZ9NPo9SKOu2P2DkKnEsdopuMPqGRKETPnxDQzaUEnX+yNRZoy+R1aW/G6fPazT0F7Xrl3dXuqpvs4xoCNQIEHpZRYq22lnw2YAEIRM+bEeCXKNHpvbIGRK97sw1veg1ui4XxAy5cf7HG0arUecPtup1AtCptAvu+hpbvqOtS0MorxGpHNzz1Tq6mBrZsybSn/Ceo1VDvtU+wwjXTgFwGAwU4uVghtjzg9ee1Zzi/0I3hP4VnstWD++8cYbUrt2ba9Nhep63d9KGOeDuV3UrlBB8KkzNADQA7Z3795q71OtWjU9DYakFT/2JbGhJZ+9h2TInrsR9JmW5w6nqQG7yBJOu4XzExjo9OzZ0+klka1HA4DITh07TgK5CfilrEXqgHfffVd5o6FgkwHveVgO6yhXXHGFPPzww+ogKIji5yIEHhyJkQX8OlwEpyDy1wYlU7F51705Q7vYxCJigp8lSJmKjcMqdJ/TseLZRli79u3bO71EWz3dC9vLLrtMEAIxcSOuQ55gDYqDteQQUtpA2DT0/+3dz8sNXxwH8FmxtPMHIKUoZKuEUso/YCulbKSwUfgXZM0fwJaIEOX3zxQLbFDK0h+gb++pq+t+n+eZuc+998zc+7ymbDxz75x5nXPPnDnzmc+ZRR+yVN+xUtr11Zxr09IBq/nOps+UaFPDZWiqmzZrujad0yz+3lTu1RxzuetRU6q1tsfKckPJ3FPyIcg0+o/R81vqepTx1Wj2krYuw/vl5jXLPCXTSclsLinDNB7+DJ/LoUOH6u/MW5CTbGshAGC0Tc37GH1Q3yXa1Cz6wkH5S4zRc6xS/VSONQuvUk6l+6mVUvq37dOSJSd9+qZNm9p+pLP9Jv295s3kZAZIwHbp61dJtGncuw2Xt2npgJLnNqtjNT3cPnjwYJ3hLoFXa3mbRp+Tub5k1MsbzIu2Jdg9mQdv3rw58akdP368XiIv/ZZt5XHI6NzoInndvXt3atlr05dn3mD79u2LRFSfSxfzpPOOWHpOa169pjHPlGdQeRaV5TxKZ3rtwl0AQBfqjklgBgKvX7+ujhw5Uv38+XOq3z6aASBfnknVPFRdLl12mwKksz179mydWrpk9GxSe2VZgzwsnPY2GoW40hrIkxy71NtFJdtUPGYxkVkiA0DJNjXcbrI2XX4/q0kPn4f/mVhMSvwutmkPbJfKADDJzX76p3xn+qgub/CnPeG+3Bt3GUAnCODEiRMTpfGOVVJrZXIk6bZKbiXa1PD5rLTmZm7kk1oza0z2bSvVpgbnnbchs+5x3kxaKe3hUk5djRNKXo8+f/5cT0o+f/581U0lb2xdvny52r1796q/Y5IPTvrwZ/TYMgC0r42lxjjzPEYfnHmJNjXvY/SS/VSOVfra0f5X0G7PEm1quCTp2/OWaLIujbvl4f+VK1dmvoTZuOVabv9JAtkShJyHaXn7cZEf/g/sMg5K2toEF0+yJb1t5h1mvczdJGWcxmeb+ulkf0v2xbXQdpo8J+lzuh5HNp3bpH9PIEl+L7mvX+3W5T3Jastc4nNrNQNA5uHyAspyS9q0tU/GwMwpDLLttv3cvOzX1TzpvPgsVc7Sc1rzbDXpPFOWHs78Z+l5y67MBQB0Je+4BKYskKjypNTOG73jTrKvVJTlUlx9+/atXjM7xxtnHe8MnrM24pkzZ+r1Abu4YXv8+HF18uTJZdf1Wk3VLJV6NxekTMrnzcVxjJqOXyoleek2lZuzWF24cKGJoNXfS64lWapNjZ541j+6evVqHbnYJiBn8GA7gQPD68C3Ap3iTg8ePKj7gWn8LpZLG5qH2tevX69v9tvYDE4vv688rMzDtKzB2eWW32AmttLPTmNr6jtyM5tU63lgO07d9KFfL9Gmhusg60Omf3/x4sU/19ykDzt16lS9Hm4X17emdlK6TaU8+S2mfi5evFilr2yzZXI7v8MsV9GFY8nrUSbPsi5dHgiM01ft2LGjDgJLX1oyO8Jo/X38+LE6evRo9f79+zZV27hP0qqePn164kj8uKbNZcmkgWvGagkwyP+XvgaWbFPzPEZPAynRpuZ9jB6nkm2qi2tHY2cxxg4l2tRocXI/nrXb83Z7mzFVgijPnz9fv4nUZZ8+Bmu9a94+zrUoQRZtt/TFye5z7NixhU5fv5THnz9/qvv371d5O7btmGjwPX257ret50n3y3X80qVLdSBNgpAGW5fX8knPaZafTz+ToIi293Hpc/JiTPqcDRs2zLJonX93fndPnjypAwHGeWjbh3vczvFWKEDGIdeuXavnhd++fVvvGbMElWROb3jZwT6fx2rKlnHRjRs36t/chw8fxvqKvXv3VufOnauSxWT9+vVjfXbedu5qnnTenAblLT2nNa9Og3Jnnunp06f1taztmCrzTBlb7Nq1q5N5pq7MBQB0Je+4BBZEIFF9GfBkQJ1/uTkbDP5yikkntmXLlmrPnj3Vvn376nTj8zSpsSDV5DQWXOD379/1gOfWrVvVmzdvqmfPnv094wxs8sZ/0irv37+/2rhx44Jr/Ht6ST0Wk7wVmcHhp0+f/k4i5QZ1586d1ebNm2uf9FFJ99/FA8c+VUpuaF++fFk9fPiwevXqVfXly5f/TbzlraO0rTzwTqaYSdfr7tP5K8tsBPLALeOD27dv17/HtLHBQ5FM5qafyluA+S1m7NB1AM5sFJb/1vhkPbtHjx7VGTmG+6p8KpNoWZc1/VT+pd9aKxHrpetiUY5njL4oNek85lng169f9QPfO3fu1IFSw/fJ6dcTcHr48OEqDwTmdS33TMD++PGjvhfJ9T1zA+/evfsbIDmYD0hwdq7xGXuvW7dunqt14rLngeT379+re/fu1Uv7ff369R+z4et+xtkHDhyotm7d6ro/sfzif8Fa6HMmqcX4ZK4kffJoX5X7kdzjZs5yMHfpHncS7cX/7KAvz7VvqetfAm1yj7tt27b6Om++afHbhDMsL2CeqdlcAECzkT0IECBAgAABAgQIECBAgAABAgQIECBAgAABAgQIECBAgEDvBQQA9L6KFJAAAQIECBAgQIAAAQIECBAgQIAAAQIECBAgQIAAAQIECDQLCABoNrIHAQIECBAgQIAAAQIECBAgQIAAAQIECBAgQIAAAQIECBDovYAAgN5XkQISIECAAAECBAgQIECAAAECBAgQIECAAAECBAgQIECAAIFmAQEAzUb2IECAAAECBAgQIECAAAECBAgQIECAAAECBAgQIECAAAECvRcQAND7KlJAAgQIECBAgAABAgQIECBAgAABAgQIECBAgAABAgQIECDQLCAAoNnIHgQIECBAgAABAgQIECBAgAABAgQIECBAgAABAgQIECBAoPcCAgB6X0UKSIAAAQIECBAgQIAAAQIECBAgQIAAAQIECBAgQIAAAQIEmgUEADQb2YMAAQIECBAgQIAAAQIECBAgQIAAAQIECBAgQIAAAQIECPReQABA76tIAQkQIECAAAECBAgQIECAAAECBAgQIECAAAECBAgQIECAQLOAAIBmI3sQIECAAAECBAgQIECAAAECBAgQIECAAAECBAgQIECAAIHeCwgA6H0VKSABAgQIECBAgAABAgQIECBAgAABAgQIECBAgAABAgQIEGgWEADQbGQPAgQIECBAgAABAgQIECBAgAABAgQIECBAgAABAgQIECDQewEBAL2vIgUkQIAAAQIECBAgQIAAAQIECBAgQIAAAQIECBAgQIAAAQLNAgIAmo3sQYAAAQIECBAgQIAAAQIECBAgQIAAAQIECBAgQIAAAQIEei8gAKD3VaSABAgQIECAAAECBAgQIECAAAECBAgQIECAAAECBAgQIECgWUAAQLORPQgQIECAAAECBAgQIECAAAECBAgQIECAAAECBAgQIECAQO8FBAD0vooUkAABAgQIECBAgAABAgQIECBAgAABAgQIECBAgAABAgQINAsIAGg2sgcBAgQIECBAgAABAgQIECBAgAABAgQIECBAgAABAgQIEOi9gACA3leRAhIgQIAAAQIECBAgQIAAAQIECBAgQIAAAQIECBAgQIAAgWYBAQDNRvYgQIAAAQIECBAgQIAAAQIECBAgQIAAAQIECBAgQIAAAQK9FxAA0PsqUkACBAgQIECAAAECBAgQIECAAAECBAgQIECAAAECBAgQINAsIACg2cgeBAgQIECAAAECBAgQIECAAAECBAgQIECAAAECBAgQIECg9wICAHpfRQpIgAABAgQIECBAgAABAgQIECBAgAABAgQIECBAgAABAgSaBQQANBvZgwABAgQIECBAgAABAgQIECBAgAABAgQIECBAgAABAgQI9F7gPzsCnsnZl8uD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13" name="AutoShape 13" descr="data:image/png;base64,iVBORw0KGgoAAAANSUhEUgAACAAAAAHhCAYAAAD6J17EAAAAAXNSR0IArs4c6QAAIABJREFUeF7s3Qn8VdP+//FPuJEhQ8rYLWOlKxJFGaIQDagoQqUkqVQyD91MpYylkCEyNZEmlEIkhW7oj0jXnCHD70qGDP0f731/p9853+/Ze+199jnf7znn+1qPR4/rfr97r732c629z/dxPp+1VqUNGzZsMAoCCCCAAAIIIIAAAggggAACCCCAAAIIIIAAAggggAACCCCAAAIIFLRAJRIACrr/aDwCCCCAAAIIIIAAAggggAACCCCAAAIIIIAAAggggAACCCCAAAKeAAkADAQEEEAAAQQQQAABBBBAAAEEEEAAAQQQQAABBBBAAAEEEEAAAQSKQIAEgCLoRG4BAQQQQAABBBBAAAEEEEAAAQQQQAABBBBAAAEEEEAAAQQQQAABEgAYAwgggAACCCCAAAIIIIAAAggggAACCCCAAAIIIIAAAggggAACCBSBAAkARdCJ3AICCCCAAAIIIIAAAggggAACCCCAAAIIIIAAAggggAACCCCAAAIkADAGEEAAAQQQQAABBBBAAAEEEEAAAQQQQAABBBBAAAEEEEAAAQQQKAIBEgCKoBO5BQQQQAABBBBAAAEEEEAAAQQQQAABBBBAAAEEEEAAAQQQQAABBEgAYAwggAACCCCAAAIIIIAAAggggAACCCCAAAIIIIAAAggggAACCCBQBAIkABRBJ3ILCCCAAAIIIIAAAggggAACCCCAAAIIIIAAAggggAACCCCAAAIIkADAGEAAAQQQQAABBBBAAAEEEEAAAQQQQAABBBBAAAEEEEAAAQQQQKAIBEgAKIJO5BYQQAABBBBAAAEEEEAAAQQQQAABBBBAAAEEEEAAAQQQQAABBBAgAYAxgAACCCCAAAIIIIAAAggggAACCCCAAAIIIIAAAggggAACCCCAQBEIkABQBJ3ILSCAAAIIIIAAAggggAACCCCAAAIIIIAAAggggAACCCCAAAIIIEACAGMAAQQQQAABBBBAAAEEEEAAAQQQQAABBBBAAAEEEEAAAQQQQACBIhAgAaAIOpFbQAABBBBAAAEEEEAAAQQQQAABBBBAAAEEEEAAAQQQQAABBBBAgAQAxgACCCCAAAIIIIAAAggggAACCCCAAAIIIIAAAggggAACCCCAAAJFIEACQBF0IreAAAIIIIAAAggggAACCCCAAAIIIIAAAggggAACCCCAAAIIIIAACQCMAQQQQAABBBBAAAEEEEAAAQQQQAABBBBAAAEEEEAAAQQQQAABBIpAgASAIuhEbgEBBBBAAAEEEEAAAQQQQAABBBBAAAEEEEAAAQQQQAABBBBAAAESABgDCCCAAAIIIIAAAggggAACCCCAAAIIIIAAAggggAACCCCAAAIIFIEACQBF0IncAgIIIIAAAggggAACCCCAAAIIIIAAAggggAACCCCAAAIIIIAAAiQAMAYQQAABBBBAAAEEEEAAAQQQQAABBBBAAAEEEEAAAQQQQAABBBAoAgESAIqgE7kFBBBAAAEEEEAAAQQQQAABBBBAAAEEEEAAAQQQQAABBBBAAAEESABgDCCAAAIIIIAAAgggkCTwxx9/2IwZM2z8+PG2aNEi+/77773f7rDDDta0aVPr3bu3nXjiiVapUqW0bnHPpzMQyAeBzz77zG6//XZ74YUXbNmyZRub1LBhQzv22GNt8ODBVr169XxoKm1AAAEEEEAAAQQQQAABBBBAAAEEEEgSIAGA4YAAAggggAACCCCAQJLAhx9+aJ07d7alS5emdTn++OPt0UcftWrVqqX9fdzzK0pnfPzxxzZ69OiUALOCy0cffbT169fPateuXVEocnKfa9assfvvv9+mT59uixcv9q5Rp04dO+KII6xv377WoEED3yQWHTts2DC74oorfNv2yCOPWJcuXXLS9opa6YYNG+ztt9+2O++8015++WV7//33PQo9F6eddpr16NGDpIuKOji4bwQQQAABBBBAAAEEEEAAAQQiCJAAEAGLQxFAAAEEEEAAAQTM1q9fb8uXL/dmx+ufArmJAKN8atWqZfXr17dDDjnEmjdv7v3vVlttVTB0Crp16tTJ3nrrrbRtdiUAxD2/YKBiNFRj5swzz7RXXnklbS1KAnj44Ydtt912i3GVinvqDz/8YOedd55NmTIlLUK9evVs4sSJXhKAX7nuuuvsmmuu8f09CQDZH18K/iv56L333ktb+amnnmr33HOPbb/99tm/ODVmTUCfkatWrfI+HxcuXGiff/65rVy50j755JON19hmm23swAMP9N5xBx98sDVq1MgOOOAA+jZrvUBFCCCAAAIIIIAAAggggEDFFiABoGL3P3ePAAIIIIAAAgiEEtDM1BUrVnjBJwVmE8vihzlZgY5TTjnFLrzwQi/gsckmm4Q5rdyOiRvAj3t+3BvXFgRTp061G2+80UvUiFo0S1xJHLvuuqsXINbs4/3339/bAsFv24Oo19AKCkoACCqaud6uXbuoVXO8mZdYccIJJ9jatWt9PW699VYbOHCg7+9JACj7oXTbbbfZoEGDfC+sd+ncuXPt0EMPLfvGccVAgb/++sveffddu++++yJ/RiZX3KJFCzvnnHOsTZs2VrVqVdSLUEB/P40bNy5ldRbdpj53lQTStWtX77Nvs802y+ju161bZ3fddZe3ldGbb7658XMgsY1R9+7dY9WfUaM4CQEEEEAAAQQQQAABBMpcgASAMifngggggAACCCCAQGEJaLb2kCFDbMKECbEbfvbZZ9v1119vNWvWjF1XriqIG8CPe37c+9LWBW3btrUvv/wyblUp5zdp0sTat2/vLUWuQEWcZABXcFkXVgLD5ZdfntV7qCiVhUmw6NOnj91yyy22xRZbpGVx9RErAGR3NP3yyy9eQoaSrIIK7tl1j1ubkuOWLVvmfa5NmzYtbnUbz1cillbg6NChg22++eZZq5eKyl9g0qRJ3koffsW1ypDrDpQAdvjhh/sepiQDtUFjjIIAAggggAACCCCAAALFK0ACQPH2LXeGAAIIIIAAAgjEEtBM8smTJ3v7gCcvXRyrUjNvhptmpx122GFxq8rJ+XED+HHPj3tTruBC3Po1C7ljx45ecKp27doZVecKLqvSa6+91q6++uqM6q/oJ4VJANAWAZpxXqVKlbRcrj4iEJ3dUUYCQHY9y6I2zbTWShojR44MXG0jTlu0EoDqr1u3bpxqODePBFzvZxIA8qizaAoCCCCAAAIIIIAAAgUsQAJAAXceTUcAAQQQQAABBHIloGDUiBEj7J///GdOLpHPe1nHDeDHPT8uuCu4ELf+xPlaTviqq66y3r17+waR/a7lCi7rPNcS9dm6D1c9iS0VtLT3a6+9tjHQp0SIZs2a2bnnnpt3yymHGQOabT58+HCrXLlyWgJXH1X0BAC9I++99157/PHHbfHixRsN9VxoGfcLLrjAjjzyyNArZZAA4HoS8+v3X3zxhbdiw5QpU3LesHxPmss5QJFdwPV+JgGgyDqc20EAAQQQQAABBBBAoJwESAAoJ3guiwACCCCAAAII5KuAZjVq+XX9y1XRnvJaXSAfZzXGDeDHPT+uuSu4ELf+kuefddZZXrLIzjvvHLpqLXOuxIGgMn36dC+wXt7lu+++sy5duticOXPSNiVusCYX9/fcc8/ZcccdF1i1K8GCBIDgnnE9564VFtLVPmzYMG/FFb+yyy672MyZM61Ro0a5GDbUGVLg66+/NvWv3lFlVbQFy/jx461evXpldUmukyMB12d03M8UtgDIUcdRLQIIIIAAAggggAACBSZAAkCBdRjNRQABBBBAAAEEcimg2c7aF/yyyy7L5WW8uhcuXOjNoM634grsub6cj3t+XA9XcCFu/enOb926tY0ZM8Zq1aoVqvqVK1eaEgeWLFmS9vhTTjnF2wu9evXqoerL5UGFmACwZs0aL0Dptye5gokPP/yw7bPPPr50JAAEjyrXc55JAsAbb7zhba/ht+XK2WefbaNHj7aqVavmcshTd4DADz/84D1bZTHzv2QzTjrpJO+9uNNOO9FHBSzg+ox2/Y3hunUSAFxC/B4BBBBAAAEEEEAAgYohQAJAxehn7hIBBBBAAAEEEAglsGDBAuvatatvACq5Ei2BrkBt9+7dTUsUb7fddt5y13/99ZcpSLJ8+XJvxqKCkGvXri11fRIAqoXqk6gHuYILUesLe3zU4JTGx6hRo+zll182BVNVGjZsaEom6NWrl9WsWTPspXN6XCEmAAjks88+s9tvv91eeOEFW7ZsmWdUp04dU3CpZ8+eplU4ggoJAMHDKhcJABs2bPC2mdDWAvPmzdv4Hj700ENNz1ePHj3yIikmpw9cHlceNUFOz5j6TCuZaIWUKlWqeHeX+IxcsWKFPf3003b33Xfb999/H+rO9VwqQW+zzTYLdTwH5Z+A6zOaBID86zNahAACCCCAAAIIIIBAIQqQAFCIvUabEUAAAQQQQACBHAh888033n7mM2bMcNau5cW1XLUCtgr6B5VPP/3Um7WqmYvJiQAkAJRPAkBQcEH7kP/444/23nvv2fz5871ZrongvHNQmFkxBqcKNQEgTH8FHUMCQLBgLhIA4vYZ5+dWQDOrtR2I3woNiavvsMMOdvPNN9sZZ5xhm2++ubNRWrFD26joHFfRKitTp061gw8+2HUov89TARIA8rRjaBYCCCCAAAIIIIAAAkUmQAJAkXUot4MAAggggAACCGQioJmn9913nzfz2lWUJDB8+HBTkCNsUf2vvvqqDRgwwF5//XVv9vHkyZOtbt26Yasos+NcgT3X7Ly458e90WwGF5QQ8MQTT9j1118fKhFAe5RPnDjRjjzyyLi3kTfnkwCQviseeeQRLxhaUYvrOc9kC4CKalkI963EqH79+tmECRMCm6vVcO666y477LDDIt2WVhd46KGHbODAgWlXzEmu7Oqrr7YhQ4bYpptuGukaHJwfAtn8jE53R2wBkB/9TCsQQAABBBBAAAEEEChvARIAyrsHuD4CCCCAAAIIIJAHAl9++aVpf2ktOx1Uoi7zXrKur776yq688krbcsstvRmPiSWR84BgYxNcgb2KlACQQFG/XXLJJd6+8a5SbPuUkwCQvsdJAHjfOnXqZG+99VZaIBIAXG+Kwvq9VkTRljfptrNJ3Ilm5yuIf9RRR2V0c2G3GGjSpIk9/vjjtscee2R0HU4qXwESAMrXn6sjgAACCCCAAAIIIFBRBEgAqCg9zX0igAACCCCAAAIBAk8++aR16NAh0Kg8lx5WYGTVqlWmbQP0T//95ptvpgRjtE+29lnWzMtmzZrZQQcdlFGCAQkA6YfBunXrvCSAsWPHBo6TbbbZxqZNm2YtWrQo02du/fr13piYM2eOLV682N55552NS3WrTQceeKDttddedvjhh1vLli2tZs2atskmmzjbmA8JANozfMGCBd7MYgUitV+4xrvuQ3uM165d23kfUQ+IugWA2qhnZ+bMmfb88897K30k9jVXWxs3buwFUPV8hlkWPWp7y/p413siHxMA1EefffaZl+gV9B7VeGratKn3T6u1VK5cucx4tRXNU0895Y2jRYsWpR1DCoCXZfLYb7/95r37Ro0aFehw++23W//+/Z3b4gRVomSrnj172uzZswOvVagJOPos/+CDD2zu3LneO03bKSxbtmzjvWpboTp16ljz5s29f/vss0+o93ScAVrW79diSABI9KM+j/Scfvzxx97nbqKU/MzV564+fzfbbLM4XVWQ58pG22Dpmdbnhsa3Pge7detmRxxxROD41upZX3/9tb344ove3zYrVqxIcVZde++9t7cliJ6XQw45xLbaaquCdKLRCCCAAAIIIIAAAtkXIAEg+6bUiAACCCCAAAIIFJSAArt9+/a1Bx98MLDdZb3ssL74VHBAs87vv/9+577LJRuvLQq0nLICcdWrVw/dJ67AXkVcASCBFzY4JXdtE+EXOFTwYMaMGTZ+/PiUIJ/6TEHH3r1724knnhgqkKbxq7GrL9jVd2GLvii/7LLLrF27dilBiaVLl3pL20epy++aClRq/CqIVbKsXr3ahg4d6n2pn9hTXPev8aWfJ85REF3Pnl/ihYIId955Z8qX/np2XnrpJe+cJUuWpCRCKBCv+zvrrLMCgzFhEwB0LQXwtE2EEj9cRe433nijHXPMMaEDe+pjJT9oO4rkIFMm40Xtffrpp+3uu+9OGXtqtxIVlAh1/vnnlwqiKCAt60RSg+s+s/17BYq0aoraGLVoK49Zs2Z5z8jLL78c6XQlfmlrmO7du5u2+IhSwo5x1blmzRq75ZZbvDEbNMtex2YyhqK0u+Sxrs8EHa9kHG0PENUoXbv0eackgKCSLsFEQcKbbrrJtAR8sqGChBo/l19+ue25556RKIKeFwXr1Q4lIbkCu3qGp06d6vXx8uXLQ7dB7b700ks93yiJQ2HHXibv19CN9zmwkBMAtBWG2q/3cZR+FIWSifRu1edP1apVIzEqoezmm29O+TxTBRqDxx57rA0ePDj033l616iu5557LiX5RO86fWarLr1j/IoSgu6991574IEHUs7Xyh/a5korZVWqVMn0d46sBg0alPZzo169ejZlyhSrX79+qUvpuXv77be951mrfYQtSrzo2rWrl7CkJEcKAggggAACCCCAQMUWIAGgYvc/d48AAggggAACCHgzpU899VR77733fDWCvqjMBaFmTF177bVewMAVDHJdX8EPzcxUYFVfyrqKK9hTkRMAZKeZmx07dgzsFwXxH3vsMdMX6unKhx9+aJ07dzYF29MVl3HiHM2Gu/DCC702ZVL0Zbm+XG/duvXG04cNG2ZXXHFFJtWlPcdvpm5QEChxjmb+ad9xBQn8SjqrH374wQvw+80i1j7lkyZN8mYi+pUwCQAaB/fdd59dc801kQLjcr/qqqu8vgsT1HM9k1Fm2ysYrgSVe+65J+2tp7P59ddf7aKLLnKufpG1QeNTUZ8+fbwA6hZbbBHqUgoivfrqq15QSgG0OEXPshI3TjvtNGewN3GdMGNcbdSKEfL1204hXbs1hpQYo750BZ/j3LfOVbKSgnpBRQklGofZKB999JGdfvrpXrDTr2i2r3x33XVX75AwYzSTJD4F0hWwVXJBpu9qrcyiIH6m72ld95xzzrEbbrjBW+UnTAkz9jJ9v4a5ftAxhZgAoFUStFKU3ttxk+P0jtV7TElgYf4mk6Xr80grmmjlpzBFCTJakcCv6G9PPSt+JejzKPFZ9Le//c1uu+02r91Bf8Oma7cSDMaNG+dtl5Xp37/ankZ1RE20COPHMQgggAACCCCAAAKFI0ACQOH0FS1FAAEEEEAAAQRyIuD6MloXTTfLOCeNMfOWBdYMpsSs6GxcJ8rezK5goys4Hff8uPfr6k9X+13XD7tihII9mpmXrmTDSAkrmpUcFCRz3Yt+r6CmZsYmiivQEKbO5GNK1p/4nStAdfLJJ4faciFdf7q2LchGAoBmgGo5ed1fpkWrRCjw6wrgusZLrhMAXEkDmd5/1POi3KdmnyoorWSWTINI6dqn+vQvzDLTrjGuIPfEiRO9JJdMVlZQEoCCbAoOhw0kRjX/888/vWCgEoP8ilbrULJagwYNolaf9vgw4033rnds8ooQstBsY7/SqlUrb0WSHXfcMXQ7NUv6uOOO8z1eiUZjxowxtadkUXKHVgVRm7Lxea4Ar1ZHCEpcKov3a2g8nwNz/RntCnCHef8nN12f+XrPx3nXl6TQeFF9Wu3H9f7Xua7P5XxKAFByw/Tp0717c717S7Zb722dr9WJ4pRGjRp571ZtD0BBAAEEEEAAAQQQqLgCJABU3L7nzhFAAAEEEEAAAQsT3BBTNmc3BrH/5z//8ZY+VjAl2+Xoo4/2gh+77bZbYNWuYKMrgB73/Lj3nevggtrnuoaOufXWW73ZuelKXCPN3FQwVF+yxy3Js/30PGg2ezYDHX6zCYMMNU4VxNfMbVcprwQALXX+5ZdfupoX+HsFgTRLUatBBBXXeIkSGHcFV9MFx3766Sdvm5SHHnoo1v3GPTnsfSqIFGb2aabtCZu44Rrjm2yySaggWVA7ldylzwvtgZ2L4lpNQ9dMrISx7bbbZq0JWqFCAcSgogCfZvomigK/J5xwgm/QUc/bM888E3qmtAL4mnUfNBs66D2fi2Q+rcQgm5122inQxjX24rxf43ay6/PT9TeG6/rZTABQ8F8z0e+44w7XZSP/XuNRf1sqEciVwFNICQBnnHGGnX322aGSXpITAPS8aUWiMIkDLuyoSR6u+vg9AggggAACCCCAQGEKkABQmP1GqxFAAAEEEEAAgawIhAm4p5tpmJWLp6nEFeiLe10tV679ioOKqw2uL+fjnh/3HnMdXFD7tDetgl4rV670bW7QcuVxjPQlufpR+5Jno5QM0LsCDVGvmckKAFpmXSsbhJk1W14JAFEd/I4Pk5jjGi9hA+NqQyYJAK5zsmXhqifsfSowrOfDNfvUdT2/34dN3Ah6F2nmurafyUYbtYqEAtVhtpOIes+u7UpUn1YQ0Xtj0003jVq97/EvvfSSaU/xoFIy+P7tt996W388++yzvqdpdrESs1wBV1Xgqk9JQE899ZQ1bty41PWytUJLuhvRChRDhw4NnDkeNPbivl/jdnKuP6OzlQCghDiNMe0nn6uiBB55uJbvd30u58sKAPo803YJSn4JU5Lb/cUXX3jP7wsvvBDm1MBjSACITUgFCCCAAAIIIIBAUQiQAFAU3chNIIAAAggggAACmQkowKjZSosWLfKtwLWfe2ZXTn+WX7BFAacWLVrYqaeeakceeaTVqFHDKleu7FWyfv160xen2tN85MiRgUtJh5mp6Qo2kgBgFmZWbOvWrb0VF7bffvtSnR3HWNdWEoeWlk5XNFYUKNUsOgUXtLywvpDXecuXL/dmC2uWXWLJ8ZIJAK5ltKOO95KzdBPnu4JAYa9T6AkAuk9XYo5rvIQNjOtarmB+usCJ3jFaklljozxLmPtUUo6CSK6tMTRD9YILLrD999/fqlSpYkqs0TMxZ84cu/322+31118PvNUwiRvZGuMu81wGuxYvXuwtgR+UqJCLFXLCJFkNGTLE9C8RzA8zYz/MZ2DC+7XXXjNtReK30scpp5ziLclf8h3vesZUv5bx1/jr0KGD7bzzzqbVIHSe3tHaUmDChAm+3R5m1YdsjT3X571rbKb7vattca+ZrQQA1dOlS5fARLTE5622bdp33329v8v0efvVV1/ZE0884fWl3t9BRe+i0aNHB+5XXygJAFHHQ3ICwJNPPuk9D37lkEMO8Z73ww8/3BKrjeiZkbWSfvR3zcsvv+ydnst3YtR75HgEEEAAAQQQQACB8hMgAaD87LkyAggggAACCCBQ7gIrVqwwzYbTl+5+Je6X0VFusmRgWV/0a39oBbQU9A8qCn7Mnz/fW3rVL2ChYNfkyZOtbt26vlW5go0uj7jnR/FKd2yugwu65q+//urt3T527Fjf5rZs2dIee+wxq169eqlj4hi5AmNhlif/8ccfvQQCLWuswIKSFRJl6dKlXtDDFbQI009NmjTxkiC0R3jJ4uqnMPXrmHR7cGt5a92DgrnpSpjggCvgklyvgkAKAGnWeb169bykCz3LMlaChWslA79AYuIarvESJjCeqMsVnPSzmTlzpnXr1i2jverD9qXrONd9asauZkar7/yK+krPrRK/FHRNV9asWeM93xq7QcWVuBF1jOvdPXjwYG8MaTa9tvrQtgua3e9aKUDbgbRr185FGPn3M2bMMC07H1T8knwiXyzpBNeY16HpxoNrGwDN2tdY1h7hruJKhvJbTUCfw3qm/fpMCRV33nln2vei2hRmH3RtS6BgqN+qC1HHnp9Fuvery831+2y1zXUdv9+Hef9r6X9te/Lggw/6XkZ/nz3wwAOmZCC/FSWUkKR65s6dG/hO0meFkjz9iuvzKF9WAIjSJ/q7QAmJDRo0cG7Hpb8lxo8f770b/YoSL959911v1Qb9jabEpKpVq0ZpEscigAACCCCAAAIIFJkACQBF1qHcDgIIIIAAAgggEEXANVNMdbmCTlGu5zo2sQeqvtzXl8aa6R3lC8zffvvNW6521KhRvpfS0qxaRcCvuAIvJAD8V871hXxQkCGOcdDS2MlfqLvGWtjfu4LprvHgd50oQSAFbbWlgpJhdt11V/v9999NyTsKmshZAcrkAIyrzWECQK7+TdyXgkBaeUMzF9MFlMPsA+7am9w1XqK8ozJNACjZj9lsU6LuuHV+9NFH3n7aQbP/R4wYYYMGDXIuV69ZpT179rTZs2f7PiquxI2wYzxoDIXdF7vkSh5hn2/XcWHuIUrw0XW9xO9dz7DfZ7Nr2X6dF2bFAtf2QH6JBK7P4DCz99VGBaC1VcG9996blsy1MlGYfktUHPX9GrYPs/Huj3utdOeHef+7Vn8Iuw2Irq/tIPReeuutt3xvp3///qZ3k982Hq7PoyjPoOvvXte7xPWeLnmTbdq0sWuuucYaNmzofUbq3Tpr1iwvSU5/52611Vb2888/24UXXuithpOu5GKbkVyMLepEAAEEEEAAAQQQyC8BEgDyqz9oDQIIIIAAAgggUKYCri9C1ZgowbUybbzPxbR0sGYj+5VHHnnEmx3tV1xf7roCvnHPj2voCny42h/2+sOGDTPtxexXcpUAEHR/xZgA4Aqwp/N3BQ/DBIBcARddV23TDO2gvcoVwFVQQ6sDBJWS+5knH+t6pqK8o4o5AUDLsSto71c0Q14BVddqKonzXUtSu2aTu95FiTF01113WatWrXxnEWvFDiW/BC0LH2UMhH3H6bgw9xAl+Bj22q5n2O+zOcw2AFrJQjPwFXj0K66VVvy2EnjnnXe8rXoU9E1XXDP3k8957rnnvO0X/EpQMl+YfkuMv6AEprD9FeW4sG2LUmeUY13v/zAriUR53jQY7wViAAAgAElEQVQmtZqEVhXxK66EDtfnUZRn0PV3bzYTALR1jP5OUsJEUHE97yQARBnhHIsAAggggAACCCCQECABgLGAAAIIIIAAAghUYIFJkyZZ586dAwWifNGbD5SuoAEJAMd7Qa1q1arF6i5XECNXCQBBKwDohhQo0JfuWoY+G8X1xXymCRUuP7VdQQPN1tXsSb8lltPdo6vNrgBQwlGzFv1KlLZ9/vnn3pLzif2J09WpFQ60pPgWW2xR6tckAPyXJOhdHGbJ7jAzv5PxV69e7SVLvfjii77jIKhO1xiPMobuuece6927t287crFUe5jnQMdECT6GfSe5nuGg8eDaBiDM8+9KJvFL2Anqc9dKHyVttHWI3huLFi1KyxaUNOQae3Her2H70O+4MG2Le42g8139ry2UtB3HvHnzfKvRkv7HHnts6Ga6EkpUUVCdhZgAoM80rWoQlGiTAHStAKA+e/zxxwO3AAjdGRyIAAIIIIAAAgggUGEESACoMF3NjSKAAAIIIIAAAqUFwnwRXWgJAK7ZXSQAZCcBwLXSQq4SAJYuXWpt27Y1BSn8ivYR11YQ1atXj/3YuwJxuUwAyDSZwdVmVwBIaK6AS5S2aUapZv5q1Qi/EuRIAsB/1YLexa5gqWu2frp+Wb9+vZdMo9m7fiVoZqrr80XP6A033BAqWWfx4sXebHC/feUzfQ5dLwjXc6Dz8y0BIMw2AEGfg65VMvzGkmu8NGrUyCZOnGh77723i937ves9FmfsJd5x2UwWC3VTIVeVCFtXJse53v+uz1jXbP10bXJtKaFzgpKJXM9hlGfQ9TdiNlYAaN26tbfyzc477xyqi1zPjipRv2m1ihYtWqTdbifUhTgIAQQQQAABBBBAoEIJkABQobqbm0UAAQQQQAABBFIFinEFANeXuyQAZCcBwPWFfK4SAMLMTtQo1/L0PXr0MM0M1n9HmUGf/JS4glCZBh5dwdGTTjrJNOt5p512ivzacrXZFQBKBMeCVgBwPUclG+161wQFB0kA+K9mUAKA673XsmVLe+yxxyInxcSZee8a465AW/IYco2BTJ9D18Pl2upE50cJPrqul/i96xkOGg9htgEI2nPdZe23/L8ryBu1j1yzooOeB9fYi/N+DduHfse52ha3ftf5rve/q33aZuSOO+6wLbfc0nWpjb8PkwQWlNDh+nsjyjPoele63kuu5yPM1jjp4FyrbiTOadOmjWl1gebNm1uVKlVC9wEHIoAAAggggAACCFQ8ARIAKl6fc8cIIIAAAggggMBGAdcXoUFBhrJk/OOPP0zLiC9btsw0O+3NN9807Qut//WbEerXPlfg0vXlriuIEff8uK6uL+9d7Q97fdcX8vpyWm3ZddddS1UZxyjMfsIlLxjnC3NXIC5TT1c/uYIQQf3karMrAKS6Xf3reo5Kts/1rtl///1t8uTJVrdu3cjjJcoqJa7ZzWFs1EDXGI7SpsQNx6nTNZ4yCdqpXTNmzDAFS/1K0Ph3tSnKGHfZZPocut53rnvQ+VGCj67rJX4fZvsFV0LICSec4Pv5GDSL29Xnfkvvu1ahCHvvYY/TLOuHH37Ytt9++1KnuPotytgL256wx7naFraeTI9zveNc7/4hQ4aY/kVNqtNKIoMGDfJtdtB4drUpyjPo+ixyjY1cvYs++ugjb7ufJUuWhOrabCU5hroYByGAAAIIIIAAAggUpAAJAAXZbTQaAQQQQAABBBDIjoDri1BdxW+2X3Za4F+LAr0KKOgLfs2M0n9no7gCl3G/3I17ftx7dAUXshEocwVRdQ9xlnR3tfHjjz+2M8880zR+o5Q6depYv379rFu3bqH25VXdrmC6q61+7XP1kysIEXTfrja7AkCq2xVwcT1HJdvnei50vF8Qx3VulGC7a+yGsVFbs9mmhFWcOl3BtYEDB9rw4cOtcuXKUR4Z7xk7/PDDfc8JSvTJ5hh32WT6HLowXPeg86dPn27t2rVzVRXp9677VWVB74gw2wCka7drKfKgrSTCtDkSguPgsko+yWabVZdrTMUdy65nNugd5+p/td8vAcTl5LpvrdYzZswY22abbUpV5fo8KoYEAP3NO2rUKBswYICLstTvlThw6aWXWoMGDSInZkS+GCcggAACCCCAAAIIFIwACQAF01U0FAEEEEAAAQQQyL7A22+/7QX4V65c6Vt5pktHx2nt999/byNGjLCxY8dGnuHvuq4rcOkKYri+nI97vqv9rt+7vmR3td9Vv37vCjDrmKCgbDaMXnrpJevVq5cXiI1alAhw/fXXW/v27Z176bruNVNPVz+RAPB/veoaLyQAuBM2Mh1PcYKJ2RzjrjGQ6XPoenc899xzdtxxxwUe9tBDD9nZZ5/tqirS7xcvXuxdN2iFm6A908NsA5BuyXXXygNBCYFh2hwJwXEwCQDpgeI8s64EKV3R9TeUX7e53gdB/VkREgDktm7dOrvyyiu9LRYyKeecc47dcMMNtvPOO2dyOucggAACCCCAAAIIFJkACQBF1qHcDgIIIIAAAgggEEXgww8/tM6dO3vL6vuVffbZx6ZOnerNLCqLopn+F1xwgc2ePTsnl3N9eR030BT3/Lg3HedL9rDXDpM4ErRMcLaM/vWvf5n2so66EoDuU7MMr7rqKrvwwgtt88039711EgDS07ieo5Jnufpcx7MCwPvWqVMne+utt9Kix1kimwSAsG+31OPCBLUztQ1q0aRJk7zP5qDiWnlA78WgbQDSrd7gSngImv3tCjxn1gP+ZxXrFgBxk1lc/RC0AgAJAMEra2g0uj7L4vaf+uCWW27xkmCjbnGl9jVr1szuueceq1+/frYfOepDAAEEEEAAAQQQKDABEgAKrMNoLgIIIIAAAgggkE2BH374wbTsqivY7go0ZKtNX3/9tTdzXNfLVXEFLuN+uRv3/Lj3XRYJANqSQXuKB5WJEyd6wcx0JZtGmjE3btw4b0a/Vo6IWvQlu/Yl3nTTTdOeSgJAelHXc1TyLFef63gSAAovAaBRo0amZ33vvfcuNVBc76IogXPX+IkbdPN7b7iuq/P0LtSM3S233DLq6yft8WFm74dJzHNtA6AkqGnTplmLFi28dvz55582dOhQb/uPdCVo+X8d7wo8ZwUnqZKrr77a24s+3bs7m2Mv2+12tS3uWHb1Q74mAAQldFSUFQASY03vgGXLlnnje9asWZGHYJMmTbzts/SeoCCAAAIIIIAAAghUXAESACpu33PnCCCAAAIIIICAhdnvVUzplgrONl+c/U+jtMUVuHQFfFxfzsc9P8q9pDs218GFH3/80fr162cTJkzwbaorOJULIwXqH3zwQRs9erRpFYmwpVatWt4KFwcffHDaU0gASC/peo5KnuXq86Ax4zqXLQDcWwAMHDjQhg8fbpUrVw77aHjHuYKJZbUMu2sMuN7LkW466eAwSXJNmza1xx57zPQuyUb5z3/+4yUV6L3kV1q1auUF+HbccUffY8IkEiiwqiXHK1WqZK6EgaA92tWIMCvDZMNHdZx22mneDGk/c9fnYJTkk2y1OVGPq21xx7LrmY2bABC0CkSQleu+46xw4pc8lq49Lh/X2CjLd9Fff/1lixYtMpkrWSdKueiii7ztAIJWOIpSH8cigAACCCCAAAIIFJ4ACQCF12e0GAEEEEAAAQQQyKqAlgrt3bt3YJ3plgrOaiPM7Msvv/T2UZ43b15g1aeeeqqdeeaZdtBBB1mNGjVKBbRcX+66Apdxv9yNe35cV9eX7HGDC3PnzjXtAx20NG3QPtG6v1waafncl19+2UsG0My5MEvoBs0kJQEg/Yh0PUclz3I9l0FBKdd4iTID27XEdVA7ku/J1aYoSQmJeuPU6XqPZ9IetWvGjBl20kkn+b6Wgp5117vIFWiL4h33veZ3g2GT5PRePPbYY+O+vr3zX3vtNTv55JO9z0S/EjYpz1VXciKB69i7777bW6HHr7jGb676KF17sjn2stKpSZW42hbXKc67VqtA6PNw2LBhvrcd5blNruS2227zVtvxK0FJSq4VABYsWGBHHnlkqK5y+bjurzzGuZJ5lNg4efJk02fv8uXLnfdar149mzJlClsBOKU4AAEEEEAAAQQQKF4BEgCKt2+5MwQQQAABBBBAIJTA0qVLrW3btoHBBlUUNeAX6uJJB7n2HtZMvzFjxnh7Gm+yySa+1bu+3HXdR9wvd+OeH9Wt5PG5DC6E3aLBNUOwLIz0hflHH31kCjo89NBDgYkAQQkuJACkH5Gu56jkWVoxomvXrr7Du2XLlt4s6urVq5c6JpvjpVgTAFx7xmcaVHQlFgQF7VzvIlegLXkgZHMMRH3HugxUX//+/b0Z6XFn2/7xxx/est833nhjYDPDbsujFQx69OjhO3tYy/o/9dRT1rhxY+9d6Regda3qosauXr3aunTpYi+++GLatgc941H7xHV8Nsee61pRf+9qW6bPaqIdrr+BXElOCv5fccUVvreVSTJRmMSCoL8bXAkAUT6PXD6u91J5vovUKfoMU3LjyJEj7fXXXw8cfq6knahjl+MRQAABBBBAAAEECkuABIDC6i9aiwACCCCAAAIIZF3AFSBIXPDoo4/2lhzebbfdst4GVegKstxyyy2mYJOWKg4qri93XV8Ux/1yN+75cXFzFVxYt26dXXLJJTZ27NjAJoaZdVaWRlpCV4HlPn36+CYBBAW3SABI390aB1o5xPU86uzffvvNGzujRo3yHTtBs/hd4yXKCiUff/yxt4KI3hPpiis4ljjH1aZMgmRx6ly8eLEdd9xxGY1xv04JM/s9KMDkehe5Am3J7XLZxA2aBr3Uwixt79pKJOx7XeNSQfSgbUwUSFdCjYL3rqJEKAX2tRy4X1Hg9ZxzzgncdsC1/L/qdm1dsP/++3szmOvWretqduzfZ3PsxW5MiQpcbYs7ll1/A7neca5koijv28Stu8aGjgtaRcOVABA20B1mqynXe6k830XJQ+mLL76wCy64wJQM5FfCrhSS7TFOfQgggAACCCCAAAL5IUACQH70A61AAAEEEEAAAQTKVeD+++/3vvx3Fc0KGzp0qG222WauQyP/3vUFb9g9Xl1ffpMAcLwpAFGtWrXQffT99997ywK7gv+qMGg5/cQFy/oLdM2q1T7XmqHrV/zGlysBwBVM8bueKwjkCkIEdV422ux6HhXw1MoKRx11lHMcvfPOO6atO9577z3fYzXjWcGKdMU1XhQInTlzpjVq1CiwLWGSWML2p6tNmQTxXHUGJRUoYHzGGWd4+0X7Fde7r+R5WkHj9NNPtyVLlqStcptttrFnnnnGmjVrlvb32RzjLptMvJ0D938P0Ljp27evt61IUNEWNqNHj7aqVauGrTrluLArrIRNhktU7lraX9s49OvXz/sbYOXKlWnbHibAGmaW9xNPPGHt27fPyCfKSdkce1GuG+ZYV9vijmXX30Cud5xrVSjXc5/OwDUGXW1yfR4FrUSS3B5tFaCVaIISbFyfveX5Lippu2zZMuvUqZPvc5tJIlqYMcwxCCCAAAIIIIAAAoUhQAJAYfQTrUQAAQQQQAABBHIq4Ar0JF9cgTotE5zJUsfa0/iOO+7w9jhWMOXvf//7xqpdX/CGTQB46aWXAoOSriBY3C93454ft6OzGVzQzO158+Z5SR+upWbVbteX+Il7Kw8j1xL0mSYAhA0+l+xXVz+5ghBB46QsEgB0/TBJAGGXNA+a/blmzRovuK2x6Ff0XtIqA5tuumnaQ8IE/7M5hps2beqtPCGjsMX1XAQFc1xbG6gNUQPUrsSw5P3j091jNse4yyZu0NTVR08++aR16NDBdZi3dLr+bbXVVs5jkw/QGNcsfa2yE1TCvmOT63Ct8qMVULTCz7hx49JeOszy/4kTXX3erVs3u/POOyP7RMI085LctNKHX4nzfo3alqjv/rhjOW4CwLfffmta8eHZZ5/1vdUoyaBKDNHfEPobz6+4AtWuz+8wz0WY4L/a5xob5f0uKvneCPpsdLnGHcucjwACCCCAAAIIIJDfAiQA5Hf/0DoEEEAAAQQQQKBMBMIsi5rcEAWS9IVu7dq1Q7VPgX8Fk7QUsWaTq5QMuLoSAMLseawvZrXfsd/y3rouCQD+KwBoyW8FizRTe/78+TZlyhSTaZiiWYGaJaoZw65l4eN8gf7GG294y/kPGDDAC8iFSUTR+NZ41b90JWhpalcwXfVFnZGrc3IZoHK1OUywxPU8Jhzr1Kljt99+uyloVbLfw2y/oHpcS0qvXbvWW+o4KDgalIwQZQWLMDZqs2sM65ios51ddbqCOa6AfZRnVO+A7t27+87+DzPusznGXTZxg6aud9w333xj5557rs2YMcN1qPcOVEJKmM9HvZs041rvs6DPrcRF9az179/f+Y5NbmSYbQCCbirM8v+J8139FGUMOqEDDsjm2IvTjnTnutoWdyzHTQAIE7APk/yVuPcwgXfXu/K5557ztjgJKvq7QKv8lEy+0fifM2eO94yF+XumPBIAlGypVYqUCBTlb+sVK1bYaaedZsuXL09LM2TIENM/199k2R7j1IcAAggggAACCCCQHwIkAORHP9AKBBBAAAEEEECg3AW++uorbwng2bNnh2rLDjvs4M0S09Le++23n2233XYbv2TUbFTVpyC/Zk4qmKwgXnIpGdB37TurZYrvuece03VLFn3Bq6WvFSR86623Attf0RMAQnVuBgf5ffmeripXkCgoAJI8E1DHXXrppd6KD5tssolvqxXMVFDOb2wEzWT++eef7cILL7T77rvPt34FQ66//no75ZRTvOCDxr+Cek8//bS3t/bee+9d6lxXEMgVhAjqorJMAFA7FNRTcPr888/3gp4KNqxevdpbDl3bRpR89ku23bVthCuBI1GfkhE0Hk4++WTbfvvtvX54/vnnQ69goXrCJgCEWZVAdSkgdcwxx3jbpmgfbL2n9F7UKiolt+FwPReuBIAwK7lorD7wwAPejG+/oJCWx9a7NOizoEmTJvb444/bHnvs4TsUsznGXTZxg6ZhXnn6zNJnnms8J54JvQ+6dOnijSn1dWLrHK2KoWdUWyvce++9NmvWrDCX994v+gysXr16qOOTD3ItwR5UYZjl/xPnK5CplThGjRoV+L4cOXKkl8AV9N5OrkDJaboHeb366qs2fvx4360ndF42x15kbMcJrrbFHctxEwDU/DDjRe8AfS7+4x//8L1jfQ7qXeK3jYhO1LhW8pLe2X7FFehOnKfk1MGDB1u9evW81WD0LhszZoz33IR5blWP67M3F++i5M8T/Y2rLQ30vg961vUeGT58uLftkl9x/b2b7bFNfQgggAACCCCAAAL5JUACQH71B61BAAEEEEAAAQTKVSDMTK1sNbDkF5OufWd13TZt2tjFF19shx56qFWuXNkUFNAXwwoKaD/yMF/wur4Qjfvlbtzz4/q6ggtx6093fpTgv86PY5RuZvoRRxzhzc5VUHPnnXf2Am2afa4gm4JrN910U+DMv6AAdJh9rYNM/cabq59cQYiga5Z1AkCcMaVAzcSJE61BgwaB1YSZARqnHYlzwyYAhFmVwK89fttGuJ4LVwJA2JVcEgkb2gt733339d6lel6UtKWZuAqYuWbKhpmJns0x7rKJGzQNM3aUUKLgtpawL+uiYKuC3npeMimubQD86oyy/H+iDq3SooS9oH3WE5/nem/r3pITJDQWlSyj8ag9zrUUvZJREqsH6VzX53g2x14m3kHnuNoWdyxnIwEgMSNdq9sEFQWr9TdZ586dbffdd/c+exWYVt/rPrXlU3K/laxL7yKt7HLSSScFXifO+zZq/7k+e3PxLkpXZyLJVkv8K8l266239m5F76GVK1d6Kw8pIdKv6F2hVZzq168flYDjEUAAAQQQQAABBIpEgASAIulIbgMBBBBAAAEEEMiGgAJImtXZu3fvUMH0ONcsuQKA9uju27evPfjgg3GqdZ7rChzE/XI37vnOG3Ac4AouxK2/5PmZ7Hkdxyjs0vRh71MzoqdOnWoHH3yw7yla9tsVoPA7WUuBX3755aV+7eonVxAi6P4KKQFA/XnZZZdtnB3td1/aRkSzO+fNmxe2a32PU8BRs03T7XEdNgFAlWtLE83kz6SU3AJFdbieC1cCgOr4+uuvvZmjer/mqqgftLpD1apVAy+RzTHusokbNA1rVRa+JdsSZbl1v/vIdBuAKMv/J66tALCCk3quc1Vcn+PZHHvZvgdX2+KO5WwkAOiew2wDEtdGfz9oyfvE6hhB9bm2OInSlvbt23vL5iuQXrK4Pntz8S5y1Rnl3hLHXnTRRXbDDTeE2iYpk/o5BwEEEEAAAQQQQCD/BUgAyP8+ooUIIIAAAggggECZCujLe82m1xKkYWbUZ9q4dAGwuXPnejMH4163YcOG3uxBBQ1LFlfgwPVFrOvL+bjnZ+qZOM8VXIhbf+J8LbeuZe/1RXrYZZwT58YxSt4CIBv3oiV09UV5UADi448/tjPPPDPUHt0l2+QXTHD1kysIEXTvuU4AuOuuu7xEnaBlncP0jZIqtDTzTjvtFOZw57LeYSrRuB03bpxptZNrrrmm1ClREgDCznRO165cJQDoWrkM3Gkfbs2A18xwV8nmGI/zznC1M+rvv/jiC29Z81wmWSS/Z7UEv7Y5ibuPd5hl3UtaRFn+P/lcJUr069fPm4Gci+L6HM/m2Mt2+11tc/2N4WpPthIAdJ1crgql5BIlioTd0uKbb77xVvpRQl6coi19dO0ePXqk3RbI9dmbi3dRmC1lotxz3BVDolyLYxFAAAEEEEAAAQTyV4AEgPztG1qGAAIIIIAAAgiUm4BmC86ZM8cGDBjgXAo6k0a2bNnSW7pUS2Enl2zMHNQXxN26dTMtS59uz3dX4CDul7txz8/EM/mcSZMmecvx5qqE3Z826PpxjObPn+/tGRw3SUTtC7t1gZ4H7XXcq1evyKy33nqrl0xTsriCQK4gRFBDcp0AoOD1Flts4dzbOaiNmQQotEqIlmAfO3Zs5H7QCQruK3nhsMMOM7+VJKIkAOh9NWTIENMqD1FLLhMA1Bbtk37++eenfQdGbWvi+NatW3vbA2hGepiSzTEe550Rpq1Rj9Gy5sOGDbObb7456qmhj9d7TvXvueeeoc8JOjDqNgBxlxBXUFPJVVriPdvF9TmezbGX7ba72pZPCQD67Js2bZq30olrS4coTvo7Tcl3+nsiSombkJBYsejzzz+3Tp065U0CQDZXwMrGiiFR+oRjEUAAAQQQQAABBPJXgASA/O0bWoYAAggggAACCJS7wGeffWYjRozwVgTIRsBVN9SmTRsv+HbggQemvT99EaqAWtSgmvaSVTBOQd1PP/3U98tdV+AgbqAp7vlxO33p0qXWtm3btKsfZFq3bFu0aOGZnnjiic6lv13XiWOk8aHAgfYWznRM6n4USFZwqkqVKq7mer/Xda+88krvulFKya0uEue6gkD5ngDQrFkzb/lkbduhlTuiFJ07atQoO+igg6Kc5h2baVBR752RI0da3bp1vXqykQCgejKZ6ey3r7rruQizBUAyqN7fV111VeA+0WE6QM+LZnNrSXf9d9iSzTHusokbNA17T8nHaa/6559/3hRUfP311zOpIu05WqVCq1N06NAhq8t3R90GQIl0Wu1hq622yvje9N5U0o3eZ5m+r0teXMlDSioIWoUim2Mv45v3OdGVpBd3LGdzBYDELbz55pt29dVX26xZs2JxKOCvsdCzZ8+MxnamCQklrxv0PnF99ubqXbR48WLr379/rHdJnM/WWB3LyQgggAACCCCAAAJ5KUACQF52C41CAAEEEEAAAQTyR0BfuH700UdeIODJJ5/MaBaYZiRpqfguXbqYlud3LRkfNbCi4J72kVXdWiZZQQfNnBw/fvzG9ipwpS9HFfgL2u9ds3oVXFAAQUsmJ4IWOr9x48beF9fapsBvyfi458fteV1fe9orgUJ73EYp+pJcM6C33HJLL0Fjv/3280xr164dOlAe5npxjTQ+FJBQMF6zE8MGltSHmlWr2YwNGjSIvKT2L7/8YloSW1sfaAawqwQtca9Atsboc889Z8uWLdtYlZ6Vww8/3AYPHuybJOO6rp7Zp59+2mvrokWLUtp66KGH2umnn+4tpRyU/PCvf/3Le1a04kLCV23TLPB//vOfG5dt1rOmJfXDmGh89e7d20u8iDrzM/meo/SD2qwVGLR6Q/L9Ktiid4aCZYn7U+BV7yiNjyhBT40FJUppZYIwY1FJEzq+pH8iWPrEE0+Y2pcosmratKlnpwScKEvB61nRrFmtRBE1eKfraqlsBaX22GOPSNdV27M5xl3vDCVH6DNm0003dT0eWf+92qYVHfQcyDjMGEjXCH2OKYGtefPmWX3fJl9LY1Wfi3rvKGkh3XtM7wiNN60AVLNmzax4aRuV22+/3ftsDfPuLHnR5CQ0Jbi5ns9sjr2sACRVovvXWFFyWLrnvHv37tauXbvAbWmC2pSoX58B+pxMjMfEeyTT+n/77TdvfOtz9+WXX47Eovew3sG6dsmVnyJV9L8HR0lI0Ge+EmqSk071rtU7UX/nKaCvkvgbUYmkegb8iutd5PobMeh+f/zxR69NSpqJ8vfb/vvv7634cvbZZzufjUy8OQcBBBBAAAEEEECgMAVIACjMfqPVCCCAAAIIIIBAuQisX7/eVq1a5QUVFfDQfyd/waxGKYimL3sVSNYXrgok7L777hl9ma0vWhUcffbZZ71AXXLAQl/QaiuBk08+OVRSQbmAcdGcC2hZa41HBTm1J7u2fUgEmBIJDUr40B7aGovbb7997DZpL2LN/NU2GbpeIoCvAILGvAL42itdM1XDrjAQu1HlXIG2HZDHzJkzPY9EUEXvAyWRKGin57VGjRpZa6mCJbqmAl3J/aBrapl/Bcs1m7Zq1apZu2Vd3EAAACAASURBVKZfRUq60LLSCpBpRYT33ntvo4Heh/Xr1/eCSq1atfI8/BKIctVQtU+rFSipSe9u9ZFWcEhe1lvtUltlp2QpjWVXoDVX7S3UepWc8u6779qSJUu8zyuNiZLOifdEtWrVPGsllunzMhvvpnx3098QCmzqna1/SgxIDoKn+xsiF0lo+e6Uz+1TUpFWF9HfZPqnd13y567arnedEgf1mat/ClBXrlw5q7elduhZUxJg8t+HiWRNfeYr+K9ERlfSaVYbloXK9LfvBx984CXg6TnR52lyoqCeCX3OyVarM+27775l/pmShdukCgQQQAABBBBAAIEcC5AAkGNgqkcAAQQQQAABBBBAAAEEEEAAAQQQQAABBBBAAAEEEEAAAQQQQKAsBEgAKAtlroEAAggggAACCCCAAAIIIIAAAggggAACCCCAAAIIIIAAAggggECOBUgAyDEw1SOAAAIIIIAAAggggAACCCCAAAIIIIAAAggggAACCCCAAAIIIFAWAiQAlIUy10AAAQQQQAABBBBAAAEEEEAAAQQQQAABBBBAAAEEEEAAAQQQQCDHAiQA5BiY6hFAAAEEEEAAAQQQQAABBBBAAAEEEEAAAQQQQAABBBBAAAEEECgLARIAykKZayCAAAIIIIAAAggggAACCCCAAAIIIIAAAggggAACCCCAAAIIIJBjARIAcgxM9QgggAACCCCAAAIIIIAAAggggAACCCCAAAIIIIAAAggggAACCJSFAAkAZaHMNRBAAAEEEEAAAQQQQAABBBBAAAEEEEAAAQQQQAABBBBAAAEEEMixAAkAOQamegQQQAABBBBAAAEEEEAAAQQQQAABBBBAAAEEEEAAAQQQQAABBMpCgASAslDmGggggAACCCCAAAIIIIAAAggggAACCCCAAAIIIIAAAggggAACCORYgASAHANTPQIIIIAAAggggAACCCCAAAIIIIAAAggggAACCCCAAAIIIIAAAmUhQAJAWShzDQQQQAABBBBAAAEEEEAAAQQQQAABBBBAAAEEEEAAAQQQQAABBHIsQAJAjoGpHgEEEEAAAQQQQAABBBBAAAEEEEAAAQQQQAABBBBAAAEEEEAAgbIQIAGgLJS5BgIIIIAAAggggAACCCCAAAIIIIAAAggggAACCCCAAAIIIIBAxgJ//fGn/XvJ/4t8/t7NDoh8TiGfQAJAIfcebUcAAQQQQAABBBBAAAEEEEAAAQQQQAABBBBAAAEEEEAAAQQqgIASAC6t3TrSnba5+lw76rwOkc4p9INJACj0HqT9CCCAAAIIIIAAAggggAACCCCAAAIIIIAAAggggAACCCCAQJELkAAQroNJAAjnxFEIIIAAAggggAACCCCAAAIIIIAAAggggAACCCCAAAIIIIAAAuUkQAJAOHgSAMI5cRQCCCCAAAIIIIAAAggggAACCCCAAAIIIIAAAggggAACCCCAQDkJkAAQDp4EgHBOHIUAAggggAACCCCAAAIIIIAAAggggAACCCCAAAIIIIAAAgggUE4CJACEgycBIJwTRyGAAAIIIIAAAggggAACCCCAAAIIIIAAAggggAACCCCAAAIIlJMACQDh4EkACOfEUQgggAACCCCAAAIIIIAAAggggAACCCCAAAIIIIAAAggggAAC5SSgBIAnLh/tXf27j1fbqlff9v57p33+brUO3i9tq2rsXdOOOq9DObW4fC5LAkD5uHNVBBBAAAEEEEAAAQQQQAABBBBAAAEEEEAAAQQQQAABBBBAAIEMBO7qMNj+veT/eWeeefcVdkCbIzOopThPIQGgOPuVu0IAAQQQQAABBBBAAAEEEEAAAQQQQAABBBBAAAEEEEAAAQSKUuDi3Vt596XZ/72njLCtd9yuKO8zk5siASATNc5BAAEEEEAAAQQQQAABBBBAAAEEEEAAAQQQQAABBBBAAAEEEChzgTenL7BHLxjmXfews1pb+2H9yrwN+XxBEgDyuXdoGwIIIIAAAggggAACCCCAAAIIIIAAAggggAACCCCAAAIIIIDARoF7Ol1mH77ypvf/u4y53A486Sh0kgRIAGA4IIAAAggggAACCCCAAAIIIIAAAggggAACCCCAAAIIIIAAAggUhEBi+f/qe+3uLf9ftcYOBdHusmokCQBlJc11EEAAAQQQQAABBBBAAAEEEEAAAQQQQAABBBBAAAEEEEAAAQQyFlg+e6FNOO967/wmXU6wjjddmHFdxXoiCQDF2rPcFwIIIIAAAggggAACCCCAAAIIIIAAAggggAACCCCAAAIIIFBEAvd2udI+WLDUu6MzRl9qDU85uojuLju3QgJAdhypBQEEEEAAAQQQQAABBBBAAAEEEEAAAQQQQAABBBBAAAEEEEAghwKJ5f933GNX6z15hG27y445vFphVk0CQGH2G61GAAEEEEAAAQQQQAABBBBAAAEEEEAAAQQQQAABBBBAAAEEKozAO3NetQd7DPXut/HprezUkQMqzL1HuVESAKJocSwCCCCAAAIIIIAAAggggAACCCCAAAIIIIAAAggggAACCCCAQJkLPND1Gntv/mvedTvfcbE16tCizNtQCBckAaAQeok2IoAAAggggAACCCCAAAIIIIAAAggggAACCCCAAAIIIIAAAhVYILH8f7W/72K9p9xk2+1WowJr+N86CQAMCwQQQAABBBBAAAEEEEAAAQQQQAABBBBAAAEEEEAAAQQQQACBvBXQzH+tAKBySKfj7LRbBuVtW8u7YSQAlHcPcH0EEEAAAQQQQAABBBBAAAEEEEAAAQQQQAABBBBAAAEEEEAAAV+BB3sMtXfmvOr9vtNtF9nBpx6Llo8ACQAMDQQQQAABBBBAAAEEEEAAAQQQQAABBBBAAAEEEEAAAQQQQACBvBVILP+//e47ecv/71Bz57xta3k3jASA8u4Bro8AAggggAACCCCAAAIIIIAAAggggAACCCCAAAIIIIAAAgggkFbggwVL7d4uV3q/a9SxpXW+fTBSAQIkADA8EEAAAQQQQAABBBBAAAEEEEAAAQQQQAABBBBAAAEEEEAAAQTyUuDh8663t2cv9Np22s0D7ZDOx+dlO/OlUSQA5EtP0A4EEEAAAQQQQAABBBBAAAEEEEAAAQQQQAABBBBAAAEEEEAAgRSBxPL/2+1a3XpPGWHVau2CUIAACQAMDwQQQAABBBBAAAEEEEAAAQQQQAABBBBAAAEEEEAAAQQQQACBvBP48JW37J5Ol3rtOqj9MXb6qEvyro351iASAPKtR2gPAggggAACCCCAAAIIIIAAAggggAACCCCAAAIIIIAAAggggIA9esFwe3P6i55ExxEDrMkZrVBxCJAAwBBBAAEEEEAAAQQQQAABBBBAAAEEEEAAAQQQQAABBBBAAAEEEMg7gcTy/1V32sF6Txlp1ffcLe/amG8NIgEg33qE9iCAAAIIIIAAAggggAACCCCAAAIIIIAAAggggAACCCCAAAIVXOCjJf/PxnYY7Ck0PLm5nXHnZRVcJNztkwAQzomjEEAAAQQQQAABBBBAAAEEEEAAAQQQQAABBBBAAAEEEEAAAQTKSODxC0fav56Y712tw/D+duiZJ5bRlQv7MiQAFHb/0XoEEEAAAQQQQAABBBBAAAEEEEAAAQQQQAABBBBAAAEEEECg6AQuqXmCbdiwwbbcvqpdMO0Wq7F3zaK7x1zcEAkAuVClTgQQQAABBBBAAAEEEEAAAQQQQAABBBBAAAEEEEAAAQQQQACBjAQ+Wfqe3XnSQO/cA9odZWeOvTyjeiriSSQAVMRe554RQAABBBBAAAEEEEAAAQQQQAABBBBAAAEEEEAAAQQQQACBPBWYfNGt9vqkuV7r2t/Y1w47u02etjT/mkUCQP71CS1CAAEEEEAAAQQQQAABBBBAAAEEEEAAAQQQQAABBBBAAAEEKqzAZXu0sT9//8M237qK9Ztxu+20b60KaxH1xkkAiCrG8QgggAACCCCAAAIIIIAAAggggAACCCCAAAIIIIAAAggggAACORH47K0PbFTr/l7dDVofYWfdc2VOrlOslZIAUKw9y30hgAACCCCAAAIIIIAAAggggAACCCCAAAIIIIAAAggggAACBSYw9dI7bMmjz3itPvm6Ptase7sCu4PybS4JAOXrz9URQAABBBBAAAEEEEAAAQQQQAABBBBAAAEEEEAAAQQQQAABBP5X4Iq9T7Lff/3NNqv8N+v/9Cjbpe4e2EQQIAEgAhaHIoAAAggggAACCCCAAAIIIIAAAggggAACCCCAAAIIIIAAAgjkRmD1O6vstuMv8Crf/4Rmdva9V+fmQkVcKwkARdy53BoCCCCAAAIIIIAAAggggAACCCCAAAIIIIAAAggggAACCCBQKALTrrzTFj00y2vuSUN72+E9Ti6UpudNO0kAyJuuoCEIIIAAAggggAACCCCAAAIIIIAAAggggAACCCCAAAIIIIBAxRW4qm57++2nn80qVbKBz46xXevvWXExMrxzEgAyhOO0zAX+/PNPmzNnjk2aNMneeOMN++KLL2z9+vVWvXp1q1Wrlh177LHWvn17q1+/fuiLrFu3ziZPnmwzZsyw5cuX29dff20bNmywnXbayerWrWtt27a1Tp062fbbbx+6znQH9u/f30aPHp3yqwMOOMDefPPNyPV+9tlnNmvWLHvmmWfso48+8tr83Xff2apVq6x27dqR6+MEBBBAAAEEEEAAAQQQQAABBBBAAAEEEEAAAQQQQAABBApV4Kv3P7FbWpznNb/+8YdZt/uHFOqtlGu7SQAoV/6Kd/GlS5dar1697F//+lfgzVeqVMm6du1qN998s1WrVi3w2OnTp1vfvn3t888/Dzxuxx139OpTvZkUBez//ve/lzo1agLAv//9b7viiiu8hAUlKZQsSgYgASCTHuIcBBBAAAEEEEAAAQQQQAABBBBAAAEEEEAAAQQQQACBQhWYPuRuW3j/U17z2w7pZUee275Qb6Vc200CQLnyV6yLP//883biiSfab7/9FvrGDzzwQHvhhRdsu+22S3vOlClTrHPnzvbXX3+FrvOuu+6y3r17hz4+caBWJZg2bVqp86IkAIwdO9YGDhzorXjgV0gAiNw1nIAAAggggAACCCCAAAIIIIAAAggggAACCCCAAAIIIFDgAkP+car9/D9rvbsY8Mydttv+exf4HZVP80kAKB/3CndVzXpXoPynn34qde9alr9q1aq2evVq+/3330v9vkOHDjZ16tRSP//000+tTp069uuvv5b6nZb+33TTTb06Sxb9XEv2/+Mf/wjdD1qmX8kL6UrYBIBLLrnERo4cGXjNKlWq2IoVK9KuNBC6sRyIAAIIIIAAAggggAACCCCAAAIIIIAAAggggAACCCCAQAEJrFn1uY04qqfX4v2ObWLdxw8toNbnV1NJAMiv/ija1vTo0cMeeOCBlPvbZZdd7P7777dWrVqZlvz/8ccf7YYbbrARI0aUcli1apXtueeeKT+/6qqrvOOTS40aNbxkgSOOOML78RtvvGEdO3a0Tz75JOU4rQCglQDCFCUY1K9f35TEkK6ESQDQtfr06VPq9N122837+XHHHWf77befbbnllmGaxDEIIIAAAggggAACCCCAAAIIIIAAAggggAACCCCAAAIIFI3ArOvutQX3POHdT5urz7WjzutQNPdW1jdCAkBZi1fQ61WvXt2+/fbblLtfuHChNWvWrJRIy5Ytbf78+Sk/V6LAOeeck/Kz5s2b24IFC1J+Nn78eOvWrVvKz2bPnm1t2rRJ+Zlm/y9fvjxUb1xzzTV23XXX+R7rSgDQdRo3blxqpYLBgwd7CQyVK1cO1Q4OQgABBBBAAAEEEEAAAQQQQAABBBBAAAEEEEAAAQQQQKAYBYYe2Nl++vZ/vFvrP3uU1Txg32K8zTK5JxIAyoS5Yl/kf/7nf0zL/CcXzXz//PPP08LcfPPNdvHFF6f87tprr7Wrr7465Wf16tXzlstPLh9++KHttddeKT/TDH4trZ9clJDwzTffODtm5cqVtv/++9tvv/3me6wrAaBdu3Y2c+bMlPOHDx9ul156qfP6HIAAAggggAACCCCAAAIIIIAAAggggAACCCCAAAIIIIBAMQt898mXNrxZd+8W6x7T2HpMuLaYbzfn90YCQM6JuUBUAQXHL7/88pTTbrvtNhswYEDKzw4++GBbunRpys8++OAD22effVJ+9vPPP9tWW22V8rPatWvbRx995Gza8ccfb3Pnzt14nFYDUDJCcglKAHjnnXe8BIINGzZsPOXoo4+2559/3nltDkAAAQQQQAABBBBAAAEEEEAAAQQQQAABBBBAAAEEEECg2AWeHvaAvTBmsnebra/sYc3PP7XYbzmn90cCQE55qTwTgSOPPNJefvnllFOXLVtmBx54YMrP+vbta2PGjEn52dixY+38889P+dm0adOsffv2KT/r1KmTTZw4MbB5kydPNh2XKA0bNrSnnnrKatWqlXJeUAKAZvmPGDEi5Xhtb7D55pvbuHHj7KWXXrKvvvrKttxyS9t7772tY8eOXvu33nrrTOg4BwEEEEAAAQQQQAABBBBAAAEEEEAAAQQQQAABBBBAAIGCEriuURf78evvvDb3m3m7/b1h3YJqf741lgSAfOuRCtyedevW2ZVXXml33HFHikLbtm1txowZpWTeffddU/D9jz/+2Pg7bTUwadIkO/bYY72fvf76617wP3m7gUqVKtnChQutadOmvtpr1641bTHwxRdfbDxGSQlaOaBmzZop5wUlABxyyCH2xhtvbDxeWxGcdtpp9tBDD/leWwkGSlpQwgEFAQQQQAABBBBAAAEEEEAAAQQQQAABBBBAAAEEEEAAgWIV+OGLb+zGJmd7t1en+cHW85Hri/VWy+y+SAAoM2ouVFJAS/q/+eab3o8VcH/vvffsl19+STlMy+drufwdd9wxLeADDzxgPXv2TFliXwfWqFHDNttsM1u9enWp82666Sa75JJLAjtk0KBBpm0HEuX000+3xx57zEskCJsA8NNPP9l2221nf/75Z+TOr1atmpc4oIQDCgIIIIAAAggggAACCCCAAAIIIIAAAggggAACCCCAAALFKPDsiIds/qjHvVs74bLudkzf/1uduxjvtyzuiQSAslDmGmkFNBM/qPTo0cNuvfVWq1q1auBxU6ZMsd69e9v3338feNzf/vY3u/POO61Xr16Bxy1fvtwOOuigjSsLaHn+999/33bfffdICQAffPCB1alTx/da2267rZcgoKSCdEkCJ554os2ePZvRgwACCCCAAAIIIIAAAggggAACCCCAAAIIIIAAAggggEBRCmj2v1YBUOn71K1W6+D9ivI+y/KmSAAoS22ulSLgSgDo06ePXXvttabZ8EFFM/O1CkDJ1QNKnqPr3Xfffda9e3fzu/aGDRvsiCOOsFdeeWXj6dddd51dddVV3v+PsgLAokWLrFmzZqWavscee9i4ceOsZcuW3u+++uor071q2f+SRasi1K3LPic8OggggAACCCCAAAIIIIAAAggggAACCCCAAAIIIIAAAsUl8OPX39l1jbp4N7XvkQfZuY/dWFw3WE53QwJAOcFzWbPmzZvbggULAil22mknmzt3rjVo0CDtcVrKf+TIkZE4zz//fBs7dmzac7SlgFYeSBQtwa8g/BZbbOH9KEoCwNNPP22tW7cudZ1PP/201DYCf/zxh9WvX9+0akBySU4+iHSTHIwAAggggAACCCCAAAIIIIAAAggggAACCCCAAAIIIIBAHgs8d+sjNvfWR7wWtrqkq7Xof3oet7ZwmkYCQOH0VVG3dO3ataal90ePHm0TJ05MuddddtnFVqxYUWorgEceecTOOuuslGNr1qxpt912mze7fpNNNrEXX3zRBg4caKtWrUo5bsSIEXbxxRen/ExbCGjJ/m+//Xbjz5944glr3779xv8fJQFg1qxZ1rZt21L9plUG0hWtTnDuueem/KpNmzY2c+bMou57bg4BBBBAAAEEEEAAAQQQQAABBBBAAAEEEEAAAQQQQKDiCQxv1t2+++RL78b7PHmL7dG4fsVDyMEdkwCQA1SqjCegJfoffPDBlEpuvPFGu/zyyzf+7K+//rJatWp5M/ITZfPNN7e3337b9t1335RzP/vsM292vZIMEmWbbbax1atX29Zbb73xZ7169bJ777134/8/5phjbP78+Sl1RUkAmDNnjrVq1Srl/EMOOcRee+21tEBvvfWWHXjggSm/0/9ftmxZPFDORgABBBBAAAEEEEAAAQQQQAABBBBAAAEEEEAAAQQQQCCPBH767j829IBOXov2PvxAO2/i8DxqXWE3hQSAwu6/omy9gvgHHHBAyr01bdrUXnnllY0/W7JkiR166KEpxwTNlu/atatNmDAh5fgZM2ZsnKGv+g477DBLnp2v7Qe22267lHOUALBu3bpS7lo5QKVdu3am1QVUXn/9dWvcuHHKsR06dLCpU6em7bc1a9ZYjRo1Un63zz77lNoWoCg7nZtCAAEEEEAAAQQQQAABBBBAAAEEEEAAAQQQQAABBBCoMALzR020Z0f8d0Lw8YPPspYDulSYe8/1jZIAkGth6o8s8NNPP5lm6CeX3Xff3TSTP1G0TcDpp6fuA9KvXz8bNWpU2usNHTrU/vnPf6b8TlsFDBgwwPvZtddea0OGDInc1pIndOnSxbQ1gcpXX31l2r4guSjJYNGiRWmvk24FgCZNmtjixYtjt4sKEEAAAQQQQAABBBBAAAEEEEAAAQQQQAABBBBAAAEEEMgXgRFH9bQ1q/670vf5U0fanofuny9NK/h2kABQ8F2Y/zfw0EMPWbdu3VIa2qdPHxszZkzaxn/yySdWu3btlN9phv2KFSs2/uzRRx+1M888M+WYTp06mRID0pW+ffuWut4dd9xh/fv39w5XW3RM3JKcAKC6NIP/ww8/3FjtFltsYd98802pBAcdcN9999m5556b0oSzzjqr1MoFcdvI+QgggAACCCCAAAIIIIAAAggggAACCCCAAAIIIIAAAgiUl8Av//nJrqnf0bv8Xoc1sN5T/ru6NiU7AiQAZMeRWgIEFixYYM2bN085QjPjFdCvWrVqqTM1U18z9pNLyeX9NYu+WbNmKceorlWrVtmOO+6Y8vOff/7ZlECg5fuTS/IWAJMnTzYlEMQtJRMALr300o1bAiTqvummm+ySSy5JudTvv/9u9evXt5UrV6b8/OGHHy6V6BC3jZyPAAIIIIAAAggggAACCCCAAAIIIIAAAggggAACCCCAQHkJvDh2is2+8X7v8scOOtOOG5Q66be82lUs1yUBoFh6Mo/v448//rDddtvNm/meXBo3bmxjx461Ro0aeT/W0v933XWXXX755fbnn3+mHDthwgTTbPhEWb9+ve2666723XffpRynJfMfeOAB22+//byfazWB3r1727PPPptynGbia4n+bbfdNpKckghq1qyZcs4BBxxgb775Ztp6Vq9ebXvssYepvYnyt7/9zUaPHm3nnHOO6b/VDrVx+vTpKXXsvPPO9u9//9uqVKkSqY0cjAACCCCAAAIIIIAAAggggAACCCCAAAIIIIAAAggggEC+Ctx8zHn29QefeM07b/JNtnfTA/K1qQXZroJPAJgyZYoXPP3+++8jdYD2mH/88cetdevWzvM2bNjgBZKfeuope+GFF0x7tev/qzRs2NAUAO7YsaMdccQRaWe0B11AQfGZM2favHnzbNmyZfb+++97h2vGuupu27attWzZ0mrUqOFsZ/IBCrovWbLEZs+ebQsXLvQC1GvXrvWWnj/wwAPtqKOOsnbt2nnX2GyzzSLVncnBd955p/Xr1y/tqZqxv9VWW9mXX36ZEihPHKz2vv7666XaOXLkyFIz6RPnKHiu+/riiy9M/VeyXHTRRXbzzTdHvpWoCQC6gK5z8cUXl7rWlltuadWqVTMlCZRMeNDB48ePL7V1QuQGcwICCCCAAAIIIIAAAggggAACCCCAAAIIIIAAAggggAACeSLw27pf7Ko6p3itqX3IftbniZut0iab5EnriqMZBZ0A8Msvv9jAgQPtnnvuyag3brzxRm+2eVBRYsGIESO8meoKoAcVBe2vv/56a9++vW3iGKhq+9133+0d70pe2GGHHezaa6+1nj172uabb+68VwX7r776aps1a5bzWC2tr0B63bp1ncfGPUDtv//+/y7nEbb8/e9/t+eff9722muvUqcosN+tWzfT6gBRyoknnuglc2j2fdSSSQKA2tm9e3d76KGHQl9OyRKjRo0KfTwHIoAAAggggAACCCCAAAIIIIAAAggggAACCCCAAAIIIJDvAi+Ne9JmXjvOa2bLC8+w4y8+O9+bXHDtIwEgIAHg66+/tvPOO6/U0uxBvawZ9kos0KoEfjPr161b581cV1JBlHLFFVeY/mm2vF9ZsGCBde3adeMKBWHq1woGWnr/sMMOC3N4rGPGjBnjJSf88MMPznpOPfVULwiu2fx+RTPnb7rpJs9crkFFAf8BAwbY0KFDM15WP5MEALVJSQDDhw/3Ej5+/vln32aqb5XsMWjQIKcPByCAAAIIIIAAAggggAACCCCAAAIIIIAAAggggAACCCBQSAK3HdfHVr/7b6/JvSYOs30Ob1hIzS+ItlbYBAAF6qdNm2YtWrRI21EKJmt1gXvvvTdyR6ruqVOn2nHHHVfqXC3Nr0CwguCZlHHjxnkrAVSqVKnU6e+9956dfvrp3hYFUcvRRx9tDz/8sO22225RT418/I8//miTJk2yp59+2tv2QNsgKJCvlQ60isLhhx9uZ511lvffYYu2D5C56vzggw9MyRt//fWXt3XCnnvuaa1atTIlFOyxxx5hq0x7XKYJAInKdP6DDz7otXPVqlVeIsT222/vrXBwwgkn2LnnnhuY8BCr8ZyMAAIIYc8b7wAAIABJREFUIIAAAggggAACCCCAAAIIIIAAAggggAACCCCAQDkJ/PHbert8r3be1WsesK9dMP1W27QMtiovp9stt8sWXQKAZuzfdtttGc/wTvTEo48+ameeeWZKxyiwf80111iPHj28oK2SBJREcNVVV5Waca9gs7Ym0HHJ5aWXXrLOnTt7+90nl8GDB3uz03fddVf7/fffvWXvL7vsslLB/GbNmtkjjzxitWvXTjnfbzsEze5XwsExxxzjLXmv/eZvv/12b1/6kkU/79+/f9rkgnIboVwYAQQQQAABBBBAAAEEEEAAAQQQQAABBBBAAAEEEEAAAQQKXmDhA9Nt+jV3effRol9na3Vpt4K/p3y8ARIA0vSKgvNnn322zZs3L+W3CqRfdNFFKUv7a2n3++67z3r16pVybLoVBpQw0LdvX28GeHLp06ePjRgxotTS/nPnzrWOHTva2rVrU47X9ZSEkFzmz59vp5xySsqxtWrV8vadP+qoo1KO1Qx87TE/YcKElJ+3bNnS+9kuu+ySj2OVNiGAAAIIIIAAAggggAACCCCAAAIIIIAAAggggAACCCCAQIEK3HFiP/v87ZVe68999Abb96hGBXon+d1sEgDS9M9zzz1Xavn+Jk2a2OOPP552CXnNqu/SpYu9+OKLKbVdd911duWVV26cUf/22297Af2VK/87sFUUbH/qqaescePGpVqiwP8FF1zgLc2fXEqucqDl87WlwLBhw1KO02x+JRZsvvnmpepOd49KWnjmmWdMqwxQEEAAAQQQQAABBBBAAAEEEEAAAQQQQAABBBBAAAEEEEAAgWwI/PXnn3ZprdZeVbvst6f1n3mHbbb537JRNXWUECABoASIZvTfcMMNXkA9uQRtLbB+/XpvuX5tPZBcFOzXbP1tt93W+3G6bQW0N70C/DvuuGPawak6Bw0alPK7pk2b2mOPPWaa4a/y7bff2llnnWXPPvtsynHaKkCJCenKJ598YmeccYYtWrQo5de33nqrDRw4sMI8KEqe0PYJSpLQFgkUBBBAAAEEEEAAAQQQQAABBBBAAAEEEEAAAQQQQAABBBDIrsCrE2bZk1fc6VV69AWn2YmXn5PdC1DbRgESAEoMhv/85z/Ws2dPmzp1aspvXIFxV6DeL0lAwXZtLVC5cuW0w3LGjBl20kknpfxOqwbMnDnTGjX677IYS5cutbZt25q2LkiUkseUrNzvPl3tKbZnRwkA2hJh6623JgGg2DqX+0EAAQQQQAABBBBAAAEEEEAAAQQQQAABBBBAAAEEEMgLgdHtBtin/1rhtaXHw9db3aMPzot2FWMjSAAo0at+M+ODZtOrikmTJlnnzp1Tattnn328RIIGDRqYX8D92muvLbXaQHIlixcv9rYj0HYAyWXu3Ll27LHHej9KlyRwwAEHeG2qU6dO2nH766+/2kUXXWRjx45N+b1WEhgzZoxpO4CKUEgAqAi9zD0igAACCCCAAAIIIIAAAggggAACCCCAAAIIIIAAAgiUp8DFu7fyLl9j75o24Jk77W9VSm9hXp7tK6ZrkwBQojdXrFhhp512mi1fvjzlNwsXLrRmzZr59v0rr7xihx9+eKnfJ85bs2aNt+T+vHnzUo5xJRa8//771qlTJ3vrrbd8z5swYYJ17do15ffHH3+8t+VAtWrVfNt83XXX2TXXXBP5vGJ6AEgAKKbe5F4QQAABBBBAAAEEEEAAAQQQQAABBBBAAAEEEEAAAQTyTWDJY8/a1Etu95rV/PyO1vrKnvnWxKJqT9ElAGjpe5Xk5fBr1apl9evXt6OOOspbKl+z4jfZZJO0HekK5Pv1vuu8MIH8dHWHOS/TQH6m5xXTE0ACQDH1JveCAAIIIIAAAggggAACCCCAAAIIIIAAAggggAACCCCQbwJjT7nIPnr9Ha9Z5zx0rdVr0TjfmlhU7Sm6BIAwvdOmTRsbOnSoNWzY0CpVqpRyiiuQ71f/0qVLveSC5MQDHZuY4R8mkJ+ubr8tCZK3Dsg0kH/bbbfZoEGDUi7r2jogjG8hHUMCQCH1Fm1FAAEEEEAAAQQQQAABBBBAAAEEEEAAAQQQQAABBBAoNIHE8v/Vau1iA+eOtc23qlJot1BQ7a2QCQDqIa0KcNddd1mrVq1SkgAyTQBwBfhdv/cbNd9995116dLF5syZk3JINhIAtEXAmWeemVIvCQAF9fzSWAQQQAABBBBAAAEEEEAAAQQQQAABBBBAAAEEEEAAAQTyVuCNyc/ZpEG3eO07slcHa3vNuXnb1mJpWEEnAGj2tmbyawZ8JkXB7scff9zq1au38XQSAA6wSZMmedskVITCCgAVoZe5RwQQQAABBBBAAAEEEEAAAQQQQAABBBBAAAEEEEAAgfIQuPvUS2zVq297l+4+/p+237GHlkczKtQ1CzoBQD21fv16W7t2rddpW265pVWp8n9LRvz000/27rvv2pgxY2zChAlpO/bqq6+2IUOG2Kabbur9PtMEgBUrVthpp51my5cvT7nO9OnTrV27dpbpCgBr1qyxM844w+bNm5dS76233moDBw70fpbpFgAy6dq1a0q9TZs2tccee8xbIaEiFBIAKkIvc48IIIAAAggggAACCCCAAAIIIIAAAggggAACCCCAAALlIZBY/n/bXXa0wc/fY1tss1V5NKNCXbPgEwDC9NYff/xh48ePt169epU6vHnz5qal8HfddVfvd5kmALjOyzQBIMx5mSYAZHpeGPNCOYYEgELpKdqJAAIIIIAAAggggAACCCCAAAIIIIAAAggggAACCCBQSAL/evJ5e7z/CK/JR/Q8xdr987xCan7BtrVCJACod3744Qfr0aOHTZs2LaWz9tlnH5s6dao1aNDA+/nixYvtuOOO27iqQOLghQsXWrNmzXw7Ol0CwC677GIzZ860Ro0a2YcffmidO3e2pUuXptTxyCOPWJcuXXzr9UsASKwsoBOHDRtmV1xxRUodxx9/vJfYUK1aNd+60yUAdOzY0e677z7bdtttC3ZQR2k4CQBRtDgWAQQQQACB/8/eXYBJWXUBHD90dwrSIA2iNCICokiHSEg3CEgI0iUNUgJKdyMipTQo3YIKiMTS3Z3fc+5+u847O7s72zOz//s8Puo7973xe4fdYe655yKAAAIIIIAAAggggAACCCCAAAIIIIAAAgg4JzClbg85+fshU7nRtL6Sp3xx526kVogEIk0AwOvXr2XAgAHmH/tiu7jvzI57R+IrV66UqlWrWl7Shf9FixZJ1qxZ5ebNm2ahf926dZY6AwcOFD2GwL+iAQOVK1eWy5cv+1ZJkCCBrF+/XooW9T4jQxf669evb2kif/78snjxYsmePbvDpvXohO7du8uYMWMsr7dt21a+/fZbiR07dojeWO5yMwEA7vKkGCcCCCCAAAIIIIAAAggggAACCCCAAAIIIIAAAggggIA7Cfik/4+fPLF02zpV4iRO4E7Dd9uxRpoAAH1Cjna863XbAIDr169LvXr1ZOPGjZaHOnr0aOnUqZO/D3ry5MnSunVry+sVK1aUuXPnSpIkSeTRo0fy5Zdfmt31tkXbHDZsmMSMGdNh2xs2bDAZCWyLbWCBXv/tt9+kVKlSljq22QccNXz//n354osvzPhsy5AhQ6RHjx5u+4YO6sAJAAiqGPURQAABBBBAAAEEEEAAAQQQQAABBBBAAAEEEEAAAQQQCFjg8MptMr/tUFPpvaZVperANpCFk0CkCQDQhV7daa/p8m2L/U55/xbqA9oZ799uel1I16CDaNGiiX8ZCGyDBBw9c92h37lzZ8tLDRo0kIkTJ4pmAtBy/Phx+eyzz+To0aOWepp9oHbt2g7fSl5eXibQYefOnZbXNbNAuXLlwuntF/HdEAAQ8c+AESCAAAIIIIAAAggggAACCCCAAAIIIIAAAggggAACCHiWwLQGveXElv1mUg2n9Ja8Fd7zrAm68GwiTQCAptBv2LChn539js68d7ToXrx4cVmwYIFkyJDBz+M8c+aM1K1bV/bs2WN57eeff5YqVar4XnN0TEBAO/Vv374tzZo1k59++snSrn02grt370rz5s1l2bJllnoBZRdYvny51KxZ01I/oDm68Hs4REMjACBEfNyMAAIIIIAAAggggAACCCCAAAIIIIAAAggggAACCCCAgB8Bn/T/cRLGl6+3z5B4SROiFE4CbhsAoLvu+/XrJ3HjxjU75OPFi+cv2dOnT0UXzXv27Omnjp53rwvlUaJE8X1t7969Uq1aNdGgAdsyZcoUs9BuW1d39o8fP146duxoqfvhhx/KnDlzRBf4fYp/gQI6rgEDBkj06NEtbWgAge7213T9PiVnzpyydOlSyZ07t+81HYMGLXTp0sVyv9bVLAD58uWzXNfAglatWpl2bItmSFBTzVgQWQoBAJHlSTNPBBBAAAEEEEAAAQQQQAABBBBAAAEEEEAAAQQQQACB8BA4una7zGk5yHRVvHFlqT7oi/Dolj7+L+C2AQC6iK2L42vWrDG78nWnvO7CT58+vcSMGdNM78GDB3L48GGZNGmSLFy40M9DL1GihMybN08yZsxoee3hw4fSrl07mTVrluW69jNo0CCpXr26CTjQMUyfPl0GDhxoWaTXm8aOHSsdOnSwBAvoYrMu9OuxALZFU/n37dvXzCFJkiSi/euu/969e4um6rctusg/ePBgiRUrluX6X3/9JbVq1ZJjx45Zrn/00UdmzAUKFJCoUaPKqVOnzCK/vYfOTTMIFCxYMFL94SAAIFI9biaLAAIIIIAAAggggAACCCCAAAIIIIAAAggggAACCCAQxgIzG/eTvzd6Z05v8EMvyVepZBj3SPO2Am4bAOBf2ntnH68ueM+ePVtKlSrl8JYdO3bI559/7mcB3pn2NUBg8uTJkiJFCj/VT548aQIX7I8LcKbdIkWKyNy5cyVbtmx+qutCtmY56NatmzNN+akzYsQIk0nBk3f/b5++ws+8X716LU+ePpFYMWM6nPt7zaoFy5ObEEAAAQQQQAABBBBAAAEEEEAAAQQQQAABBBBAAAEEEIiMAj7p/2PEiSU9d82W+MkTR0aGCJuz2wYA6IK37oTX3exBLdmzZzc79D/++GPLDn3bdjStvu6Sb926tZ/d/QH1pzvuJ0yY4HCR3ue+bdu2SaNGjYIUXJA/f375/vvvpVixYv52r5kDNABAMx4EpegRBPpPQMcoBKU9V607p8U3cvSXHU4PL32BHNJ+1Vin61MRAQQQQAABBBBAAAEEEEAAAQQQQAABBBBAAAEEEEAAgcgs8Nf63TKraX9DUKxBRakxtH1k5oiQubttAIBqPX36VFavXi3Dhw+Xffv2BQqoqfZ14V3T6Nun/Xd0swYBrF+/Xrp27SpHjx4NsH1tu3HjxtKnTx+HO//tbz548KBZrN+0aVOg4/7ss89k6NChkjlz5kDrPn782AQ3jBo1Sm7duhVgfc2CoEcS1KlTx8+RAoF25IYVCABww4fGkBFAAAEEEEAAAQQQQAABBBBAAAEEEEAAAQQQQAABBNxGYHbzgfLnrzvNeD+f1EPeruI4G7vbTMgNB+rWAQA+3i9evDAp9desWSPbt2+Xw4cP++7aL1q0qOTIkcPs9i9TpoykTJkyyI9JF9V///13kxHgjz/+kEOHDpk2kiZNKoUKFTLt6iK9LqhHiRLF6fZ9xr1kyRLZu3ev7N6929yrwQRvv/22OZ6gdu3akitXLokaNarT7WrFa9euyYoVK4yJjtnLy8vcr9kPChQoIFWrVpUKFSpIwoQJg9SuO1cmAMCdnx5jRwABBBBAAAEEEEAAAQQQQAABBBBAAAEEEEAAAQQQcHWBrzNUkFcvX0nUaNGk1765kjBlUlcfsseNzyMCADzuqTChMBEgACBMWGkUAQQQQAABBBBAAAEEEEAAAQQQQAABBBBAAAEEEEAAATm+eZ9Mb9jHSBT9vILUHN4BlQgQIAAgAtDpMmIECACIGHd6RQABBBBAAAEEEEAAAQQQQAABBBBAAAEEEEAAAQQQ8HyBua0Hy5HVv5uJ1vvuaylQvbTnT9oFZ0gAgAs+FIYUNgIEAISNK60igAACCCCAAAIIIIAAAggggAACCCCAAAIIIIAAAggg0CNLZXnx9LmB6L1/niRKnRyUCBAgACAC0OkyYgQIAIgYd3pFAAEEEEAAAQQQQAABBBBAAAEEEEAAAQQQQAABBBDwbIF/fjsoU+v1NJMsXOdjqTWqk2dP2IVnRwCACz8chha6AgQAhK4nrSGAAAIIIIAAAggggAACCCCAAAIIIIAAAggggAACCCCgAgvaDZNDK7YajDrjusq7NcsCE0ECBABEEDzdhr8AAQDhb06PCCCAAAIIIIAAAggggAACCCCAAAIIIIAAAggggAACni/Q661q8uzREzPRXnvmSOK0KT1/0i46QwIAXPTBMKzQFyAAIPRNaREBBBBAAAEEEEAAAQQQQAABBBBAAAEEEEAAAQQQQCByC5za+Yf88NnXBuGdmmWl7riukRskgmdPAEAEPwC6Dz8BAgDCz5qeEEAAAQQQQAABBBBAAAEEEEAAAQQQQAABBBBAAAEEIofAoi9HyoEfN5nJ1h7TRQrWKhc5Ju6isyQAwEUfDMMKfQECAELflBYRQAABBBBAAAEEEEAAAQQQQAABBBBAAAEEEEAAAQQit0DfXDXl8b2HBqHHrtmSNF2qyA0SwbMnACCCHwDdh5/A8yfPAuxs84TFsnHsfFMnU6Hc0mLhUIkRO2b4DZCeEEAAAQQQQAABBBBAAAEEEEAAAQQQQAABBBBAAAEEEHAjgTN7/5RJNb4yI85f+X2p/31PNxq9Zw6VAADPfK7MKhgCzx49kdHl2shNr8vm7hpD2kmxhpWC0RK3IIAAAggggAACCCCAAAIIIIAAAggggAACCCCAAAIIIOD5Aku6jJZ9i9ebiX72bScpVPtjz5+0i8+QAAAXf0AML3wFds5aJT/1nmg6TZ0jo7T9cZTESRQ/fAdBbwgggAACCCCAAAIIIIAAAggggAACCCCAAAIIIIAAAgi4gUD/fJ/Jw1v3zEi775gpyTK84Qaj9uwhEgDg2c+X2QVDYHylDnL+8D/mzvLdGknZDnWD0Qq3IIAAAggggAACCCCAAAIIIIAAAggggAACCCCAAAIIIOC5Al4Hj8mEKp3MBPOULy6NpvX13Mm60cwIAHCjh8VQw0fg8M9bZf4Xw0xniVInkzY/jiJaKXzo6QUBBBBAAAEEEEAAAQQQQAABBBBAAAEEEEAAAQQQQMBNBJZ9PU72zP/FjPbTER2lSL3ybjJyzx4mAQCe/XyZXTAFptXvLSe27jd3l2pVUyr1aRHMlrgNAQQQQAABBBBAAAEEEEAAAQQQQAABBBBAAAEEEEAAAc8TGPhOXbl/7baZ2Ne/T5fkmdJ63iTdcEYEALjhQ2PIYS9wYtsBmfZ5L9NRjNixpM2PIyVd/rfCvmN6CFWB3bt3y7x582Tx4sXyyy+/SMGCBZ1u//z587Jo0SJZuXKlnD17Vq5duyYJEyaUFClSmHYqVqwoVatWldixYzvdppeXl8ycOVPWrFlj2rx//76kTJlS8uXLJ7Vq1ZJ69epJjBgxnG7v9u3bMmvWLNPen3/+Kbdu3ZI4ceJIqlSp5K233jLjq1mzpiRNmtTpNqmIAAIIIIAAAggggAACCCCAAAIIIIAAAggggAACCAQmcOHISRlXob2plqNMIWk255vAbuH1cBIgACCcoOnG/QQWtBsuh1ZsMQMvVPsj+ezbzu43iUg44pMnT5pF//nz58upU6d8Bfbt2+dUAMCzZ89kyJAhMmzYMHn69GmAghkzZpQxY8ZItWrVAqz3+vVr0+agQYPkyZMn/tbNlSuXzJ07V955551An5wGNbRq1Uru3r0bYN1kyZLJ2LFjpX79+oG2SQUEEEAAAQQQQAABBBBAAAEEEEAAAQQQQAABBBBAwBmBn3pNkJ2zV5uqNYd1kKL1KzhzG3XCQYAAgHBApgv3FDj/xz8yvmIH38G3WDBE3no/8IVZ95yte49ad+frbn1d+NeFfkfFmQCA58+fm8X8tWvXOg0SJUoUmT59ujRp0sTfexo3biyzZ892qk3NMvDrr79KsWLF/K3fs2dPGTp0qFPt+VTSMTZt2jRI91AZAQQQQAABBBBAAAEEEEAAAQQQQAABBBBAAAEEEHAkMKhQfbl7+YZ5qevWqZIyazqgXESAAAAXeRAMwzUFVvSeJDtmrTSDy/1xMWk8vZ9rDjSSjmrTpk3y7bffyoYNG+TFixcBKjgTAPDFF1/IpEmT/LQTLVo0efPNN+XBgwdy8+ZNh6/v379f3n77bT+vaYaAzp39Zo/QVP2amv/SpUuiGQJsS9q0aeXo0aOSJEkSP+1poEPdunUdjiFNmjTmWIE7d+74eT1mzJii2RHSp08fSd8tTBsBBBBAAAEEEEAAAQQQQAABBBBAAAEEEEAAAQRCQ+DS36dlzEdtTVPZShaQlguDtmkxNMZAG/4LEADAuwOBAARuel2WMR+3lacPHptan0/qIW9XKYWZiwgEZWd9YAEAZ8+elSxZssirV68ss2vWrJnZbZ8iRQpzfdeuXSad/unTpy31GjZs6GeXvwYL6DEBGjhgW7766isZMGCAxI0b1xxT0KhRI9mxY4elTvv27WX8+PGWa7q4r+3dunXLcr1evXoyevRoSZUqlQkmWL58uclIoPVtS69evcwxBBQEEEAAAQQQQAABBBBAAAEEEEAAAQQQQAABBBBAILgCP/f9XrbP+NncXmNIOynWsFJwm+K+MBAgACAMUGnSswTWj5orG8bON5PKXDSvtFk20rMm6MazcRQAoGfea7HfqR9YAMCECRNEF91tS7ly5WT9+vV+hLZv3y4lS5a0XE+XLp2cO3fOcm348OHSvXt3y7Xy5cvLL7/8Yrl29+5dyZEjh1y5csX3evz48eXChQuSKFEi32szZswQDUiwLUWKFDFBCXoUgW3R4IEvv/zScq1EiRKiY6cggAACCCCAAAIIIIAAAggggAACCCCAAAIIIIAAAsEVGFqskdw6f9Xc/tXmyZLqrQzBbYr7wkCAAIAwQKVJzxJ48fSZjCjVXG5fuGYmRiST6zxfnwAATZlfrVo1qVGjhpQqVUoqVqwo69atsww0sACAjh07yrhx4yz3TJ06VZo3b+5wwrpA//DhQ9/X9JgA+2MIypQpI1u2bLHcr8cVfPjhh37a1N35Q4YMsVxftmyZ1KxZ0/eaZhmYO3eupY7+v2YksC8XL140xxbYFk3/7+Xl5ToPkJEggAACCCCAAAIIIIAAAggggAACCCCAAAIIIICAWwlc/cdLRpVpZcacuUheafMjG2dd7QESAOBqT4TxuKTA79NXyMp+P5ixpc6RUdqvHCsx48Z2ybFGpkGtXr1akidPLroL3nYHvO6yD2oAQFDcNM2+pu9/8uSJ7226U//OnTuWZlKmTCnXr1+3XHv8+LHEju33vfPrr7/KJ598YqmrO/jHjh3re02DG3777TdLncOHD0v+/Pn9DP/Zs2cSK1Ysy3UNlNCsAhQEEEAAAQQQQAABBBBAAAEEEEAAAQQQQAABBBBAIDgCqwZOkd+mLDe3VhvUVko0rhKcZrgnDAUIAAhDXJr2LIGx5b+Qi3+eMpMq/3VjKdu+jmdN0INmE9YBAJs2bfKzi79q1aqyYsUKi6JmBXj16pXvNT2e4MaNGw6ljx49Kvny5bO8VqVKFfn5Z+8zdIJa/vrrL8mTJ4/lttKlS8vmzZuD2hT1EUAAAQQQQAABBBBAAAEEEEAAAQQQQAABBBBAAAEjMLxkU7lx5pL57y4bfzAbZymuJUAAgGs9D0bjwgIHftwki770TmOSKHVyafvTt5I0XSoXHnHkHVpYBgDs2rVLateuLefPn/cF1oX+nTt3SuHChS3oceLEsWQJiB49uvl/rW9f/v33X8mWLZvl8nvvvSe///57sB5kly5dZPTo0ZZ7R44cKV999VWw2uMmBBBAAAEEEEAAAQQQQAABBBBAAAEEEEAAAQQQiNwC109fkBHvex+dnP6dHCZjNsX1BAgAcL1nwohcWGBKnR5ycvshM8JSrWpKpT4tXHi0kXdooRUAoOn1O3bsaCBfvHhh0ud7eXlZYPXogUmTJknr1q39gGfJkkVOnz5tua4783PlyuWn7okTJyRHjhyW6++++67s378/yA/y5MmTkjdvXnn69KnvvfHjx5czZ86YIxPsy+3bt2Xp0qUyb948SZw4saxcuTLIfdrfsHv3btPe4sWL5ZdffpGCBQs63ebDhw9lyZIlZhyaGeHq1auixy6kSpXKGFWuXNkEYSRJksTpNjVgY+rUqbJhwwbzTHTO8eLFE31GmhmhWbNmfvydbpyKCCCAAAIIIIAAAggggAACCCCAAAIIIIAAAghEAoG1Q6bLlklLzUyrDmgt7zWrFglm7X5TJADA/Z4ZI45AgWOb9sqMRn3NCGLEiSVtfxwlb+az7tqOwOHR9f8FQisAYPr06dK8uXckm6OSMWNG+f7770X7c1Tq1KljFsBtS9u2bWXixIl+qjvasV+oUCHZu3dvkJ6rLvqXKFFCDhw4YLlvyJAh0qNHD99rWm/16tVmkX7t2rXy7Nkz81rFihXN9eAUDTzQ9ubPny+nTnkfl6Fl3759TgcA6JEH7dq1M8EWARUNZBg1apQ0atQo0KHq3AcOHGgJiLC/SbMyaHYErRs1atRA26QCAggggAACCCCAAAIIIIAAAggggAACCCCAAAKRTWBk6RZy7aR3huRO6ydJmlyZIxuBW8yXAAC3eEwM0pUE5rUeIn+s/s0MqVDtj+Szbzu70vAYi4hZkF+3bp3FIiiL0D43Dhs2zLJobo/79ttvS79+/aRaNccRbrqr/rPPPrPcpscAzJ07VzQ4wKc4qqev6c70zZs3B+mZNmhAhHvFAAAgAElEQVTQwCzC2xYNJNAjCrRvzQKg89LAhLt37/ppO6gBANeuXZNFixaZPtXYUXHWXh3U5dWrV07PWQMwHGVf8GlAMziMGzfO6fYaNmwos2fPdro+FRFAAAEEEEAAAQQQQAABBBBAAAEEEEAAAQQQiAwCN89dlmHFm5ipps2TVTr+OiEyTNst50gAgFs+NgYdkQJeB47JhKqdfIfQYsEQeev9dyJySPRtJxBaAQBbt241i/CBlTZt2phd/XocgG3RYwPy5Mkjmt7fvuTOnVsyZ84sZ8+eNWnuHRUNLPjpp58C6973dd3hr4v7tiVlypTmGIF06dKZIIBatWrJpUuX/G3T2QCATZs2ybfffmtS6us8AyrOBACcO3dOsmfPLk+ePPHTlKb+1x36jsat1/WoBnW2L2vWrJFKlSr5uR47dmxznMDFixcdjl0DADQQgIIAAggggAACCCCAAAIIIIAAAggggAACCCCAAALeAr+OmCWbxi8y/12lXysp2aI6NC4qQACAiz4YhuXaAj/2+E52z11jBpmnfHFpNM37WACKawiEVgCA7Wx0kfvy5cvmPHvd9X/lyhXLZEeOHGlSyNuX3bt3myACRwvbgWl16tRJRo8eHVg18/rQoUOlZ8+elroJEyaULVu2yDvvvGMCDerWrSs6noCKswEAjRs3dnqnvDMBAL1795bBgwdbhqbBC8uWLZOSJUua6xrI8Omnn4qXl5elnmYA0EwA9kXnfejQIctlPV5AgyTixYsnjx8/ll69esmYMWMsdfRoBz3OQDMmUBBAAAEEEEAAAQQQQAABBBBAAAEEEEAAAQQQQEBk9Iet5fLxs4ai4y8TJG3erLC4qAABAC76YBiWawvcOn9FRpVuKc+feJ+bXn9SD8lfpZRrDzoSjS4sAgBs+XRHf/78+S1nyuti+9WrV0V3l9sX3S2vi+/Xr193+BQSJUpkUt9PnjzZ8rqzO9EnTZokX3zxheXeOHHimGMQdPFcU+rXrl1bli9f7pteX7MVZM2a1Sx025aQBAAkS5bMNHXz5k1Lm84EAHzwwQeybds2y30zZ84UDTSwLY529evuf/ssChosoEcf2JbChQubAAj7TA0fffSRyWRgWzZu3Chly5aNRH9qmCoCCCCAAAIIIIAAAggggAACCCCAAAIIIIAAAo4F7ly6LoMLNzAvps6eQbpssq5n4OZaAgQAuNbzYDRuJPDL8Fmy+TvvVCeZi+aVNstGutHoPXuoYR0AoHo1atTwk55//fr1Uq5cOYe4t2/flgkTJsjKlSvl1KlTZve57jSvWrWqdO7c2aTTHzFihOVe3bWfIUOGAB/W3LlzpVGjRvL69WvferpzXfv55JNPzLUbN25I6tSpzcL3+++/b8ZevXp10bT7xYoVs7Qf1ACAtGnTih5VoG2WKlVK9H4NPLAtzgQA5MyZU44fP265799//5UsWbJYrmkmBQ1usC0pUqSQa9euWa5pRoZu3bpZrmmghB7XYF8WLVpkAjRsS5cuXWTUqFGe/QeF2SGAAAIIIIAAAggggAACCCCAAAIIIIAAAggg4ITA+m/nyoYx803NSn1aSKlWNZ24iyoRJUAAQETJ06/bC7x6+VKGFGkod69473auMbS9FGtQ0e3n5QkTCI8AAE33r4v2tmXatGnSrFmzIBM+ffrUBAPYHiugu9X37NkTYFs//fST1KpVS16+fOlbTxf5NXNAgwbekXhaNPhgxYoVUqVKFfHZpa/XdTd8cAMAVq9eLcmTJ5ciRYpYdtQH175gwYJy4MABy3z/+ecfyZYtm+Xao0ePTPp+26J2Z86csVzTjAqLFy+2XFNPdbUvem/mzJktlzUrgH0gQ5AfLDcggAACCCCAAAIIIIAAAggggAACCCCAAAIIIOABAmPLt5OLf/5rZtJhzXhJl/8tD5iV506BAADPfbbMLBwEtk3+UVZ/M9X09EaOjPLl2gkSLSbnhocDfYBdBGcROlOmTKI77m2L7irX3eWOSpMmTWTWrFmWlxYuXGhS+Qe16G7z0aNHW24LLP2/pqyvVKmSPHvmfQyFT9EsAl27dnVqCCEJAPCvg+DYa1vt2rWTiRMnWpp1tGNfgx4024Bt0eMNdBe/bXnvvfdkx44dlmsXLlwQzVhgX54/fy4xY8a0XHZ0PIJTqFRCAAEEEEAAAQQQQAABBBBAAAEEEEAAAQQQQMCDBO5dvSXfvFvPzCh5prTy9e/TPWh2njkVAgA887kyq3AUGP1ha7l83HvhuPzXjaVs+6AvAIfjcCNFV8FZhC5durRs3brV4uPfYvqtW7fMznT9t23Rc+ffffddp4118b5Hjx5+Fv81Hb6eaR8tWjSHbenCtu5Q193wtqVTp05+2gpoMK4UAPD3339L/vz55cWLF75DTpIkidnF73Osgh4loIv/upDvUzTjwfbt26V48eKWqebNm1f+/PNPy7WbN29K0qRJHZJoAIAGAviUlClTytWrV51+llREAAEEEEAAAQQQQAABBBBAAAEEEEAAAQQQQMATBTaOWyDrRs4xU6vYq5l80KaWJ07To+ZEAIBHPU4mExEC+xavlyVdvHdvJ3ojubRfNU4SpU4WEUOhz/8LBCcAYNy4cdKxY0eLYfTo0WXo0KHSunVriR8/vnnt4MGD0qpVK9HFftuiKeRPnToV4DPQVP937tyRY8eOmWCDqVOnyqVLlyz3xIoVS3bt2iUFChRw2NahQ4dEgxXu3r1reV3PsJ8/f74lHX9gbwhNua+p921LxYoVRdP7B7cEx96nrxkzZkjz5s3l9evXlu51MV6fhb2VVho+fLh069bNz3AdZXTQoxASJ07scGqxY8cWfT4+RZ/3/fv3g8vAfQgggAACCCCAAAIIIIAAAggggAACCCCAAAIIeITA+EpfyvnDJ8xc2q8aK+kL5PCIeXnyJAgA8OSny9zCTeD7T7vJ6d1HTH+lWtWUSn1ahFvfdORXIDiL0LrYqzvQ7c+S19Z1d3iaNGnMgrDuIndUli5dKp9++qm/j2PFihVSvXr1AB+XLnLPnTvX32MEzp07Zxbsr1+/7qcdDUCIESNGoG8H3SmvC+1aDh8+7CfQICIDAHRM6qgBF/bZFewnpnOdMGGCtGzZ0uGcM2bMKF5eXpbXghIAEC9ePHnw4EGgnlRAAAEEEEAAAQQQQAABBBBAAAEEEEAAAQQQQMBTBR7evCv989c200vyZirpuXu2p07Vo+ZFAIBHPU4mE1ECf63bJbOaDTDdx4gTS9qtGCNpcmeOqOFE+n6DEwCgaLq7/uOPP3a4wB4Qas+ePWXw4MEBugcWAJAsWTKZM2eOVKhQwd92fv31V/nkk09C9HzLli0rGzduNG24YgDAggULTBaAx48fBzhPTf0/bdo0adKkicOsBwQAhOhtws0IIIAAAggggAACCCCAAAIIIIAAAggggAACCMiWiYtl7dCZRqJ8t0ZStkNdVNxAgAAAN3hIDNE9BGa3+Eb+/GWHGWyhOh/LZ6M6ucfAPXCUwQ0AUIrTp09L27ZtZd26dYHKpEqVSsaMGSOafj+w4l8AQJw4caR+/foyZMgQSZ48eYDNeHoAgKbyHzlyZGCUltfbtGkjkyZN8nMPAQBBYqQyAggggAACCCCAAAIIIIAAAggggAACCCCAAAJ+BCZU6yxe+/8219v9PEYyvJsTJTcQIADADR4SQ3QPgbP7/5aJ1Tr7DrblwqGSraTjc9zdY0buO8qQBAD4zHrfvn0yf/582blzp5w6dUru3bsnmhY+derUJg2/psqvUaOGxIoVyykoDQCoXbu2OYNez7R/5513pESJElKrVi1JkiSJU214cgDAvHnzpEGDBhaHdOnSmQCLDz/8UKJGjSpbt26VTp06medhW0aMGCFdu3a1XNMjEeyPcwjKEQAJEiQwz5yCAAIIIIAAAggggAACCCCAAAIIIIAAAggggEBkFHh894H0ze199HHCVEmlz4EFkZHBLedMAIBbPjYG7aoCS7uOlb0LfzXDy1O+uDSa1tdVh8q4EJCDBw/Ku+++a5HQwIbVq1cHWyc4wRevXr2SDBkyyIULF3z71cCKI0eOyFtvvWUZy/nz5yV37txy//593+u6WH/p0iWJHz++7zWt8/ff3lGJPuXmzZuSNGlSh3OLESOGvHjxwve1NGnSyMWLF4PtwI0IIIAAAggggAACCCCAAAIIIIAAAggggAACCLizwLbJy2T1N9PMFMp1+lw+6mLdxOfOc/P0sRMA4OlPmPmFq8CdS9dlWPHG8vLFS9Nv/e97SP7KpcJ1DHSGgLMCe/bskaJFi1qqR0QAgKNxVKpUSVatWuVwKo0aNZI5c+ZYXlu5cqVUrlzZ91qxYsVk9+7dljoaPPDmm2/6afPZs2d+MjnkzJnTTwCBs67UQwABBBBAAAEEEEAAAQQQQAABBBBAAAEEEEDA3QW+r9lVTu85aqbRdvm3kqlwbnefUqQZPwEAkeZRM9HwElgzeLps/X6p6S5z0bzSZlnQzjQPr3HSDwK6QK4L5bYlIgIAFi1aJHXr1rWMo3379jJ+/HiHD2nAgAHSv39/y2t6VEDHjh19r9WvX98c4WBbdL5FihTx06YeKZA1a1bL9Y8//lj0yAUKAggggAACCCCAAAIIIIAAAggggAACCCCAAAKRTeDZw8fSK3t1M+24SRLKgKNLIhuBW8+XAAC3fnwM3lUFBrxdRx7cuGOGV2NoeynWoKKrDpVxhbKAppF/8OCBSUcfPXr0UG49dJtzlQAAXajXBXvbUrt2bdHAAEelXbt2MnHiRMtL48aNkw4dOvheGzFihHz99deWOvZBAj4vLly4UOrVq2ep26dPHxk4cGDogtMaAggggAACCCCAAAIIIIAAAggggAACCCCAAAJuIPD7tBWysv8PZqSlv/hMKvRo6gajZog+AgQA8F5AIAwEtkxcImuHzjAtv5Ezk3ReP0kkSpQw6IkmXU1AAwD0fHo9l54AAO+ns2/fPilYsKC/j2rnzp1SokQJy+sJEyYU3ZmfPHlyy/VHjx5J9uzZ5cKFC5br9kcA/Pnnn5I3b15LnRw5csiRI0ckRowYlusfffSRbNiwwXJty5Yt8sEHH7ja24vxIIAAAggggAACCCCAAAIIIIAAAggggAACCCAQ5gKTa3eXf3ccNv1opmvNeE1xHwECANznWTFSNxMYWbqFXDt53oz6k68bS5n2ddxsBgw3OAIEAJSXdevWWegCCwB49uyZpEmTRm7evGm5T9P1z5gxQ3LlymWue3l5SevWrf2k5o8dO7ZcuXJFEiVKZLm/cOHCJvjAtjRs2FAmTJhgAjSePn0qepzA0KFDLXWyZcsmJ06ckCgE7QTnjwD3IIAAAggggAACCCCAAAIIIIAAAggggAACCLixwIunz6VHlspmBrHix5FBx39y49lEzqETABA5nzuzDgeBPfN/kWVfjzM9JXojuXT8dYLET5Y4HHqmi4gUIAAg6AEA+rxGjhwp3bp1c/joUqdObbIpXLx4UV6/fu2nTpcuXWTUqFF+rm/cuFF0d7/9PdpW2rRp5fr166IZBeyLHj2gRxBQEEAAAQQQQAABBBBAAAEEEEAAAQQQQAABBBCIbAI7Zq2SFb29j+F9v2UNqdy3ZWQjcPv5EgDg9o+QCbiywMTqXeTsvr/MEEu1/lQq9W7uysNlbKEgQABA8AIAdJG+cePGMmfOnCA9hQoVKsiKFSv8pPX3aaR3794yePBgp9ts2rSpTJ8+3en6VEQAAQQQQAABBBBAAAEEEEAAAQQQQAABBBBAwJMEpn7eS/7ZdsBMqfWS4ZKleH5Pml6kmAsBAJHiMTPJiBI4una7zGk5yHQfM04s6bBmvKR6K0NEDYd+w0GAAIDgBQDoo3n58qUMHz5chgwZIg8fPgzwacWIEUM6duxoUvjHiRMnwLojRoyQvn37mpT//hXNCqCZBPQ4AFL/h8MfFLpAAAEEEEAAAQQQQAABBBBAAAEEEEAAAQQQcDmBVy9fydcZKphxRY8ZQ4b8+7NEiRrV5cbJgAIWIACAdwgCYSwws0l/+XvDbtNL4TofS61RncK4R5qPSAECAIIfAODz3C5fvizLli2TtWvXyj///CNXr16VV69eScqUKSVz5sxSvnx5qVWrlmTKlMnpR3327FmZNm2abNq0SU6cOCH379+XRIkSScaMGaVs2bLSvHlzyZYtm9PtUREBBBBAAAEEEEAAAQQQQAABBBBAAAEEEEAAAU8T2D1vrfzYfbyZVonGVaTaoLaeNsVIMR8CACLFY2aSESlw/vAJGV/pS98htFk6QjIXyxeRQ6LvMBRwpwCAMGSgaQQQQAABBBBAAAEEEEAAAQQQQAABBBBAAAEEEHAzgRkN+8qxzXvNqFsuGirZ3ivgZjNguCpAAADvAwTCQWBxp29l/9INpqc85YtLo2l9w6FXuogIAQIAIkKdPhFAAAEEEEAAAQQQQAABBBBAAAEEEEAAAQQQQCCkAl3fLO/dRJQoMuzMaokWPVpIm+T+CBAgACAC0Oky8gncu3ZLvnmnnu/EG0zuJfkqlox8EJFgxgQARIKHzBQRQAABBBBAAAEEEEAAAQQQQAABBBBAAAEEEPAwgb2L1snSr8aYWRX5/BP5dPh/2a09bKoePx0CADz+ETNBVxFYNWCK/DZ1uRmOHgGgRwFQPE+AAADnn+mjR49M5bhx4zp/EzURQAABBBBAAAEEEEAAAQQQQAABBBBAAAEEEEAg1AVmNR0gf63fZdptMX+IvFXqnVDvgwbDR4AAgPBxphcEjEC/vLXk0e375r9rDG0vxRpURMbDBAgAcP6BPnjwQF6/fi0JEiRw/iZqIoAAAggggAACCCCAAAIIIIAAAggggAACCCCAQKgLdEv3ifnOXsvQ06skeswYod4HDYaPAAEA4eNMLwgYgU3jF8qvI2ab/34jZybpvOF7ZDxMgAAA5x8oAQDOW1ETAQQQQAABBBBAAAEEEEAAAQQQQAABBBBAAIGwEti/dKMs7jTKNF+wVjmpPaZLWHVFu+EgQABAOCDTBQK2AsNLNpUbZy6ZS590byxl2tUByIMECABw/mESAOC8FTURQAABBBBAAAEEEEAAAQQQQAABBBBAAAEEEAgrgTktB8nRtdtN883mDpIcpQuGVVe0Gw4CBACEAzJdIGArsGvOalnec4K5lOiN5NJl4w8SJ1F8kDxEgAAA5x8kAQDOW1ETAQQQQAABBBBAAAEEEEAAAQQQQAABBBBAAIGwEuieqZK8fP7CND/k5M8SI06ssOqKdsNBgACAcECmCwTsBb6r3FHOHTpuLpdq/alU6t0cJA8RIADA+QdJAIDzVtREAAEEEEAAAQQQQAABBBBAAAEEEEAAAQQQQCAsBA79tEUWtB9umi5Q7QOpN6F7WHRDm+EoQABAOGLTFQI+An+t2yWzmg0w/xszbmzptG6iJM+UFiAPECAAwPmHSACA81bURAABBBBAAAEEEEAAAQQQQAABBBBAAAEEEEAgLATmtR0qf6zcZppuOnug5CxbOCy6oc1wFCAAIByx6QoBW4HpDfrI8S37zKXCdT6WWqM6AeRmArOaegdx2JbXr1+LBgFEjx5dokSJ4uf1xjP6udksw264BACEnS0tI4AAAggggAACCCCAAAIIIIAAAggggAACCCDgjEDPrFXl+ZOnpuqgEz9JrHhxnLmNOi4sQACACz8chubZAheP/itjP2nnO8kvVoyWjAVzefakPWx2Mxr1lWOb9jo9q8xF8kqbH0c6Xd/TKxIA4OlPmPkhgAACCCCAAAIIIIAAAggggAACCCCAAAIIuLLAH6t+k3lthpgh5q3wnjSc0tuVh8vYnBQgAMBJKKohEBYCC9uPkIM/bTZN5/mkhDSa2icsuqHNMBIgACBksAQAhMyPuxFAAAEEEEAAAQQQQAABBBBAAAEEEEAAAQQQCImA7TpVk5n9JVe5oiFpjntdRIAAABd5EAwjcgo8vHlX+uev7Tt5TQ+f+6NikRPDDWdNAEDIHhoBACHz424EEEAAAQQQQAABBBBAAAEEEEAAAQQQQAABBEIi0DtHDXn64JFp4ptjP0rsBPFC0hz3uogAAQAu8iAYRuQV+Lnv97J9xs8GIEuxfNJ66YjIi+FmMycAIGQPjACAkPlxNwIIIIAAAggggAACCCCAAAIIIIAAAggggAACwRU4+ssOmdPiG3O77vzXDAAUzxAgAMAzniOzcHOBPjlryJP73hFWtUZ2lMJ1y7v5jCLH8IMaAJChYC5pt2J05MBxYpYEADiBRBUEEEAAAQQQQAABBBBAAAEEEEAAAQQQQAABBMJAYHGnb2X/0g2m5UbT+kqe8sXDoBeajAgBAgAiQp0+EbATWD96nmwYPc9cfSNnJum84XuM3EAgqAEAOqWo0aNJisxvSorMaSVFFv23938ny5hGEqRI4gazDr0hEgAQepa0hAACCCCAAAIIIIAAAggggAACCCCAAAIIIIBAUAT65aklj+7cN7cM/GuZxEkUPyi3U9eFBQgAcOGHw9Ail8DQYo3k1vmrZtKfdG8iZdrVjlwAbjjb4AQABDbN5JnS+gkOSJo+tSR5M1Vgt7rd6wQAuN0jY8AIIIAAAggggAACCCCAAAIIIIAAAggggAACHiDw94bdMrOJd8r/7KXelebzB3vArJiCjwABALwXEHARgV1z18jyHt+Z0SROk0K6bp0qMePGdpHRMQxHAkENAIgVL47JAPD47oNggWoQQIosGiDgnTlAswYkTZ9KkqZLLdFjxghWmxF5EwEAEalP3wgggAACCCCAAAIIIIAAAggggAACCCCAAAKRVWBp17Gyd+GvZvoNp/SWvBXei6wUHjlvAgA88rEyKXcVGPdJe7lw9KQZ/getP5WKvZu761QixbiDGgCQuUheafPjSHn68LHcPHtJbpy5JDfOXvT+9xnvf9+/fjtYdglTJfv/kQLeAQKaNcD8ky61xE4QN1hthvVNBACEtTDtI4AAAggggAACCCCAAAIIIIAAAggggAACCCDgV2DA23XkwY075oX+R5ZIvKQJYfIgAQIAPOhhMhX3Fzi2aa/oorIW3f3/1ebJHpn63f2flPcMbI9tcGZOPgEAAdV9/uSZ3Dp3RW56/T9A4P+BARogcPviNWe68VMnXtJEvsEBesRA0nSpfIMD4idPHKw2g3KT14FjcvfyDT+3PHnyRF7La4kTO46f13RcmYvmDUo31EUAAQQQQAABBBBAAAEEEEAAAQQQQAABBBBAAIFABI5v2SfTG/QxtbIUzy+tlwzHzMMECADwsAfKdNxfYGq9nvLPbwfNRArX/Vhqjezk/pPywBms6DNJdsxcGaSZORMAEFCDr168lJvnrsitc5fl5tnL3lkDTCYB7+wBr1+/DtJ4tHLsBPF8gwOSZXjDZAzwOVYgcdqUQW7P0Q0aADChatDex22WjSQAIFT0aQQBBBBAAAEEEEAAAQQQQAABBBBAAAEEEEAAgf8E9DhqPZZaS70J3aVAtQ/g8TABAgA87IEyHfcXuHzsjIwu18Z3Ih3WjJd0+d9y/4l50Ax+6jlBds5Z7Tsj3VUfL1miQGcYLVo0cwRAWBWTOeDcZe8MAj5HDPw/OOD502dB7jZGnFjmOIHkmdL4ZgzwOVZAswhEixHdqTYJAHCKiUoIIIAAAggggAACCCCAAAIIIIAAAggggAACCIS5wDfvfi73rt40/fQ7vEjCI1NwmE+KDiwCBADwhkDABQXmtR0qf6zcZkaW55MS0miqdyoWSsQL/Nh9vOyet9Z3IJ9P6iFvVykV8QMLZAR3Ll73zhxwXjMIXDEZA3yyBzy59zDI448aPZoJDjBZA9Kn9j5WwGQP0P9OLbHi/5fWnwCAIPNyAwIIIIAAAggggAACCCCAAAIIIIAAAggggAACoS5w8veDMqVuT9NuxkK55IufRod6HzQY8QIEAET8M2AECPgReHz3gfTN/anv9WZzvpEcZQohFcECS7uOlb0Lf/UdRYMfekm+SiUjeFQh714j/TQowDuDwP8DBP5/tMCDG3eC1YHJGvD/gICoUaNaMiY40yBHADijRB0EEEAAAQQQQAABBBBAAAEEEEAAAQQQQAABBJwXWNF7kuyY5X28ce0xXaRgrXLO30xNtxEgAMBtHhUDjWwCy3tOkF3/TzOfpVg+ab10RGQjcKn5LukyWvYtXu87poZT+0jeT0q41BjDYjAPbt7xDQ6wBghcFM0qEFaFAICwkqVdBBBAAAEEEEAAAQQQQAABBBBAAAEEEEAAgcgqMKRIQ7l98ZqZft+DCyRByqSRlcKj500AgEc/Xibn7gK9slWVZ4+fmmnUGfuVvPvph+4+Jbcc/6KOo+TAso2+Y288vZ/k/riYW84lNAf96M79/4IDzv+XPcD7iIGLIeqKAIAQ8XEzAggggAACCCCAAAIIIIAAAggggAACCCCAAAIWgVM7j8gPn3Uz19Llf0s6rBmPkIcKEADgoQ+WaXmGwPpv58qGMfPNZN7ImUk6b/jeMybmRrNY2H6EHPxps++Im8waILk+LOJGM4iYoT598Mj3OIFTO/+Q7TN+DtJACAAIEheVEUAAAQQQQAABBBBAAAEEEEAAAQQQQAABBBAIUGBl/8ny+7SfTJ1Ph38pRT7/BDEPFSAAwEMfLNPyHIFBhRrI3cveqdYr9WkhpVrV9JzJufhM5n8xTA7/vNV3lM3mfCM5yhRy8VG73vC8DhyTCVU7BWlgBAAEiYvKCCCAAAIIIIAAAggggAACCCCAAAIIIIAAAggEKDCsRBO56XXZ1Om9f54kSp0cMQ8VIADAQx8s0/IcgT0LfpVl3caaCSVOk0K675gp0WJE95wJuuBMXr96LfPaDpEjq3/3HV3z+YMle6l3XXC0rj+k4AQANJrWV/KUL+76k2OECCCAAAIIIIAAAggggAACCCCAAAIIIOjGsE0AACAASURBVIAAAgi4uMCZvX/JpBpdzCjfyJVZOq+f5OIjZnghESAAICR63ItAOAmM/qitXP77tOmt9BefSYUeTcOp58jXzcsXL2V+2yFydO0O38m3XDhUspUsEPkwQmnGwQkASJbhDak5rAPuofQMaAYBBBBAAAEEEEAAAQQQQAABBBBAAAEEEEAg8gqsHjRNtv2wzABUG9RWSjSuEnkxIsHMCQCIBA+ZKbq/wImtB2Ra/V5mIjHjxpavf5suCVMnc/+JudgMXjx9bnb+/7Vul+/IWi0eLllL5HexkbrXcIITAKAzjBI1ilTu01JKtqjuXhNmtAgggAACCCCAAAIIIIAAAggggAACCCCAAAIIuJDAiFLN5fqpC2ZEvfbMlcRpU7jQ6BhKaAsQABDaorSHQBgJ/PDZ13Jq5x+m9cJ1y0utkR3DqKfI2eyzx09kfpuh8vfGPd4AUaJIm6UjJHPRvJETJBRnHdwAAJ8hFKrzsdQY0k6ix4wRiqMK26b27NkjRYsW9dPJ7du3JXHixJbr5cuXl3Xr1oVoQFmyZJF///3X6Tb++OMPWbVqlWzatEkuXbokV69elSRJksiZM2ecboOKCCCAAAIIIIAAAggggAACCCCAAAIIIIAAAq4vcO7gcfmuiveaUsqs6aTr1qmuP2hGGCIBAgBCxMfNCISfwNV/zsmoMi19O+y0fpKkyZU5/AbgwT09ffBI5rUdKsc37zOzjBotmrReOkIyFc7twbMOv6nd9LocpM40CnHzhEWiZxL5lHRvZ5fKfVpIpiJ5gtRWRFR++fKlFCpUSA4dOuSn+4gOANi2bZt07dpV9u3zfq/blgwZMsjZs2cjgow+EUAAAQQQQAABBBBAAAEEEEAAAQQQQAABBMJI4JdhM2XzhMWm9cp9W8r7LWuEUU806yoCBAC4ypNgHAg4ITCn5SA5una7qZn3kxLScGofJ+6iSkACj+8+MIv//2w7YKpFixnD7PzP8G5O4CJYYGX/yfL7tJ98RxEjdiyp3LeFFGtYKYJHFnD348ePly+//NJhpbAKAMiVK5f89dd/ARP2nT9//lxatWolM2fO9HfwBAC49NuKwSGAAAIIIIAAAggggAACCCCAAAIIIIAAAsESGFWmlVz9x8vc22PXbEmaLlWw2uEm9xEgAMB9nhUjRUB0p3rvHP9FZrVcOFSylSyATDAFHt2+J3PbDJF/tx82LegCs+78T18gezBb5LbQFtiz8FdZNWCKee/7FA0A0CMBXLFcuXJFsmfPLvfu3XM4PEcBAE2bNpXffvvN6encv39frl27Zqnfr18/6d+/v8M2tH61atVk8+bNAfYRWBCB0wOkIgIIIIAAAggggAACCCCAAAIIIIAAAggggIBLCFw4clLGVWhvxpIswxvSfYf/m8RcYsAMIlQECAAIFUYaQSD8BJZ1Gyd7FvxiOsxSLJ9ZsKYEXeDBjTsyt/VgOb37qLk5Vrw40nrpcHkz31tBb4w7wlTA68AxEwTgdfCYbz96FIAeCaBHA7hSqVevnixcuNDfITkKAAjq+Js0aSKzZs3yvS1mzJji5eUlqVOndthUnTp1ZPFi7/ROtqVgwYLSokULKV26tGTMmFFixIgR1KFQHwEEEEAAAQQQQAABBBBAAAEEEEAAAQQQQMCFBdaNnCMbxy0wI6wxpL0Ua1jRhUfL0EJLgACA0JKkHQTCUaB7pkry8vkL0+PnE7rL29U+CMfe3b+re9duydyWg+Ts/r/NZGIniGcW/9Pmyer+k/PgGSztOlb2LvzVd4ZxEsU3QQCF6nzsErPWHfZly5YNcCwhDQC4fPmyWax/9uyZbz/169eXuXPnOux36tSp0rJlS8trcePGlcmTJ4veR0EAAQQQQAABBBBAAAEEEEAAAQQQQAABBBDwXIExH7WVZ4+fSrlOn8s7Ncp47kSZmUWAAADeEAi4ocDGsQtk3ag5ZuRv5MosnddPcjiLKFGi+LmuZ5OPHTs20FkfPHjQ7GTetGmTXLx4Ue7cuSPJkiUzu4xLlSollStXljJlQv7LIiRjDHQSDircvXxD5rT8Rs4dOmFejZs4gbReMtw4Ulxf4Lepy002ANtSskV1qdKvVYQOXhfk8+fPL8ePHw9wHCENAOjevbsMHz7c0sfevXulUKFCfvp98uSJZMiQwXJcgO7y1z/TJUuWjFAvOkcAAQQQQAABBBBAAAEEEEAAAQQQQAABBDxRQI+HTZQokZ+p/fTTT+ao1oDKy5cvZd26dSaj6/79+83ajH73nCJFCvNdb7ly5aRGjRqSO3dup+iuHD8jh1f+JmU71JUYsWOae86fPy+rV6+WX375Rc6cOSNXr16VmzdvyqlTp8zmM4pnCBAA4BnPkVlEQoGB79ST+9dumZlXHdhG3mta1aKwfPlyqVmzph+ZwAIA9Azzjh07OkwZbt+YLiJOnDhR8ubNG6wnENwxBqszEbl94ZrMaTFQLhz91zQRL2kis/M/dXZ+qQXXNCLu+2fbAVk1cIpcOeHl2322kgWkxtD2kjxjmogYkgwZMkR69erl27ceBbBnzx7zocm2hCQA4MGDB5IuXToTjONTihYtKrt27XI450mTJskXX3xheW3AgAHSt2/fCDGiUwQQQAABBBBAAAEEEEAAAQQQQAABBBBAwNMFOnToIN99952faQYWAHDgwAGTzVU3ZwZUdFNlo0aNZNSoUWbTZkDlwpGTJvNxlKhR5PTp09KzZ09ZsmSJvH792s9tGgxAAIDnvDsJAPCcZ8lMIpnA/iUbZHHnb82sE6dJIb32/pcC/OHDh5IzZ04TyWVfAgoAuHTpkpQoUULOnj3rtGbixIlly5Yt8vbbbzt9j1YM7hiD1IlN5VvnrsisZgPk8rEz5mqCFEnMzv+U2dIHt0nui0CBpw8ey9KuY+SPVb/5jkKfaeW+LaVA9dLhOjIvLy/JlSuXPHr0yPQbL148OXHihMmUEZoBAGPGjJHOnTtb5qZZOurUqeNwvkWKFBHNDuBT4sePL+fOnZNff/1V5s+fL/qB8tatW5I0aVKTvUA/NGpbjrJyhCsonSGAAAIIIIAAAggggAACCCCAAAIIIIAAAm4ocOjQIZOtVXfy25eAAgD0eNkKFSrI06dPnZ61rsno2oyu0QRWdLNYp06dLEfL2t9DAEBgiu71OgEA7vW8GC0CFoFRZVrJ1X+8d0F/9m1nKVT7I/Pf3bp1k5EjRzrU8i8A4MWLF1KwYEH5448//NwXJ04ck/r/2rVrZuHevuiuZE19rmeLO1uCM0Zn27avd+PMRbP4f/Wfc+alhKmSmZ3/KTK/Gdwmuc9FBDaMmS/rv/0v+EWHVfqL2lKhR5NwG2GVKlVk1apVvv0NGjTIZAPImjVrqAUA6J/PLFmymAV8n5ImTRoTrKNp/e2LppnShX3bD5rvvPOORI8e3RIUYH+fBi3oB9EkSZKEmx8dIYAAAggggAACCCCAAAIIIIAAAggggAAC7i6gu+qLFStmMsM6Kv4FAOjOfN2gpRlg7Yt+T5swYULRzZvPnz/387pmgV62bFmAdAGtxfjcqGtAusaTPj0bJt39fegzfgIAPOVJMo9IKXBy+yGZUqeHxE2SUOqM/Upyli0sf//9t9mN7+iXgSL5FwAwd+5cadiwocVRFwtHjx4tLVq0kNixY4suQi5atMikoXn8+LGl7owZM6RJE+cWXYM7xuA85GunzsusJv3l+umL5nbNlqA7/5NFUKr44MyBewIWOLp2u6wcMEXuXLzmWzHnh0Wk7riuEidR/DDl04V/DQDwKZkyZTJ/BvXPS2gGACxYsEA+//xzy1x8Ag0cTVDPb9KI0eAUzRywfft2EyxAQQABBBBAAAEEEEAAAQQQQAABBBBAAAEEEAhcYMqUKdKqVSt/K/oXANCsWTPR9RXb8sYbb8j06dOlfPnyJmOrbvgaPHiwjBgxwk/7moU2c+bMDvv9/vvvpW3btn5eS5s2rbn+0Ucfmey2QdncGbgENVxBgAAAV3gKjAGBEAh8/2k3SZUtnVQZ0Fqix4whH3zwgWzbts3fFv0LAPj000/lxx9/tNynv1D0TBj7oguPffr0sVxu0KCBzJkzx6mZBHeMTjVuU0mzI8xs3F9unrtsriZ5M5XZ+Z80XeqgNkV9Fxe4d/WWLP1qjBzfss93pPq8K/dtIXkrvBcmo9cgGP1wZHtkxvLly6V69eqmv9AMANDd+5o+yqfEihXLHPGRIkUKh3ML7MNmqlSpJGrUqHL5svefDfuiHyS7du0aJm40igACCCCAAAIIIIAAAggggAACCCCAAAIIeJLAjRs3JHv27ObIVf+KfwEA+h2v3m9bdIOWHtdsXz788EPZtGmT5bIGCjRt2tRP3aNHj0rhwoXlyZMnlte++uorE0wQM2ZMT3oEzMVOgAAA3hIIuLnArfNX5MXT55IyazqzAK/neAdU/AsA0KwB9un/T548aRYx7cv+/fvNOTa2pUyZMn5+8TgaR0jGGJRHdfnYGZnRuJ/vrvBkGd4wO/8Tp00ZlGao62YCqwdNk20/WFMeletcXz7qXD/UZ6LBMUOHDvVtt2zZsrJx40bf/w+tAAD9QKcf7GxL48aNZebMmf7OaciQIeYYAvtSrlw5GT9+vOTIkcO8dPDgQdHgHc1aYFs0AtTLy0uiRYsW6m40iAACCCCAAAIIIIAAAggggAACCCCAAAIIeJKALsAH9H2tztVRAMCdO3f8HMeq381euHDBIc+oUaP8bNwaOHCgnw2berP90bV6bdiwYfL11197Ej1z8UeAAADeGgh4iID+otAIs2vXvNOga/pu3cFru0Cp1/0LAAgKw+7du81ZNralatWqsmLFigCbCa8xXvrrlExv2FfuXb1pxpM8c1ppvXi4JHojeVCmSV03Fdi3ZL2sGjBFHt/978wkzQLQcErvUJvRiRMnJF++fPLs2TPfP2+HDx+W3Llz+/YRWgEAmuZp3bp1lrHrwn2BAgX8nY9/5zrp0SD2qf31jCn92aFHfNiW33//Xd57L2yyJ4Tag6AhBBBAAAEEEEAAAQQQQAABBBBAAAEEEAhVgZcvX5rvIxcvXiy6GfDixYvme1DdqZ4hQwbRTUY1atSwfBca2ABev34tmj11yZIlsnfvXrl69apoltN06dLJxx9/bHaw58yZM7BmAn1d1y7mzZtnxq7HpBYsWDDQe0JaYefOneZ7VJ2jFk3HX7x4cTMO2+JfBoCg9K8L+D169LDcMmbMGOnYsaPl2l9//SV58+b1HZO+WLp0adm8eXNQuqOuGwsQAODGD4+hI2AroOe16HkuPkUX+vWXm+7utS2hEQCg6f/1GADb4uiXjP0TCo8xXjhyUqY36CMPbt4x3WtmhFZLhkvClEl5w0QigeunL5gjAc7s/ct31imyvCk1h7aXLMXzh1hCd/vbflhq37692VlvW0IjAEDTNGmggW0pWbKk/PbbbwHOQdM4ffvtt5Y6+qHc/pgPnwr169eX+fPnW+prNGmXLl1CbEUDCCCAAAIIIIAAAggggAACCCCAAAIIIOAeAgcOHJCWLVuazKEBFT2XXrMR63eIyZIlC7Du8ePHzTqFBhP4V3TTUufOnUUzmwY1K6lmMtbFdv1+89SpU75d7Nu3L8wDAHRT1bvvvitHjhzx7VcX+levXi2amt+2hEYAwPvvvy+6ccu26NGxmuHZtugufz3m1bZoplkNutDjY/X75StXrkjcuHFNFmg9IrpNmzYSP35893ijMspABQgACJSICgi4voD+4ixSpIi8evXKDDZ58uSiv/T0l0xoBgBo5J/+Em3RooXvzmft78033xSNKEuYMKG/WOExxnOHTsj0Br3l0Z37Zhyps2eQVouHS/zkiV3/ITLCMBH4sft42T1vraXtCj2aSOkvage7vwULFsjnn3/ue79+wNU/b0mSJLG0GRoBAPohWo/NsC1Lly41H8gCKhoFqtGgtmX06NHSqVMnh7eNGzfOT5SoRo1qYA8FAQQQQAABBBBAAAEEEEAAAQQQQAABBDxfQDc8VahQQZ4+fer0ZHXhecuWLZI4sePv4DWg4KOPPpJbt2451Wbt2rVFv3+NGjVqgPU1E/KiRYvMwr8u9Dsq4REAoN+52m6i0qNcN2zYIM2bNw/VAICHDx+aI1/1e1zbUrlyZVm5cqWf6esRzrYBF3HixJHPPvtMZs+e7a+rZnfQIIWAMs869RCp5BICBAC4xGNgEAgEX0AX/XXx3/aH+eTJk02Unv7yC0kAwKxZs0T/0fLkyRMTPXfjxg3LYBMlSiTr16+XwoUL+zuJsByjT6deB47J1M97ydMHj8ylN3JmMjv/4yXxPygh+Orc6U4C22f8LKsGTpFXL176DrtA9dJS77ugn3V07949yZEjh1y+fNm3rQQJEkiaNGn8kOgxAfYlVapU5sNw6tSpZevWrQEyamqtTJkyiabt9ynp06cXTdkfWBTsyJEjRY8BsC3fffedtGvXzmGfGlSgHwBtiwb6aDQoBQEEEEAAAQQQQAABBBBAAAEEEEAAAQQ8W0C/c8yfP788ePDfsao+M9aNT7r579KlS5bvKn1er1mzpixbtswPkB4JrAECXl5efl5744035P79+w77053reryxo6K72DXzqS6y2x9pal8/rAMA1EO/K9Z5aNEsBj7HxIY0AEA3Z2lbWrT9Y8eOyePHjy1T1BT/GrShG0Jtiz5D/Q5aN3QGtehmN11rypgxY1Bvpb6LCRAA4GIPhOEgEFSBSZMmyRdffOF7m/5C1ag6jZALaQCAnlOza9cuf4ek6WamTp0qb731VoDDDssxasea5n1qvZ7y/Il3ZGLaPFnMzv84iUhXE9T3k6fW16Mh9EiAS3+f9p2iBonUHd/NBIs4WzQ1UqlSpZyt7m+9tGnTyoULFwJsRxfwdSHftuiufk3fFFjR6Ne6detaqmlWAE2h5ag4ygCg/dhnEQisX15HAAEEEEAAAQQQQAABBBBAAAEEEEAAAfcTaNasmcyYMcMycF2k1zT25cuXF035r5ujBg8e7Ce1vN6kmwczZ87s5/tI++8XdZe5Bgvo8cW6gK/t66Yl28V8TVN/5swZ0f7tS+PGjQPcxW5bP6wDAHRDlW6s8ikdOnTw3aEf0gAA9Q6o6PPS7AOOsjL/888/kj17dn9v102dGiCg3087ChLQLBBr1qxxvzcxI7YIEADAGwIBNxbQNDf6g1wj6XyKLlDqGeFaQhoAoL8E7t6966+QppfRX/gaaeZfCesxnt59VKbU7SEvn78wQ3gzXzaz8z92/Lhu/GQZelgJLGg3XA6t2OLbfJSoUaRyn5ZSskV1p7rUoy7y5MnjVN2AKgUWAKBRnenSpbP8+dM0TfqhLGnSpIH2r9Gn2odtKVGihGzfvt3hvfXr1zfHe9gW/fDdtGnTQPuiAgIIIIAAAggggAACCCCAAAIIIIAAAgi4t0CKFCn8ZP/V7xL1O0X7omnudSd+QN8lPnv2TLRNDRqwLbt37zYZjW3L8OHDpXv37pZrffr0kYEDB/rp21EAgO5a13Lz5k1L/bAMANAMBHq0gU/RXfi68O5zTGxYBwC0bdvW+PjM3XbiO3fudPjcNNusZnzV56flypUrou1o2n/7ohkHNLsBxX0FCABw32fHyBGQhg0byty5c30l6tSpIwsXLvT9/5AGAPTv318GDBgQoHSMGDFMlJ79UQM+N4XlGP/dcVim1Okhr1+/Nt2lL5Dd7PyPGTc27w4E/BXY9N0i+XW499EWPqVQnY/ls1GdAlXTgBZN4x/SElgAgKax+uqrryzdBDUlv36Q3rt3r28bGjWqGT3sP2D/+++/kjNnTj8ps86dO2eCECgIIIAAAggggAACCCCAAAIIIIAAAggg4LkCusHQZ+HaZ5YBfX85atQoPyn6dTFaF+19iqNMqv5tUNLNUClTpjTHEPsU3YR19OhRP+g+AQA6vmrVqkmNGjVMxtaKFSvKunXrLPXDKgDg6dOnZlPkyZMnffv74YcfpFWrVr7/H9IAgA8++EC2bdsW4JtOv6fW45nz5ctnqbd27VrjYV8cfd+rmRdy585tghdsyzfffCO9e/f23Dd9JJgZAQCR4CEzRc8UsP8FGjduXDl+/LhlwS6kAQC2cvrLV9Pu6C5h/QWvv+R8ih43oAuLhQsXtmCH5Rj/+e2gSfvvUzK8m9Ms/seIHdMzHzizClWBU7uOyNIuY+Tmucu+7aZ7O7s0ntZXEqb2jhgNacmaNatJfWVbbt++bdIrBVT0Q5emyzp//rylmn7gDUr2gR9//FE+/fRTSxtp0qQxmUFKly5trh86dEjq1atnfnbYlipVqsjPP/8cUgLuRwABBBBAAAEEEEAAAQQQQAABBBBAAAEPE9C0/nrcqG0ZM2aM6Ln1PsX+WGC9rrv8hw4d6lCjaNGismfPHt/XdDOT7ui3D0xYvXq1OfNeNznZpsnXYwrCKwBAgx369evnO1bbY5l9LoY0AMAWSQMk9Lvh7777TvToV9uixyTod7u2RwGokWZvti8+Gyntr0+bNk1085ltqVSpkqxatcrD3rmRazoEAESu581sPUTg+fPnUqBAAdF05D7FPsJOr4dmAIAt3ezZs0Uj7WyLprux/QUblmM8sXW/TKv/X/RZpsK5zeJ/tBjRPeQJM43wEpjZpJ/8veG/D5YxYseSmsPay7ufeqdBCkkJbgCAoz+3umC/efPmIA9HP+jpBz77oh+c9SwtTfNkXzSYSKNjc+XKFeT+uAEBBBBAAAEEEEAAAQQQQAABBAIW0POW9Tu0xYsXy/79++XixYvikypbz8YuV66c2dGqOzJDUjTttp7zbF801bPumg2s6MaEqVOniqa5Pn36tOimhnjx4kmWLFnMxgI9f5r00IEp8joCninw/vvvy++//26ZnG400oVwn2K/SK7XdQG7Xbt2DlFq1qwpy5cvt7x28OBBsw7iTAmvAAD9eag/n22zFehOfTWxLaEZAGDbbpMmTWTWLGt22yFDhpiAjNevXkmUqFHN7xj1sC2FChWyZIu1fe2PP/6wPDt9TZ+lPlOK+woQAOC+z46RR2KBESNGyNdff20R0PNbYsa07n4/ceKEQ6Xs2bOb64MGDfKzQ9gZVv2LSurUqS1nAkWPHt2cV66Lh1rCaozHNu2VGY36+g4zc9G8ZvE/arSozgydOgj4EVg7dIZsmbjEcr1Yw0pSY4jjD6POEgY3AEA/XOmHLtuyYsUKqVq1qrNd+9bTKFn94sDZD2v651gDEGrXrh3kvrgBAQQQQAABBBBAAAEEEEAAAQQCFjhw4IC0bNlSdFEroKK7Whs1amSycDo639kZ5w4dOpjFNvviTACALibp4p1tBlD7dqJFi2aOL9S6mh2UggACni/w8OFD6dWrl4wbN84yWd2EtHLlSsu14cOHmx3/tkWPG+7b97/v9m1fK1mypGzfvt1Sf+PGjVK2bFmnYMMrAEBT62uKfZ+iPwv1e2D7EtjajKbuT58+vVNzs6105MgRyZ8/v+W+4sWLy44dO+TF0+cSLUY02X/ggJ9szRpgsWzZMof9Xb9+3RzBYFuyZcvm51iAIA+WGyJUgACACOWncwSCJ1CmTBnZsmVL8G62uUujeDUSLTilYMGCon9psS16lrhGAWsJizEe37xXpjf87wNC1hJvS6vFw4IzfO5BwCLw98Y9sqTLaHl4867v9UxF8kjLhUMleswYwdIKTgCARtVrNg3bosE9+mcruH+Z1hRRbdu2Ncd3+JfmSftLly6dzJgxQz78MOTZD4IFxk0IIIAAAggggAACCCCAAAIIeLCAZvarUKFCgIvq9tPXTQL6HWBgxwna36cbAXS3p27isS+BBQBoCm/7xb2AHkvDhg1Fs4VSEEDA8wT058Hhw4fNxPQ7xmPHjsnjx48tE82bN6/JXKpp+W3L3LlzRX8+2JZatWrJkiXWjVg+r9um8/e5pinoNRW9MyU8AgD0u9UYMWI4/NnqzBht65w8edJh4EBg7Tx48EASJEhgqfbmm2+a42SfPX4q0aJHk+s3b4geDWBbihUrJjt37nTYvKMMAHrEwu7duwMbDq+7sAABAC78cBgaAv4J6C9K/6K1gqLmEwDg5eUlGTNmtNyq6b9tjxiwb1cXJc+ePWu5fPnyZZMZQEtoj/HOxWsy4oMW8vzxU9N+tpLvSMuFQ4IyXeoiEKDAi2fPZdrnveTUriO+9eIkii91x3eTnGULB1kvOAEAuvivQQC2RaP9u3TpEuT+7W/QtIK6u3/Tpk1y4cIF82FdP5hrxGiVKlXMzoLYsWOHuB8aQAABBBBAAAEEEEAAAQQQQAABq4CmjNa/f+vCjX3RY/r07OZLly6JHqlpXwLatenIWReodKHH9ixt23oBBQCsWbPG4WKbfl+QKlUqc1zBixcv/HSrAQD2C328BxBAwP0FHC3K285KjwIZPXq05fx5n9f1XPqcOXNaEHTx/MyZM5I2bVrLdf2e0iezsO0L+jNJA6ecKeERAKDjSJEihSUzsjNjc1THJwDA0XHLuplr4sSJDpt2tJajGZ/V+/Fd798x+p227uDXTWU+RX+OX7t2zU/wgL4+bdo0adGihaW/Bg0ayJw5c4I7Pe5zAQECAFzgITAEBIIqoL8Avv/++6De5qe+TwCA/uVCz/Cy/0vG3r17TbSwfdm6das568u26Jlit27d8t2lHNpj3L90gyzvOcEEAGT/oKA0nzcoxPOnAQQcCfzUa6LsnL3K8tL7LWpI5X4tAUMAAQQQQAABBBBAAAEEEEAAAQSCLKCLZJp1z7bo7szp06ebc5p1ke3evXsyePBgc6ymfTl16pRkzpzZqX6nTJkirVq18rduQAEA77zzjp9jBPW87mHDhpnvDnWRTtN/jxkzxtK+bizSxSw9WpAS/gKa6UHP/F68eLHoBhAN1Hj27JlZqMyQIYM5HrJGjRrmM9e7QwAAIABJREFU3HJny+3bt80547oA++eff5rvfePEiWMCQd566y1zVKUGpyRNmtSpJsNijE51TKUQCQQWAKBrAHpciH9HleTJk8fPJsNSpUrJjz/+6HuPHmGqAUS2afV9Br1t2zZ5//33nZpDeAUA6MZJzYQQ0uITAKBz/OCDD/z8ftAFfQ0Osy/9+/cXPUrBtmiWBM2WcNPrijx79FjeyJnJHCFt//tEj2Xo1q2b5V5dE9KfDToe26IZHOrXrx/SaXJ/BAoQABCB+HSNQFgL6G5fjdSyLV9++aWMHTvWT9fVq1cXPWfctuhu/kmTJpndwXqWjX5Q018k+pcIjRazLU2bNjV/aQlqcXaMWyYulnUj58pbpd6RprMHBrUb6iMQJIHDK7bK4i6j5cXTZ773ZStZwBwJQEEAAQQQQAABBBBAAAEEEEAAAQSCIuBox6iedV2iRAk/zejRfJq9z7bod2763Vtg5caNG6I7QXWx1r/iXwCALhzbbwQqXLiwSQFtvwjoKINhUM7qDmwevO68gB7R2rJlSzl48GCAN+kz1OyPmmnSv8VanwY0kEC//71797+jMh01ru3o98yBLRKGxRidF6JmSAR0YVoXqAMqGhSi59nny5fPTzVHxwBoJQ0o8vn5t2vXLnO8gKOixw/Yn3fv31jCKwDAWU89etl+vcTRz1/NqqIZEezXW/Tnr67NvPvuu6ZLzSCjm0J79Ojh5wgC3amv60DHN++T66cuSMkW1U1WGc3irMFAPkUzMHz33Xfm94n+95UrV6R169by888/W6al60KauUaDfijuK0AAgPs+O0aOQKACzi6ua0P6IbFo0aIOU43Fjx/fRIxev37dYaoy/YWtxwVoRGlQizNjvPTXKVnQfoQky/CGNJnZP6hdUB+BYAk8vHXPHAlw4eh/0Y8JUiSRxjP6SfoCOYLVJjchgAACCCCAAAIIIIAAAggggEDkErhz545omn/boos9ejyfo6ILtF27drW8pDts+/TpEyicLurMnDkzwHr+BQCMHDnSz85QXXxq06aNn/YWLVokdevWtVzX4wt17JTwE9Bz1zU9+tOn3kemOlPefvtt2bJliyROnNhh9Z49e8rQoUHbABNQgEpYjNGZeVIn9AV0kf7o0aNmAVl/BtgWzWji3451RxsPnR2d/vzUzMPOFHcNANC5TZgwQdq3b+9wmnqEq66/6PHLtov5PpX1z/S+ffskiois7D9Zzh86IR3WjDcvO/p9otf1uAUN4NEgAd30aV/090jjxo2dYaeOCwsQAODCD4ehIRBSAWcW12370LROGpnm6Ie+f2OJFSuWLF26VCpXrhys4QY0Rl34/7nvD+J14Jjk/LCwNJrWN1h9cBMCIRFY1HGkHFhmjbwv362RlO1g/YtuSPoI6F6NAtW/yOmfNVLphZUy7SKAAAIIIIAAAggggAACCCDgGgKabl93eNoWTbnfsWPHAAe4c+dOee+99+T169emnh4ZULx4cdHv3myLfwEAderUMSnkbcuePXtEd6HaFz3D2/5IAs0KoGnoKeEjoLtzdWe07gq2LxpwoqnDdXHP/shXraup+5ctW+bnPkeBHVpJM8OmSZPG7NLWBVn7EjNmTJM+PH369JaXwmKM4aNLL4EJNGnSxBwRYVuGDBni52eXvq7fa+pisn3QgO291apVM2n1T5w44XtZd6/re8jZ4s4BADpHRxkDApu7/pnTIJssWbLIvzsOy4J2wyVrifxSb0J3c6v+PtBnNXv27MCa8n1dAxHGj/cOIKC4twABAO79/Bg9AgEKBDUAQBvTXxh6do/tL1v/OtFzwSZPniwFCxYM9pMIaIz//HZQ5rUeIlnfe1saTukd7D64EYGQCuyZ/4ss+3qcpZmcHxaRprOs5y2FtB9H92sAgP4FK0GCBAQAhAUwbSKAAAIIIIAAAggggAACCCDgQgJ63vXvv/9uGdGhQ4dEd3n6V/S7A00TfeTIEd8qutC/evVqp1JQ600aPLBjxw5LF5qlQLMV2BddVNZFX9uSNWtWP2dIuxCrxw2lWbNmMmPGDMu8dBe27sbXhVBN+X/v3j0ZPHiwn3PA/8femcDNVP1//KSfXWSvLJFsiSwhyZK1lCJbWlRE0q5SoRDak0qpkPbtnwhRorK12rckUfqJREm2Nr//630ed5x7587MvTN3nmdmnu/39XpeZebcs3zOmXPvPd/P9/Plou+++85G4uDsqVKlSmHpIy655BI1ZswYhcw7zsR33nlHOxSdku1DhgxRo0aNsvUn6D5m3CSm8YDYa5zS/BCOnHuIOcQPP/xQr1nKIHfPWScEI9JNnH322VopxQxMZJ0513g0yNKdAMDYnnrqKa328ttvv8VcHd26ddOOeuT69//2h3qx771q0+erdQpbUtlaxu8WYhm/z/3790esF5UB1GYGDhwYs20pkB4ICAEgPeZJeikIxIVAPAQAGuKlYfbs2ZoJinwMD/sHDhzQcjvI/JMqgBsMOYAStVgEAHKxdx8jN51EcZbrE0fg1x9/VhMvHax+2bQ1VFnx8mVVvzfuV6UqnZB4AxFqEAJA0qCVigUBQUAQEAQEAUFAEBAEBAFBQBAQBASBlEFg3759Cifq44/bAxBQ3Zw+fXrUfuKgRYLfsjZt2iicbV5zUHNd7dq11Zo1a2zt7Nq1S5UoUcK1bQgAZnR5mTJl1M8//5wyeGZ6R0jXunPnTtswFy1aFMqrbn7Bepg3z65u6ZTtx9GKw960xo0bK/KzQyYwDafjTTfdZPuMfO60b1rQfcz0OU2n8aE8gQPftPLly6sff/wxrmGw7zlVTmbNmqXOPfdcz/VlAgGAwULcQY2F8UP+giwBMYK9uHr16pqsdfnll+v/x3DwT7p8qNowf5n+/4f/+74rZvh4UG2gXghAkAwgXaAeAM59+/bVZAKxzEFACACZM5cyEkHAFwI7vt2iylS1yzL5qiAbCiP9f2KDmtnQkjQhCHhH4MWr71Vr3v/UdkGXB25QZ1x2nvdKfJQUAoAPsKSoICAICAKCgCAgCAgCgoAgIAgIAoKAIJAmCODsWrFihe4t0dTIXxOAYxpOedQ6yQEdyZB5r1GjRigim/SB1FurVi1fBADktr///ntbMziIIuWKL1CggC33fJEiRcKiwtNkKtKum8jw47gzDaUGHHxu5pYHnEhfIo0t69Wrl3r55Zdtl/Pvyy67LKzKrVu3Kpy9piFF/sMPP4Q+SkYf026i0qjDSMQ7c76jEkxEupsx1yhGmIZDev369b5Hzb6DwjCEI8uqVq2q1q1b50sNNdUIAL6BiPMCzqk5r8ZOPedMSaMcJ46ZeJkQADJxVmVMgkAMBH777w41dfA4ddmzg1W+ggVSEq99v+5RhUsUTcm+SacEgQXPvaNm3PucDYg65zVTlz87JHBwhAAQOKRSoSAgCAgCgoAgIAgIAoKAICAICAKCgCCQ4wg4o6qdHSIam8h+crlHs+7du6v/+7//CxW58cYbQyoCfhQAcOaZDlwq9EMAQD7aLR99jgMtHdDy33fddZcNiccee8wWcd2iRQu1YMECWxmIJE6Zdwr89ddfKn/+/Lay0QgIXqbASx+91CNl4kNg/vz5YWq/pJTAoe+2Bw0fPlyNGGFPjXr++eerGTNm+OrAkiVLFHvY5s2bbde9/vrr6uKLL/ZVV24lALzcf7RaNTMrbUyfl0aqGq0a+sJNCmcuAkIAyNy5lZEJAq4IvHXrGLXi3U/U3wf/Us37XaQ63tMvx5FaPWuR+uzl97L68b//qcqNaqu2Ay/N8X5JBwSBaAhsW79ZTbhkiPpjx6+hYqWrlFc3TB+rChYrEhh4QgAIDEqpSBAQBAQBQUAQEAQEAUFAEBAEBAFBQBBIGQRiEQCIviVKu2TJkhH7jMx/u3btQt+jFLBhw4ZQdLgQAFJmunO0I82bN1cLF2Y5CC1DWrxu3bpx9Wvt2rXq1FNPtV1LDnfUKuK1oPsYbz9y63WcP0LiQG7etEaNGqmnn35aNWjQQH8MyWf8+PGaUIIsvWkvvfSSlqaPZMjTI2+/fft29eWXX+r0wxAG+Nw0CAFI4Pu1TCYAHDp0SON09NFH22D556+/1d01L1L//Pm3/jyS/L9fLKV8ZiAgBIAI87hx40YtebJ48WLfMz1o0CA1cuRIRR6kWMaGyiY3d+5cnc/jm2++0Zcgl1KvXj1Fjidy9JBDyY+xYX/xxRfqvffe07l3YOshJUVeFm7sMPouuOAC3QayUGK5B4Hftu5Q9zXuFRrw4M9fVOQxj2Xc3LnJOHP7xLou1vefPPO2em/UxFCxhj3aqe6PDox1mXwvCKQMAs9dfJf6dtFyW39QAkARIAgTAkAQKEodgoAgIAgIAoKAICAICAKCgCAgCMSPAJGRr7zyivr000/Vli1btOw5jlZy5eL06tKlizrzzDM9N0Cu97feekvndV+9erXOm86ZS9myZbWUO+eBPXr0CJP4jtYAeZcnTJig875v2rRJR24TkU1uX/pINDl1i6UOAi1btlSsrWjGmpgzZ46qU6dOWDHWISkCvv3229B3zzzzjLrmmmtC/xYCQOrMd070hL1myJAhIUUIqw/sMew/8dqtt96q1SlMe/jhh9Vtt93mu8pk9dF3R+QCNW7cOHXDDTe4IsE9j3vKtm3btAKE0/A5ffXVV1F9TZRZuXJlVKS5l77//vtx+SAymQDAPb1gwYKK1CumEej56nUP6I+I/EcBQEwQsBAQAkCEtfDqq6+65rfxsnTOO+88nS/HmYfHvJZ8TjyQjRo1Sv3665HoUbf6S5QoodmePLA5pXXcyuPsJ3/PzJkzY3YXWRZuzvICEBOqjCrw0jWj1Or3FukxNejaWl089vaY40sGAeCjcW+q2Q9MDrXdqOc5qtvDN8fsixQQBFINgQ/HvKLmjHnF1q0zLjtPdXnA/aHZT/+FAOAHLSkrCAgCgoAgIAgIAoKAICAICAKCQHAI7Ny5U1111VWeztg6deqkoyIhBUSzd999V11//fURc3Vb1+JsIW/3FVdcEXNA9913nz47xCEcyYgaxDlH2Tx58sSsUwpkLwIEbkEGefLJJ9Ubb7xhazySDDdzPmzYsFBZnGtLly61za8fAsBJJ50UJsPtJwUAQUNE94rlHAI333yzDgTEWFNff/21wg9hGqQRIvXZY+IxCCfUYe43RYoU0WvHS53Z0cd4xiXXZCHgtmfEwqZixYp6TUE4i2axCACQ6VARKFSoUKwmXb/PjQSA165/QC2f9onG44qJ96hTz/FORowLZLkorRAQAkCE6UomAQBWGyoBSKf4scGDByv+YFpFMlijvBg48zVFa4c8PrygNGnSxE93pGwaIwCrfFCFc0MjuOm9J1T506pFHVHQBIC5Y19THzzyUqjNMy7roLo8cGMaoypdz+0IfL9knZpwyWD11/6DISiOr1lZDfxwfELQCAEgIfjkYkFAEBAEBAFBQBAQBAQBQUAQEATiQgBn1llnnaV++uknz9fXqlVLffbZZxEjF8nTTk5jpHy9Gmd2/fv3j1gcZ9rjjz/utTrVq1cv9eKLL3ouLwWzHwFIJy+88IKtYYgbZg53VB5YbwcPHjmD4FwYGXXT/BAAqG/dunW263ft2qUITnOzvHnzKs4sLDvhhBPU1q1bsx8waTGEQKy0EiiBELnvltPdC4w4/Zs2baqJJqY512e0upLdRy/jkDLREXjqqad0gCkEoFjWrVs39cQTT8Qkv1FPJAIAew+K2p07d47VXNTvcxsB4H+HDqmhNS4KnUWL/H9CyycjLxYCQIRpTYQAwOYI+9KZj4OmeCh64IEH9AYajz333HOaheV2o4TR17Nnz5gyKm7tIgWGagF5XsRyBwLTRzyrFk6Yqgdb4+zTVZ+XR0UdeJAEgDmPvqw+fOzVUHtn9jpfdb7v+twBvIwy4xF4suNNasvyrHQu2FF5jlLXvPGAqnLmaXGNXQgAccEmFwkCgoAgIAgIAoKAICAICAKCgCAQNwI4VQmUsSJpzYqKFSum+MPR6cx/TDnk11H9dBqpA0j5aTpsrTLIvHOO6EY24HP64cy3zbWk/kTd02lIBFMnfTQdtFY5CAAQAcRSE4FVq1YpArZMQxbbTFWLAu2sWbNCRVgnJ598ctiArHSzzi9YixjpBYjexVjzn3/+ua0oqSXKly8fVi8S4E6l2po1a4YRCFIT4cztVSzn+oABA7RaSMmSJeMCgfzupEMxrWHDhjo9itc0w8nuY1wDk4vCEEDN480339T7DKmrSWXNPQ9CEPsHBDnWg7WXeIGwfv366rvvvtPK2exXjRs3Vh06dNCkkiAstxEAVr23UL18zWgNXdVm9VS/1+8PAkapI4MQEAJAhMl0EgB46GLD87OhuVW9YMECzfQlV4ppSHDB2IUp+ffff2vJlDvvvDPMmc9myE22UqVKtuuR8rnlllvUs88+a/ucfkM4aNWqlYKVyYvE2LFjtYSY0/j8xhtvdCUXZNCal6EYCNxe/pzQv/q8PFLVOLthRHyCIgDMfvAF9dGTR6TMml51geo0coDMiyCQUQjMHDlBzX92im1MrW/sqc4ZFFu60QmEEAAyamnIYAQBQUAQEAQEAUFAEBAEBAFBIA0QGD16tBo6dKitpzg9Jk+erMidjQPr559/1pH506ZNs5VDupjzN0gCplEf9ZpWpkwZ9fbbb6tmzZrpj5csWaK6du0apuxJOygBOA1nCo4Z00gvwFkgCqKcF5L/+7HHHrOV4VwRGW+vDrs0mLKM6iJncMjpm4YTHmc8hrIn57xuBBS/QLAOLOLAZZddpjgTNw1CAE46p+HEcxIO2rdvr3N3i+UcAi1btlQoQUQzyEEQP+rUqeOroyhQsLc49zD2rQoVKniuK5l99NIJotpR2IBAtWbNGp2emdzq4FKtWjV14YUXKqToIylfxGoD387ChQvVjBkztCIM9wr+unfvHqbsEasu83v6jYoMvqFjjz1WTZ8+3c/lUjbNEWD+WacQ/Cx746aH1dIp8/Q/Lxs/WJ3W0a4Ak+ZDlu4HgIAQACKAmAwCANL/PIQ7JZxg3j300ENh0v7ciHnoJ1+PaRMnTlTI9Zg2b948LZFilj3xxBO1pFeLFi1sZWFv3XDDDTqfimlt2rTRn5FXSix3ILDguXfUjHuf04MtX6equmnWkxEHHgQB4L3Rk9Qn4/8v1EazPp3UBSMiy9jljlmQUWYqAhvmL1UTLh1iG17FejXUDTPG+hqyEAB8wSWFBQFBQBAQBAQBQUAQEAQEAUFAEEgYAc7UiNg3jSjIc889kk6R73Cw4wR1Ru5/+OGHinM209ycXhAKrrzySls5t6h+ov/JD28aTjcib01r1KiRjuB2Rti2a9dO0SfT5s6dq1q3bp0wVlJBbAQ4n3XOM+fByGy7GaldncFfBKWtX78+VLx06dJq586dsRuPUcIkAHA+fccdd9iugDxC0JrTXn/9dXXJJZfYPkbxluhysdRAAD8B+8aTTz6p3njjSDAWveP8n/XkNRXA/fffr1MTm8a1H3/8sYKIFK8F2UcvfSDAE5WW33//PWpxFBIIloQU49VI7YLf55577nFNhUHaZqdfKFbdpFyYOXOmdvpzD0J5A0MBhM/Fcg8CbgSAe07pog7s2adBEPn/3LMW/IxUCAAR0EoGAQD5Jhz6PFhZxs0WpjAP6E7jBnjddddpaX7TuEnx8AXjB4PtyQMWN2LTiObnwc0px0QZHvp5+DcNZuns2bMDk1zxsxClbM4hMKR6Z/XXvgO6AxePvU016Gp/QbV6ligBAKIBhAPLmve7SHW8p1/ODVxaFgSyAQFY+Y+2ukb9/O2Rg6O8BfJrEsDxNSt76oEQADzBJIUEAUFAEBAEBAFBQBAQBASBEAJEP3JYjiQxTlwO0EuVKqXz05ICkcg+5LRjGXLbSNz6NdQY3aTjY9XzxRdfqDPOOCOsGIe+RPuJZQ8C5FavUqWKrTH+vXHjRtcO9O3bVxGsY9rzzz+vyONuGvLopgOX76jT2RYpAqwzP+t6nL3IL5v28MMPq0GDBtk+e/rpp9W1114b1k+cf6QNNe3WW291VQjNHpRzVyvsSRBATIvmgB0+fLgaMWKErTypHogotuyUU05RpINN1EwCANHQtWvXtlVZo0YNxZk2igOmuZFKcAY7x5lo/+T6YBBgP3I6n++77z5FVH8sY1/BR2Eae9QHH3wQUi+JVYeX7xPpo5f6ITA4/Sexrps0aZLq3bt3rGJa7RnlgK+++ipiWa8EAM4SrecYFGLcyAqZQgCwCA358uWLiXFuL+AkAKx5/1P14tVZhKuTGtdW1055OLdDJON3QUAIABGWRTIIAM46aZq8JDj4eRF1Mxz9AwcOtH3FS+prr72mYCNjsD3Jt+KUWOJl99JLL3WtFyYpLE1ehk0bM2aMTiUglnsQWDVzoXq5f5YEXfHyZdTgz+3KEBYSiRAA3r1nvFr0/LshUFv276rOG3p17gFZRprrEZhy5xPq81eO5OYDkI7D+qnmfS+KiY0QAGJCJAUEAUFAEBAEBAFBQBAQBASB0PkIDgQvUXGdOnXSkuqQAiKZW4SrF6jjIQAQ3EE0t1POnfaEAOAF9eDK4MQklaZprJepU6e6NuLmVJowYYK6+mr7ucfpp5+uli5daqtjw4YNqmrVqrbP9u/fH6YSSjT45s2bbeVIMUo0q2mQSNyCjLj2pJNOspXFgYsDTyz5CPBeX65cuTASB3OFc7VBgwa6E5y9sS/hlHXK+6PayvmvX2Md4sQ0jbXMmnYz+uR0Yvbq1UuNGzdOpyWAUAU5welIZR1/8803klrW7wRlU3lIHNybTMPHANEtmuG3wHGNU9oyUocgP+9UREl0KPH20Uu7biQorjv66KN1SmYCMXfv3h1WFY5pSDIVK1aM2AxEHHw8TtUY84I8efKofv36uaZyscqx9/Pbwu/z3//+N+qwMoUAAOENJZ3ixYt7mcZcXcZJAHjr1jHqqzfnaEx6Pn67qt9FFH1y9QKJMHghAEQAJmgCAGymO++8MyznFs52cudEYjlxM4U9ZhoMURif1sMhLw/kH4NpZpmzjHOYMMd4AIRFZlqs/siPKDMRGN24l9q9NYtJ3vGevqp5vy5hA42XAPDO4HHqs5eOSBKdfV131eGu2MzJzERaRpWbEVg9a5F6qd8oGwQ1WzdSvV+MLo8nBIDcvGpk7IKAICAICAKCgCAgCAgCXhHAwUm0vlOKPdr1tWrV0vl5nbm2rWsefPBBfZbj1+IhADzxxBPqpptucm1KCAB+ZyB7y3fr1i3sfI3ozebN7bl4SQvqlHx3i9jHOXvRRXayeI8ePcIkvFnvTucdTiMczU4jJ7Xz7JHUBaZKafailvtaw4FOSlY3IzCscOHC+mzXiog1y9WtW1c75XG8+jW/BABSQ0AOMR2+tEnbrK1ffvlF4ah0Gg5W1qlYaiLAua7zXle+fHn1448/RuwwexH7m0lGIb0IKS3iIaPEQiaePsaqk+9x7kOi+vXXX23FCY4kGLJs2bJ6vb/zzjtaucWZjnnIkCFq1Cj7eZ5VEWVJgeBUiAEn0jXzm2jWrJluAxJANPv+++9V5cre1EKFAOBl5jOrjJMAMLxOd7Xv1z16kA9tma2OynNUZg1YRhMIAkIAiABj0ASASA538iIh3x/JyNvFQ5fzxjNnzhzVtm1bfZkbSYCXTVjA5IdyM9hVSH3xomEaN29eRiK9/Aay6qSSlENgy7L16skLsvJ55S9cUI1Y83/q6Lz2l4p4CABv3/G4+uLV2aHxtr7xYnXOIHtuu5QDQzokCCQRgYN796tHzu6nft92JE9fwWJF1G3znlVFjyvp2rIQAJI4IVK1ICAICAKCgCAgCAgCgkBGIMAZR5MmTVxl94sVK6b427p1a1hELYMnzeIzzzzjigOSx85zE6IFYxnOOvKze7Xt27fr85s9e7IOcp0mBACvSGZ/OWT5cSwRwWgZkYzMqdPhvm7dOh2ByzueWZbzO+uMDycvzn8z+hNH0qJFi8LSViDVjmS7abt27VIlSpRwBYL+QASwrEyZMurnn3/OftBycYtuzvhYcBB5/NFHH4Wlioh1nfW9XwIA1w0dOlSNHp2lFurFkEh3qgx4uU7KxI8ATvgrr7SfsQ4YMCCMZGS1gBowe5Vp3HecaUms70kfTNoJJyGFdMO33367p44nu4+eOqGUIiVLnz59bMUbN26sCYDsr6a5kfGaNm2q92A3Q32ZiH3TcOL/3//9Xyh402s/3QgA9M+NrCUEAK+oZk45kwDw9dwv1PNXDtODq1i/hrph+tjMGaiMJFAEhAAQAc6gCQCwI2GVwaI0LZpMP+WQToIptnLlyojXIQGFFI9p7du3V4yhZEl3hxJlR44cqe655x7f1wW6AqWylEHgqU4D1fdL1un+uEXp+yUAmDI01Nnm5ktU+9t6pcx4pSOCQE4i8Nr1D6rl0z62deHisbepBl3bhHVLCAA5OVPStiAgCAgCgoAgIAgIAoJAOiCAowqHlWk4QSdPnqwVEzlAx9HZv39/NW3aNFu5QoUKadUASAJO41ozncCpp56qVq9eHTgknBeRbiCSCQEgcMgDqxDHJ+vMtDvuuEOrfboZjigcss7oapzxRFi7KVigRDFo0KCw6nAy4TAyLdpaKVCggJZvt6xIkSJhAUeBASMVRUSAwCuCwZirWEb0NQ7JaKlKYtURDwGAOnH0cm5srhlnW6xZAsxIB+B0pMbql3yfGAKojLRs2dJWCYrAOPSLFi0aVvnw4cO1vLxpOPhRGXYayiIEJDqVHlAOJmLeqyWzj177QDlSWJDKwDT+fdlll4VVA1kQZQTTIOFAoHDasmXLwpz8lIXIxZ7u1ywCAL8rFGQgg6EiQGoBSI6mCQHAL7rpX94kAJhBl90euUU1urh9+g9QRpAUBIQAEAFWJwGAiPj4zC78AAAgAElEQVTSpUurTZs2ha7gM1jd9erV05sxzLGCBQu61ujFke92oZfr4nXkx3tdUlaiVJrjCPy+fZcadfqloX7cvfRVVbTsEQKJHwLAGzc9rJZOmReqq92tl6u2txypO8cHKx0QBFIAgSVvfajeHPiorScnNqgZ9tD277+H1ME/D6oC+Quoo48Olwtr1POcFBiNdEEQEAQEAUFAEBAEBAFBQBDIOQROPPHEsNy7s2bNCstPTJQ2kXROJyuRjm3ahJNxOfMxAzIiOUsSGTmRva1bR8/bKgSARBBO3rVTpkxRXbt2tTWA04ezvGOPPTZiw0SGQkZxylE7L8ibN6/Ou07eaDcjmtfplPJDAEBynrMesexHALUPlB/Yp5YvX65QkkBmHeISUdmkd0ClNZKyq58ex0sAoA0ckhMnTlTz5s3T6xqFWshSrD32LequWrWqn+5I2YAQIFiElAysHdMaNWqklWus1MH8xsePH6/uuuuuMBUcggqdUv6sx7PPPluhZmxaz549dbChH6JHsvroF8IWLVqoBQsW2C5bsWKFVmRxGooH+fPnt30MzqYqi/Vl9+7ddaS/aW7pX7z2l/0bkuIFF1xgC+pEIVoIAF5RzNxyJgHg3vo91R87skhkD37/nsrzn9jqVJmLjIwsGgJCAIiAjpMA4GUZ8VAGM7JLly5hNwovjny3NniQhwn+6aef2r42UwfE68h/7LHH1MCBA231xkod4AUHKZO+CLw64H61Yvp8PQCYYzDILPNKAHj1ugfUinc/CV3X/vYrVJubeqYvKNJzQSCJCOzZvks93KqfOrhnX1ytVG1WX/V7/b64rpWLBAFBQBAQBAQBQUAQEAQEgUxAgECNKlWq2IbCv535eK0Cffv21Q4t04jKJu+v03DGmVG65HB/8sknA4MNRwPnMJEkmK2GhAAQGOSBVYTziLzOTgc6zpsLL7wwajvIReM4NdMGuF2Ao421ytp0c7oJASCw6ZSKBIG0RACC0A033ODa91KlSilIPtu2bQuT8ecCCG5EqhNtbhmR5qeffrpCydhpJ510koKUFMvOPPNMLblvWdB9jNV+ot+vXbtWofZjGoQIyHqmQYbhGcFM6cI94b333tNphaZOnapJM/v27dMKHkT0k3KIdAJ+TQgAfhHLzPIWAeCHz9eoiZdlqV6VO/VkdfP74zJzwDKqQBAQAkAEGOMhAFhVIamDNJepBhAvAYDcXeSS+eCDD2w9DYIA4DZGIQAE8rtK60puL38kmviWOU+rE045SY/HCwHg5f6j1aqZC0PjP/fOq1Sr63ukNR7SeUEgOxCYfNVwte7Dz303JQQA35DJBYKAICAICAKCgCAgCAgCGYbAxx9/rFq1amUbVadOnfThu5sNHjxYy1WbNmHCBO2QNY1DeyTSTXvkkUe03HVQdt9996khQ4aEqiMA5IsvvlDfffedrQkhAASFeDD1QDrB0eNUkiDCljmNZpwXPvzww746cu211+qIXqcJAcAXjFJYEMhIBNwUHmINFJl6HNpO8tz7778fppwTqy7n9yhDOFMgB9lHv/3xW557vDPNAXv2bbfdZqsKRz+qQKbx7IGzfvv27a7NQuSCsDF27FhfSgpCAPA7i5lZ3iIAzB45UX364kw9yIvuu0E16XVeZg5YRhUIAkIAiAAj0kbI+sPmisfII4Pj3mLoCgEgHhTlmpxAYOaoiWr+M2/rpmu1O0Nd+fxw/f+xCAAvXn2vWvP+EaWK8wb3US0HdMuJIUibgkBaIrB48nQ17e7wQ51ogxECQFpOtXRaEBAEBAFBQBAQBAQBQSAHESCn9ttvZ73zWuYm2btu3TpVq1YtW7nRo0ernTt3qjlz5ugUkZz5ENmHXDe5hNu2bet5ZCg+nnLKKaEcy0RqcnaEVLEQADzDmO0Fcfoz35s3b7a1jYz2iy++GNWp88orr4TJbVeoUEGh0EkKijx58qhPPvlEkWfbuQbIx3777bfb2iQi19kPPykASG2KFL2YICAIpDcCTz31lLr77rttijWRRsQ98IknntD3LqcliwBAO0H1MZkz9e2336ratWurP//8M9QMRED2WRQVTLvjjjsU+3I8hiLzo4/aU4JGq0cIAPGgnHnXWASAR5pdrX7ftlMP8P5NM9R/8sVW5sg8NGREXhEQAkAEpA4dOqRz3fBfpHCKFi0aeohHom3r1q06VxMMMLecXTy4k0fn+OOP1y3ESwBAcgcGuJM5BxONFwIs3hQA9O+KK66wIYBMD1Jk5M8Ty70ImCoA/V6/X1VtVi8qAWDylcPUurlfhAA7/+6+qsU1XXIvgDJyQSBOBMZdeIv6YenXnq8WAoBnqKSgICAICAKCgCAgCKQwAjhfcYyR+g75WQ5eOWjlcBrZVdLs8a6aiHFoRp5W2iE39/Tp031V9+OPP6o33nhD52vG8UvO3QIFCqiyZcuqhg0baslvIr9MKV1fDUjhbEGAeSNq2pReL168uI7Wy5cvn60P8ThCOnbsqHMk41iNZeT4nTFjRqjYqFGjtBrAySefLASAWODl0PeQP5Bx/vpr+zsbv31IJUcfHTkHL+eLnLWZeaTJM71q1SpVrVo124jYbyCfmEFJrCnIB6YqBWUgqpiGkiiy1G6GfLcpV33CCSfo802xzESAe+m///6rFWr95G1PNTS4f7/wwgtaWn3NmjX6HJ4xcf/lt8P9l+eESOvebTxBP3f873//U++8846aMmWKjgDnXsNvrUyZMqp+/fqqa9euinzxzvtMkFhD5sFXwXPK8uXLdR+Yf3AhbTHEJYhK/H8ki+e+56zLTQHAKhNEH4PEzKyL3wvy/EuXLrU1gaoL6i5Ow1/z+uuvu3aHewH7K3v47t27w8rwe2SdNGrUyNNwhADgCaaML8Re+NPyDeqFXsP0WI+rfqK6dd6zGT9uGWBiCAgBIDH8dK4c8setXLkyrCYY4Rb7O14CgJfr4iUAxHtdgpDJ5WmAwKLn31Xv3jNe9/TEBjXV9e8+FpEAMPHyoeqbj5eERnXBsGtUs76d02CU0kVBIPUQeK7nXerbhcs9d0wIAJ6hkoKCgCAgCAgCgoAgkIII4Ewjt/XMmVkyltEMB9v48eNdI9YiXcdhLnXj9OdAHDI/dt5553lqk7Ic6iMXj3M2Vr5ucsaSr7tx48axhiPf5xACvXv3VpMnT7a1ThTfAw88ENYj0gL069fPd08hq+BcikYGwfEPAcCyypUra0cupBIhAPiGPFsuwHEFIWnZsmW29kg/wf6CMz+akdrhjDPOsBVBPtokgZhfErBD4I5pEJcgmVjWpEkT7UQyDfJA+fLlw7rC/ufsY82aNcMIBNkCpjSSLQhwD9y/f78mvaUrAQCHNnnTCdKLZiVLltSy6iixRLNkPHds3LhREVW/YsWKqG3zeyPorm7dutky/9KIPwQgR/C8aBoET8ipbvfzdu3aqQ8//DCskZtvvlmT+SCyQvwiHRHPuk6V6R49emhiqRcTAoAXlDK/DASAjx55VX1+WP7/whH91Vl9OmX+wGWECSEgBICE4Ms6DECqyy0H3DPPPKMfUjAeBi6++OIwFhk3FlIFRLJIBIB333039LLIYQQ57Exr3769Zp3zABTJ3AgAMBI5sChWrFiCyMjl6YrA1tUb1eevzlJfvv6+OvTvIT2MqmfVVUXLldb/D2Pcsq/nfRmSnOGzC++9Vp3V+8J0Hbr0WxDIcQSEAJDjUyAdEAQEAUFAEBAEBIFsQgA5VaLRnDm0ozVPtOtnn30WNbqad3Qrso+IXDengR8CwI033qiefPJJz6gQnUteXQ6NxVILASIzOfMwjehMzl1wkDkNOWWIH6YR1YeDHwcrUX0LFixQ+/btC7sWQgHEAjeDSIL0//fffx/6mshR0lBiQgBIrXVDb3Cics62aNEiW+fq1aun9xsvig84enr27Gm7nlzQSHG72YgRI9Tw4VkpGS3j/BHnkmU4Ozn7Mw1HkRsJiZQCrC3TGBMRv2KZiUC6EwA46+bM249NmjRJQfRys2Q8dyAZT9Q4Cr5eDIVh9gwhAXhBK/vKEOHvJALyfLBkyRJFmhY3I3qfwFDTUKOYNm1aWHE3FWZULHhGNc/ZI41YCADZtxZSoaU5Y15RX73xQVhXIJTs/eW3kL+m2PGlQuSuIV++nApdlz6kIAJCAAhgUnjhI0eb0+69916dfwdDggtH/wcf2H+8Zhm3riA7A7t327Ztoa95sUBdwGIO87DvZDiedtppWvYnkqwPzN8777xTkxdMGzBggM5BA+tcLHciAAFg7LnX+x5851HXqTOvPMJE912BXCAICAJKCACyCAQBQUAQEAQEAUEgNyBw8OBBReSqW7QcZHT+kKVGutZpkOwh2zsNBx0OM6LrTIltNzy9EgDeeustRYSW08jTjQOYiGA3adeKFStqp7K8V6fOamatNWvWTCvbmcZBPQf2boZD5+OPP9ZO/oULF+pIPtJI1KhRI1QcKWoitZ0qFqSD/OGHH1wP9p1OLadcshAAUmfd0BPOz1BrcJ7nnXTSSToyFBlyL+Z2dhctAvT666/XObNNe/zxxxWkJMvIP+0kmjhJAlZZpKqRrDaNM0vOJcUyE4F0JgC4EWaYpVjS6kjs45TnPmxaMp47uCfg/HeqcNAuKYz+/vtv7Q9wGmf1q1ev9uT4TbWVaaUQyaR0R26BlRA1uP+TviGSnX766WGBnhAC+NxpPM9WqVJFPxeYBsGgQYMGMadZCAAxIcqoAhAAPhxjV6OINsC8BfKp+zb6S22WUYDJYKIiIASAABbI4sWLdeSC00znPocRN910k46uN+2WW27RDLNIOYCQkkFSxjRuDDwIWcxdNwICL5vIiEW6iSA7c91116mXX7azgyLltQkAJqkiTRCIhwBA1D/R/2KCgCCQGAJCAEgMP7laEBAEBAFBQBAQBNIDgdGjR6uhQ4faOkuOWqTZIcAjVfzzzz+r/v37h0VSFSpUSKsGOFXriKZGRt2LeSUA8J7P+75pEPF5HyeXN2oD/P+VV14ZSi9gleVzN/KAl/5JmWAR2LRpk3b+O9UmiPjjDCRRg1SAQ8dZP6QB51kRxJA6deqE1gtOFMgJqFtYJgSARGckuOtx2vA7Rj3CtNKlS2vnvzOiPlrLlMdZaBpOJiLzkYo2jTNE1pSTzORMAUA+9Nq1a9uuhaCyatWqMOeim1w1Dq6WLVsGB5jUlFIIpCsBgDPrSpUqKQhWpkFgGTNmjCbdcP9FOcVNWh35dad6SzKeO1DnJT2RaeR9R30IkiOGahEBgagPmIZ/oE+fPim1Xrx0BiIFKjbFixf3Ujzlyzz99NPaP2IakfkQvnhuiGZuKVggn0S6L6Dy41QHiEZCNNsWAkDKL6VAOygEgEDhzPWVCQEggCXg5qSnWlPenwcTohH4M42DB5zwkW6cMHcHDhxou4acNLCALYmx9evXq+7du2v2oGnRDhxgnPHgxAuIaSgLtG3bNgBUpIp0RSAeAkDf1+5T1ZpHZkWmKxbSb0EguxEQAkB2Iy7tCQKCgCAgCAgCgkBOIIDzfMuWLbamyaF97rnn2j7jkJmDVKdjlXfwNm3a2Mq6EQAgEnA9B7LO93BnxLYTByL3ChcurCP4LKM+0vsR+Wva7bffrh555BHbZ0Tv+kkdkBPzkBvaZO3ghHc6XzhXefHFFwPLi40sO9HZpj388MPqtttus31GtD8pIixzk4AXAkBqrEzO8XAusk5MI80HjnO3KM9oPUdJAOegMyIYuf7nn39ep4XAOK+D/OSU5kdRZPv27WHkJzcZ6l69eqlx48bpc0OcwJxFOqXUq1atqpVKgs4NT47iF154Qb333nsKggJOXBxqOG2rVaumFTe6dOmiIH15tR9//FFNmDBB59uG0EMb7M9E1J599tnakWoqc8Sql/o4M4VQwb1jx44dCjIGxA7mlbNa+pnuKi7pSgDg9+B0jvM7wZnuXK+k0CDgzjSINs50Hcl47jj//PP1OjeNf3fo0MH2mRv5h/sSJLF0s0wiAOCPQcGHvd4ySHnsC87nUbd5Yp/g2dU0fDOnnnqq67RCNIBwYBrKME5lFreLhQCQbr+UxPorBIDE8JOr7QgIASDBFQEbmAfpkSNH2mpyi8DnBuKUlosWqc8DLQ88U6dOtdUN2xHlAMvIF3P11VdrhqFp0dQFYEnywG0aeeyQS+ShSCz3IiAEgNw79zLynEdACAA5PwfSA0FAEBAEBIH4EOBgCgI0achmz57t2zHyxRdfaGI0jjGk35EY5V2JA1LSnTmdvbF6SU5uosmJrPn666/Vzp07NekaZwHRWjh1nBGXseqU74NBAOcN82Aa/8ax7mZ9+/YNU9LDOcAcmmYRADi8bd68ubrooot0TnWIBlYknlXeiwIACgRI+JqG7D+OI6fhqHMeFnfr1k2RQkAs5xDgd89aYA8wjT2A8xOkpIMytyhCzmQ4v7GM8xYiQS0rWbKkJqc4A0KEABDUrCRWD9L6SOw7DUcx9ycvxpybEtKQQgYNGuR6KfsN+xf3QNMhZRW+9dZbw4hGfDd37lytHOq8hrrKlSunc5OjKOC0ZKiU8AxAmhbOKaMZa3/s2LFh6UzdrkGlA4VVnNmRjN8yZBvKkqIlkkHCoAxKrNHq43oi0AnKckZ4e5n3VCmTrgQACCxOxVr+7Ux/C878Xrg3m4b8vym1noznDuT/jz32WIVagWXkjIek40aqgaAC4cYy1ixkIKeaUaqsnUj9yBQCAL4WntPMVFPMG4QvCIJeDKLWs88+ayuKcoBTydkq4KYAwDvTOeecE7M5IQDEhCijCggBIKOmM8cHIwQAlymArceBAg/mTma/WZyHa1i/vXv3DsvhwqY+adIk24scjPOePXsqDrdMI/8bJAJn/hykhLjpmA8TNWvW1DnnTHk4+sFDKS8DplGWB3rk5UyDWMADOfWYRu6vYcOGBfoSnOMrXDrgGwEhAPiGTC4QBAJDwC8B4Oi8/1EPbJ4ZWPtSkSAgCOQeBFLFWesmx+llFoj04eBYLGcRwHGF05/oFSSMLYuU/9Ktt7zr8G5CbuJoRpQVDn0vTntSoXEo54waN+sn8pCoMdMZl7No5p7WeYdu1aqVbcA4WJzEd6uAM186nxMJCgne+Z4L4YNc3TiXLIv30BRZd0t1z6qL6F2cDU4jAgxSgWmkBWDNiuUMAnv27NGRwcuWLbN1gLXHfOXPnz/Qjrnlq2aNslYx+oMDaNu2baF2WV+sKaeZTiLrO6KncTbhJP7kk08C7btU5o4A6T6c53d+sXKmgeD8jr3hpZde8lUVEcXsb3nz5nW9jpQqPFN5Nc4xObMM0tz26lj10wf6EsnclDWi1Ynj2KnYYJVHzYV7jTNiN1p9OATpo5NwFmtcqfJ9uhIAWrRooUh3axqpUk477bQwaCF1OPdziC9m+oxkPHegxsu5u2kQASOtLyLNnb97lAGcBMVUWTuR+pEJBACURHivYO2YBuELRSevxvuPk5Tiln6C+iAaQHY1iSl8zvtTNN+T1Zd4n2W9jiUny2XCmooXv/8dOqT27vxd7d21W+3defhv1261etYitfnLtZ6rzVsgn7pv43TP5aVg7kJACAAu840sFg+uvIzhyCfioG7dugqZL4wbBFEEMHmReHPmJOI6mInOaP9IagGUv+eee3S0P8xvolU4/OAB3nljwMnPQ73z4Wbt2rWaueZktsM6I+9RvXr1NAuWGwtOfucBG1H/MOD9Spjlrp9L7hitEAByxzzLKFMTAb8EAEZRqnI5dcfCYA9vUhMd6ZUgIAgkikAqOmtx/D733HO+hyYEAN+QBXYBMrk4unD84+h3M68EAIjJOOM41PVikKBRCCDCKpJxUN+vXz9FZFYs42AfiXZn7s9Y18n32YsA77lOtbv58+fryG4vlsihKTKuvGubxr8tqW7rc/YkCCWmjR8/XhNRxLIfAaKd27dvHyYBzbkIa8dJ7Aiih27pG82IbZxZOLUSNadjK9H65PrICCSDAEBrnA0++OCDOhKd879ohsMfJzhBQ8joRzOcV5wtRotsJ/CIdcm5Z5DS/24EGPpKlDMkF8h+u3fvDut+vnz5tAoGEdtOIzgLJ53TkOWHEGOpBTm/hwAAEcBpbvLbVh+JIIf05UzPYH2/ZMkSfS6cbpauBAA/OHNPdkquQ/4yU634qY+yXp47UN5wptA1SV/ONt1IOmbqYL99zKny6e6sXbx4sY7Qd6qiOBV7vODLflGhQgVFuirL2Js2bNigU4qYRloUJ5EomvqVs/1EnmW9jCW7yhzcG65G8+fBg+rAgYPq2OLHunajQJFC2dW9wNrZtyvcqa8d/Tj5Dzv7/+D/f/lN/bnvyPqJtwNCAIgXudxxnRAAXObZ7cXNz3JASooHamdEP3XwYEtUfzwsYvIdQSwgT5fTeIFAWi6SlFis/vOiMHDgQIn+jwVULvheCAC5YJJliCmLwP7f9njq27cLl6tXBtwfKluhbjV140z7obOniqRQ2iCQKtHaFmAcVqKWRIQDee6Q2OWAkkNpohh41nFGd6YN2BnW0VR31hIp48xx62UKhADgBaVgy8ybN089+uijOv8u8vzRzCsBAMI0adKcRpQrewqyxU6LJt3+5Zdf6pQBZs52rscBQdQs9TmjffiOCM10i8AKdnZTtzb2MGSYzcNVSPNI7OI48mKJHJpCUIKoZBoRiBASkGknmpcIMCJYzXVHHmne/bND2hciDep+OBL47bj9pqLhRNABSgU420ijgKMOkg1KgjhByE0bKeo4Ur1WSg8i1XHS8dxA33DSsO8nMwUHv3FUIJDhNY0IO6ItOZz3YkThO3OKk2s90lkOzz7MgWmkBbj22mv1R25OKi/9cJYRAkA8qMV3TbIIAFZvUINgL+F5GocRaUcgr/H7Y70iC81vsHLlyp4HwG944sSJins2a5jfM/sQ+2jr1q21corbmaLnBlwK0gb1O4Oj2Ds4p+Q3x15JKlJ++6bKKdVFipgldcLy5cttLV5//fVavr9w4cL6vsC1nOGaRl/Yf80zWXDB2eYkBxKIBRmCPRsjxzwRvUjGmxZNWSAR7JJ9bW4gAHD+bqZaAVMUfUkJEY95fe6YMmWK6tq1q62JG264IYwMaBWA8MN6jXSPiKevOXFNOhMA2E8ghzhTlKDWzLNcPKQo5nzcuHG2qeBdhOcq6zkx0t7nTPEcbT4TeZbNiXUSqc07TuygDv0bm6RtXX/OoCtV6xsvTokh7N/9x2Hnvd2RH4rc3/mb+uMX/narP12IDskchBAAkolu+tctBACXOUQaiJu48+E11nTDIscBz8NHNGYujHOkf5zR/dHq55CBCIJoB1O8VNM+L5l+DLUD/niAFhMEhAAga0AQSA8EVrw7X7163RESQLXm9VXf1+5Lj85LLz0hkIrR2nQcBwGHZRxSRjOcdMgcIrMtlv0IpIOzFlSI6F63bl0IIA5eouVutQpCAMAZLZZ9CCBZHElW19kLLwQAnHPOnJeonBHBj9OAtcB7GQfxTil/Dl3J7+60M888Ux/em9amTRu9F5GvmQM/cjo783Xi6Fy5cmX2gSkteUYAx7pTRp85xAHk1RI5NMVphcPKufZZn1bEKA540zgLwKHXsmVLr130XQ6nzsyZM7XDmbYsYks0goyzEcaGQwLFQA70IxlqBwQimHnMI5XlTIJnBPKARzNIHJxbXHxxsIe6BEb06NFDsUeYhnMP5z+H8V4NTIngM6OpuT+xVzijTTk7Yj2YRBXaQaHRIhHgVPJKPojWRyEAeJ1BKZddCEAK5ndvGgFM3I+dDjWUUniGM61p06Zhah1E3Dds2NBWDgIO+7mzTqJ5ISeaRnQ2hAfLcNDhqDON6O05c+aEwbRo0SLVrFkz2+dE+aIEm26W6QQA3pdr165t26dR7yUFr5eUUW7z6fW5g+cCno1Ni0ZQ5rnlrrvuspV/5JFHwtL5pvoaS1cCAL9fVI/dyMUQrrwQHXnPYL8zjWdAfDY//vhj2NTx7sFzgZv6Cekjli5dGlPZxao0kWfZVFpTqUYAOPjHfltUvhWhjyN/7y+7sxz6O/n/3xRlg7a8BfKrY8oUV8eUOlYVKVVcFSl9rP7//67aqNZ/7K6059YHIQAEPTOZVZ8QAFzmkxfhVatWaUmuWLkorcuRl+MgAkk3L4eW5KHDWc/hbCzr3r27ZqR6yQnDjYV8qDxExCIwIPuPjBgv3UHnv4s1Jvk+dREQAkDqzo30TBBwIvD5q7PUlDuORP7XOb+ZuvwZO6tcUEsvBFI9WpsoJZ4bOGD3YhyQc+CeDKldL+3n5jLp4KxlfnCumJFgRHYhyS6Wegi4rSkrz7pTMtcLAcBN/YHDUd6pTOPAiwM33tEs42DemRuWqFyiNU3D6UcUn5XKzfqOXMqzZ8+2leW9TJRLUmvduUXXERlLVCvR5F4t0UNT7nn33nuv/otlOJg5HHY6j2Jd5+V7fgMEE+D0537sjGCjDj8EAD/3CfZq1FqiBSTgaOI8xKvaIU48IpWj5f/2gotVJhJZg98/ZKJ40h1CRnKeCXEuAyGCfQkjzzTR/6gdmObm1PQ6HtYR6RtNw8ngZ917bUvKCQKJIkB0PL8J0/i3Mzc236MIAlnGNOT/nQFSRHA7FU5NRQ3zerf0A2b6DcqSRoEUrqZNmDBBKyK4GfuGmZ4BtaBY6keJ4piM6zOZAMDY2GdxopoGsc3paPeKrZ/nDjdJd78EgESUCryOKehy6UoA4BmGd49EDFIR5CKn8d4DqTmWH8a6jmdZnhkgAXi1RJ9lvbaT7HLZQQD4a/9Bu9T+L1lS+zjysxz7WVH6/P/BP6Kn4YkHj6Py5Mly6pc+/IdjHwf/Yee+dvRrh/+xuoybzRnzivpwjF1VKlpfhAAQz0zlnmuEABBlrnmB5CF02rRp+oURprf1UFq9enW9UfOCi/Off3tx/LxcBYgAACAASURBVJvN8fDIy/Fbb72lkKtkM8c4JCe3FHXDXodx77duHAj0myg9Z7/Je4fcJgdfzpw0uWfpy0gjISAEAFkbgkB6ITD/mbfVzFETQ51ufMm5qutD9qiK9BpR7uxtOkRrc2CHQ9/JYOcZhagY2PTOXHrMJpGTTqZ87pzl7B11qjtrQYO1RBSoaekYCZO9M5tzrVlriujTTp066Qh83ldwODqltmMRADi0Ze7NaFnUyNhn3CTTOeCFTGQae44Z3YVzdtiwYbYykWSFiRQkYtA0IZ/k3Npya3nFihXaiU5OZtN4x+Vd1o8lemjKeiVKnr9YxhkBaQOQfw3KuLdC3H/ttde0szmaeSUAREp7iHoByj2obpikG9rkt0/aH+e+bfXn9ttv14EITuM3jTON37fTyOXNXHOekqhBHiK1odM48yAKz4uBsal0QHQpZzNuzzfsP+xbRP05ZcV5NuIMqXnz5l6aDSsjBIC4YEv7iywlDyJR45GizikAeBZwkvL4XRMV6zTG6AxAclO1gHDsVBLh/BQVAKcR7e0MmOIe73w28YoPe1+hQoVsyijsY25RvF7rzKlymUwAcEu7gmoEz4tuKXljzYHf5w4hALg7LmPhnFPfJ5MAwJjWr1+vFSFikSAhUvKsQaoSP5bos6yftpJZNl4CwD9//qWd+n/wF3LiZzny94ak97Oi9g/ssb87BDWewsWLGo79Eocd+qZz/4hj/+i8/0moWSEAJASfXOxAQAgAsiQEAUHAhoAQAGRBCALph8AHj7yk5o59LdTxlv27qvOGukczpN/ockeP/UThxXKsgVgypLVvueUWrTJkGs4Z8uVBAOCwjGgfciWbUsIcgiOBW61atdwxmSkyylR31gITilvOw2GiWrt06ZIiKEo3TASQG8fhhayv6Zgg4sUvAYC0D6R/MI3ofad8v/X9nXfeqdXZTJs6daomIliGahp50E3jsA+yttNw5kG6Np12rEUOf8VyHgFUG7i/OFM/ENFHZJ9fS+TQlAjQ888/Pyy6O1ofuO9xbwxK3p7c1V5zgHshAKDYwcGzk1xBvmSIBji+iD4nbeHixYttQ42U3xhCDlG9lgOTi3DAEGGLk4boWcgLkAKd0XNECTujh/3OMeWTla8d0gmBGebYYvUPBUf2rXhNCADxIpfe12Wys9aambVr14al0CAn90cffWSbPEhUzv2HPQSygNP+/vtvlS9fPtvH/IYg8MRjELNJH2QaxDP2gnSzTF1TPA84UwERVU3qCN5L/Vo8zx1CABACgHOdcR4yffp0/T7Cs+f27dv1Gclxxx2nVYN4V+nYsaPf5anLJ/IsG1eDSbrILwGgcMli6tA//6oDvyfHqZ+/cMHDTv0SWRH7hyP3idLXsvylsyL1+Xe+gvmThEp4tUIAyDaoc0VDQgDIFdMsgxQEvCMAAeCla2JHt5g1dnngRkX+cTFBQBDIOQTeHfaMWjTpyKHEOYOuVK1vDDavas6NLvNbTvVobQ69eXE18xwT9UbEDRLbpuGcIerWtKFDh6qRI0dm/kSm0AhT3VkLVPTReQjCwV2DBg1SCEnpSiwE4iEAEClIxKDtebJLFy1r7makhbjxxhttX40ZM0ZBTLIM+X4ibk0jWtmZq9v6nvQFplQnUcJukuqxxi/fB4sATn8cP9xfTMOJTL7deKJiEzk0RR560qRJtr4Q1Y2DF2U9Upig6IczwnSo4/xmnUeTzPeKnBsBABzcHFxeCACQaZzOaX7HzrQY/B7IX88BtmVE8uOEcyp1EPmPAoBp/NsZkQ9ekBnMtCFEA/NvnisSsWQRAOgTa6hv375qzZo1UbsILmARSVbc6/hymgDA8x4ODNJNkHYAh0Ykc8tr7XWcZjmUFJzS8DhOUInwQ76w6kzHlAmZ6qw15xlpfu7fprnJoJPX3fl7Y59AocTNIABABLAMZ/DPP//seylCRITwY+bzhsBEVLmb+oDvBrL5gkxcU9x/Bw8ebEOSZzieAU0FF69Qx/vc8dJLL2minGl+UwA8+uijauDAgV67mhLl0jUFQEqAJ51QfgkA8UBG9H2WI/+wU99w7OPkN537BY5J7Nkznv55uQYCwP5f93gpGirTadQAX+WlcO5BQAgAuWeuZaSCgCAgCAgCGY7AW7eOUV+9OSc0ys6jr1NnXhEfwzjDoUq54aV6tDaqA85DLxjsTmlOgMVR4JTaxaGLY1cs5xFIFWctSJDL9brrrrOBgiNtxowZOs81a4lIVBwCRGL1798/EJnonJ+FzOpBPGsKeUycdaa5RQBa3z/11FMKiX7TnMQi8noS8W8a6yiSBLebIxnnQTyysZk1ozk3mp07d+r5QjXGNJQeIIfghInH4iUAbNiwIWzPwSG+fPly7ZQ0jcjQzp072z5r2bJlGCklnv5bBADWJviQfoO2tmzZEkYw8EIAcCPLkBbDGfFKXyH0OVUX3JRaaHfWrFm24aH04Zbflr382WeftZVl30dpIRFLJgGAfqEYwhitFI6kNMAxjTIKKkfsQb1797alJol3PDlBAMBRCDEPpz/jtJzusdZUMgkA27ZtUyeccEJcMAoBIC7YknoREfk49llrlkEqgvBlpvThO4hC7H2mRZtT9mRnvRCOohmqPzfffLMuQopWyE1W2lfrOp4VeF5l30pHyzQCgNu7A6lrUKJCOcivJfLcAUmK92HTIqnkUGb06NGKZ1fTSBkEuSydTAgA6TRbqdVXZPwHV71Q/e/Q/+LqmHbe48y3/g5H6x9x9GdF6hcuUTSu+uUiQSBTERACQKbOrIxLEBAEBAFBIFci8FK/UWr1rEWhsV/y5CBVr3OrXIlFOg061aO1n3nmGXXttdfaICWCcNCgQa4wn3jiidoxYRmHcsgoI4sslrMIpIqzFhTcZN2joYPziyhbcr2LpQ4C8awpIusqVqxoGwQqIxy+uzl5ORydOHGirTxRhGa+8T59+qjnn3/eVgbiwIAB7tEQbgQAnAU4I8SyH4E9e/YoSCDLli2zNY6zGmekM2e0nx7GSwBwi5RnzbH23AxZfdN5xBrDYeWMlvfTd8pSBwSDCy64QKFcYVm84yIyFsl+0w4cOBBGauB7t5y5bhGO/H7NaFvIW9z33Wzy5MnaUW4aJAP2d7HsRYAIe4hSOP0hdripoGQXAYD1w9o0zY0s5hUhIQB4RSp7yuGIbtq0qVq6dKmn375zP7X2QhQp3MxJAEBRxJnmxHkd6i7R1Drow/jx4xXPOelqmUQAIFUMEffsW5bxboBCCQQsv5boc4dbyj2eRZ3Pq1a/UC1AvcA0yPROEoHfcWR3eSEAZDfi6d3e/w4dUiumL1Arp89Xa+d85nswTa/sqFrf2FM79o/Kc5Tv6+UCQUAQUEoIALIKBAFBQBAQBASBDENgwiWD1YYFRw7Qe794r6rZulGGjTJ3DCcex1oypLWJViBqwTQOiy+99FLXifCTtzN3zGTqjDKeNZUMZy2IsH5ee+013+BAPHHmg/ddiVwQGALxrCkaRynElBbnMyJru3XrFtY3N2e9U17cjahUq1YtRRoA5/V8VqdOnbB2cFjiuBTLXgT279+v2rdvrxYtOkJgpAdI7OOcPOaYYxLqULyOcrdI9SlTpugIfDeDwPDJJ5/YvkItoG7dugn1P9LF8Y4Lkg3R7JZBKiAK0s3cfisQEd59991QcSJn8+bNa7s8Wv7tuXPnqrZt29rK44SbMGFCUnCSSsMR4Dc3YsQIfQ+GeBXNYhEAUHNAwt2rsV6cUdakhHH+dqjPLcLWqxIIcvGJkm+8jimocpnkrHViQhoX3h1Ma9iwoZbWd1PeyQ4CQCz1CvbuYcOGKVRo0sHWf/RVWDdRNmJdQYhwe5aq0aphOgxNTZ06VT8f/vvvv6H+Mh5SA7G2/FoQzx0bN25UVatWtTXtlk7HKuD2GyDlhFMRy+9Ysru8EAC8Iw4RDYUKp2qU9xrStyRBSSumz1erZi5MaBCS2jQh+ORiQUAjIAQAWQiCgCAgCAgCgkAGIvBkx5vVluXrQyO7buqjqlLDWhk40sweUjyOtWRIayNnOG7cOBvY0Zwg7dq1U8gJmxZJCjizZzD1RhfPmmIUQTtrqROpTqfDj+hrPifCC+IBB2PmYZ9+gTnqKLV48eJAcmun3gylX4/iXVOkf0DK1TTWGRHHlnOeub/nnnvCJMi5BucV31mGVDTqI2YOYL4jWpmobcvBsGrVKtW1a1eFFLFpKJTgmIonx3z6zVrq9BiZcRzKRNKZdtJJJ2nHUNmyZRPubLyOcjflCaJBI0lBn3rqqWrt2rW2/q5cudKVbJLwoA7npW/SpImtqljOWgpzGM0BvmX8Nvi3m2PVzcEByW/hwiMHujhanfLdyHzzW3Mz5pVIYNMipRUKAqdk1cF+gbF3pJvCkZVWwgs2XtaUl3qsMjjsSH1lWqRnSvJj33bbbbaykFVMJQw/bad62UwlAKDugbPdNNQeSA9WoUIF12nJDgIApBOIW7EMFTQUhVL9+WDYqd3U/t3R0x6YYz17QHfVYbBdjSUWFjnxPe+UpIix0pJYfXjooYcUZFC/FtRzB8+ovK+YShPsTaiZuN1Pq1evrkgtZBnEOVQI0s05LAQA7ysutxEA1n34uVo5fYF2/B8yyDo2xAji95EBQAgA3teblBQEIiEgBABZG4KAICAICAKCQIYi8HDLvmrHxh9Do7vlg6fUCbWqZOhoM3NY8TjWkhGtfdVVV6kXXnjBBjKRGJEiYtz6zSFfgwYNMnOi0mhU8awphhe0s5Y6ccB+/PHH2pGEckX9+vX1OjMj9sgF3rFjR/Xdd9/ZUO7SpYuWKxbLeQTiXVM4FnGYmjl7GQ2ONKKhSpQoocjPGyk6dezYsdq5b5pbGgC+J4c00eS7d+9WkKQsx515LYe4HNSJZR8CHJ736NFD4fwzrXTp0tr5TxR5EBYvAQBZ+iFDhti6gPOb/crpCMLZfdppp9nKBpUCIBIG8Y6rSpUqatOmTbZqIS6ccsopYU198803qkaNGrbPuZdzT7eMaG6cdaaBBb9fN3PrN86dGTNmBDHd2VYHTiRUQ7hnZQIBgPXqptwQNAEAghfKEpZB3OIe7+YwIz/7448/HioLSTBWXvdsWwBJaCgTCQBIniN9blrRokX18x/PfZEMEtjmzZttX0dL6+BMAYByDM5Vr8ZzAUTC2bNn66h/p0IRKhdOMorXurOrXCYSACD8QiwnYt+0W265RY0ZM8Y3tEE/d0AodT7DkKrgsssus/XNjfgWSfnE96Cy+QIhAHgHPDcQAL75ZKlaOWO+dvr/feBPV3Aq1K2uTuvYXP/d3+QKdejfIypUsdAUAkAshOR7QSA2AkIAiI2RlBAEBAFBQBAQBNIWgVGnX6p+374r1P9BCyaq0ieVT9vx5LaOx+tYCzpam0gtIrZM80sA+Oqrr9Tpp5+e26Yw5cYb75pKhrPWKzjkBHeSR4hgJVexU3baa51SLjgE4l1T9AAnPoe48RgS5ESOm8ZBG2vF6TTwUj8EAWf+eS/XSZn4ECCHL+Qy570FBx+OoSDvF/E6yt32HkZL/nqiWSEqYBzs9+rVK4yoBJEFFZNkWbzjuvjiixV5h00bMGCAjnB12q233hrmZEG2+8svvwwVdYsm90sACNrJnCzMzXozgQCA+kPz5s11WovOnTurLVu2hKnrBDk3KLw4c3VHi+KlXzxvWgZpzCQPZMc8Z2cbmUYAQOUHAqlpPL+h+ILaUzQjhQ/qYaahNgI50M14HjTJfRD/tm7dGtf0QXxiDzMJipAWiOxO5WjtTCMAkEIHhQae903r2bOnevXVV30rMiTjuWPWrFmKPdI0FHHeeOMN1bp1a/0xSkDsr85n02jp9OJauEm4yE1Rgt/FgQMHtPqBmxU6NrG0TUkYRo5VmakEgO8+Xakd/kT7H9iz1xXfcrVPDjn9S1Q4LlTmjhM7CAEgx1akNJxbERACQG6deRm3ICAICAKCQK5A4N9//lHDanVTf+47EBrvkC9fVseekHVoLZbaCMTrWAs6WlsIAKm9Tvz0Lt41RRtBO2v99Js8rBygmSakEj8IJq9sImuKXiHPT3SgU7rf6nHNmjV1jtXp06fbBkHUccWKFcMGhgMLYoBzvVgFiTKFdEC7puGMfv7555MHlNRsQ+COO+5QOP6chpMFEpsXI395tAhSq454HeVcz8E+B/xOYx2VK1dORyUiSe5mRLQT2Z4si3dcbnnVcQQTtQg5wDK3cnyHQ+ajjz4KlRMCQPopAOCUmDZtmt4rTTn9eNeU1zWOQ8xcO4UKFdIqL8WLF3etAiLQ0qVLQ9+lo1KEV2wol0kEAPaTK664QuF0tYx9hnu5kwTihhHpTViPpqFyVr58OJEdMk7+/PltZXl2cBII/MyFk3zCtXPmzFFt27b1U022ls0kAgDPcvz+f/nllzAMUYfwQgA+88wzbc91yXrucEtpRqchq0B4cSOioISCko6XcWTrInI0NqRaJ/XX/iMpg2L1pc3Nl6r2t10eq1iu+T6TCADff7VWrZi+QEf7792523UOjz/lpJDTv1SlE1zLfPbSe77nv0kvO8nGdwVygSCQyxEQAkAuXwAyfEFAEBAEBIHMR+Dgnn3q7lO62AY6fPVbqnDxopk/+DQfYbyOtaCjtYUAkOYLyeh+vGvKqiJoZ61XZMkPjTPKNLcIcK/1SbngEEh0TdGT9evX6+hj8rziDEJOGznySy+9VF1zzTU6UtCMOK5cuXKYhLk5IqIAiSwnAotoUQ7gyDeM8wnn/08//aQ6dOhgA4HyRHEn2+gLa5nIL6KnnMSGSO3jdJg7d67v7kVSa8EpQySjM6eulwaiyTB7uZ4yRMeTjiERI30IkvyxLBGnJmNt2bJlxHz2kdoeNWpUWPqAWP30+3284+L3QSQ1Ua5OI+oW5wpO/UiR1qT/MaOyhQCQfgSASGst3jXlZe0Szesk7LC/P/PMMxEvZ982HYCXXHKJwnHG/Z+0FUhRE22LggupgS6//HKFkzldLVMIAOwP3bp1U8itW0aKCe6zzJEXQ0KdKG/TWJ+NGzcOu5wUEs6UMe3bt1coTsRryP0/+uijtssnTpyoSDWUqpZJBAA3tRC/uPPMZz43Jeu5A7ICdZNCwovx7Ecqodq1a3spnqNlhACQGPzpTgD4ceUGtXJ6lrz/79vcya7HVT9RO/3rdGyhylQRpdHEVoxcLQgkBwEhACQHV6lVEBAEBAFBQBBIKQT2/LxLjWxwaahP+QsXVMNWvKHyFrRHS6RUp6UzKhHHWpDR2sgdT5482TYjflMAEMHlJVJTpj25CCSypqyeBe2s9TLi/v37q2effdZWNB2kM72MLd3LBLGmomFAJD8KEKYNGjRIPfjgg3FDhxQr0a+W5cuXT0v7RpIzjbuhwxfi1Jk5c6Z2+hNNbjnd/UhrV69eXW3YsMF3VyLt1RxUI5Ecj+UmAgD4EOGPM+ill16yRbO6YUdaANIDcN9MtiXirOVaIvlxoPo1Z+5lnB/kcTfNbwqAjh07eibD+O1vssqncwqASJgksqZi4Yzz/vXXX7cVW7NmjYJ04masTaJn/ViNGjX03s5+mY6WCQQAiHwoNTjJZdFSPbjNFeWJ2DbtscceUzfffHNYcdYV68u0u+++W917772hjyAOQlYybceOHaFULs5KUQV64YUXbB/TjqmSkmprTAgA9hnJLgIArUJC6dGjh02xxG19sEdBAoWElw4mBIDEZikdCQA/rduknf7I++/a4k5qKXNyhVCkf9lq9ue/xBCTqwUBQSAZCAgBIBmoSp2CgCAgCAgCgkAKIrBz80/qwWZHDqSLHV9KDf3qlRTsqXTJQiBRx1pQ0dpuKQWmTJmic8a6mVukKo4rZLzFchaBRNdUrN4nw1lLmxdeeGGYcyjZ8tqxxirfZyGQzDWFA4HoazOPOtGdkFCqVKkS1xQQcU8EsylLnAz5f+qfP3++dvq//fbbYTls6bwfAgBS2eRc9WuRCABE3xOxFo/lNgKAhRER8dz7cHDh9CYyGdlpopSJ5GM+iUJOFpHEOVeJOmvnzZunyKXsJrFMW8WKFdPOLif5yqmWwfVgYBp4rFq1ynV5LV68OEy5AeedM9o3nrWZndcIAcA72vxe2LPNHO1t2rTRv6VI9u2336pq1ap5b+RwSVIaoDZQoUIF39fm9AXpTgDgt92uXTudGsU0J2nIC86QQ5wR0jhP2Vecsum06VxLH3/8sX5+sAzC0yeffGJrOhIp4ddff9XvLPzXNCTbGzRo4KX7OVLm7hoXqYN77dhH60iVJnXUJU/dqYqWKZEj/Y3WaDopAFjjQPECAhLqU6yV7du366+4P5LOgGdP7nWkEEoXEwJAYjOVLgSAHd9uUStmLNCO/x0bf3QddKnKJxx2+rdQx9esnBgwcrUgIAhkKwJCAMhWuKUxQUAQEAQEAUEgZxGA0ftYuwGhThxXvZK6dV5k6c2c7a20HoRjLYho7bvuuktHNJpGbk/kOd2MnIumw44yRNc6HQQyw9mPQBBrKlKv/ThrcSgR1W9apKhuHKmVKlXSDjfTyO1KjlexnEUgWWuKPYM9xil7H0syOhoa7FusO9M5gQOXfZI1FoRR94gRIxT56UlnEM28EgDcHKykSUBSOZa98847Os+309zyu3s9lN61a5d2DovlLAKJEgDoPYfT48aN0wQrIhghmfBbgHQ1cOBALYGNk8w0omjNiH+clqSTMA1nL+mI3Iw82shzm3bttdeqp59+OmcB9dm6EAC8A4YDGGUq01hzKD9EMggqkASchlOYez9kAp413WS3uS/Nnj3bewdTpGQ6EwAgXeBk//33321oQjKC3OPlfuWchkaNGqmvvvrK9jGpetizjjnmGAVe3G/vv/9+Wxmc96Q4Mdt8/PHHw9QDIBRyLc8FRYoU0XUsW7ZMpx7CgWsaqVHYI1PRlr3zkVo4aZr670r/KkGMp2qzeqpBlzaqQdfWqTg86VMOIiAEgMTAT2UCwK4ftoXk/bd9vdl1oCUqHheK9C936smJgSFXCwKCQI4hIASAHINeGhYEBAFBQBAQBHIGgR+WrlPjLhwYarxyo1pqwDv2HIc50zNp1YlAshxrVjteo7XJedm3b19b9yAEOKU5rQJEXZmOr8KFC+sDQa/OJVkJyUMgWWvKr7OWyGgzMosR41D6+uuvwyR/3aKAypYtG4qsSR5aUrMXBIJaU/v27dPRdjgRcNwgt+6MIiTHL+lEihYtGrNrRGLt3r1b/fDDD+rTTz9Vzz//vK7baTgdcT4GZW750CPV7ZUAwJiJHjMNVQGizeM1HLvI2puG1D3Rs2LpgUAQBIBoI8W5BhnAimKkLA451COcVr58ebV169bQxyhW/PHHHwqiitMmTZqkrr76atvHOOHuvPPO9AD+cC+FAOBtutiHK1asqNeDZThTifB3Wx9WGcgo5Mnmb+HChToFCuRByCmWQQIYOXKkTerd+g7FjnSR2bb6nK4EAAia3KPc1ESYa2fEvtvKgTzMfdo0CIBE95uKPXyP475cuXK6PedzAt8TgY0cu2msP1KTbN4c7ugiDRApcSgDwc3NIM117drV26LPhlJ/7T+oFk6cqhZOnKb2/WonXSTSfIMurTURoGqz+olUI9dmCAJ+CQBNr7xAdRp1JNgkQ2CIexipRgDY/dMvWU7/GQsiEoaOLVdandaxhXb8VzjNvwpP3GDJhYKAIJA0BIQAkDRopWJBQBAQBAQBQSB1Efh24XL1XM+7Qh2s2aax6v3CiNTtcC7tWVCONTf4/ERrf/nll6px48a2ajiANXNoW1+65ZVu1qyZPsAVy3kEglpTiTprcc7iWHJGSHPQ+9xzz4WiS4nu6969e1i5IUOGqFGjRuU8oNKDQFIAkNOX6Lxodtxxx2k1gEj5os1rcTgVL1485uzccMMN6oknnohZzk8BNwIAUYiQF3B4meaVAMBe27lzZ9u1iUoROzEn+tF00PkZs5TNGQSSTQC49dZb1ZgxY2yDc8r/W1926NAhLOIawk3dunXDwCG6ln3eNKK9W7VqlTNAxtmqEAC8AQdhFCUp0yLlcvdWY3gptzRBEAOGDh0ab5U5cl26EgCSIdduTQBzOHr0aM/z0bt3bwXJyM3Yk1AfiZT2JFIjgwcP9tUHz52No+D2b35QiyZNVV+89n4cV9svKVnpBLXr+59c6zmmTAllkQFQDMwNxrsJJoT1rNnes+NXdd8ZV6h///rb1/TnLZBPHV+jsjquZmV1fI1Kh/9bWRUuEZu866uhNCicCgSAvTt3qxXT52vH//dL1rmiVrRsyVCk/4kNRF0vDZaWdFEQ8IWAEAB8wSWFBQFBQBAQBASBzEFg7ZzP1Au9jzj961/USvV8YlDmDDADRhKUs9YJhd9o7UOHDqnjjz9e7dixI1QVstnk58SpZRqHdM4D12HDhqnhw4dnwIyk/xCCWFNBOWuRhHVLI4GzlMguIvvMyFMLfRzBRPaVKlUq6RPCwQ1RX+RxJ683ksWJWqTc6/HmVccJRcQ8fSS/rd+D7UTHkx1riihOnODIinuxWAQAogfZkyCSBG0WAYA2mjdvri666CLtvCdCskmTJrbmvBIAICncdNNNtmsTjdanX1OnTg3VCcb8rjLV+J3wR2R6tKjjdBp/sggA4ITD1un8R3adNeLmHEGSG0KNaX369FEoCJkGyQTyl5lbG5Ug9npLgjtd5kAIALFnCowqV66sfvrpiJOReYb8F2QaETeSlNf9NfYosq+EEADmuoJNGpJ77rlHS/5HMu65kJZQE4mWbmDTpk1qwIAB6oMPPog5sahNQVYhjUFO29fzvtQR/5D4nZa3QH51Vp8L1ecvz1IH9uz13NWzB3RXLQd0U0unzFNL356rtq52T9uC9DeqABACChXPXCcuz4683xYsWNAzhplWcOf3P6k1sxerNbM/MEYJGQAAIABJREFUVT8s+zrQ4RUtUyJECiCH/HE1Kqvja1ZSeY4+OtB2UqmynCIAHPh9b8jp/91nq1whKVLq2FCkP4qgYoKAIJC5CAgBIHPnVkYmCAgCgoAgIAjERIAX/jduejhUTmTbYkKWrQWCcKzR4USjtamD/OwPP3xkrfAZcp/IbOKUQ55zypQp2qFrHtDhaEFuE/lXsZxHIIg1FYsA4MdZSxoJZ37paChxKDdz5sykRoqyfmkDh/qsWbO00xALwplAdFHDhg1dpej9EAD4vS1evFj3EYKC5UzDkbZ3r/fD3yBWZDLXVJkyZRS5oznU9yIhbI0nEgEAp0Dbtm3VI488osgjnQxjHnFGXXDBBTY5/USctUj1I9lvGbmP9+zZk1D32b9JLWDZ+eefr2bMmJFQnal8sThrI88Oex6/GVKwQCKaMGGCzWHLlThFUGSpV6+ea0UQUkjjYspx83sj7/v111+vSReQCMnf7XS8kQ6ANtPNZE3FnrHJkycrIrJNu+6663QO9yBt3bp1YeowrFXyuaeqIcXsNNYUqQ9Ic+PmxD72hNIpOZxkKgBYA4ZcB6EItZBvvvlGK9ZAIoFQ1Lp1a51WpGrVqp7x+eqrrxREVFIEfffdd/qeyjMUJFPujzzzQZRj78tJ+/TFGdrxv3NzeKT+cdVPVGf16aQaX3Ku7uKwU7up/buPpNqI1W8IAB0GH/l9oi6wdMpctfTteeqPHb+6Xl6jVSNNBqh7QYtY1afd97mVAPDTuk0hp/+29e654L1OZvk6VdV/8uVV1EmaCi9WtmpFdVyNSsokBZSocJyXS1O+THYSAMB75Yz5asX0BWrD/CPP9yZIhYsX1ZH+dTo2V1Wa1El5/KSDgoAgEAwCQgAIBkepRRAQBAQBQUAQSFsEPn1hhpo69KlQ/1vf2FOdM+iKpI8n0ahVDvVef/11fRBE3lle2sldzMFNixYtVMeOHT05CXGkFShQIOTk8zNwPw47P/VaZZPpWDP740Vam4N7ov/MqD2rDqK1ObB0+65///5q/Pjx8QxfrkkCAslcU/E6a5GUxsEbKe+qBQNqE+SFd0ZRBwET+8D8+fO1Q53c6r//Hp5PNQgCgFskt9V/L/sJDjr6+NprrykOw52WrgQAnPzkdka2n1zi5Bk/++yz9T7ux/Fv4cH9AIUInAMlSpTQeaDPOOMMnb/Xq4pAEOvKrCMRAgBpMCB6WFa9enWtXgABCycG40WhAucH65R9l3FHM36vplrEJZdcourUqaPeffddtXbtWnXw4EGNIU60Ll26qMsvv1znXU5XE2et+8y5RU47SzLvL7/8srr44oujTv/dd9/tmpoF4haRtER9o+xiGnvWqlWrFHnC081kTUWfMe6rEK3YTyzDqc19jD0sSENBAqUq09zSrgTZZqJ1jax/iZbY9mrNru6kLhje32txKZfGCPy+fZdaNHGqWjhxmvrXsWcyrFPanaGa9e6kTj7LnmJl+/rw58JYMOB4dbMNC5ZpZYBlU+a5fn903v8cVgVoo046IzmEylh9D/r73EQAQAreivTftWWbK5SVTj9F/bhyg/r3b/t9OxrubW6+VLW/7XJdZNcP29S2dZvUT19vVtv4W7dJf+bF8hcuGFIIyEonUEmnFShYrIiXy1OmTLIJAP/+86+W9udv3dwvXMddsGiRkLy/c89IGaCkI4KAIJBUBIQAkFR4pXJBQBAQBAQBQSA9EPho3Jtq9gOTQ509f+jVqkX/roF3PoioVQ75iEB+8803Y/aP3PNPPfVU1EhPt5z1MSs+XMCLw85rXW7lkumstdrzE61NNHSnTp3U3397ywWIM4nIGg74xVIDgSDWVNDOWpAhah2n9nvvvaej43FMEjGKkxIHJNHUl156aVzO4GjIE606YsQI3TbOqWiWKAGAvQunR6TI7Wj7CSQaIt9iRTPmBAEgNVZ26vciEQIA5AVSR3g1yABE3rJfuxnOfb8StzVq1NDKBkE77ryOKdFy4qx1RzAWAQBiJcSrDh06xJwCng3atWunVQS8GM5g1ukVVySfdOqlP37LyJqKjhjPjNw3TeMZhJQ1QRvPDfXr17dV26BBA7VkyZKgmwqsPiEABAZlxlSEU5Zo/1UzF4aN6ag8R6mzenfSEf8lKpTNtjHz7o4iACkCNi5e4dpu8XJlNBmgfpc2qvRJ5bKtb0E3lOkEAEgdOP1Xz/5U7d35myt8J595mqrd4SxVu0NTdUyZEmpItU6eI/mp0CQAuDVAlDrqABYhgP/6UQtABUWrBRikAJQDUtWSRQBYOWOBjvZfPWux69AhUBDpz1+1Fg1SFR7plyAgCGQTAkIAyCagpRlBQBAQBAQBQSDVEZh1/2T18VNHnOrdHr5ZNep5TiDdDipqlRyiTZs2dY18jdRRHCEff/yxqlvXHiVhlY+Uj9vLwNOZABBvtDbSvVdeeaVrbnYTMw59rbzpXrAMokyi+dqDUpWwxkKkI1G7pEZAahsHMA4PsK9QoYJ2qHTr1k0RpSaWMwhY+dq9tJ4oAYAIa1RLIlm0/QSJ2x9++CFmN4UAEBOiHCuQCAEAlRUzh7aXQUCgIZofaX+nffvtt6patWpeqrGVwRmMo439K91MnLXuMxaJAABBhJQ+9913n1aC8GqQqvr27atJVdEMtY9nnnlGoW6RriZrKvrMoeLiJINACjj33Cy58lhGRD/PTZaxp6HOU6RIeATopEmTtAS8aawtL2ThWP1I1vdCAEgMWVIqYUdnQP7w5VM/1o5/oq2dVqrSCdrp3/SqCxIDLICrf9++M0QG2LHxR9caK9avoRp0aa0adGmj8hcpGECr2VdFJhIA1rz/aZbT//3F6q997pL81VueHnL6Fzr2GBvgQRMAIs1mImoB1GmRArLSCGSlE0iFlClBEgDWfvCplvcn2h9ijtPyFsgfcvrXaNUw+3440pIgIAikPAJCAEj5KZIOCgKCgCAgCAgC2YfA1CHj1Kcvzgw1eMmTd6h6nc+OuwNBRq3iTCUn48qVK8P6w0E1MvbI1JPv3mk4K9avX68KFSoU9h0OWucBtNfDJCTLkZhOlqVqtDYRzMi2ky8a6V6k/0mjcMIJJ6izzjpLR2pz8JsdFkS+9qBVJRj3ihUrtFwyeUqjGdLKt99+uxo+fLjKly9fdkAmbRgIuBEAIGm4SQcnQgD46KOPdI7aaOaXAEAfN23apA4dOhSqVggAqbu84yUAEFXN/mrOM6OEFMA9ke+Q2F6zZk3Y4EuXLq1zGx9zjP1Al9Q5bdq0CSuPXDepXrjfku8dhRynJSuCN9kzJ85ad4QhAPTo0UOnkICcRhQ1REvIaTjp4zXWO9H9ixcv1uQl7tUQSFhfrKF+/frpNtPZZE1Fnj1Ij+xPpkE64lncLbe9W01uBIKnn35aXXvttWHFSQ3EmjONdxDSoaSqCQEgsZlJd2ftXwcOaol/pP737gpPO0XU7lm9L1Q1WzdKDKgkXQ1ZAVUA1AEO/hH+7k2zp55zpiYDnHpu0yT1Ithq031NgQbras3sI05/Fe4n1qDVat8ky+l/blOVr1CBiEB+8Zp/xZbGl3gjecWavUTVAgoWLayOq1lZqwUcX6PS4f+vpPIXCT8PitWXeL9PlACw/qOv1Aok/mfMV//8Ga7ASCoOK9L/lLZnxNtNuU4QEAQyHAEhAGT4BMvwBAFBQBAQBAQBvwi8fuNDatk7H4Uuu2LiPfoFPh4LMmqV/LO9evWydQPn6ZgxY3S0GU4QnBbkROZgmZz0pj3//PPqqquuChvGo48+qm677Tbb5zt37tQH1WKpiUCQ+dqToSoxffp0TSrB4eHVWNuQKsSyFwGLAMBe0rx5c3XRRRepzp07qy1btigcCqbFSwDASXTaaadpx0c080IAwEFLH/kjxQb7nrnOMoUAgNMbMheOa6+ErOxdOf5bi5cAwH6HUs3ChQvVggULtGP+hhtuUORbJyLWMqL9e/bsGXbve/LJJ9X1119v6zD3R+rij3o3bNignn32WXXhhReGynE/HTlypLr33nvDBrt69WpF+ph0skx01qYT/pnY10xcU/HuU875hQDpjL5324uirYvnnntOXXPNNbYiEH7Zq9jruG9znxgyZIh6/PHHbeW4F5LWJ5VJJkIASGxXSFdn7c8bftCO/0iO1SaXn6cj/sucnD5KO2vnfKaJAKtnLXKd1HyFC2hFAMgAJzaomdjEJ/HqdF1Te3ftDjn9v5m/1BWhPEfnORzlnyXvnyeNlTMSVQsoXqGsgxRQWZWtVjGhlUU6TVJ4OI33maPz5HHFu/cLI1zb/HbRch3lT7T/n3v3h5U5Kk+ekNM/3jO6hAYrFwsCgkDaISAEgLSbMumwICAICAKCgCCQfAQm9x6u1s05Eklz9SujVfWW/vOHuREA4o1a7dq1q5ZSN2306NFq8ODBYYCMGjVKO0dMu/zyy3UeW6fdfPPNtoNDpEX/+OOP5IMsLfhGIOh87clQlcCR1rBhQ9c870RX4sx0i6oFDOThOTRPN+NwAyc0B/Pp5qzF6U4E7AUXXGAj/QTlBGEukdDGQWEZqQBw6BKZbVo0AgAEphYtWqgqVarYrslkAsDevXtV0aJF025NRfr9BrmmIrXx2GOPqYEDB9q+Rnli7ty5cW8rkAIgNZkGMWDo0KFx15kTF2aiszYncJQ2jyCQiWsqiH0KYh3P+pZEO4ixl2/dutVVvj/SmuK5AhUBN3UTntVROOF56uDBcFnrdNijhACQ2G6Sbs5aInmR+ScPu9OKHV9KNevTSTv+iehNVyNie+mUeVoZ4IelX7sOo1TlE7LIAF1bq+Lly6bUUNNpTf364/aQ03/zV2tdccxbML92+tfp0FTVah9fMEdKTVCUziSqFgBB4jiUAmpW0uQA6/+LlvUWEAIBYPYDkz3DdVSeo9RDW46oK2z6Yo12+vO377c9rvXUOb+ZOq1jC1XnvLM8tyMFBQFBQBAAASEAyDoQBAQBQUAQEAQEAVcEnuk2SH332arQd9dOeUSd1NhfxJ9FAAgiarVu3bph8v/kMXbLn75kyRLthDWtVatWCtljpxFJO3Xq1NDHRDUS3ZipZuaM8yrDmipYBJ2vPRmqEm3btg1ztrF2IZ/wO8BIY4Gj3xkRjuzyokXu0TOpMgdu/YAAIM5a9xlC+vqUU05RkFcwohJJC4Ez3w8BINL8CwEglX8Z9r4F4ViLNVoOr52y7YmS2txyxMerhhGr/8n8PhOdtcnCy3pOSLdnhGThQb33nXGF+u2/P3tuokmv89RF993guXyqFAxin7rpppvUE088YRsSZFsISn4NUiUkJqL5vVqHDh00aSnVCYnDa3eP6OhxG2uRkseqhj3aqqrN66uqZ9XzCkfGlksXZy2p9RZOmqp2btoaNhcnnVFbO/2RYc8027n5J7V0SlaKgEh7Z+XGp4bIAP/JlzfHIUj1NbX9m++103/17MXqp7V2ErEFXsFiRQ5H+jdVNc6WPPCJqgUUKl40jBQAQQByhWnxEACun/aYWjEjy+m/5+dfXdc/e0Odjs11xL88k+X4FiEdEATSFgEhAKTt1EnHBQFBQBAQBASB5CMw9tzr1dbVG0MN3TTrCVW+TjXPDedU1KrbASZRjDgynEZ0EblKLTv//PN1bvtMtXR21gadrz1oVQnysTsjtIl6w+F73HHH2ZbUqlWrtCy8abzYE8mWL1++tFp+6bymIgEdhBOEulEWMPcT1ElQA4C4JASAyMtc1lT8WwBKI7/88outgt9//11H4MZj69atU7Vq1bJdWq9ePbVsWXgUYzz1Z9c1QgDwjjTrJW/evKpQoezLk+u9dzlTUggAMz0Bj5JNxYoVNSnQMlKV4Mh3Ph95qlAprRxw3XXXKdKcRDMc/tdee61ODcb6TUX7++BfWvr9i1dnK5x58RrPixABqh3+O75m5XirStvrUtlZu+fnXVrmn4j/f//+Jwzjht3bqbP6XKhOqGVXdUrbyYjR8U2frw4pA7jhweU4OFEGqNmmUY7BkIprasvy9SGn/87N4SQSwDqmdPGQ0//kpnVzDL90aThRtQDGWbLSCer4GofVAmpW0ooXC557JxAIarU7Q0f685vI85+jA6lTKhEEBIHcjYAQAHL3/MvoBQFBQBAQBASBqAj889ff6pFW16hd3/8UKnfbR8+qstVOTAi5ZEetIv+Po800Io+IQHKa01mCPDe5tTloXLt2rXbIlipVSuHw6NKliyKVAHlH09XS2bEWdL72oFUlILz06dPHtjT498SJE12XS9WqVdXGjUcINhSCRFC5cnod5Kbzmor0Ow6CAIDjHwKAZcwrzlT2PyEARN9BZU3Ff4epUaOGJh2ZRvRsuXLl4qp0+/bt6vjjj7ddy/pFgSedTAgA3mdLCADhWAkBwBsBwJnyBiSDItZCOnrxxRe1UhLPSpAMUDypUKGCatOmjerVq1cYWcn7qk9uyU1frNZO/2XvfJSUhoqUOjZEBoAYULRMiaS0k0qVpqKz9ocl69TCSdPUyhkLwqAqXKKYdvoj9Z+/SO4lV6149xNNBiAlgpsVOvYY1aBLa1W/a2tVvnbVbF1yqbKmNi5ekeX0f3+x2rN9lysGxcuVCTn9KzW0kzSzFbQMaixRtYBEoKjZupF2+PP3n/zpFQiQyLjlWkFAEMgeBIQAkD04SyuCgCAgCAgCgkDaIrB/9x/q4RZ91d5du/UYyJF2x6LnVYkK9ohmPwNMFgGAfKOvvvqq6tu3r+Kw37Ly5ctrZ74zAhLnPnnL/RjOFZQEqlev7ueylCmbzo617MjXHmmivKhKDBs2TN177722KsaOHauQw3WzM888U3322We2ryKltUiZBeTSkXReU37m24/s+YEDB7T0P6QVy9555x3VuXNn/U8hAERf0bKm4v/FFytWTO3ZY88f+scff/jKvW22vnz5clW/fn1bhxo0aKBItZNOJgQA77MlBIBwrHILAcD7KpGSsRA4+Mf+rGj/12arX74LT2FwVJ486n+HDsWqJvT9Ke3OUMdVr6S2LFuviAomijWSUQ51gCyVgHoqz9GZF0WaKs5a5mD5tI91xP+PK+zkO76rWK+GdvzX63S257nODQX3/fq7Tg9AmoCf1m5yHTIBB5ABGnRtrbzmYk8Eu5xcU+s+/Dzk9D+4Z5/rMEpVLqdqd2iqHf8VTvOuyJgIJrn92iDUAiJhWL3l6SGnf75CBXI71DJ+QUAQSCICQgBIIrhStSAgCAgCgoAgkCkI/L5tp3rgrN7qnz+znOrkQ0MJAMm5eCwoAsALL7yg+MNw5iOpvXPnTluXcIbMmTNHNWoULimIs7VaNf8v0CVLllQ4RYg6SjcTx1p8M+ZHVcJLC+RYJi3Ajh07QsX5XViHT17qSJUysqbCZ2Lw4MHq/vvvD31BDuO5c+eG/i0EgOirV9bUEXx69uyp3njjDRtgs2bNUueee24YiNwDWVumlS1bVhHFbxoR/eZnSHTj9C1SpEhYnZMmTVJXX3217fPu3burN998M1W2IE/9EAKAJ5h0ISEAhGMlBADv6ye3l/x20Qrt9Cevs5tVbVZPnXrOmerDx15Ve3dmkau9WLOrO6kLhvfXRXds/FGTACAD/LBsfcR84Fa9Jzc9TVVtlpUyoHyd7I2q9jK2eMrkpLOW/v594E+1cNJU7fh3m8d6nVqqs3p3UhXr14hneLnqmm1fb1ZL356rlQEi/SaqnlVPEwHqd2mdtFzo2bmmUFlcM3txyOl/6J9/XeccMo/l9M+NqT5S9YfgVAvY9NkqRdCMVzsqz1HqoS2zvRaXcoKAICAIJISAEAASgk8uFgQEAUFAEBAEcg8CRK881OKIE6DkicerWz54Ki4Zw6AIAG4R1OaMNG/eXE2YMCGik3/evHlaNtRptWvXVjVr1lT//POPjtDetm1bWJlzzjlHzZ6dfi9u4ljz95v1qyrhtXanPDzX+Ykw99pOdpSTNWVHGfl10ohYKiSkDFmxYoVNmlgIANFXpqypI/iMGDFCDR8+3AZYJAf8nXfeqR588EFb2R49eoQRCM4++2z1ySef2Mo9/fTTOn+205o0aaJQQDFt/Pjxqn//LEdUupgQALzPlBAAwrESAoD39ZMbS+7/bY/6nGj/V2erX7fYCVfgUey4Uqr2eWdpx3+VJnU0RCPrX6L27PjVM1wmAcB50fdL1oUIARADfvvvEXKpsywS61oZoFk9TQg4tlwZz31IpYLZ6aw1x/3zt1vUoonT1OevzgqDI3/hguqsPp30X5GSxVIJrrTpyzefLNHKAKgqRLL6F2WpArB+g7RkrykcxDj9V8/+VK3/6MuIXSf1geX0L12lfJBDlLqShMBH495Usx+Y7Ll2IQB4hkoKCgKCQAAICAEgABClCkFAEBAEBAFBILcgsHXNRjX2/9k7D3ApinQN/xxyFpAgOadDzjlIEEHEsKbFFdE1r2Fds645rHHNXjGBaxYjqKAIKojkDJIkowgSBQQk3Oerwwxz5nScru7pnvPV85zLXae6uuqtv7ur6k8D/hEfLjaoV495UrIKuQstqcsA4LjjjlOeamZl8ODB8sADDwgU+kYFYbq/++479Td58mRZvny5vPjiizJkyJB4dRgB3HfffXlCu6PCwoULpVmzZpGafirWrKfLa1QJJ8IARVTLli1l6dKluarDoASGJVErlKncMwZv/4kTj+X5vfrqq+Xpp5/OVYkGANZSTpk6xgcGJUg9k1xuvPFGueOOO1Rqm8OHD8sbb7yhPPXBLrF89dVXeQzdRowYIZdddlmuekiHg+8fIg7AaGXPnj1y++23y1NPPZWrXsmSJWXDhg2C72+UCg0AnM8WDQByWO3fvVdWTVsoyN8+5ZVPBB6bTkv9rq1k2Mv/lmKlSzq9JKPrZapMLZs0S3n7L/zie8P5Q4hnKP2bndxFSlXI/c6c+5G5gtNMGFqfbh9GHiGrf5o6XxkEIDoA/t2/+w9T+YKCEYrUht1zUgYULhaN/NN+K2uTgS2dNFN5+y//dnYellWb1lVK//bn9M/o5zjIwR0+dCgnRcDoCfLTDwsMb41IhDAEaHtmX6nSuLbn7vkhUzt+3hJX+q+aZjwOdLxW26ZK6d9iYDcpV6Oy57GwgWAJ0AAgWN68GwmQgDsCNABwx4u1SYAESIAESCDfE1g9c7E8f/q/4hzqd2sll73zH1dcdBkAwCsS3pFWpXDhwoIQxn/7299c9TG5MowCPv3001z/GYYBUMBEqVCxZj1bXqNKOJEFKISfffbZXFX79eunUlVEsVCmjs3aW2+9JUOHDo3/B6QLQaqRcuVyp0uhAYC1pFOmcvO55JJL5OWXX84DrUiRIlK1alXZvn27oTEcItzAACC57N+/X9q1ayeLFi3K8xvSAFSsWFFFvkFqneQSxe8exkADAOdfl0xV1toR2LN9l1L4rz6q9N+46Ce7S2x/r9elpVIAZ5/UWcpF1NPadpAOKmSSTP2+eZtMf2ucUvxDuZdcyp5wvMrr3GxAV6nTIdsBHX+rbN+4WVb9sDAeIWDDwhWWN6zToZk07NFapQyo1baJv53z0Lofylqj7vzw+lil+N+yakOen5ud3FW6XTQkHtXBw3B4qQUBPGcqRcDorw3nAZdWza4XNwYoWb5MSjx1yRRSdMQ8/TcsWG7al3pdWkjzgd3UX5lK5VPqMy8KBwEaAIRjHtgLEiABYwI0AKBkkAAJkAAJkAAJuCYA74eXht4evw4W6xeM+LfjdnQZACTeEIqK1atXy5tvvimPPfaYQMERK8hvjFD+HTp0cNzH5Ioff/yxnH766bn+cxRDtlOxZi0CXqNK2AkYlHhQ5iWWsmXLyoIFC6RmzZp2l4fyd8pUzrTs2rVLeWonpgwpXbq0UtAmF3h1Jxfkaof8ValSJU94drOJ9+NdGgYho0zlngV44yOizaRJzj1G69SpI1OmTDGUP7SOiDeIVgFvfqdl4MCByhCuYEF3UX+ctu9nPRoAOKebScpaq1Hv+nWb8u5XXv7TFsqvy9c6h5RCzWrN6kuzAZ0l+6Qukt9yOWeCTC35apoK8b9kwnTD2W/St2OOt/+ALoIw+2EtiOa2avoiWYfoAHOWyrb1eVMWxPqOkPaIDqBSBvRoI0j/FpaiS1lrNB6kZpj88kcq1H9y5I+ChQsppT88/o+rWjEsOPJNPyCzsz/IiQywf49xZIvGJ7aXtmf2kVZDerni4kWmNixYkaP0H/e9bF6x3vS+jXq1jSv9w/yecAWOlYUGABQCEiCBMBOgAUCYZ4d9IwESIAESIIEQE1g0bqqM+vu98R52OPckOeuxfzrqsd9Kq1GjRsmFF16Yqy/9+/eX8ePHO+qfUaUlS5bkyuGNOq1bt5Y5c+ak3GY6LqRizZq6n1Elxo4dq4xIkFYiVmCcgv9+8sknp0MctNyTMpWDEalEevbs6ZlptWrVHCtl/X6Xeh5Mig1QpvKCg1HbnXfeKU888USud4gRYij2kRIAxiRWZePGjXLVVVfJJ598YlkPCv8rrrhC3RtRdcJepr4+Nk8XDx08KPsPHJDixYoLcq8mly4XnBL2YQXWv0xQ1hrB2r7h16Mh/Repf39bvdGSaZnK5aVupxZSt1NzmfDUW7Jr01bHc3BctYqyY2Ne7/BYA1CkIipAs5O6SJ2O0Uol5RhCQsWoyhQ8j6H0h7f/71u25xk6FMCtT+ulvP1rtsmbqiUVVkFfs2LyXFk9Y1FOuoA5S2Xf73tMu1C+ZpWcdAFHjQKKlSoRdHfj9/OirDXr9NrZPyrF//wx3+WpglQJ3S8+TTrzW5G2OU++MRTuMAbAmYRRKViokIoK0ObMPrmiNHw34kP57IG8UZWOHBEpkHd5oJp+8KdPBe0lFnxHYkp/q/d9dv9OcaV/kRLFQsOPHdFHgAYA+liyJRIgAf0EaACgnylbJAESIAESIIF8Q2DOhxPl7WseiY8YeWSNAAAgAElEQVS3xyWny+C7cucVNoLht9Lq0KFDSvHx22+/xW+PnMY4gCxRIrXDqk2bNskJJ+T2fEEYb4T3jlKhYs35bOmMKgHPXXjPJofUfumll1Te7igXylTO7C1evFiaNfOuyKEBgKg89rt371b57aPobW70PE+bNk06d+6c66dUosjAY/+1116TiRMnCgzTEP6/ZMmSgggS3bt3l7POOktg8OamwJANhnOIGLBq1SrFHmkratSoIUgjcMEFF+QxgHPTftB1H+n5d9nyk/PIBsjbfPbj1wfdzdDeL6rK2mSgUPDHvPvh6b99w2ZL5lDm1u2co/Cv16m5HF+nWrz+g52GCQwInJbOFwySU++6XBaNnyqLx01VCqpkT+JYWyXKlVaGAIgM0LRfR6e3iFS9qMnUws+nqDD/y76ZZcg55umPf4umUQmuWwj27vhdVnw3R5DuDcYA6+ebhy/HvWu2bhw3BqgbsCGLTgOAeZ98oxT/6+bmjc4Eb/JuF50m8NxmCSeB/bv3qvQAsz+YYDiH6DWMstqe2VdFBvjx6xky5t4RrgbznzVjlQHA0okzZeEX38uicd/L3u2/G7ZRICtLEB0xFt6/YKHoRU1yBYeVVQQAyIabcuWHj7mpzrokQAIkkDIBGgCkjI4XkgAJkAAJkAAJgMC0Nz+XD25+Og6jz9XnyoCbc3vfJ5Py2wAA90N+49mzZ+e69cqVK6VevXopTdzcuXOlTZs2ua5t27atzJplfDiY0k0CuIiKtdQge4kqMX36dKVEg1ItsSBVxb/+9a/UOhSiqyhTOZOxefNmpYT1WmgAkJkGAF7lgtc7J0ADAOesjGpGTVkbG8OmZWtVSP/VR0P6I4y3VYE3c72jHv5Q+uN/m5VUDADOePDqXM0tnTRTGQIsHveD7N66w/BWWQWzlCEAFMuIEIAQ7JlQoiBTW9f+ojz94fEPRXhyOa5aJWl75onK2796iwaZMC22Y4ARzfLJc2XNUYMAMDIrhYoWlobdj6ULqFS/hm37Xip4NQD4c9+BnDD/r3xsGN2h64WnSreLh+QyBPLSX14bDAEY/yE9ACIDIIKHUSlXrZJs32htEJZ8XcvBPWXxl1Pl4P4/DdssXKxIXOGP9zcLCZAACZAACYSFAA0AwjIT7AcJkAAJkAAJRJjA5Jc+kk/veTE+ggE3DZM+15xnOiK3BgBr166V2rVr52qvadOmyuPWrCD/8Zo1a3L9jNzciSGR4dEPz/5YQTh2HFKWKlUqT7OvvPJKHk/ts88+W959991IzRyVtalNV6pRJRYuXKjCwsNLN7Hcfvvtcv/996fWmZBdRZlyPyGIHvLTTz/luhAyctxxx7lqzO271FXjaayciTKVRpz57tY0APA25VFQ1mKEKpf5tEVK6Q9P/73bd1kOvGLd6sq7P/bnJn/3pOffcw2195Vnm16zZtaSo8YAU+W3NT+b1mvQrbVkD8hJFVD2hONd9yEsF4RZpuZ9+q1S+q/8fp4hrmYnd5UWg7opo4zCxYqGBWla+oE0ASsmz5G1s5aolAF/7Mxt2JrYKTxfDZAuoHtrFSWgRLkyWvucqgHA5pXrleJ/2huf5+lPueqVldIfof7hxc0SbQI/TZ0fjwxw+NBh7YMpXqZkXOmPSBEsJEACJEACJBBGAjQACOOssE8kQAIkQAIkEEECXz/9tox7ZFS854PvulR6XHKG4UjcKq2gDEKIY/ybWGbMmCHt2+fdcH/zzTfSu3fvXHXLli0r27ZtEyj5YwV1UDexPP/88yrXcXJB6GaEcE4sL7zwglx++eWRmq1MVKzpCq1tN5Fuo0ogPQRCcv/6a+6wwRdffLG8/HLe3JN29w/r75Qp9zNDAwBrZpkoU+6lxNkVBw8eVBWR5oYlhwANALxJQliVtevmLs0V0n//7j8sB1q5Ya24sh8h/UtXKu8NjE9Xb1q2Jm4MsGHhStO7VG/ZUJqd1FlFCKjSqJZPvfGn2bDJFJTAytv/rXGC8OHJpVz1StLurH7K279qdl1/oES8VaS0WDF5rvpbO/tHwfNpVao1r68MARAloH63Vp5H79YAYNmkWTL5lY9k2Te5o8OhI/W7tlKK/+z+udP0eO4kGwgNgbkfTVKRAZZ9m3f+3XSy1PHHKaV/i4HdtMixm3uzLgmQAAmQAAmkQoAGAKlQ4zUkQAIkQAIkQAKGBL54eKRMfOad+G9nPHS1dP7boDx13RoAoIHTTz9dPv7441xtwZsfCvtTTz1V5YmGl/aYMWPksssuU+G4E8tFF10k8OJPLCNGjFB1E0vx4sXlxRdflPPOO08pVPbs2SPw1n7qqady1YNBAnIxu/XYTbfoZKJiLRUDAL+iSsTmd/369dKtWzdZt25drikfPHiwfPTRRxmT1xyDo0y5f6ppAGDNLBNlyr2UOLti165d6n2CbxJLDgG3BgDtzu4n5zwR/XQsuuY/LMra1dOPeffDwx8KR6tStWndXB7+JcuX1YUksHZ2bNwii8ZPVQYB8F41K8fXqaqiAmQP6CK12zUNrH+p3igsMoWw4FD8Q7aMSvOTu0rLU3sqb/+ChWlU5Wa+d/26TUUHUAYBc5YK0geYFXjXK2OAHq2lQfc2ckKTOqZ1p44aI1/8Z2Se348cOSIFCuA/q/+Tq9wx8w0pWionfcYP//tMefwjNHxy6fjXAdLtotOkSuPcUebcjJt1o0Vg92875P0b/ytLvpruquPdLhoiLU7pIXU6ZLu6jpVJgARIgARIIN0EaACQ7hng/UmABEiABEggwwh8ctf/qXyKsXLukzdI27/0zTXKVAwA5syZI506dcoTBQANI2R/xYoVZcuWLXnyrON3KEaQLqBWrdweU/v37xd4dS9alPcgMNYm0gbs27cvzyzdd999cscdd0Ru9jJRsZaKAYBfUSUgEDA+gef/8uXLc8lHly5dZMKECQIjk0wqlCn3s0kDgGPMXht+dx6AONiHZ3uhwoWkQNLhPnJi//XZm91Dz9AraACQd2L/0224bF1jnqvaSBTKVK4gx1WrKMgNfFzVSsf+/2oVBbm/S2oOXx1mcUyHsvbQwYM54fynLZTVR0P64z1gVZCH/VhI/xaCcMyZVPbt2hM3Blg8/gfToZWqUFZFBYDSOqxhqNMhUzFgm5aukWnw9n/zCzm4/0Aejgj73uG8k5S3f9QiK4RZ3hHZYsV3c2XFlByDAKsUHaUrllMGATkpA9pI6Url4kODAcBHtz/naqi3THlVpr89Tin+k3O2417dLj5N/RUpnr9TOriCmkGVvxvxoYy5d4SrEf1nzVgpyEhLrpixMgmQAAmQQDgI0AAgHPPAXpAACZAACZBARhEYfdOTKqxmrPzt/26XFqd0j//vVAwAcPHIkSPl73//u/L0d1qKFi0q77//vsDz2qhASdunTx/lze+0DBw4UD799NNIenFTWXtslv2IKoGQpL169ZL583N77jVt2lSmTJki5codO9R0Km9hqvf9yE/zdAfP44H9BwTPdYGsvJ5YXS88NUxDcNSXVIxKHDV8tBINAI7ReqLfFfLLj6sd42t9Wm8aACTQogFADgyEoF46caYsnThDrMKoOxa0pIpFihdTRgEwBiiHf5WRwNH/H0YD1SpmjHIgCGXtgb37ZNVRRT+U/pg/u1KzTWOl8Ec4/7qdWkiREsXsLsmc34/IMWOAcVNln0HYegwWXuswBMg+qbOKEFA4JArOIGQqebJnvjNeeftD+WxUEMa79em9Fa8COa7kLD4SwHO+fPIcWTllnqybs1SsDHxOaFw7xxigRxv5bc3P8vEdz3vuGSJlQOnfcnAPz22xgWgToAFAtOePvScBEiABEnBHgAYA7nixNgmQAAmQAAmQgEMCb1z5kMz/9Nt47WvGPiU1WjVS/ztVAwBcO3HiRLnyyitl2bJltj1p06aNCucPL3+rsnHjRrnqqqvkk08+sayHMMtXXHGFPPHEE1K4cGHb+4exAg0Ajs2K7qgShw8flq5duwqUx8kF6SrKlrUPR4y0E0YRKcIiS08PukbWz88d2cCqbzhgv2BE9CJlhIV3fugHDQC8zXJ+NQDYu+P3owr/mbJ00kz5Y+fulEFmFSoohw86Nyw0u1GZSuWVUYBZJIGohKT3Q1mL+YECMKb037Bghe181WmffdTDv4X6t1DRaK67bAeaQoWV389TaQLwt/OX30xbaNizrTQ7qbNKFQD5TFfxQ6aMxrJx4Uql9Mff4UOH81QpX6OydBw6UBDqv2K96unCke/vu3/3Xlk+ea5KFwBZNgrPrwtSmzP7SPeLhkj1lg11Ncl2Ik6ABgARn0B2nwRIgARIwBUBGgC4wsXKJEACJEACJEACbgi88rd/q4N5lMa928vwkfdIVsEsTwYAaAuhob/44gsZPXq0zJw5U3nv//HHH0rBijD/SBVw1llnKU9sNwUK4VGjRilP7VWrVql0AvDYrlGjhvTt21cuuOACyc6OTu6/58+4IU+4U3jcHDp8WAoWzMoTWrtUxXJy0ch73CALRV0v3to6o0ogVYTX8P4wMoF8h7XQACCsMxPdftEAwNvc5ScDgA3zl8uPk+DlP1N5kJoWOPNaR4/PdWn7c/rLafddKds3bJbtG39V/+7YuDnnf2/4VbZv3GypZHU6g/DGLnc0vYBZJIEg847P+XBirpRNsXEgqgs8orOysvIMbdgrd0nZKhVsh4w8y0rhf1TpbxflA/dLDOeP/x/rRRZ7AjCmiBkD/Lp8rekFNVs3iqcKqFS/hn3DGmv4aQBw5PBhFXUMSn8zw5IWg7pL27/0kab9OmkcFZvSRWD7+l9VdAAYBPw0db7s3rrTU9NIBxIL81/iuNKe2uLFmUeABgCZN6ccEQmQAAmQgMXW+IhdYjXSIwESIAESIAESIIEUCfy5b7+MOO82WTNzsdRs3VgufPUuQe5FlmAIwABg9YxFjm/WpG/HfGcAADi6okrQACCvqDECQG4mBw7k5B8uUqSI4+cy0yvSAMDbDGeyAcD+PX8c8/KfOMNSKVSxbnVp0KO1NOzeWsbe/4r8tnqjY7AwADj78ett6+/c9Jvs2LjFwFAgx2gA/fVakPsa6QXKHY0kkGwogHzvugoMAN6+5hFXzd0x601DA4AdP2/JFdLfzqMXhg4xhX+9Ti2kTsdmrvrBysYEIPcxYwCrtArwfs9JFdBFarVp7DtOPwwA1s1dKtPf/EJmvDPesP/la1aRTkMHCpT/FWqf4PsYeQN9BGDIAWOAFUgZMHW+HDnswqJLRO5f+pEULVVcX4fYUkYRoAFARk0nB0MCJEACJGBDgBEAKCIkQAIkQAIkQAK+EtizbZf839k3ydY1P0ufa/8qva88S7IKFvT1nmw8hwANAMY6FgUdUSVoAJAXNw0AcjPJZGWt44ctqSINAFIll3NdpsnUz0tWxZX+dgZsjXq2VXmiG3RvLVWb1o2DfKTn312FlHZqAGA3UzAAUJEDNm45GkEgJ3pALKIAlOReS+FiRXLSDCgjgYqGKQcKFXEWKt+LAcDWtb/kCum/bd0my6Eh+kG9Ts2lbqeccP612jbxioLX2xBAFIaYMcCyb2aZ1oZhbo4xQGdp1Ms6ZVaq0HUZABzc/2c8xL9ZVIkWp3SX9mf3l8Yntk+1u7wuRAS+HzlGPr7jOVc9ogGAK1z5rjINAPLdlHPAJEACJJCvCdAAIF9PPwdPAiRAAiRAAsEQwAH4C2feoA7BETq2ZpsmMuTey6VsleOD6UA+vUt+MQDIp9OblmEzBYA37JmmrPVGQwR5gB/vc7lSkjotx1WtKF2GDZYarRtJzVaNpEiJYk4vzch6UZepg/sP5Cj8J82UHyfOlF2btprOEzx6kdMcXv4NureRYqVLGNZNlwGAEwFDvnbIOwwFVDQBZSBwzFAAz4TXAoXucTAOMIkkUOr449QtUjEAgKJ4/fzltikRMDc5Hv45Cv8azL/tdVo9Xf/n/gOyeNzUHIOA8VPl0AHjVEOFixaR7AFdpNlJndW/To1J7Drn1QAAxkAI8z979ATDW1WodYJ0HHqytDq1l5SrXsmuO/w9QgSmjhojH91OA4AITVnouwoDgD/35UTkclp6XfkXKViokNPqrEcCJEACJEACoSFAA4DQTAU7QgIkQAIkQAKZTWDzinXy7GnXyx87d6uBVm5QUy55+0FtRgB79uxR7ZYsWTKzQboYHQ0AXMBiVUcE3BoANOnTQS4ada+jtvNDpagra3XMkRsPbyf3q9ywljIEqIG/1g2levMGTi7LmDpRlKlfV6yLe/mv/H6e5VzAux9/Dbu3kWrN6zuat/273YfiD0u4aBgAxCIIqGgCP8eiCeQYCuiIIlCoaBEVPQBh+DctM88Z7wj20UolypWOK/vh6V81u56by1k3YAIwuolFB9izzTzfeuPe7VVkABh+xAxHUulqKgYAiKgx/a0vVJj/zSvXG9625eAe0uG8AdKwR5tUusVrIkCABgARmCR2kQRIgARIgARIILQEaAAQ2qlhx0iABEiABEgg8wggp+PTp1wrRw4fVoNDCFgoB0scV9rzYH///XcpUKCAlCpVynNbmdIADQC8zeShQ4dUAwWZskJ5qS78bIqMf/x1ObBnnyuwJzStK416tlGeu/AGLVgo/6YAiaKy1tVkG1SGhzc8u6FwQhhqeED7WbIKZiljgGNGAY3k+NpV/bxlWtuOgkzhmx+TAcgBFNlmBREeGvVqqzz8ofjXsT5I6wT5cHMYASB6wI6fkW7gWCQBZTCwYbPs+z3HINLPAmVwvaPe/fDwr9K4tp+3Y9s+Elgzc3HcGACpHcwK1uw5qQK6SMW61QyrzXh7nKyavijPb38eOCAFsrKkkIEH7eA7L5WS5cvEr1n5/Xyl+J/3yTeG94C3f6ehA6X1Gb21GRH7iJdNeyRAAwCPAHk5CZAACZAACZBAviZAA4B8Pf0cPAmQAAmQAAkET2DV9IXywpk3xm8MpeDwV+8SeKR5KTQAyEvv8b6Xy6alaxxjxSH+FaMfdVw/0yvmd5lCTucFn02WBZ9NkfXzlmmZ7qysrJwQ3uqvjYoEkp9KFJS1Oubj1+Vr42HdV01bKIcP5Rh9GRWE8D+w17lRSf2uLaV+t9ayfu4yJZe7Nm+z7TKUyCpCQMwwoHVDKVUhJwx61EtYZeq31RvjMrDsm9mWmPHtadQTSv/Wao5YvBHY9/venBQDykDgaASBo4YCykjARcqN5J4MvO0iye7fWSrVr+Gtk7w6lAR+Wbomnipg46KVpn3EtzuWKiDxmYUBwPs3PulqbHcveE8KZBXI8fZ/a5xsXfOz4fXw9ofiv363Vq7aZ+VoE6ABQLTnj70nARIgARIgARJILwEaAKSXP+9OAiRAAiRAAvmSwNJJs+SVv90RHzs8ioa9fKcnFvldWQt4ONhXXpbIpfzVdDly5IhrpvCswuF+0/6dpF7nFq6vz6QL8qNMQWkHhT8U/xsXmh/+65pnePvCGADKvzodmwlyV2dyCauy1itzKPjx3oF394rJcwVyZFZKli8rSA3R+MT26t9nh/xTfvlxteMutD6tt/z12Zvj9eENDUOAdfOWxY0CDvyx37a98jUqJxkFNNKW79r25horhEmmoOiPyYGVDOA5x/zDy79h99ZSskJZjUTYlBMCeG6gcJ3w5FtOqsfr3DHrTSlbpYKra1g5mgRgKLJ43FQVHeCnHxaYDqJMlQrS7CREBuis1qFuDQCa9Ouo1qxGBdFbOg49Wdr9pa+UyvD1QTSlxP9e0wDAf8a8AwmQAAmQAAmQQOYSoAFA5s4tR0YCJEACJEACoSaw8PMp8vql98f7mKzUcdv5/KisBaOfps6Pe1nqyuUbY1+0VAnJ7t9JmvbrpP71GqXB7Zymu35+kSnk1o15+v+yZJUpdoT/Rfh2NzmoG/Vqp0IGL/9ujvpDfmurUqtNY2UQAMVgzTaNMy5dQJiUtV6fr0QP79Uzl8iBPeZ516u3bChNjir8kz28n+h3hScDAKNx4F2YaBRg5cmaeH3VpnUTjAIaCtJXhL2kU6YQyh9GH/iD8VksvY8Rs1rtmkrjXu2Ulz/eJSzpJzDnw4ny9jWPuOoIDQBc4cqYyn/s2i2Lx/2gjAEWf/mD6bgKFSksBw/86XncrU7tqRT/9bvS298zzIg3AAOAnZu2uhrFiVedI0VLFXd1DSuTAAmQAAmQAAmQQCYSoAFAJs4qx0QCJEACJEACESEwe/QEeee6x+K97XDeADnr0etS6n1+Udbu+nVrXOGyaPxUOXLY3Mu/RNnSsnfn7455Fi1ZXPZbKPGgmM3u10lFB4DndqaXTJapTcvWKE//hZ9NFivDEYTmbj6wm7QY2E3g5ff0oGtk/fzljqce114w4li0j3VzlsaNAVbPyJsnOLFhyGMsVUCdDs0yIl1AOpW1jifNouKyb2ap9w+8Qa289gsXK5rj5d+nvTQ5sYMgX7hZee706111rVy1yrkiADi5+PDBQzkRAo7+rZu7TKxyXcfaLFS08LG0AUgf0LqRlKte2cktA6sTtEyt/H5e/Bv064p1puNE2gV4+eeE9m8jpStldnSPwCZc441oAKARZj5qCtGllCEAogOMnyr7d5sbf7nBcnydatJp6MnS/pz+UqJcGTeXsi4JkAAJkAAJkAAJkAAJkIABARoAUCxIgARIgARIgATSSuCH/30mH976TLwPXYcPkdPuu8J1nzJZWQtFqfKwnDBDfllqHir7+DpVpXHv9tKodzv17/Nn3CB2StZE0E36dpQh91yuvLuWfDnNMuRrtWb1VGSApv07S/Xm9V3PVxQuyDSZ+nnJKuXpv/CzKQKvf7MCD10o/JsP6iYI155YvBoAJLb1574DsuJoZABEB9iyaoOlWFSsV10pE5H/t2brxpFMFxC0stbrc7Z9/a/y46SZap5Wz1wse7buNG2yUoOacS//el1aer2179fv3b5L1s1bnssoYM828/HFOgRjBkQxqNmqUc6/rRtK8bKlfe+v2Q38lqldm7bGU8vgO3Rw/wHTsdZo2TAe2r9Oh+y0MeGNnRGgAYAzTqxlTWDFlHlxYwBECXJbmp3cVboNP1Wi8N1wOzbWJwESIAESIAESIAESIIF0EqABQDrp894kQAIkQAIkQAKKwLcvfiBj73spTqP3lWfJwNsudkUnk5S1u7fuiHtYIlUC8mublUSFPwwAEksqBgAXjbwn3gTCtS/+cpos+Wqa+tdM8VO2yvEqKgDSBCDke6aUTJCpDQtWCGQIiv/fVv9sOjXw1oa3fvOBXaVY6ZKm9Q7s3ed6eouUKObomu0bNqvoACsm56QL+GPnbsvr6ndtKQ17tJXa7bMjky7Ab2WtI9A2lWIe3qtnLJZ1c5da1m4MY6M+HZSXf/maVXTcPq1tbFu3KU+kgEN/HrTtE969iUYBNVo3kqysLNvrdFTwQ6ZiRmdQ+MNwyKwgTQy8/FVo/x6tBd8ClugQoAFAdOYqKj0d98go+frpt1119+4F70nJ8vT4dwWNlUmABEiABEiABEiABEjAAQEaADiAxCokQAIkQAIkQAL+E5jw5Fsy/rHX4zfqf/350u/68x3fOOrK2rVzflRK/8Xjf7AMrV2+RhVp2q9j3MvfCtDrl97vmF+sYmK49uSLl387WxZ/NU1FBzDLA1+wcCHJ7t85xyCgXycpVsZcmey6cwFfEFWZQnhzhPZHiP9t6zeZUms2oMtRpX83KVysSMB07W+HVAPKIOC7OZbRKNBSqQrHScOebVS+4JptGoc2XYAfylp7ktY1kFt36cQZ8tPU+QKlv9mzjVaOq1ZJefnHlP4Fsgp4vX3or/958U+5IgVYpT5IHEz1Fg1yGQVUbljT01jNDBHsZArvZLuye+tOJQP4BuHPKhVM1aZ1c0L792ordTu1sGuav4eYAAwAEMrdTRly7xVStkoFN5ewbj4iMOPtcfL+jU+6GjENAFzhYmUSIAESIAESIAESIAEScEyABgCOUbEiCZAACZAACZCA3wQ+f+hVmfTce/HbDLr9Yul1xVmObhs1ZS28m1VY/6+ny/yxkwU5qs2KlZe/Izg+VNq46CcVGWDJlz/IhoUrTe+AHPJIFYDoAMjvGqUSJZlaO2uJUvjD099MgZtVMCuu8G8xqJsUCMhDWcecQ/kJY4DY32aL3OO4X9XseipdQK12TUKVLsBOWauDlZM2Vk9fJMu+nS1rZi5Wof2t3j91OzaLK/yrNK7tpPmMroPUFevnLVN/647+i+gVdqVIyWLH0gYcTR9Q9gTnHvMLxk6W/13+gN1tcv1+69SRppEZ1s1ZmvMNmjRTNsxfbtpuoaJFcow+TmwvDXq0kXLVKrnqAyuTAAnkHwI0AMg/c82RkgAJkAAJkAAJkAAJhJ8ADQDCP0fsIQmQAAmQAAnkKwIf//t5+f61T+NjPu3+K6XrhafaMoiCshbh2KFwQUh2q7DKx1WtKPDOboTw2r3b24493RV2bvpNRQVAmoBl38wy7Q5yhCMqAKID1G7XNN3dtr1/2GUKSlwo/KH43/XrVsPxFC5WVJoP6iYtBnaT7JM62445KhWQZzjRIAD53M1KVqGCyhigXucWUrNNk7SmC0iXAcDu33bI0kkzZdX0RbJmxmLZsmqDKa8S5coc8/Lv00GKliweFbFIWz9/37L9qFHA8rhRgF0KC3S2TJUKeYwCipYy5u3VAEAZnU3K8fDH394dv5vyqtywVk5o/97tVFQNFhIgARJwQoAGAE4osQ4JkAAJkAAJkAAJkAAJBEOABgDBcOZdSIAESIAESIAEXBB474b/ysx3xsevOOuxf0qHc0+ybCGMytr9u/9QCpfFX/4gC8ZMlkMHzXNJN+zRRpr07agU/sgnHdUCT22MVxkEfDVN9u3aYzgU5HvNiQzQWf0bxlDiYZQphGmPefpDqWtUkHYBCv/mA7spJV5+KIhCgVQBMApADnurUu1BqeIAACAASURBVK56JWmI6ABHjQEqN/AWmt0N3yANANbOWSorp8w96uW/RPbv3mva1erN68e9/JFCgcU7gS2rNuaJFHDk8BHbhis1qBE3CqiBSAEtG6prUjEAuPC1u+WXJauUwn/t7B9N743oIPj25IT2b2caNcC286xAAiSQrwnQACBfTz8HTwIkQAIkQAIkQAIkEDICNAAI2YSwOyRAAiRAAiRAAjkE3rzyIZn36bdxHEOfu0VaDelliicsytqfF0PZMkOF9UfuaLNSplJ5aXFK98h4+acql6umLVSpAhAd4LfVG02badq3o4oMAGOA0hXLpXo7rdeFRaZWTJ6rPP0XfjZF9ph4upeqUDYnvP+gbtKgW2utHKLW2OFDh5UhQI5BwGzZtGyt5RBqtWsq9To1V5EBarZu7Kv8+WkAAA9vROBASH94+VtFGYmHde/TQZr06eDrmKMmP372F6H2c9IG5Pxrl8oCfSlQoIDUaN1ISpQtrQzKdBWkZIHCH+H9Edof92EhARIgAS8EaADghR6vJQESIAESIAESIAESIAG9BGgAoJcnWyMBEiABEiABEtBE4MiRIzLyonuU8jhWLnzlLtMw5ulS1iIfNJQyi774XuaP+U7gAW9W6ndtKdkndYm8l3+qUwxlF6ICIDrAmllLTJuBEhbGAEgXkM6c4+mSKYCBIhee/gs/myx/mERRKFvleKXwh+IfedpZjAkgPUIsXQCMAnZv3WmKqlipEtKgZxup1bqxL+kCdBsAIK0IjGzWzFysFP9mUSEw4Ir1qitlf5MTO0j9bgzrHobnZf+eP2T93GXxtAEwCti1yTidh47+wrs/FtofBgAsJEACJKCTAAwAvnvpI1dNXjH6UUFUKBYSIAESIAESIAESIAESIAG9BGgAoJcnWyMBEiABEiABEtBI4MDeffLa8LuPhfQuIHLJmw8KwuUnlyCVtfAohmHCgrHfycZF5l7+JSuUlZan9JAmfTsopT/LMQJ7tu06GhngB/WvWWjs8jWrKEMAGAQEnYs6SJkCmR+/nhH39Idi0KiABxT+CPHPUO2pPVGIzBE3CJg817KRSvVrSN2OR6MDtGksTtMFmCnif9/9uxTMKiglSpQwvG+p44+z7A/eiYgIEfPyXzvHPKw7GmrUq600PjHHy79CrRNSA8arAiWwc9NvCUYBy1UaAbP3gV3Hyp5wvHp/xkL7ZxUqaHcJfycBEiABEiABEiABEiABEiABEiABEsgAAjQAyIBJ5BBIgARIgARIIJMJQJH22kV3y7o5S9Uwi5ctJcNfu0fqdMjONWw/lbWHDx5SOZQR1h9K/4MH/jRFDmUhvLKh8D++TtVMnhqtY1syYbqKDABjgN+3bDdsu2jJ4ipFgIoO0L+TFC5WVGsfkhvzU6Zi90JqBHj5I8Q/okkYFXhuQ+EPuarWrL6vY853jR85EjcGgFHALz+utkRQr0tLqYVUATbpAiDHMF5yU26c9JIg/3tyQZ9iHv74d/uGzabNQuEb8/Jv3KeDILc7S/QJ/LpinUwdOUamjhrjajC3Th0pMBpiIQESIAESIAESIAESIAESIAESIAESyF8EaACQv+aboyUBEiABEiCBSBLYtn6TSgcQU85ByTX81bulWvNjylDdytotP22QReOmynx4+S9cacoNBgktB/dQqQno5a9HvNbNXaqMAZAuYNPSNaaNNujeWrL7d1ZGAeWqV9Jz84RWdMtUrOmFX3wvCz+bopT+ZikjTmhSR3n6469Ko1rax8YGjQnA+ARpAmIRAsyMUXB16YrlpHaHbMN0AV4MAGBg9NMPC5TSf82MnND+VqlFYAwV8/KH3LBkJoEFYyfL/y5/wNXgaADgChcrkwAJkAAJkAAJkAAJkAAJkAAJkEDGEKABQMZMJQdCAiRAAiRAAplNAGH3R150t2xd+4saaOlK5aTHJWdImcoV1P/et2+f+rdYsWJ5QMATH3nl7cqSr6YrD394+h/cb+yNjTZqtWuaE9q/Twd6+dtB9fj7tnWblCEADAJWfj/PtLWqTevmRAbo10mqt2zo8a45l+syADhy5Ehc4b/gsyly5PBhw/5Vb9EgrvSvWJf5ubVMosdGYHQEY4AVk3OMAsxSVeA2UL7XatNERQf4c99++ej251zd/eSbh8vWdb8oxf/mletNr4XREd49OUr/9lKsdElX92HlaBKgAUA05429JgESIAESIAESIAESIAESIAESIIF0EKABQDqo854kQAIkQAIkQAIpEUAu5JfPv0P27vjd1fVXj3nS0AAAxgTwwoZiZcOCFaZtFi1VXCn8Y6H9Xd2clbURQB5seFar6ABfTlNKVqMCo5CYMQByX6davBgAHDp46Gho/ymy8PMppl2o1baJUvq3GNRNylWvnGpXeV1ABFZMmZtjEPDdHNm46CfTuyLXOlKH6CrVmtWLe/lDZljyHwEaAOS/OeeISYAESIAESIAESIAESIAESIAESCBVAjQASJUcryMBEiABEiABEkgLgckvfyyf3v1/ru6daADw44TpysMfyhQzBTIar9GqUU5o//6d6eXvinZwlVdMniuLv/xBGQWY5UWHIhZRAZRBQP/OAu/p5LLs29nyv8vuz/PfjxzJ+U8FCuQd05UfPC5Vs+vm+gFRI+DhD6OSxeN/MAVRr3OLo57+XeMRLIKjxjvpIrBn2854qgAYBezatFVX01KwcKFcXv6xSCfabsCGIkeABgCRmzJ2mARIgARIgARIgARIgARIgARIgATSRoAGAGlDzxuTAAmQAAmQAAmkQgC5sf/vrJtcXdp1+Kmyds5S2TB/uel1hYsVUQr/FkdD+7u6ASunncDPS1blRAb4aprlPNfp0Eyy++cYBFSsW131GwYALw+93dUY/jn+eWUAcGDvvpwoEp9NERiXmJWGPdrEw/uXLF/G1b1YORoEfl2+Nm4QAJk6csg41YPZaMrXqCzZJ3VRiv8G3VtHY9DsZWAEaAAQGGreiARIgARIgARIgARIgARIgARIgAQiT4AGAJGfQg6ABEiABEiABPIXgVQMAMwIVWtePye0/8Bu9PLPIDHa9evWuDHA0okzTUdWsV51FRWgdMVyMubeEa4I9Lv+fFk3d6ksmzTL9DoocpE2osXAblK0VAlX7bNytAkgKsVrw+92NYgbJ70klRrUcHUNK+cfAjAA2PnLb64GnH1SZylfs4qra1iZBEiABEiABEiABEiABEiABEiABEgg+gRoABD9OeQISIAESIAESCBfEfBiAFCwUCFpMbh7PLR/vgKXTweLPOyICqCiA3z5g/yxc7evJJqd3FUp/JsP7CqFihbx9V5sPLwEaAAQ3rlhz0iABEiABEiABEiABEiABEiABEiABEgg0wnQACDTZ5jjIwESIAESIIEMI5CKAUDnvw2S7pecIRXrVsswGhyOWwKrZyySxV/mGARsWbXB7eV56mcVKnhU4Q+lfzcpkFXAc5tsIPoEaAAQ/TnkCEiABEiABEiABEiABEiABEiABEiABEggqgRoABDVmWO/SYAESIAESCCfEkjFAODqMU9KzdaN8ykxDtuMwJafNqioALNHT5BNy9a6AoXw/h2HnqxSCLCQQDIBGgBQJkiABEiABEiABEiABEiABEiABEiABEiABNJFgAYA6SLP+5IACZAACZAACaREAAYAW9f+kufaHRs3S8nyZaRw8WJ5fqvSqBYNAFKinT8uWvbtbNm+/lfZu2OX7N3+u/o7Ikfk8OHDCkBWVpYULFhQSpQvIyXLlZXix5WS6s0bSNXsuvkDEEfpmgAMAHZv3enqutptm0qlBjVcXcPKJEACJEACJEACJEACJEACJEACJEACJEACJJBMgAYAlAk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shwArt27ZLJkyfL559/LnPmzJFp06bFR9ypUydp3LixnHTSSXLiiSdKpUqVUqZx4MABmTdvnowfP17dY/HixbJ27VrVXq1atSQ7O1twvwEDBkjr1q2lUKFCKd/LjwsPHz4sy5YtU/2fNGmSzJ8/37f+//HHHzJ9+nT58ssvZcqUKYrb77//roYFNo0aNZJevXrJwIEDpXr16lKgQAE/hpxym0HJVModDMmFQcoUhrx582YZM2aMTJgwQcny3LlzFYnSpUtLq1atpHnz5jJkyBDp3r27FC9ePCSUgu3GkSNH5Ndff5VvvvlGPet4zmOc0BO8o9q0aaOePXAqU6ZMsB0M0d3wnsI3Y+LEiXne6cnvKrzXa9SoIVlZWSEaAbsSZgKx78i3334rs2bNUs/itm3bVJfLly8vLVu2lHbt2knPnj3z/bMY5nlk36JBIOpr9CApR32NHiQr3ssZAaw9sSf++OOPBd+8H3/8Ua3TE793WH8OGjRIOnbsGLo9srNR5q6V+M75/vvvZebMmfFvPM4F8I3v3bu3OoPAvje/rh8hGxs2bFBnNV999ZUsXbo011lNbD0E+ejfv7+0b99eSpYsmcqU8Jp8SCB2FoGzgalTp+Y6H0jcy3Xp0kX69u2br5/FfCgeHLJmAnje1q9fL+PGjVNnTWbncTxnEgn6nFTzVLO5kBLAHg7rqU8++UQWLlxoqGfBt27w4MGedF8hHb5tt2gAYIuIFUggegSwmcQG8tFHH5XRo0fHlctWI4GS8Morr5R//etfUrFiRceD3rp1q4wcOVKeeeaZuMLc7mJsXh988EFldJDuDf+ePXsUo8cff1x9JJyUVPu/bt06ef755+Wll16KH4LY3e+CCy6Qe+65R2rXrm1X1dffg5Qpo4FgkQhF5L333qs+6rECuT333HPlscceC42yNkiZAoctW7Yo+YVsxQxJrIQBB2133nmnnHnmmVK0aFFf5SaVxtesWaPmOfndhUPRESNGSIsWLVJpVszaNWsMh2533HGHXH755aE0mNi/f798+OGH8tBDD+V6d6Hf11xzjdx6661SpEgR16wgv+D81FNPOX6n4yann3664gUjprAZLemSqVGjRsnVV1/t6DlzCh7zhW8oNiLpLn7JVOK48L568skn5f/+7/8cfwehLHjzzTela9eu6Uak7q/7e4TNKt7JL774oifZAp833ngj7esFJ/ON7xDeMVD+6CwwIsH7C0avicaVuEfMGA4Hb5deeqkyNAlL0S1TsXFFfY1uND9m7xCvMhXlNXq6181BfDv8fFb9kin0GeuPu+66S15//XVHQ0h1j+mo8QAqmcmC1a1POeUUue+++5Sxcn4p2FfDAPn++++Xjz76yPGwsR669tpr1TcsUw0BYKh94YUXKiWazjJ06FB1XlWuXDmdzYayLbM1hV1n//GPf8gjjzwSyn2vXd+d/P7DDz/IZZdd5vjMz6xN7GOw1w7bftcJAx11Dh48KJ9++qlgX5zoNBVrG2cBbdu2VYzggJLpBd89GNk8/PDDuc4prcYdO2fK5He50fiDPifNNNnTdaaVaVzwDH7wwQfqDDlmYGs1xlR1X1HnRgOAqM8g+08CSQRw+ImFu1NlYDJAWOS/8MIL0rlzZ0u22Fh88cUXymDAyUs2uTG8dKEswiY2HUpIbLzh6X/LLbcor4RUym233Sb4s9uA43Afyg5s8mMejm7uh83+E088oRRs6dhoBCVTZkzsDs+gQIByqEKFCm6waq8bpEzFOo+N7BVXXKE2X24LDH5w4BYWJUhM8Wz1nCBihlslIN5VWBDeeOONrhTaMZ5/+9vflIGFG8Mot3Phpn7s0BAHymPHjjW8FIcb//3vf10f4KxYsUJw+IPoJKkUyBLeVThkC0OUF50ytW/fPvW9w7dVd8Fm5d///rfuZh2356dMxTqB5xAGK/jup7JmSDej2Dj8+B6BxznnnJPSezx5kuFd2qNHD8dz71dFJxtxGCvgXaGrHDp0SK1/sS6zK6l8S+zaTPV3P2Qq6mt0I5Z+yVTU1+hGrPyQKaP7BPHtSPW5cnKdXzKFe4MNFLvXX3+967Un9sg33XSTWnNEKWLXpk2bVL//97//OcGfq06697quO+zhAijPcC6Ab5UTw22jW+FMAOt8cMu0gkiSiHaQKhszHjjjevfdd5WXeyYXPIe33367vPrqq66HmemMcO4Bg1uv5e9//7syYi1RooTXpiJ5/XfffacccH755RfL/odl7+Yn5FWrVskNN9zgypArsT9nnXWWepdXq1bNz26mve10nJOmfdAaO6DzTEtjt0LRFIx4sV5OZe2Jc+Wnn35aRYDND4UGAPlhljnGfEMACxAoA1NV3sRAwdP2tddekyZNmhiywyErFr133323580ZPLWwiA5SsY3+474333yz5/7/5z//UR8cM2UXvK/wOyxkvRRs8NEGwiEHWYKSKaMxOVno4LowGAAEKVMxVlD0DBs2zPXBYiJrGAFAYWJnxOKnzMW8FHAQZmeM41Zpg83G22+/rbz4vRwkhYET5sBptIdUDAAQknb48OEqPYmXgoNrLMCRbiJdxQ+ZgpLon//8p/LS1l0g+zgkKViwoO6mbdvzU6ZiN8dhNw43cPCW6nOY7kMkP79HOg0AdCvVbQUoqYIThWDsEt19XbBggTqQxLvMrrj9lti1l8rvfslU1NfoySz9lKmor9GTWfklU0byHcS3I5Xnysk1fsoU7q9r7Wm3x3Qy1qDqwGsba0+EXU21pGuvm2p/U7kO6yEYFcMBwWuB4ghr0kzzaEfKiG7dunnFk+d6nGu999570qxZM+1th6VBrCcvvvhiAcNUCg0AnFELw9mTs57qr4UUboiG5ySqTbr3bvpHn7tFPGd43lIxbE9sCRFfEZ0kU1NPpuOc1O+5D6p9P860gup7EPfRsfa0030FMY6g7kEDgKBI8z4kEAABHLDD00BHsVIg4cAMXlvIoe21pGOjgTyMf/3rX1UuNK/lhBNOkHfeecfU4w7hsXQpwk499VSVPqBSpUpeu+34+qBkKrFDbhY6uC4Mm7AgZQpjhnU/DGc+++wzx3NpVhHKWjzPQRrhxPpi56WW3Ge3ShtszDA2zI/Xkg5jpVifnXipJY7PrQEAlNvw2nr22We9YlLXI7cWDgbwfgy6+CVTfhoApOOAxG+Zis27LkVIOhhhDEF8j3QaAKQzAoBThWBMNnQaAECe4fEGxYqT4vZb4qRNp3X8lqmor9ETOfotU1Ffo8dY+S1TiXMS1LfD6fPktp7fMoX+wAjpvPPO8xzVBWsovCeRMi/MRecasnfv3sqINFO9IXXuSyATL7/8slJAZVLxywAgHWdOQc6LDkVIpjNiBADvEgkjL0RHdGLQna69m/dROmtBlzzhbjr3RM56H1ytoM9JgxuZv3fy60zL314H1zoMKmEoqyOK5iWXXKKcVdLpFBcEORoABEGZ9yCBgAjoXITg0GHMmDEqf1NyMTpchBIWXrIIoxILKY6NCDbxeDFbhb5HGDworIIqOg/b0Wd4hWKMRvm2EZr+/PPP1zY0LLphCBBUCUqmYuNZv369ChHtxKo4dk0YDACClCm7MMfIJYboFrVr11aINm7cqEIbPfbYY4Zikw5lbaohd90obbZv367eK++//77huPHcItw9OMH4Ae8rRNl44IEHDDe16cqvjTzWWNiahfs3GpxbA4AZM2bIaaedZhjKD/lokW4A3jhly5ZVnm1O3u2IRNOvX7+gXlUShEzB2AvPl5NDDzcDD/obGIRMxcY/a9Ys+ctf/mJohINoEfgNETqQIzIW6hgbOhg5zZkzR0aPHq0MnfAO0xku3sn8BPU90vX9SNc7CvOF9+w999zjygtG52EX3jeQJafPpptviRNZcVonCJmK+hodLIOSqaiv0cEqCJmKyXeQ3w6nz5TTekHJlJWxIL55WHsiWl/lypUF63lEWkNEPUSrMirIhQ7jzDAfSlophKBQxF4SRgwYw4EDBwQh3rHWNotYmKn5tWE8A2NbrGeSC2QDa3eshxAJAZEFY6weffRR0z0AFHHPPfec4PpMKTDSAQuk0NBZevXqpVIGVq1aVWezoWjLzggSa2yk3Tz55JOlSpUqkpWVpfq9e/dutW77+uuvVZouRJPA2d3xxx8finHp7oSuc61MfUfZ8caZEt45SKPqpOQ3AwCkF8G7Cylaqlevrt7jiMz0zTffqD2SVaTLTHyXx2RE1z431p7V2bsTuQx7nSDOtMLOwEn/rFKR4EwE73v8Cx3Nzp07lW4LegYjxzCsobDm6NOnj5NbR7YODQAiO3XsOAnkJZC8qDVa7DtdhKB1M6VE4uEilEMPPvig2tjHNhPJPbMLVR50Hq3kRYiREgLeNLC6e+GFF1R4PatDZasNZfLhIjb1MJQ4++yz4wtDJxv8GNNbb71VfcyCChUdlExhfPgwQxag8HFTwmgA4KdMrV69WnkWGYVqNwtVj4NPKHHxrBqVDz74QM444ww32D3VTTWyhBulDQ4zsAEzenbNwqriuUd6E7NIKkF72qRqMe3GAAAKfRzEGlnP4uAWh9JG6WBw3bhx41TuciPGkDW8r4IqQchUqmOxCpcItlCeZmdnp9q8q+uCkKlYh6wUIfgW4vs6YMCAtEQfsYMW5PfI7GBEp4Lcbrxefk/Vi1rX+IyMvfANRqQns5Qdbr4lXtgkXhuUTEV9jQ5mQclU1NfoQckU5iTIb4euZy6xnaBkysqg0mztabVGgEH+xx9/LB06dPADi+c2ca4AY9qRI0fmAwId0QAAIABJREFUacsqrOrKlSsFxg1GocrTYZjsGYSDBqyUINhvIy2AUUrBHTt2yDXXXGOY3xaOGjBOrV+/voMeZH4VK2NA7HOwFw7qDCVI2laKEHg24t0Tc9AJsl9hu5eRAUAYzpHCxsmoP9j3w3jpuuuuy/UzzjSxPjA6l8ovBgB4tqBYhJOAmbGeXYQOnNsjRUnjxo2jIA6u+hjk2burjoW0cpjPtMKCzMqg0mrtabVGwDoLqXGLFi0almFq7wcNALQjZYMkkD4CsUUtFiGwFoeSMOZRl9wrJ/mezazrsNnHCxIWxNis2lmdW72g0a+gF96JixAoCB9++GG1cTYKge4kV59VtITY4SIY3Xjjjcr62iy/k93CEKzg4QYlJDxxgyhByRTGYnYw0r17d7nhhhuU1R7GnlyClh8j7kHK1CuvvKIMJZKLXdi+xYsXC/JFGuVHdqMw9ip3ZkpBKATxfJQoUUJ5wBgVp0obeFXhoOehhx7K04xdeNFffvlFkIttwoQJea4N2hPLLAwm3ltghPe8UT/dzOfevXsVd6Nny87gyEr5AGMUhOMuVqyYV5GxvT4ImbLthEUFK2OUoDcbQchUDIXZgWQUwhoH+T2KugGA0YEq1qF4R0E5ceaZZxo+HToMAHAgiXUWPGcSC97hME4aNGiQp2+Jl+c++dqgZCrqa3RwC0qmor5GD0qmMCdBfjt0PnextoKQKaw94eWHeyUXuzRuVusEtIcUJ+lI1WU3FwsWLFB70xUrVuSpapc6y2w/k6meWFgT9ezZMw+nBg0aKOP3Fi1amOI2M2ABKxxod+rUyW6qMv53K2OUsBvSeJkcK2Pb/BLW2Ck/GgA4JZW3nlFqGxixI3c9ziOMUsNmugEAvmEw0MP4nSjuEWXDbE8E4k7PuVKfxfRcGeQ5aXpGqO+uYT/T0jdSby1ZnWtbnS9YrRPsztK99TgcV9MAIBzzwF6QgBYCCJOLzTYU2naLEByawrrsX//6l+m93SiR7Abw7rvvyrnnnmtYLWgFLjwtoJzq3LmzUqTaWXlZeVzHBmS2YEO4TFjKwhsW97M7vLFbGAbNKkiZSj7IRBitO++8Uy2U4ZkNgxQjb76gmRgJcVAyBU/rq666ytALxC4cltUBQZcuXeStt95SYSf9Lsn9wOEVnke8iypWrKiUOWZpM5xujOARCoUQ5De52Cm1rTzig+SEficfuCdGXMEYERLdaMPt5t1tlS/aLjS9lUy56YNXmQtCplLto13I16DDjQUhU2CFyDYwEMQ6I7ncdtttSkli5OmWKmfd1wX5Pco0AwAo3zG/SK9ilctXhwEAIjXhe5HoRYqDfnhEwssPqUuMitNviU65ClKm3PY7TGt09D35kN4vmYr6Gj1ImQrq2+FWdp3WD0Kmfv75Z7UuQ7jf5PLEE0+ofYxZ+e2339S6FZGVkkvQxt9OmaKe2bvDiVLbyiPejpebPoalrtn+xkloeqtvaTq+Z2FhmtgPq+gbQRtwB8ln9uzZMnjw4Dxp3KCcxVrIyrAkyH6G4V40AEhtFsxSTOB88+KLL1aOE/nRAMAtTUS+wXk4ntmw7E3cjiGV+kGdk6bSt7BdE+YzrTCxgk7AyGHMyVmt1Vlz0OmWg2ZKA4CgifN+JBAiAmaW6LEu6lTgWG1cw6DAtZoWKw/Z2HW6Nt9Lly5V6QEWLlxo2KWws/IiU8j5h5C9yPuMMFrYUMSiJVgpGsPOxGgiU5Upq8MyJ8oUs8VSkB4kULBDOYQ/bBgRjrFOnTpx4xgdBgBeOX311VfSv3//PFMXJCfcPPY+gDIVzwSMYWJRXawU927e3Vbt2IXxt3ouMa/4szN60vFJDEKmUu3nrFmzlHecUb4xRHKA9wBybgZVgpApjMUsXHRUvLCC/B5F3QDg9ddfl2HDhskpp5yinvk2bdrEU0L5aQAAb1uE6oNBSWKBMRnSmuDZC5MBQJAy5fZ9ErY1erpkyo5b2NboQcpUUN8OuzlI9fcgZArPEXJsJ6dFwtrxiy++ULlIzYpV5Kowh3k3y6ntZG9mZdQcZBSpVGXK7XVm+xsn82v2js7ksNFu+JopKGNtBJ3qzk3fvdY1CxcddIQxr+MI4noaAKRG2SiiG75nOHvC983MISHTIwC4pWl15oK2dJ0nu+1X2Oqnek4atnGk0p8wn2mlMh4/rvHqgGQVucru7NOP8QTZJg0AgqTNe5FAyAhYHfihq3aesm6GY5V7ER4Pzz33nG0qATf301nX6iOD+zjxcnDaHyvFJdoIOysvMoUFz/Lly6VSpUp5FGKZZgCQqkyZGVg4VUybKbYhW04MCJzKsV09pLvYt2+f1KhRI64oil2jwwBg2rRpSoFvlJv+22+/lR49elh20WphGCQnpCBBWNWaNWvmySmnywDA6gAWG3q8m81SjlilSwj6sM1vmbKTaaPfrcIBoz7SLsDQKcgShExhPGbvmrB/w2JzEeT3KOoGAEgFsnnzZmXIlRzVwU8DALyn4UmTmNYm0eMtbB6TQcqU23dK2Nbo6ZIpO25hW6MHKVNBfTvs5iDV34OQqZiRQXIfnSh4cY2ZkS5+C6NiAOt4GFw9//zzeaYFEfaeeuopldbLrFgZPTgxIEhVFtJ1ndUe7PPPP1fGI2bFLF1COgxJ08XP6r5W4YD79u0reDZhgJppxWoPh9QQ/fr1y7QhexoPDQDc44P39tVXX62eocQSS/Gybds2GgA4xGpmHI/LdZ4nO+xOaKulek4a2gG57FgYz7RcDsHX6jHjZ6M0qE4U+FbRutw4Ufk6SJ8apwGAT2DZLAlEgYCdt7aTF6iTcdopQcKc2xDjs7NCdHqw44SVnXdR2D0i/JKpTDMASFWmzA4HneYsioLFow4DAK+KH6sNWljCkuoyALBKeQDDEqQBOO+88/J48uM6KLAvvfTSPK+2mFcAQoCHoeiQqVTGYaUs6tixo7z99ttKaRqWokumMJ6HHnooj2c2/nuQkSH84qr7exR1AwArzn4ZAJjNAdatN910kwr/7/U74Jf8GLWrW6bc9D1qa3S/ZMoJsyit0YOUKZ3fDifzoLuODpnSocy2UhAjlPc555yje+ie2vPqhYWbm3kvOwnj6qnzabjYak04ZMgQZQBSuXLlPD3buHGjcgCYNGlSnt+efPJJgad3ENG20oDM0S3NogHFLn788cdV+o1MZGQWUpyRIYxFhwYAjh6pXJWM9tCnnnqqvPTSS8ppx+r7zwgAuXl//fXXAqMtIweVAQMGqBSfxx9/vPtJyrArUj0nzTAMhsNJ15lWmNh6ddSyMpwbNGiQeg6DjM4ZJFsaAARJm/cigZARsPI0QFd15UCBdxYUSPPnz89DAAqmoHMgu50GKysxtKUzN6PV4Q/uFRbloxlDv2QqyINMt/KRSv1UZcos1Ca8G9566y2pWLGiZXesDp/CopjTsbC1Osx18l6LwmZW54G7Vd5MvKMRThuK/qJFiyr5gvIf7+3rr7/eMLR9zCsgLIdtOmTK7XMORjjYhnecUQnjgaQumbJ6XwcZQcPtnDmtr/t7RAMAp+SP1YNnG9ZeiYdoyYZHNABwxjVqa3QdylpnZPLWitIaXfd7yoqZrm9HqvPi9TodMmXF24k3PMZg1Y9Ro0aptFlhKlZjdro3NlufOTVsDhMPu74gTD0M1J5++mnDqohchqgJjRs3jv8OTzesI3EgnVx69+6t/nu1atXsbp3Rv69evVqdM02fPj3POMNobKtzMszeGZkYQUMHNxoAuKNoZHyEcwG8d2C0hBKFMxN3o/an9p49e5QhEgwnjMq///1vZSQPA+b8XlI9J80P3NJxphU2rlZrZSeRXq3Wrk7P1MPGxGl/aADglBTrkUCGEbALraNrw4SFIxY777//viHBKIRZMcvpGBuQLkWOlScu7hX23Ml+ylSQB5lBPOqpyJQOBlYhk8LyLOpY2Fp56cGjHWO1KlabWbzP/vOf/0iRIkWCEBXTe+g8cLfLnYlOIL/3Pffcow4mX3jhBfX/G1mwI0oJ8nKXLFkyrXwSb65DptwOxio9AsKU45uYnZ3ttllf6+uSKat2YmGMETJ+4sSJMn78eGUcOHfuXDW28uXLS/v27VWuZHhJNG3aNE+aEF8hOGhcx7s48TY0AHAAPaEKvmN4h8MIKbEkGx7RAMCeaxTX6DqUtfZk8taI2hpd93sq1TVTWNaWVv3XIVM6vp9Wa9cwelIm5qpN5turVy/B2qtq1aqWj5vZ+gx73jFjxgii7GVSmTVrljJeQ6Qxo4I10B133KGMbpEC7OabbxYYvCWXWrVqCYxCevbsmUl4UhqLWXoENJbpSjWz5yf23i1cuLBaX48bN04ZGM2cOVMQsh2ldevWAkObgQMHCgwGypQpkxL/KF1EAwDns4XIGnA8gtFSYoEh2jPPPBOXFxoA2DPFOQuMu+6//37Ds5NMNHizp2JeI5VzUi/3i9K16TjTChsfrwys1q6Z/izSACBs0sz+kEBABIxypybe2suGCXkiN23apA5nkT8ah9tGBUYGr732mkAZEtaCscAaE2FljYpORY5ViD/c+8ILL5Rnn302VIq1RCZ+ylSQB5l+y2KqMmUVDstpuCIdB5R+8/G6qEP/rEL4O3mOosBJdx+RbwwHRoiQYFZg9Y8oE6tWrTKscskllyjjCBxghqnokCm347E6kES4VhhJxCIquG3br/q6ZMrq+cOBNQ4g8a+RAUny2GAEgO9vokecX+N32q7u75GZAQBCuCL3ZqKiAM9gq1atpF69eurAFkoWhAwOS7SNZIY6FGuJbZqlHkkMRxqrTwMAY4mO+hpdt0w5fe6jtkbX/Z6y4qTr2+F0LnTX0yFTVga2TtO3WUXpCqMBAObBLIS/0wh/6Vif6ZYfN+3hG4b0T5dffrnlGqhGjRoCj9GYsjbxHlD+wxAXIaPD+u13w8RLXStj27A7TngZd+xas+cPKSP69OmjzuGw5rYrkCkYm1x00UWh25vY9d3N70YGANizIh3b7NmzczXVqFEjqV+/vuC8EuttrL3TbfzvZqxe6xqd6+GZQjqaHj16xJunAYAxabzrd+zYIdOmTVPKfxi8GxWrdIte5zCK16d6ThrFsabS5/y2ZjJi9Prrr8uwYcPy/IRnCQaTnTp1skVrFlWXBgC26FiBBEggagTsvD2h1MbirkWLFrZD+/zzz1VeOqMNqtXF8CaFVWmDBg1s75HOCnaW+rfddpvyhC1UqJCnbmKRiJCA1113nenicPTo0YLwgGEsOmXKaHxBHmT6zTdVmdJxwGrVhtMQpX7z0bGwtcrthM0rwpCfeOKJhkM5fPiwTJgwQT2LCI2cXMLizaZDHpLHBsMtWPobhRq1mncsuHEdwpQWL17cbxFx3b4OmXJz0+3bt8vFF1+cx0MZbTg9FHdzP111dcmUlRIjlb7iEA7e3YkHTqm0o+sa3d8jr7wQ+hYHt1izhU0ZoEOxljhva9askfPPP195ssVKcjjS2H+nAYBIJq7RdcuUk/dCFNfout9TVpx0fTuczIUfdXTIlA7lfRTSdCXzt0qLAaNQKCjNIkLBaAIGfshjb1RiEYP8mPN0tol9xgcffCA33nijaSQAs/4hOhLOC9q0aZPOIYTm3h9++KGceeaZhv1xYvAdmoGk2BEzJUaKzcm1116r0r6FKYpbqmMxus4LL+xFrr76auWQk6l8YszMzvWwz4d8JBqw0wBAZP369TJ8+HD5+uuvXYkrZOqhhx6S0047LXT7N1cD0Vg51XNSjV0IdVNBn2mFEYYO5b1ZG3C+eO+990LleKJzDhgBQCdNtkUCESGAsLs4QIXVtNni+JZbbnGk1HazkMYhLayRoUBD3rqweT8ms7DL1QQLMVjx64hgYJWDFf2yO0RJt+jplCmjsQR5kOknSy8ypeOA1aqNsOQL1LGwtcu/jg0XFGbYcJUrV07ltI9ZaT///PMyduxYUzHIZAMADBrPGtIkIEydE8OuSpUqCbzdEYUibMrH2CTqkCk37wWj/OSx6+HRDl6Qu7AVHe8YjAleIwhxi/C1ukpyfndd7abSju7vkVcDAIwBHkwwqhw6dKijtVsq407lGh2Ktdh9zbxCksORxurTAEAkE9foOmXKqUxHcY2u+z1lxUrXt8PpfOiup0Om/DYACMvaM5m9Vf511MX7+YYbblB7ZRjLHzhwQNatW6f2z1gLmYXCx7WZagAQYzhv3jwVot5qz5HIGw4X8CQN4/pR9zPppD1ESIJCFt6ARgVGFmeccYaTpiJZByHaIT9QIOosMMhBpLKw7um8jNXNmsjsPtjHwbAJURMytRjtY80cxGgAIMoouVu3bo7FAVElcBYPA+4KFSo4vi7TK3o5J810NrHxBX2mFUaufhoAZPrakwYAYZRo9okEfCRgF+YZSpyXX35ZqlSp4qgXbhfSULxB0YjFc+fOnUNrBOAkRB+8ZHHY7nWDhMUOvGeheDQqOg0NHE2qy0q6Zcro9kEeZLocvuPqXmVKxwFrfjEAwKQsXrxYzjrrLEMvfseTZlAxLIewOuTBjAOeN3hcm0UkSb4uMWdpGL0igtws4X3+j3/8Q0aOHGmIF99XRAcIY9ElU24PQpyygKcgvpUFCxZ0eokv9XR/j3QYAGCgYQwjqUOxFptEI68Qo3Cksfo0AHBnAABuUVij65QpJy+IqK7Rdb+nrFjp+nY4mQ8/6uiQqfxqAAAlJCLh4TxAd8l0AwDsC5cuXSpIEfHNN984wocIiuCN/O1ezx8c3TDEleBti/Mko3RSffv2VYYBWCNkarF6x3sZcyaHQHZ7bmnGcciQIfLiiy+qFFyZVhDFDmcd77//fq6hme3BaADg3gAA5yZwioMjCs7FaQQgyhnHLj2OrrP3KD+zQZ5phZUTDQBSnxkaAKTOjleSQOQIwHsK+ZlhLWxUYMmKvLw9e/Z0PDYvC+n27dursH8wBAjbJtbO2webdeRw9qrswmIHH3JY9RuVMB7oJ/bTD5ky4hDkQaZj4XdZ0atM6ThgtWoDxj9YWKfbs0TXwhaHkvCIhcJQZ7nrrrsEf+l+Z+mQh2QueB/NnTtXbr31VpVDy23BweSjjz4aurBZumTKCY8ZM2aoDb1RhB1Y/GNzi1yTYSy6ZMrOAAAHH/jmIdco0gAhbQS+JXhHwpMJjIxKly5d5K233kq7143u75FVDlu3chK2g1sdijUwMGMOLzWsxYwiStEAwL0BQKK8hXWNrkumnDxbUV6j635PWfHS9e1wMid+1NEhU34bAGDf+fjjj0uxYsX8QOCpTUT7wTd9+vTpntpJvDjTw7DCsOiFF16Qe++911CBbQUSayhch9RtYY+mqE0gkhpCiHLs75AOwajgWfnnP/+Z9r2aX+O3Whcl3rN79+5y+eWXS79+/ZSSMSsrS6Dg/eijj5QMmUXgwP4Z/DKtIOoInhsdJSxGyTrGktiG0Z7Zav9KAwD3BgCJvPk+z6Hh9ZxU93MQ1vaCPNMKKwM/DQCge8EZaKdOncI6fE/9ogGAJ3y8mASiQ8CJVV0qIb9SzS8aI4dFz3PPPSfnnHNOaDZpdh7tOkMRf/vttzJs2DDTDZhRrq2wSJ1fMmU0viAPMv3gq0OmdByw6mjDDz52G8/Y7269gew891IZCw5MzIyoUmkv1Wt0zyUUsNhUXH/99aah/+FJY5Y6JjYOHBLgnd62bdtUh6b9uqA2S3YHkpAbGI+k24PdDLAumbJSpiDcIQ7NateubdgNu5Cu+Gb26NFDu4y4adCP79Hu3bsF8oOCA9qyZcuqf1HwrQUXKJhgpAVDTSOPt9gYwiRnOhRrGNcnn3yiFEyJ44bR6ujRo6Vdu3aG00cDAJFMXKPrkiknz3yU1+h+vKf8/nY4mRM/6uiQKb8NAMKy9jTjb/esuJ23sBmzue2/VX0oXaFchRLWqOAAGoaRmzdvtrzt3XffrZTgqJvfipWxLUKVw3s5Ozs7o7FYveOxPkIqN0TCMzMSsUpXBiU50k2UKFEioxhir4t15OHDh9W4ML7E5wcpSvDcTZo0SZ555hmZOXOm6fgzUc7WrFmjQtPjm5hYrM6IaQAgsn79ehk+fLggKkmq5dprr5UHHnjAs3NZqvdP53U6zknT2f8g7x3UmVaQY3J7Lz8NADJ57QnONABwK22sTwIRJIDDYyxk4W1nZumry6MdeBIPq3Foi3zSVrmksUnBxwyK9XQXbAqQGxxW+UYllSgJZmNatGiRskI285gIc3ixoGUqyINM3TKoS6ZgsQ8FyGeffZaniwgfhmfILoSYLgWfbkaJ7ele2EKphrDrd955p6Oc9giBjBDt8IQ38kTG+wyh8dJddM4lDkTgLXPLLbcYDgtM8DvkbNq0afLwww9b5izVaSSlg7NumTLrk1XaiSgcFOmSKa/KlK+++kr69+9viDkMz186v0f49k6dOlWuuuoqmT9/viGjMIW+9SoLGCC+fXgnJytLbrvtNhUKGXmljQoNAIzfVFFeo2NEOmTKyXclymt0jC/I95Sub4eTefGjjg6ZWrlypZx77rkye/bsPF10mjpKhxGBH3yctolw9jfeeKPjnPYwCEQUQERySS69evVS+5qqVas6vX0k6sHLEYois70/zmOg2IcB4KuvvqoiN1qdoaTivBEJUBadtEs7ESYjSD9Ze33H43wCa0kYluaX58/NfIAPDJbxDJqVMKd1czNW1MXa8L///a/A+Six9O7dW8lItWrVDJukAYA5aTyjmzZtknHjxslrr71maVCCVhDRDI4YYXUUcCtTTurrOid1cq9MqBPUmVaYWSFaJM4AjIpTZzEdRgRhZmTWNxoARHHW2GcScEnAziof1sGwcvUrj9WqVavkhhtuMLV0x3AuvPBCefbZZ9Nq9WjnLawzWoHdAQAUaAhTBsVbGEvQMuV1k5suhjplSgcDq00awr5jMZTuTYdfC1t40I4fP155ROKQEopsFHjatGrVSrp166aUjvBgR4F3DvL7JZd33nlHRSxJd9F54I4xXXrppYZexfg+4EAgcePvxKgiTNFL/JKpRBnAgSQ27mYbEqtQ5emWpdj9dckUFCCDBw82jBbxxhtvyNChQy2HbKVICYMXpI53sdc5t5JpROoYM2ZMKKJw6FCsoY2TTz451/vJiYU+DQCcSVlU1uix0eiQKTsyUV+jY3xBvqd0fTvs5sWv33XIlA4GVgYAYTB+c8IfnrVLlixRe36ss2EYGXM+wJ4Wueuh3B84cKBUr15dGbRh/Z1cwpKWzMmYndbZsmWLMiA28vzHGQPOYmBEEov+g3btjCrsIuE47VuU6lk9J1j/fPzxx9KhQ4coDSmlvsJbHYbb2KMlF6eOAWaKFCdrrJQ6HbGLEA3gkksukU8//dSw5zgrgIFAkSJFIjayvN397bfflKMJlNWJxW7fRgMAZ1OPM0Gk1kCqRLMoblFwFnA2Wme1dJ6TOrtj9GsFcaYVdko6GJgZAGSq8WlsTmkAEHbpZv9IwCMBHMTDujfdXuYbN25Ui0pEIjAqyAOMUK4tWrTwOOLULsdBGZQ3sLo3KlAS4vAF3gpec3/jIARzYuTJjXtDAQkrUSwCw1jSIVNBHmTqYq5bpvbt26essp9//vk8XYTHJ3JjV6xY0bL7YVesofM6FnVe59BsMxsmxZqOw2Zwsno3W0UhgacADgmuuOIKw8gyYdrEBiFTq1evVt8Ho28tvh848O3Tp49X0fT1el0yZXU4a3eQhAGG/TApDN+jn3/+WRlSfPPNN4YyEYZUCeiYDsWa1fOr44GAkROMvcqVK6ejuZTaSLdMhX2NnghVh0xZTVLU1+ixsQUpU7q+HSk9PBou0iFTVlG6nIbThsIchqhGygEn304NKAJvwuz9nkmKNUDFmhnewjC2TS52ZwyIAABF70svvWQ4P/nF4z3G0chLOQYmDA4lQT5EZkoMpwYAZs8fDQCOzSLWh5dffrnhtDp9twcpE6ney2rvlmqbidflR2OlZG6IuIhUgIgsYVaiYuznVSZ0n5N67U9Urg/iTCvsLN59911lLGlUnJx/WJ2pO/12hp2RWf9oABDVmWO/ScABgbB5sFgtoDGcdHnW2oW/xsYcm2scRpiFmnUwHaqKXY4jeEeMGDEi7TmOzcaTLpkK8iDT6Vxa1fNLpryGK4Inydlnny0LFy7M0/2wHC6GYWFrxilMVqG6DtzNeDvxosGB5tNPPy3XXXed4eMQlk1sEDKFiC04CDIqp59+uorokk4Fo5P3mi6ZsjI0gvcDvqVWhQYA9rNl9U3E1WF5n+tQrPltABAGw64wrHHCukZPfhp0yJTZExb1NXriuIKUKV3fDvs3nz81dMiUDt7fffed9OzZ03CQTsOa+kPIn1axhkQaF/wll7CsH3WN3My7Fu07iRBllpsb14dpb6KLl1k7v/zyi1xwwQUyYcIEwyoffPCBnHHGGX53IzTtm3nwd+nSRTkGQOlqVWgAYD+VVt+HTFIW+W0AANJO9oD2MxLtGgsWLJC//OUvsmLFCsOBIA0M0i4WK1Ys2gO16L1f56QZCyxhYEGcaYWdo9c1+969e+Xaa69VRpnJxWnKrrAzMusfDQCiOnPsNwnYEMAiDjlT8YI0KunwMrc62EAf03FgjQUILMmhWDULx4TQXvC81qH8v/rqq+X99983nBNs0kaNGmV6+JNuoU+nTOk4WAuKn58y9frrr8uwYcPyDAVGKl9++aV06tTJcphmz6DT64NgGIaF7YcffihnnnlmqBeFOg7crcJHImLLc889p1IkWJUo5Kz1W6bsDiSjkiNSh0xBVqzagecD/qwi6dAAwP5Na2cAgO9Bv3797BvyuYbXTTq657cBAO6RbuVaGNY4YVyjG4mnDpkyahfK/yiv0ZPHFKRM6fp2+Pw6Mm1eh0xZKbPbtm2rjNzr169vOUSzNb7T69PFL9X7ImoCziqSQ+Jj3fnFF18I0uE288o+AAAXlElEQVRlSrFKjeTkew35euCBB5RDQnLJT97aVsa2iIaHZwhGffmlmK2PmjdvLu+99540btzYEgUNAOwlxer74HSvbH+X9NcIwgAgDGnc0k0aqWD++te/mhoxZboC0s9z0nTPbRD39/tMK4gxeL2HlUMbomsgra1VsXoGnVzvtf/pvJ4GAOmkz3uTgE8EEMoTIeY/+eQTwzukQ/mPjlgtoPF70AYAyFMI62hYWvqt/Ef7N998s7zwwguGcxJ25X+6ZSrIg0wvj6XfMmV1QO8kgoaZh59TTwEvbJxem+6FLfLb33TTTcqzPbmESZGr48Ad7yV8K/73v//lGavTDWjYlbUYmN8yZWYwgnvje/v2229LnTp1nD4CaaunQ6bQeSvLaieHZQjBjcMR5AZOLmHwCgzD98jq2QWzdCu0Y/OmQ7HmtwEAIwDkzFbY1uhmL0IdMpXcdtTX6EasgnxP6fp2pOvjp0umvBjpHjp0SCl34dGbXOAtiPVn2bJl04XIl/vOmDFDTjvtNIERZWLJREXuV199pdI7GBWn3+v8rqw1MxiJMYXXLCJMeU3V6Iuw+9So1bmAE8MSOMFcf/31eXqXn6JK2E2N1bPrdK9sd48w/B6EAQAjAFgbyUMOMkmmkuXa73PSMDxHfvfB7zMtv/uvo30rBb6TCBpWUTigPzv11FN1dDOUbdAAIJTTwk6RQOoE7MJXQhmBQ4RmzZqlfpMUr7TK14Img3zhwpIeShnk9DJT/sMCDJuiokWLpjjinMv27NmjFIpGudvxO5T/r776qvTu3TuUm9YwyFSQB5mpTnYQMmUVWhvWjohkUbBgQcMhWDEM02Yj3QtbHKYgr1TygWTYPGx0HLjraMNqER4WS38/ZQoHknh+zCK7RCk3qw55iL18zMKSOjGIgDLm5JNPNvw2O8ntluo73Ol1YfgerV69Ws477zyZPn16nm6HyVtUh2IN3z3k9TWLaOV03szqnXXWWQLjuHSm6AiDTIVpjW41pzpkKrH9qK/RzVgFKVM6vx1en+dUrtclU9OmTVNKXqN9pZ3xmlWIeKztb7/99lDuEVPhjWus5DMTx6tjHWpmYBK2/UmqMmF3Hc6JYERq9Hw1adJErcOzs7Ptmsmo363OBewMIqyewUzKbe9lwnG2AyMJRAI1KpnkLQp5uO222+TJJ5/0gsz0Wpx3jh49Wtq1a+dL+1Fp1OqZxRhgxITos0WKFInKkBz1M4hzUkcdiXglHWuJiCOQffv2qXeykW7FifFafjampAFA1KWf/SeBBAJQxOBlaOTNiWo4eEdIZxwOB11wwIYFzUsvvWR46wYNGqhFYYsWLXzvGhYgCDcI5T48DY3K3XffrZT2xYsX99QfjBubA/wZFSyGERVgwIABoTzYCYtMBXmQmcqEByVTkKd//OMfMnLkyDzdtFOswdoRiu0ff/wxz7Vh8mxP58LWytgFm2LkKfWaCiQV+TK6RseBu9Vz5dQDy8yDC322O/DWxcKuHT9l6uuvv5bTTz/d8EAyaocdOmQqNhdWHjNWOVoRGhApAoy+mU42dXayoOP3dH+P8L1BhJLrrrvOcDhQlj/77LNSsmRJHcP11IYuxVoqnbC6t1OPy1Tum8o16ZapMK3R7fjplKmor9GtWAUpUzq/HXbz78fvumTKKh0Q1gkIX25maARvXXj6Jys3EQ4fe9Y+ffr4MfS0tGmlCIAiFxHNgjgPCHLwVjLmZA9mFZ0sLGsjP3la7X9xX5x/IUWCV6cNP8fgR9tW0aDs3jlW5wJh2b/5wcxNm2vWrJHzzz/f0AA1E9/NbtjE6kYhEmAq4/LjGnz7cCYBQyazkonPXlDnpH7MWdja9PNMK2xjteqPVTogq3OmXbt2qXRvMKhMLmE6P/FrLmgA4BdZtksCAROwOjRHV2AdDkVz586dPfcMB8tjx46Va6+9VrDptFOSY9M6YsQI5b1g5m0f5AvXasMDOFD04c/r4TkWO9jUX3rppYbMoRxCKCxs0MIYri5ImbITyiAPMu36YvR7UDKFe1steGAxjEOQZCW1lYebneFAKjy8XKNzYbt7925lQe3EihrGQDBSSs5FirGEUZGr48DdKmctxm0mT7H5tQqbjLDaH3/8sXTo0MGLOGi5VqdMJXbI6kAW9a655hp55JFHInMgqUOmYnyswvgPGjRIfRurVKmSZ37h4T9s2DBD47ywRFPQ+T2aN2+eSsOBP6wF7NZTCJ+I3Miob2bAaLXx1fJAuWhEl2LNxS3jVfOrAUDU1+h2c61LpqK+RrfjpPM9ZXcvnd8Ou3v58bsumUIYfxiKwoM9uUBZhIN9RG5J3vNZGZ/aKfH84OG2TewXIW+lSpWy3c+iLtZkMMLftm1bnltlqiLXKmetXWpGvKsmTZokF110keF3P2prTbfyhfpWxsZh2m+kMjav15iF8Ue7cAoaOnRonufS6lwgE6MpHDhwQBkX4117xx13qLRsdmdvcILB2aWZ81IU3s1eZcvJ9fnVAAD7N5zxQpl/zjnnSKVKlSxx4T2O1HbYv82fP9+wbiY+exhokOekTmQ2ynX8OtOKGpPFixcLIvgZObYNGTJERfarXLlyrmHZRaEI0/mJX/NBAwC/yLJdEgiYgF95m2655RaBN3zMojr5QAmKMeRJOeOMM6R58+bKsyErK0vwgt2xY4fMmTNHhZKCwYBZwaEIvP/NcuPpRIl+wUIcigSdpVGjRupAIzG6glU4Ry/3xkbumWee8T1cbVAyFWOBzRkOzsyiJbhlhgMVbHwRXcLPEqRMYRx21ujIfQTLxqpVq6rn8KeffpL777/f0NIR7eH5xOGR3UZYJ8PPP/9cbZiMDv/c3gfvDxgYIbpBYtm5c6cghOHEiRMFCkdE2YABFJSOMSUbZG7jxo0qbCTCSJkp1KDExWGlWXoFt312Wh9Wqoj4YBbVxWk7sXo4rMCCuGLFivFLrTzYUemCCy5QRiV4jmLcwHbWrFmW7/agw2oHIVPJvK0OJMPqGRKETIGTlSIEv+N7DyVJq1atlIEOUinA+AZpI4yew6C9AoP6HiVu5LGegqcR1lRYU5QpU0a9l2PrKRwYvfbaa4qTmTFl0M8d5hKHYHj/Ys2go+h634bNACAImYr6Gj0mP0HIVNTX6GAVhEzF5iSob4eOd4hRG0HIFO6LtRE8+Y2+Y+XLl1fKJxi9Y78MZfjcuXPVd89on4x1BNZ/OMwMc/n0009VH7Hvwnr7xBNPlMaNGxueCSASoZGhLcYX1L4tHSztPNjxzb/55pvllFNOkQoVKqizFMjHhg0bVESERx991HDPFBUZ8cLcztg2SCcSL+Pw61orRQjk484775Thw4cL3j9Ym0NhgjRdSIVpVMIW8U4Ht2QlNZ4zGGP16NFDKW5jjgKxcwG80+BwsXDhQsPb54fnzin3/GoAkLh/gzwgSg/2YMkyhXU5zuJGjRqlzmDM9m/gnYnPXtDnpE7lNsz10nGmFWYeRn3DugAGWkh1Y1Twjse3r3Xr1soxDudMiKCLM3Gj8+d0nJ+kgzkNANJBnfckAR8IWB10erldly5d5K233lIesChWHiWp3ifIxY4f/Y+NG9788CCOFb8U6LB0HzNmjO+pHIKSqRgvqw1EqrKFQxNY5fpZgpQpjMPOa83NWM0sJN20kUpdKP6wKNNVYPSABWCxYsXiTeqSJyOlua5+27Wj+x2CDSrCzHbq1Cl+a7sc9nZ9NPo9SKOu2P2DkKnEsdopuMPqGRKETPnxDQzaUEnX+yNRZoy+R1aW/G6fPazT0F7Xrl3dXuqpvs4xoCNQIEHpZRYq22lnw2YAEIRM+bEeCXKNHpvbIGRK97sw1veg1ui4XxAy5cf7HG0arUecPtup1AtCptAvu+hpbvqOtS0MorxGpHNzz1Tq6mBrZsybSn/Ceo1VDvtU+wwjXTgFwGAwU4uVghtjzg9ee1Zzi/0I3hP4VnstWD++8cYbUrt2ba9Nhep63d9KGOeDuV3UrlBB8KkzNADQA7Z3795q71OtWjU9DYakFT/2JbGhJZ+9h2TInrsR9JmW5w6nqQG7yBJOu4XzExjo9OzZ0+klka1HA4DITh07TgK5CfilrEXqgHfffVd5o6FgkwHveVgO6yhXXHGFPPzww+ogKIji5yIEHhyJkQX8OlwEpyDy1wYlU7F51705Q7vYxCJigp8lSJmKjcMqdJ/TseLZRli79u3bO71EWz3dC9vLLrtMEAIxcSOuQ55gDYqDteQQUtpA2DT0/+3dz8sNXxwH8FmxtPMHIKUoZKuEUso/YCulbKSwUfgXZM0fwJaIEOX3zxQLbFDK0h+gb++pq+t+n+eZuc+998zc+7ymbDxz75x5nXPPnDnzmc+ZRR+yVN+xUtr11Zxr09IBq/nOps+UaFPDZWiqmzZrujad0yz+3lTu1RxzuetRU6q1tsfKckPJ3FPyIcg0+o/R81vqepTx1Wj2krYuw/vl5jXLPCXTSclsLinDNB7+DJ/LoUOH6u/MW5CTbGshAGC0Tc37GH1Q3yXa1Cz6wkH5S4zRc6xS/VSONQuvUk6l+6mVUvq37dOSJSd9+qZNm9p+pLP9Jv295s3kZAZIwHbp61dJtGncuw2Xt2npgJLnNqtjNT3cPnjwYJ3hLoFXa3mbRp+Tub5k1MsbzIu2Jdg9mQdv3rw58akdP368XiIv/ZZt5XHI6NzoInndvXt3atlr05dn3mD79u2LRFSfSxfzpPOOWHpOa169pjHPlGdQeRaV5TxKZ3rtwl0AQBfqjklgBgKvX7+ujhw5Uv38+XOq3z6aASBfnknVPFRdLl12mwKksz179mydWrpk9GxSe2VZgzwsnPY2GoW40hrIkxy71NtFJdtUPGYxkVkiA0DJNjXcbrI2XX4/q0kPn4f/mVhMSvwutmkPbJfKADDJzX76p3xn+qgub/CnPeG+3Bt3GUAnCODEiRMTpfGOVVJrZXIk6bZKbiXa1PD5rLTmZm7kk1oza0z2bSvVpgbnnbchs+5x3kxaKe3hUk5djRNKXo8+f/5cT0o+f/581U0lb2xdvny52r1796q/Y5IPTvrwZ/TYMgC0r42lxjjzPEYfnHmJNjXvY/SS/VSOVfra0f5X0G7PEm1quCTp2/OWaLIujbvl4f+VK1dmvoTZuOVabv9JAtkShJyHaXn7cZEf/g/sMg5K2toEF0+yJb1t5h1mvczdJGWcxmeb+ulkf0v2xbXQdpo8J+lzuh5HNp3bpH9PIEl+L7mvX+3W5T3Jastc4nNrNQNA5uHyAspyS9q0tU/GwMwpDLLttv3cvOzX1TzpvPgsVc7Sc1rzbDXpPFOWHs78Z+l5y67MBQB0Je+4BKYskKjypNTOG73jTrKvVJTlUlx9+/atXjM7xxtnHe8MnrM24pkzZ+r1Abu4YXv8+HF18uTJZdf1Wk3VLJV6NxekTMrnzcVxjJqOXyoleek2lZuzWF24cKGJoNXfS64lWapNjZ541j+6evVqHbnYJiBn8GA7gQPD68C3Ap3iTg8ePKj7gWn8LpZLG5qH2tevX69v9tvYDE4vv688rMzDtKzB2eWW32AmttLPTmNr6jtyM5tU63lgO07d9KFfL9Gmhusg60Omf3/x4sU/19ykDzt16lS9Hm4X17emdlK6TaU8+S2mfi5evFilr2yzZXI7v8MsV9GFY8nrUSbPsi5dHgiM01ft2LGjDgJLX1oyO8Jo/X38+LE6evRo9f79+zZV27hP0qqePn164kj8uKbNZcmkgWvGagkwyP+XvgaWbFPzPEZPAynRpuZ9jB6nkm2qi2tHY2cxxg4l2tRocXI/nrXb83Z7mzFVgijPnz9fv4nUZZ8+Bmu9a94+zrUoQRZtt/TFye5z7NixhU5fv5THnz9/qvv371d5O7btmGjwPX257ret50n3y3X80qVLdSBNgpAGW5fX8knPaZafTz+ToIi293Hpc/JiTPqcDRs2zLJonX93fndPnjypAwHGeWjbh3vczvFWKEDGIdeuXavnhd++fVvvGbMElWROb3jZwT6fx2rKlnHRjRs36t/chw8fxvqKvXv3VufOnauSxWT9+vVjfXbedu5qnnTenAblLT2nNa9Og3Jnnunp06f1taztmCrzTBlb7Nq1q5N5pq7MBQB0Je+4BBZEIFF9GfBkQJ1/uTkbDP5yikkntmXLlmrPnj3Vvn376nTj8zSpsSDV5DQWXOD379/1gOfWrVvVmzdvqmfPnv094wxs8sZ/0irv37+/2rhx44Jr/Ht6ST0Wk7wVmcHhp0+f/k4i5QZ1586d1ebNm2uf9FFJ99/FA8c+VUpuaF++fFk9fPiwevXqVfXly5f/TbzlraO0rTzwTqaYSdfr7tP5K8tsBPLALeOD27dv17/HtLHBQ5FM5qafyluA+S1m7NB1AM5sFJb/1vhkPbtHjx7VGTmG+6p8KpNoWZc1/VT+pd9aKxHrpetiUY5njL4oNek85lng169f9QPfO3fu1IFSw/fJ6dcTcHr48OEqDwTmdS33TMD++PGjvhfJ9T1zA+/evfsbIDmYD0hwdq7xGXuvW7dunqt14rLngeT379+re/fu1Uv7ff369R+z4et+xtkHDhyotm7d6ro/sfzif8Fa6HMmqcX4ZK4kffJoX5X7kdzjZs5yMHfpHncS7cX/7KAvz7VvqetfAm1yj7tt27b6Om++afHbhDMsL2CeqdlcAECzkT0IECBAgAABAgQIECBAgAABAgQIECBAgAABAgQIECBAgEDvBQQA9L6KFJAAAQIECBAgQIAAAQIECBAgQIAAAQIECBAgQIAAAQIECDQLCABoNrIHAQIECBAgQIAAAQIECBAgQIAAAQIECBAgQIAAAQIECBDovYAAgN5XkQISIECAAAECBAgQIECAAAECBAgQIECAAAECBAgQIECAAIFmAQEAzUb2IECAAAECBAgQIECAAAECBAgQIECAAAECBAgQIECAAAECvRcQAND7KlJAAgQIECBAgAABAgQIECBAgAABAgQIECBAgAABAgQIECDQLCAAoNnIHgQIECBAgAABAgQIECBAgAABAgQIECBAgAABAgQIECBAoPcCAgB6X0UKSIAAAQIECBAgQIAAAQIECBAgQIAAAQIECBAgQIAAAQIEmgUEADQb2YMAAQIECBAgQIAAAQIECBAgQIAAAQIECBAgQIAAAQIECPReQABA76tIAQkQIECAAAECBAgQIECAAAECBAgQIECAAAECBAgQIECAQLOAAIBmI3sQIECAAAECBAgQIECAAAECBAgQIECAAAECBAgQIECAAIHeCwgA6H0VKSABAgQIECBAgAABAgQIECBAgAABAgQIECBAgAABAgQIEGgWEADQbGQPAgQIECBAgAABAgQIECBAgAABAgQIECBAgAABAgQIECDQewEBAL2vIgUkQIAAAQIECBAgQIAAAQIECBAgQIAAAQIECBAgQIAAAQLNAgIAmo3sQYAAAQIECBAgQIAAAQIECBAgQIAAAQIECBAgQIAAAQIEei8gAKD3VaSABAgQIECAAAECBAgQIECAAAECBAgQIECAAAECBAgQIECgWUAAQLORPQgQIECAAAECBAgQIECAAAECBAgQIECAAAECBAgQIECAQO8FBAD0vooUkAABAgQIECBAgAABAgQIECBAgAABAgQIECBAgAABAgQINAsIAGg2sgcBAgQIECBAgAABAgQIECBAgAABAgQIECBAgAABAgQIEOi9gACA3leRAhIgQIAAAQIECBAgQIAAAQIECBAgQIAAAQIECBAgQIAAgWYBAQDNRvYgQIAAAQIECBAgQIAAAQIECBAgQIAAAQIECBAgQIAAAQK9FxAA0PsqUkACBAgQIECAAAECBAgQIECAAAECBAgQIECAAAECBAgQINAsIACg2cgeBAgQIECAAAECBAgQIECAAAECBAgQIECAAAECBAgQIECg9wICAHpfRQpIgAABAgQIECBAgAABAgQIECBAgAABAgQIECBAgAABAgSaBQQANBvZgwABAgQIECBAgAABAgQIECBAgAABAgQIECBAgAABAgQI9F7gPzsCnsnZl8uD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15" name="AutoShape 15" descr="data:image/png;base64,iVBORw0KGgoAAAANSUhEUgAACAAAAAHhCAYAAAD6J17EAAAAAXNSR0IArs4c6QAAIABJREFUeF7s3Qn8VdP+//FPuJEhQ8rYLWOlKxJFGaIQDagoQqUkqVQyD91MpYylkCEyNZEmlEIkhW7oj0jXnCHD70qGDP0f731/p9853+/Ze+199jnf7znn+1qPR4/rfr97r732c629z/dxPp+1VqUNGzZsMAoCCCCAAAIIIIAAAggggAACCCCAAAIIIIAAAggggAACCCCAAAIIFLRAJRIACrr/aDwCCCCAAAIIIIAAAggggAACCCCAAAIIIIAAAggggAACCCCAAAKeAAkADAQEEEAAAQQQQAABBBBAAAEEEEAAAQQQQAABBBBAAAEEEEAAAQSKQIAEgCLoRG4BAQQQQAABBBBAAAEEEEAAAQQQQAABBBBAAAEEEEAAAQQQQAABEgAYAwgggAACCCCAAAIIIIAAAggggAACCCCAAAIIIIAAAggggAACCBSBAAkARdCJ3AICCCCAAAIIIIAAAggggAACCCCAAAIIIIAAAggggAACCCCAAAIkADAGEEAAAQQQQAABBBBAAAEEEEAAAQQQQAABBBBAAAEEEEAAAQQQKAIBEgCKoBO5BQQQQAABBBBAAAEEEEAAAQQQQAABBBBAAAEEEEAAAQQQQAABBEgAYAwggAACCCCAAAIIIIAAAggggAACCCCAAAIIIIAAAggggAACCCBQBAIkABRBJ3ILCCCAAAIIIIAAAggggAACCCCAAAIIIIAAAggggAACCCCAAAIIkADAGEAAAQQQQAABBBBAAAEEEEAAAQQQQAABBBBAAAEEEEAAAQQQQKAIBEgAKIJO5BYQQAABBBBAAAEEEEAAAQQQQAABBBBAAAEEEEAAAQQQQAABBBAgAYAxgAACCCCAAAIIIIAAAggggAACCCCAAAIIIIAAAggggAACCCCAQBEIkABQBJ3ILSCAAAIIIIAAAggggAACCCCAAAIIIIAAAggggAACCCCAAAIIIEACAGMAAQQQQAABBBBAAAEEEEAAAQQQQAABBBBAAAEEEEAAAQQQQACBIhAgAaAIOpFbQAABBBBAAAEEEEAAAQQQQAABBBBAAAEEEEAAAQQQQAABBBBAgAQAxgACCCCAAAIIIIAAAggggAACCCCAAAIIIIAAAggggAACCCCAAAJFIEACQBF0IreAAAIIIIAAAggggAACCCCAAAIIIIAAAggggAACCCCAAAIIIIAACQCMAQQQQAABBBBAAAEEEEAAAQQQQAABBBBAAAEEEEAAAQQQQAABBIpAgASAIuhEbgEBBBBAAAEEEEAAAQQQQAABBBBAAAEEEEAAAQQQQAABBBBAAAESABgDCCCAAAIIIIAAAggggAACCCCAAAIIIIAAAggggAACCCCAAAIIFIEACQBF0IncAgIIIIAAAggggAACCCCAAAIIIIAAAggggAACCCCAAAIIIIAAAiQAMAYQQAABBBBAAAEEEEAAAQQQQAABBBBAAAEEEEAAAQQQQAABBBAoAgESAIqgE7kFBBBAAAEEEEAAAQQQQAABBBBAAAEEEEAAAQQQQAABBBBAAAEESABgDCCAAAIIIIAAAgggkCTwxx9/2IwZM2z8+PG2aNEi+/77773f7rDDDta0aVPr3bu3nXjiiVapUqW0bnHPpzMQyAeBzz77zG6//XZ74YUXbNmyZRub1LBhQzv22GNt8ODBVr169XxoKm1AAAEEEEAAAQQQQAABBBBAAAEEEEgSIAGA4YAAAggggAACCCCAQJLAhx9+aJ07d7alS5emdTn++OPt0UcftWrVqqX9fdzzK0pnfPzxxzZ69OiUALOCy0cffbT169fPateuXVEocnKfa9assfvvv9+mT59uixcv9q5Rp04dO+KII6xv377WoEED3yQWHTts2DC74oorfNv2yCOPWJcuXXLS9opa6YYNG+ztt9+2O++8015++WV7//33PQo9F6eddpr16NGDpIuKOji4bwQQQAABBBBAAAEEEEAAAQQiCJAAEAGLQxFAAAEEEEAAAQTM1q9fb8uXL/dmx+ufArmJAKN8atWqZfXr17dDDjnEmjdv7v3vVlttVTB0Crp16tTJ3nrrrbRtdiUAxD2/YKBiNFRj5swzz7RXXnklbS1KAnj44Ydtt912i3GVinvqDz/8YOedd55NmTIlLUK9evVs4sSJXhKAX7nuuuvsmmuu8f09CQDZH18K/iv56L333ktb+amnnmr33HOPbb/99tm/ODVmTUCfkatWrfI+HxcuXGiff/65rVy50j755JON19hmm23swAMP9N5xBx98sDVq1MgOOOAA+jZrvUBFCCCAAAIIIIAAAggggEDFFiABoGL3P3ePAAIIIIAAAgiEEtDM1BUrVnjBJwVmE8vihzlZgY5TTjnFLrzwQi/gsckmm4Q5rdyOiRvAj3t+3BvXFgRTp061G2+80UvUiFo0S1xJHLvuuqsXINbs4/3339/bAsFv24Oo19AKCkoACCqaud6uXbuoVXO8mZdYccIJJ9jatWt9PW699VYbOHCg7+9JACj7oXTbbbfZoEGDfC+sd+ncuXPt0EMPLfvGccVAgb/++sveffddu++++yJ/RiZX3KJFCzvnnHOsTZs2VrVqVdSLUEB/P40bNy5ldRbdpj53lQTStWtX77Nvs802y+ju161bZ3fddZe3ldGbb7658XMgsY1R9+7dY9WfUaM4CQEEEEAAAQQQQAABBMpcgASAMifngggggAACCCCAQGEJaLb2kCFDbMKECbEbfvbZZ9v1119vNWvWjF1XriqIG8CPe37c+9LWBW3btrUvv/wyblUp5zdp0sTat2/vLUWuQEWcZABXcFkXVgLD5ZdfntV7qCiVhUmw6NOnj91yyy22xRZbpGVx9RErAGR3NP3yyy9eQoaSrIIK7tl1j1ubkuOWLVvmfa5NmzYtbnUbz1cillbg6NChg22++eZZq5eKyl9g0qRJ3koffsW1ypDrDpQAdvjhh/sepiQDtUFjjIIAAggggAACCCCAAALFK0ACQPH2LXeGAAIIIIAAAgjEEtBM8smTJ3v7gCcvXRyrUjNvhptmpx122GFxq8rJ+XED+HHPj3tTruBC3Po1C7ljx45ecKp27doZVecKLqvSa6+91q6++uqM6q/oJ4VJANAWAZpxXqVKlbRcrj4iEJ3dUUYCQHY9y6I2zbTWShojR44MXG0jTlu0EoDqr1u3bpxqODePBFzvZxIA8qizaAoCCCCAAAIIIIAAAgUsQAJAAXceTUcAAQQQQAABBHIloGDUiBEj7J///GdOLpHPe1nHDeDHPT8uuCu4ELf+xPlaTviqq66y3r17+waR/a7lCi7rPNcS9dm6D1c9iS0VtLT3a6+9tjHQp0SIZs2a2bnnnpt3yymHGQOabT58+HCrXLlyWgJXH1X0BAC9I++99157/PHHbfHixRsN9VxoGfcLLrjAjjzyyNArZZAA4HoS8+v3X3zxhbdiw5QpU3LesHxPmss5QJFdwPV+JgGgyDqc20EAAQQQQAABBBBAoJwESAAoJ3guiwACCCCAAAII5KuAZjVq+XX9y1XRnvJaXSAfZzXGDeDHPT+uuSu4ELf+kuefddZZXrLIzjvvHLpqLXOuxIGgMn36dC+wXt7lu+++sy5duticOXPSNiVusCYX9/fcc8/ZcccdF1i1K8GCBIDgnnE9564VFtLVPmzYMG/FFb+yyy672MyZM61Ro0a5GDbUGVLg66+/NvWv3lFlVbQFy/jx461evXpldUmukyMB12d03M8UtgDIUcdRLQIIIIAAAggggAACBSZAAkCBdRjNRQABBBBAAAEEcimg2c7aF/yyyy7L5WW8uhcuXOjNoM634grsub6cj3t+XA9XcCFu/enOb926tY0ZM8Zq1aoVqvqVK1eaEgeWLFmS9vhTTjnF2wu9evXqoerL5UGFmACwZs0aL0Dptye5gokPP/yw7bPPPr50JAAEjyrXc55JAsAbb7zhba/ht+XK2WefbaNHj7aqVavmcshTd4DADz/84D1bZTHzv2QzTjrpJO+9uNNOO9FHBSzg+ox2/Y3hunUSAFxC/B4BBBBAAAEEEEAAgYohQAJAxehn7hIBBBBAAAEEEAglsGDBAuvatatvACq5Ei2BrkBt9+7dTUsUb7fddt5y13/99ZcpSLJ8+XJvxqKCkGvXri11fRIAqoXqk6gHuYILUesLe3zU4JTGx6hRo+zll182BVNVGjZsaEom6NWrl9WsWTPspXN6XCEmAAjks88+s9tvv91eeOEFW7ZsmWdUp04dU3CpZ8+eplU4ggoJAMHDKhcJABs2bPC2mdDWAvPmzdv4Hj700ENNz1ePHj3yIikmpw9cHlceNUFOz5j6TCuZaIWUKlWqeHeX+IxcsWKFPf3003b33Xfb999/H+rO9VwqQW+zzTYLdTwH5Z+A6zOaBID86zNahAACCCCAAAIIIIBAIQqQAFCIvUabEUAAAQQQQACBHAh888033n7mM2bMcNau5cW1XLUCtgr6B5VPP/3Um7WqmYvJiQAkAJRPAkBQcEH7kP/444/23nvv2fz5871ZrongvHNQmFkxBqcKNQEgTH8FHUMCQLBgLhIA4vYZ5+dWQDOrtR2I3woNiavvsMMOdvPNN9sZZ5xhm2++ubNRWrFD26joHFfRKitTp061gw8+2HUov89TARIA8rRjaBYCCCCAAAIIIIAAAkUmQAJAkXUot4MAAggggAACCGQioJmn9913nzfz2lWUJDB8+HBTkCNsUf2vvvqqDRgwwF5//XVv9vHkyZOtbt26Yasos+NcgT3X7Ly458e90WwGF5QQ8MQTT9j1118fKhFAe5RPnDjRjjzyyLi3kTfnkwCQviseeeQRLxhaUYvrOc9kC4CKalkI963EqH79+tmECRMCm6vVcO666y477LDDIt2WVhd46KGHbODAgWlXzEmu7Oqrr7YhQ4bYpptuGukaHJwfAtn8jE53R2wBkB/9TCsQQAABBBBAAAEEEChvARIAyrsHuD4CCCCAAAIIIJAHAl9++aVpf2ktOx1Uoi7zXrKur776yq688krbcsstvRmPiSWR84BgYxNcgb2KlACQQFG/XXLJJd6+8a5SbPuUkwCQvsdJAHjfOnXqZG+99VZaIBIAXG+Kwvq9VkTRljfptrNJ3Ilm5yuIf9RRR2V0c2G3GGjSpIk9/vjjtscee2R0HU4qXwESAMrXn6sjgAACCCCAAAIIIFBRBEgAqCg9zX0igAACCCCAAAIBAk8++aR16NAh0Kg8lx5WYGTVqlWmbQP0T//95ptvpgRjtE+29lnWzMtmzZrZQQcdlFGCAQkA6YfBunXrvCSAsWPHBo6TbbbZxqZNm2YtWrQo02du/fr13piYM2eOLV682N55552NS3WrTQceeKDttddedvjhh1vLli2tZs2atskmmzjbmA8JANozfMGCBd7MYgUitV+4xrvuQ3uM165d23kfUQ+IugWA2qhnZ+bMmfb88897K30k9jVXWxs3buwFUPV8hlkWPWp7y/p413siHxMA1EefffaZl+gV9B7VeGratKn3T6u1VK5cucx4tRXNU0895Y2jRYsWpR1DCoCXZfLYb7/95r37Ro0aFehw++23W//+/Z3b4gRVomSrnj172uzZswOvVagJOPos/+CDD2zu3LneO03bKSxbtmzjvWpboTp16ljz5s29f/vss0+o93ScAVrW79diSABI9KM+j/Scfvzxx97nbqKU/MzV564+fzfbbLM4XVWQ58pG22Dpmdbnhsa3Pge7detmRxxxROD41upZX3/9tb344ove3zYrVqxIcVZde++9t7cliJ6XQw45xLbaaquCdKLRCCCAAAIIIIAAAtkXIAEg+6bUiAACCCCAAAIIFJSAArt9+/a1Bx98MLDdZb3ssL74VHBAs87vv/9+577LJRuvLQq0nLICcdWrVw/dJ67AXkVcASCBFzY4JXdtE+EXOFTwYMaMGTZ+/PiUIJ/6TEHH3r1724knnhgqkKbxq7GrL9jVd2GLvii/7LLLrF27dilBiaVLl3pL20epy++aClRq/CqIVbKsXr3ahg4d6n2pn9hTXPev8aWfJ85REF3Pnl/ihYIId955Z8qX/np2XnrpJe+cJUuWpCRCKBCv+zvrrLMCgzFhEwB0LQXwtE2EEj9cRe433nijHXPMMaEDe+pjJT9oO4rkIFMm40Xtffrpp+3uu+9OGXtqtxIVlAh1/vnnlwqiKCAt60RSg+s+s/17BYq0aoraGLVoK49Zs2Z5z8jLL78c6XQlfmlrmO7du5u2+IhSwo5x1blmzRq75ZZbvDEbNMtex2YyhqK0u+Sxrs8EHa9kHG0PENUoXbv0eackgKCSLsFEQcKbbrrJtAR8sqGChBo/l19+ue25556RKIKeFwXr1Q4lIbkCu3qGp06d6vXx8uXLQ7dB7b700ks93yiJQ2HHXibv19CN9zmwkBMAtBWG2q/3cZR+FIWSifRu1edP1apVIzEqoezmm29O+TxTBRqDxx57rA0ePDj033l616iu5557LiX5RO86fWarLr1j/IoSgu6991574IEHUs7Xyh/a5korZVWqVMn0d46sBg0alPZzo169ejZlyhSrX79+qUvpuXv77be951mrfYQtSrzo2rWrl7CkJEcKAggggAACCCCAQMUWIAGgYvc/d48AAggggAACCHgzpU899VR77733fDWCvqjMBaFmTF177bVewMAVDHJdX8EPzcxUYFVfyrqKK9hTkRMAZKeZmx07dgzsFwXxH3vsMdMX6unKhx9+aJ07dzYF29MVl3HiHM2Gu/DCC702ZVL0Zbm+XG/duvXG04cNG2ZXXHFFJtWlPcdvpm5QEChxjmb+ad9xBQn8SjqrH374wQvw+80i1j7lkyZN8mYi+pUwCQAaB/fdd59dc801kQLjcr/qqqu8vgsT1HM9k1Fm2ysYrgSVe+65J+2tp7P59ddf7aKLLnKufpG1QeNTUZ8+fbwA6hZbbBHqUgoivfrqq15QSgG0OEXPshI3TjvtNGewN3GdMGNcbdSKEfL1204hXbs1hpQYo750BZ/j3LfOVbKSgnpBRQklGofZKB999JGdfvrpXrDTr2i2r3x33XVX75AwYzSTJD4F0hWwVXJBpu9qrcyiIH6m72ld95xzzrEbbrjBW+UnTAkz9jJ9v4a5ftAxhZgAoFUStFKU3ttxk+P0jtV7TElgYf4mk6Xr80grmmjlpzBFCTJakcCv6G9PPSt+JejzKPFZ9Le//c1uu+02r91Bf8Oma7cSDMaNG+dtl5Xp37/ankZ1RE20COPHMQgggAACCCCAAAKFI0ACQOH0FS1FAAEEEEAAAQRyIuD6MloXTTfLOCeNMfOWBdYMpsSs6GxcJ8rezK5goys4Hff8uPfr6k9X+13XD7tihII9mpmXrmTDSAkrmpUcFCRz3Yt+r6CmZsYmiivQEKbO5GNK1p/4nStAdfLJJ4faciFdf7q2LchGAoBmgGo5ed1fpkWrRCjw6wrgusZLrhMAXEkDmd5/1POi3KdmnyoorWSWTINI6dqn+vQvzDLTrjGuIPfEiRO9JJdMVlZQEoCCbAoOhw0kRjX/888/vWCgEoP8ilbrULJagwYNolaf9vgw4033rnds8ooQstBsY7/SqlUrb0WSHXfcMXQ7NUv6uOOO8z1eiUZjxowxtadkUXKHVgVRm7Lxea4Ar1ZHCEpcKov3a2g8nwNz/RntCnCHef8nN12f+XrPx3nXl6TQeFF9Wu3H9f7Xua7P5XxKAFByw/Tp0717c717S7Zb722dr9WJ4pRGjRp571ZtD0BBAAEEEEAAAQQQqLgCJABU3L7nzhFAAAEEEEAAAQsT3BBTNmc3BrH/5z//8ZY+VjAl2+Xoo4/2gh+77bZbYNWuYKMrgB73/Lj3nevggtrnuoaOufXWW73ZuelKXCPN3FQwVF+yxy3Js/30PGg2ezYDHX6zCYMMNU4VxNfMbVcprwQALXX+5ZdfupoX+HsFgTRLUatBBBXXeIkSGHcFV9MFx3766Sdvm5SHHnoo1v3GPTnsfSqIFGb2aabtCZu44Rrjm2yySaggWVA7ldylzwvtgZ2L4lpNQ9dMrISx7bbbZq0JWqFCAcSgogCfZvomigK/J5xwgm/QUc/bM888E3qmtAL4mnUfNBs66D2fi2Q+rcQgm5122inQxjX24rxf43ay6/PT9TeG6/rZTABQ8F8z0e+44w7XZSP/XuNRf1sqEciVwFNICQBnnHGGnX322aGSXpITAPS8aUWiMIkDLuyoSR6u+vg9AggggAACCCCAQGEKkABQmP1GqxFAAAEEEEAAgawIhAm4p5tpmJWLp6nEFeiLe10tV679ioOKqw2uL+fjnh/3HnMdXFD7tDetgl4rV670bW7QcuVxjPQlufpR+5Jno5QM0LsCDVGvmckKAFpmXSsbhJk1W14JAFEd/I4Pk5jjGi9hA+NqQyYJAK5zsmXhqifsfSowrOfDNfvUdT2/34dN3Ah6F2nmurafyUYbtYqEAtVhtpOIes+u7UpUn1YQ0Xtj0003jVq97/EvvfSSaU/xoFIy+P7tt996W388++yzvqdpdrESs1wBV1Xgqk9JQE899ZQ1bty41PWytUJLuhvRChRDhw4NnDkeNPbivl/jdnKuP6OzlQCghDiNMe0nn6uiBB55uJbvd30u58sKAPo803YJSn4JU5Lb/cUXX3jP7wsvvBDm1MBjSACITUgFCCCAAAIIIIBAUQiQAFAU3chNIIAAAggggAACmQkowKjZSosWLfKtwLWfe2ZXTn+WX7BFAacWLVrYqaeeakceeaTVqFHDKleu7FWyfv160xen2tN85MiRgUtJh5mp6Qo2kgBgFmZWbOvWrb0VF7bffvtSnR3HWNdWEoeWlk5XNFYUKNUsOgUXtLywvpDXecuXL/dmC2uWXWLJ8ZIJAK5ltKOO95KzdBPnu4JAYa9T6AkAuk9XYo5rvIQNjOtarmB+usCJ3jFaklljozxLmPtUUo6CSK6tMTRD9YILLrD999/fqlSpYkqs0TMxZ84cu/322+31118PvNUwiRvZGuMu81wGuxYvXuwtgR+UqJCLFXLCJFkNGTLE9C8RzA8zYz/MZ2DC+7XXXjNtReK30scpp5ziLclf8h3vesZUv5bx1/jr0KGD7bzzzqbVIHSe3tHaUmDChAm+3R5m1YdsjT3X571rbKb7vattca+ZrQQA1dOlS5fARLTE5622bdp33329v8v0efvVV1/ZE0884fWl3t9BRe+i0aNHB+5XXygJAFHHQ3ICwJNPPuk9D37lkEMO8Z73ww8/3BKrjeiZkbWSfvR3zcsvv+ydnst3YtR75HgEEEAAAQQQQACB8hMgAaD87LkyAggggAACCCBQ7gIrVqwwzYbTl+5+Je6X0VFusmRgWV/0a39oBbQU9A8qCn7Mnz/fW3rVL2ChYNfkyZOtbt26vlW5go0uj7jnR/FKd2yugwu65q+//urt3T527Fjf5rZs2dIee+wxq169eqlj4hi5AmNhlif/8ccfvQQCLWuswIKSFRJl6dKlXtDDFbQI009NmjTxkiC0R3jJ4uqnMPXrmHR7cGt5a92DgrnpSpjggCvgklyvgkAKAGnWeb169bykCz3LMlaChWslA79AYuIarvESJjCeqMsVnPSzmTlzpnXr1i2jverD9qXrONd9asauZkar7/yK+krPrRK/FHRNV9asWeM93xq7QcWVuBF1jOvdPXjwYG8MaTa9tvrQtgua3e9aKUDbgbRr185FGPn3M2bMMC07H1T8knwiXyzpBNeY16HpxoNrGwDN2tdY1h7hruJKhvJbTUCfw3qm/fpMCRV33nln2vei2hRmH3RtS6BgqN+qC1HHnp9Fuvery831+2y1zXUdv9+Hef9r6X9te/Lggw/6XkZ/nz3wwAOmZCC/FSWUkKR65s6dG/hO0meFkjz9iuvzKF9WAIjSJ/q7QAmJDRo0cG7Hpb8lxo8f770b/YoSL959911v1Qb9jabEpKpVq0ZpEscigAACCCCAAAIIFJkACQBF1qHcDgIIIIAAAgggEEXANVNMdbmCTlGu5zo2sQeqvtzXl8aa6R3lC8zffvvNW6521KhRvpfS0qxaRcCvuAIvJAD8V871hXxQkCGOcdDS2MlfqLvGWtjfu4LprvHgd50oQSAFbbWlgpJhdt11V/v9999NyTsKmshZAcrkAIyrzWECQK7+TdyXgkBaeUMzF9MFlMPsA+7am9w1XqK8ozJNACjZj9lsU6LuuHV+9NFH3n7aQbP/R4wYYYMGDXIuV69ZpT179rTZs2f7PiquxI2wYzxoDIXdF7vkSh5hn2/XcWHuIUrw0XW9xO9dz7DfZ7Nr2X6dF2bFAtf2QH6JBK7P4DCz99VGBaC1VcG9996blsy1MlGYfktUHPX9GrYPs/Huj3utdOeHef+7Vn8Iuw2Irq/tIPReeuutt3xvp3///qZ3k982Hq7PoyjPoOvvXte7xPWeLnmTbdq0sWuuucYaNmzofUbq3Tpr1iwvSU5/52611Vb2888/24UXXuithpOu5GKbkVyMLepEAAEEEEAAAQQQyC8BEgDyqz9oDQIIIIAAAgggUKYCri9C1ZgowbUybbzPxbR0sGYj+5VHHnnEmx3tV1xf7roCvnHPj2voCny42h/2+sOGDTPtxexXcpUAEHR/xZgA4Aqwp/N3BQ/DBIBcARddV23TDO2gvcoVwFVQQ6sDBJWS+5knH+t6pqK8o4o5AUDLsSto71c0Q14BVddqKonzXUtSu2aTu95FiTF01113WatWrXxnEWvFDiW/BC0LH2UMhH3H6bgw9xAl+Bj22q5n2O+zOcw2AFrJQjPwFXj0K66VVvy2EnjnnXe8rXoU9E1XXDP3k8957rnnvO0X/EpQMl+YfkuMv6AEprD9FeW4sG2LUmeUY13v/zAriUR53jQY7wViAAAgAElEQVQmtZqEVhXxK66EDtfnUZRn0PV3bzYTALR1jP5OUsJEUHE97yQARBnhHIsAAggggAACCCCQECABgLGAAAIIIIAAAghUYIFJkyZZ586dAwWifNGbD5SuoAEJAMd7Qa1q1arF6i5XECNXCQBBKwDohhQo0JfuWoY+G8X1xXymCRUuP7VdQQPN1tXsSb8lltPdo6vNrgBQwlGzFv1KlLZ9/vnn3pLzif2J09WpFQ60pPgWW2xR6tckAPyXJOhdHGbJ7jAzv5PxV69e7SVLvfjii77jIKhO1xiPMobuuece6927t287crFUe5jnQMdECT6GfSe5nuGg8eDaBiDM8+9KJvFL2Anqc9dKHyVttHWI3huLFi1KyxaUNOQae3Her2H70O+4MG2Le42g8139ry2UtB3HvHnzfKvRkv7HHnts6Ga6EkpUUVCdhZgAoM80rWoQlGiTAHStAKA+e/zxxwO3AAjdGRyIAAIIIIAAAgggUGEESACoMF3NjSKAAAIIIIAAAqUFwnwRXWgJAK7ZXSQAZCcBwLXSQq4SAJYuXWpt27Y1BSn8ivYR11YQ1atXj/3YuwJxuUwAyDSZwdVmVwBIaK6AS5S2aUapZv5q1Qi/EuRIAsB/1YLexa5gqWu2frp+Wb9+vZdMo9m7fiVoZqrr80XP6A033BAqWWfx4sXebHC/feUzfQ5dLwjXc6Dz8y0BIMw2AEGfg65VMvzGkmu8NGrUyCZOnGh77723i937ves9FmfsJd5x2UwWC3VTIVeVCFtXJse53v+uz1jXbP10bXJtKaFzgpKJXM9hlGfQ9TdiNlYAaN26tbfyzc477xyqi1zPjipRv2m1ihYtWqTdbifUhTgIAQQQQAABBBBAoEIJkABQobqbm0UAAQQQQAABBFIFinEFANeXuyQAZCcBwPWFfK4SAMLMTtQo1/L0PXr0MM0M1n9HmUGf/JS4glCZBh5dwdGTTjrJNOt5p512ivzacrXZFQBKBMeCVgBwPUclG+161wQFB0kA+K9mUAKA673XsmVLe+yxxyInxcSZee8a465AW/IYco2BTJ9D18Pl2upE50cJPrqul/i96xkOGg9htgEI2nPdZe23/L8ryBu1j1yzooOeB9fYi/N+DduHfse52ha3ftf5rve/q33aZuSOO+6wLbfc0nWpjb8PkwQWlNDh+nsjyjPoele63kuu5yPM1jjp4FyrbiTOadOmjWl1gebNm1uVKlVC9wEHIoAAAggggAACCFQ8ARIAKl6fc8cIIIAAAggggMBGAdcXoUFBhrJk/OOPP0zLiC9btsw0O+3NN9807Qut//WbEerXPlfg0vXlriuIEff8uK6uL+9d7Q97fdcX8vpyWm3ZddddS1UZxyjMfsIlLxjnC3NXIC5TT1c/uYIQQf3karMrAKS6Xf3reo5Kts/1rtl///1t8uTJVrdu3cjjJcoqJa7ZzWFs1EDXGI7SpsQNx6nTNZ4yCdqpXTNmzDAFS/1K0Ph3tSnKGHfZZPocut53rnvQ+VGCj67rJX4fZvsFV0LICSec4Pv5GDSL29Xnfkvvu1ahCHvvYY/TLOuHH37Ytt9++1KnuPotytgL256wx7naFraeTI9zveNc7/4hQ4aY/kVNqtNKIoMGDfJtdtB4drUpyjPo+ixyjY1cvYs++ugjb7ufJUuWhOrabCU5hroYByGAAAIIIIAAAggUpAAJAAXZbTQaAQQQQAABBBDIjoDri1BdxW+2X3Za4F+LAr0KKOgLfs2M0n9no7gCl3G/3I17ftx7dAUXshEocwVRdQ9xlnR3tfHjjz+2M8880zR+o5Q6depYv379rFu3bqH25VXdrmC6q61+7XP1kysIEXTfrja7AkCq2xVwcT1HJdvnei50vF8Qx3VulGC7a+yGsVFbs9mmhFWcOl3BtYEDB9rw4cOtcuXKUR4Z7xk7/PDDfc8JSvTJ5hh32WT6HLowXPeg86dPn27t2rVzVRXp9677VWVB74gw2wCka7drKfKgrSTCtDkSguPgsko+yWabVZdrTMUdy65nNugd5+p/td8vAcTl5LpvrdYzZswY22abbUpV5fo8KoYEAP3NO2rUKBswYICLstTvlThw6aWXWoMGDSInZkS+GCcggAACCCCAAAIIFIwACQAF01U0FAEEEEAAAQQQyL7A22+/7QX4V65c6Vt5pktHx2nt999/byNGjLCxY8dGnuHvuq4rcOkKYri+nI97vqv9rt+7vmR3td9Vv37vCjDrmKCgbDaMXnrpJevVq5cXiI1alAhw/fXXW/v27Z176bruNVNPVz+RAPB/veoaLyQAuBM2Mh1PcYKJ2RzjrjGQ6XPoenc899xzdtxxxwUe9tBDD9nZZ5/tqirS7xcvXuxdN2iFm6A908NsA5BuyXXXygNBCYFh2hwJwXEwCQDpgeI8s64EKV3R9TeUX7e53gdB/VkREgDktm7dOrvyyiu9LRYyKeecc47dcMMNtvPOO2dyOucggAACCCCAAAIIFJkACQBF1qHcDgIIIIAAAgggEEXgww8/tM6dO3vL6vuVffbZx6ZOnerNLCqLopn+F1xwgc2ePTsnl3N9eR030BT3/Lg3HedL9rDXDpM4ErRMcLaM/vWvf5n2so66EoDuU7MMr7rqKrvwwgtt88039711EgDS07ieo5Jnufpcx7MCwPvWqVMne+utt9Kix1kimwSAsG+31OPCBLUztQ1q0aRJk7zP5qDiWnlA78WgbQDSrd7gSngImv3tCjxn1gP+ZxXrFgBxk1lc/RC0AgAJAMEra2g0uj7L4vaf+uCWW27xkmCjbnGl9jVr1szuueceq1+/frYfOepDAAEEEEAAAQQQKDABEgAKrMNoLgIIIIAAAgggkE2BH374wbTsqivY7go0ZKtNX3/9tTdzXNfLVXEFLuN+uRv3/Lj3XRYJANqSQXuKB5WJEyd6wcx0JZtGmjE3btw4b0a/Vo6IWvQlu/Yl3nTTTdOeSgJAelHXc1TyLFef63gSAAovAaBRo0amZ33vvfcuNVBc76IogXPX+IkbdPN7b7iuq/P0LtSM3S233DLq6yft8WFm74dJzHNtA6AkqGnTplmLFi28dvz55582dOhQb/uPdCVo+X8d7wo8ZwUnqZKrr77a24s+3bs7m2Mv2+12tS3uWHb1Q74mAAQldFSUFQASY03vgGXLlnnje9asWZGHYJMmTbzts/SeoCCAAAIIIIAAAghUXAESACpu33PnCCCAAAIIIICAhdnvVUzplgrONl+c/U+jtMUVuHQFfFxfzsc9P8q9pDs218GFH3/80fr162cTJkzwbaorOJULIwXqH3zwQRs9erRpFYmwpVatWt4KFwcffHDaU0gASC/peo5KnuXq86Ax4zqXLQDcWwAMHDjQhg8fbpUrVw77aHjHuYKJZbUMu2sMuN7LkW466eAwSXJNmza1xx57zPQuyUb5z3/+4yUV6L3kV1q1auUF+HbccUffY8IkEiiwqiXHK1WqZK6EgaA92tWIMCvDZMNHdZx22mneDGk/c9fnYJTkk2y1OVGPq21xx7LrmY2bABC0CkSQleu+46xw4pc8lq49Lh/X2CjLd9Fff/1lixYtMpkrWSdKueiii7ztAIJWOIpSH8cigAACCCCAAAIIFJ4ACQCF12e0GAEEEEAAAQQQyKqAlgrt3bt3YJ3plgrOaiPM7Msvv/T2UZ43b15g1aeeeqqdeeaZdtBBB1mNGjVKBbRcX+66Apdxv9yNe35cV9eX7HGDC3PnzjXtAx20NG3QPtG6v1waafncl19+2UsG0My5MEvoBs0kJQEg/Yh0PUclz3I9l0FBKdd4iTID27XEdVA7ku/J1aYoSQmJeuPU6XqPZ9IetWvGjBl20kkn+b6Wgp5117vIFWiL4h33veZ3g2GT5PRePPbYY+O+vr3zX3vtNTv55JO9z0S/EjYpz1VXciKB69i7777bW6HHr7jGb676KF17sjn2stKpSZW42hbXKc67VqtA6PNw2LBhvrcd5blNruS2227zVtvxK0FJSq4VABYsWGBHHnlkqK5y+bjurzzGuZJ5lNg4efJk02fv8uXLnfdar149mzJlClsBOKU4AAEEEEAAAQQQKF4BEgCKt2+5MwQQQAABBBBAIJTA0qVLrW3btoHBBlUUNeAX6uJJB7n2HtZMvzFjxnh7Gm+yySa+1bu+3HXdR9wvd+OeH9Wt5PG5DC6E3aLBNUOwLIz0hflHH31kCjo89NBDgYkAQQkuJACkH5Gu56jkWVoxomvXrr7Du2XLlt4s6urVq5c6JpvjpVgTAFx7xmcaVHQlFgQF7VzvIlegLXkgZHMMRH3HugxUX//+/b0Z6XFn2/7xxx/est833nhjYDPDbsujFQx69OjhO3tYy/o/9dRT1rhxY+9d6Regda3qosauXr3aunTpYi+++GLatgc941H7xHV8Nsee61pRf+9qW6bPaqIdrr+BXElOCv5fccUVvreVSTJRmMSCoL8bXAkAUT6PXD6u91J5vovUKfoMU3LjyJEj7fXXXw8cfq6knahjl+MRQAABBBBAAAEECkuABIDC6i9aiwACCCCAAAIIZF3AFSBIXPDoo4/2lhzebbfdst4GVegKstxyyy2mYJOWKg4qri93XV8Ux/1yN+75cXFzFVxYt26dXXLJJTZ27NjAJoaZdVaWRlpCV4HlPn36+CYBBAW3SABI390aB1o5xPU86uzffvvNGzujRo3yHTtBs/hd4yXKCiUff/yxt4KI3hPpiis4ljjH1aZMgmRx6ly8eLEdd9xxGY1xv04JM/s9KMDkehe5Am3J7XLZxA2aBr3Uwixt79pKJOx7XeNSQfSgbUwUSFdCjYL3rqJEKAX2tRy4X1Hg9ZxzzgncdsC1/L/qdm1dsP/++3szmOvWretqduzfZ3PsxW5MiQpcbYs7ll1/A7neca5koijv28Stu8aGjgtaRcOVABA20B1mqynXe6k830XJQ+mLL76wCy64wJQM5FfCrhSS7TFOfQgggAACCCCAAAL5IUACQH70A61AAAEEEEAAAQTKVeD+++/3vvx3Fc0KGzp0qG222WauQyP/3vUFb9g9Xl1ffpMAcLwpAFGtWrXQffT99997ywK7gv+qMGg5/cQFy/oLdM2q1T7XmqHrV/zGlysBwBVM8bueKwjkCkIEdV422ux6HhXw1MoKRx11lHMcvfPOO6atO9577z3fYzXjWcGKdMU1XhQInTlzpjVq1CiwLWGSWML2p6tNmQTxXHUGJRUoYHzGGWd4+0X7Fde7r+R5WkHj9NNPtyVLlqStcptttrFnnnnGmjVrlvb32RzjLptMvJ0D938P0Ljp27evt61IUNEWNqNHj7aqVauGrTrluLArrIRNhktU7lraX9s49OvXz/sbYOXKlWnbHibAGmaW9xNPPGHt27fPyCfKSdkce1GuG+ZYV9vijmXX30Cud5xrVSjXc5/OwDUGXW1yfR4FrUSS3B5tFaCVaIISbFyfveX5Lippu2zZMuvUqZPvc5tJIlqYMcwxCCCAAAIIIIAAAoUhQAJAYfQTrUQAAQQQQAABBHIq4Ar0JF9cgTotE5zJUsfa0/iOO+7w9jhWMOXvf//7xqpdX/CGTQB46aWXAoOSriBY3C93454ft6OzGVzQzO158+Z5SR+upWbVbteX+Il7Kw8j1xL0mSYAhA0+l+xXVz+5ghBB46QsEgB0/TBJAGGXNA+a/blmzRovuK2x6Ff0XtIqA5tuumnaQ8IE/7M5hps2beqtPCGjsMX1XAQFc1xbG6gNUQPUrsSw5P3j091jNse4yyZu0NTVR08++aR16NDBdZi3dLr+bbXVVs5jkw/QGNcsfa2yE1TCvmOT63Ct8qMVULTCz7hx49JeOszy/4kTXX3erVs3u/POOyP7RMI085LctNKHX4nzfo3alqjv/rhjOW4CwLfffmta8eHZZ5/1vdUoyaBKDNHfEPobz6+4AtWuz+8wz0WY4L/a5xob5f0uKvneCPpsdLnGHcucjwACCCCAAAIIIJDfAiQA5Hf/0DoEEEAAAQQQQKBMBMIsi5rcEAWS9IVu7dq1Q7VPgX8Fk7QUsWaTq5QMuLoSAMLseawvZrXfsd/y3rouCQD+KwBoyW8FizRTe/78+TZlyhSTaZiiWYGaJaoZw65l4eN8gf7GG294y/kPGDDAC8iFSUTR+NZ41b90JWhpalcwXfVFnZGrc3IZoHK1OUywxPU8Jhzr1Kljt99+uyloVbLfw2y/oHpcS0qvXbvWW+o4KDgalIwQZQWLMDZqs2sM65ios51ddbqCOa6AfZRnVO+A7t27+87+DzPusznGXTZxg6aud9w333xj5557rs2YMcN1qPcOVEJKmM9HvZs041rvs6DPrcRF9az179/f+Y5NbmSYbQCCbirM8v+J8139FGUMOqEDDsjm2IvTjnTnutoWdyzHTQAIE7APk/yVuPcwgXfXu/K5557ztjgJKvq7QKv8lEy+0fifM2eO94yF+XumPBIAlGypVYqUCBTlb+sVK1bYaaedZsuXL09LM2TIENM/199k2R7j1IcAAggggAACCCCQHwIkAORHP9AKBBBAAAEEEECg3AW++uorbwng2bNnh2rLDjvs4M0S09Le++23n2233XYbv2TUbFTVpyC/Zk4qmKwgXnIpGdB37TurZYrvuece03VLFn3Bq6WvFSR86623Attf0RMAQnVuBgf5ffmeripXkCgoAJI8E1DHXXrppd6KD5tssolvqxXMVFDOb2wEzWT++eef7cILL7T77rvPt34FQ66//no75ZRTvOCDxr+Cek8//bS3t/bee+9d6lxXEMgVhAjqorJMAFA7FNRTcPr888/3gp4KNqxevdpbDl3bRpR89ku23bVthCuBI1GfkhE0Hk4++WTbfvvtvX54/vnnQ69goXrCJgCEWZVAdSkgdcwxx3jbpmgfbL2n9F7UKiolt+FwPReuBIAwK7lorD7wwAPejG+/oJCWx9a7NOizoEmTJvb444/bHnvs4TsUsznGXTZxg6ZhXnn6zNJnnms8J54JvQ+6dOnijSn1dWLrHK2KoWdUWyvce++9NmvWrDCX994v+gysXr16qOOTD3ItwR5UYZjl/xPnK5CplThGjRoV+L4cOXKkl8AV9N5OrkDJaboHeb366qs2fvx4360ndF42x15kbMcJrrbFHctxEwDU/DDjRe8AfS7+4x//8L1jfQ7qXeK3jYhO1LhW8pLe2X7FFehOnKfk1MGDB1u9evW81WD0LhszZoz33IR5blWP67M3F++i5M8T/Y2rLQ30vg961vUeGT58uLftkl9x/b2b7bFNfQgggAACCCCAAAL5JUACQH71B61BAAEEEEAAAQTKVSDMTK1sNbDkF5OufWd13TZt2tjFF19shx56qFWuXNkUFNAXwwoKaD/yMF/wur4Qjfvlbtzz4/q6ggtx6093fpTgv86PY5RuZvoRRxzhzc5VUHPnnXf2Am2afa4gm4JrN910U+DMv6AAdJh9rYNM/cabq59cQYiga5Z1AkCcMaVAzcSJE61BgwaB1YSZARqnHYlzwyYAhFmVwK89fttGuJ4LVwJA2JVcEgkb2gt733339d6lel6UtKWZuAqYuWbKhpmJns0x7rKJGzQNM3aUUKLgtpawL+uiYKuC3npeMimubQD86oyy/H+iDq3SooS9oH3WE5/nem/r3pITJDQWlSyj8ag9zrUUvZJREqsH6VzX53g2x14m3kHnuNoWdyxnIwEgMSNdq9sEFQWr9TdZ586dbffdd/c+exWYVt/rPrXlU3K/laxL7yKt7HLSSScFXifO+zZq/7k+e3PxLkpXZyLJVkv8K8l266239m5F76GVK1d6Kw8pIdKv6F2hVZzq168flYDjEUAAAQQQQAABBIpEgASAIulIbgMBBBBAAAEEEMiGgAJImtXZu3fvUMH0ONcsuQKA9uju27evPfjgg3GqdZ7rChzE/XI37vnOG3Ac4AouxK2/5PmZ7Hkdxyjs0vRh71MzoqdOnWoHH3yw7yla9tsVoPA7WUuBX3755aV+7eonVxAi6P4KKQFA/XnZZZdtnB3td1/aRkSzO+fNmxe2a32PU8BRs03T7XEdNgFAlWtLE83kz6SU3AJFdbieC1cCgOr4+uuvvZmjer/mqqgftLpD1apVAy+RzTHusokbNA1rVRa+JdsSZbl1v/vIdBuAKMv/J66tALCCk3quc1Vcn+PZHHvZvgdX2+KO5WwkAOiew2wDEtdGfz9oyfvE6hhB9bm2OInSlvbt23vL5iuQXrK4Pntz8S5y1Rnl3hLHXnTRRXbDDTeE2iYpk/o5BwEEEEAAAQQQQCD/BUgAyP8+ooUIIIAAAggggECZCujLe82m1xKkYWbUZ9q4dAGwuXPnejMH4163YcOG3uxBBQ1LFlfgwPVFrOvL+bjnZ+qZOM8VXIhbf+J8LbeuZe/1RXrYZZwT58YxSt4CIBv3oiV09UV5UADi448/tjPPPDPUHt0l2+QXTHD1kysIEXTvuU4AuOuuu7xEnaBlncP0jZIqtDTzTjvtFOZw57LeYSrRuB03bpxptZNrrrmm1ClREgDCznRO165cJQDoWrkM3Gkfbs2A18xwV8nmGI/zznC1M+rvv/jiC29Z81wmWSS/Z7UEv7Y5ibuPd5hl3UtaRFn+P/lcJUr069fPm4Gci+L6HM/m2Mt2+11tc/2N4WpPthIAdJ1crgql5BIlioTd0uKbb77xVvpRQl6coi19dO0ePXqk3RbI9dmbi3dRmC1lotxz3BVDolyLYxFAAAEEEEAAAQTyV4AEgPztG1qGAAIIIIAAAgiUm4BmC86ZM8cGDBjgXAo6k0a2bNnSW7pUS2Enl2zMHNQXxN26dTMtS59uz3dX4CDul7txz8/EM/mcSZMmecvx5qqE3Z826PpxjObPn+/tGRw3SUTtC7t1gZ4H7XXcq1evyKy33nqrl0xTsriCQK4gRFBDcp0AoOD1Flts4dzbOaiNmQQotEqIlmAfO3Zs5H7QCQruK3nhsMMOM7+VJKIkAOh9NWTIENMqD1FLLhMA1Bbtk37++eenfQdGbWvi+NatW3vbA2hGepiSzTEe550Rpq1Rj9Gy5sOGDbObb7456qmhj9d7TvXvueeeoc8JOjDqNgBxlxBXUFPJVVriPdvF9TmezbGX7ba72pZPCQD67Js2bZq30olrS4coTvo7Tcl3+nsiSombkJBYsejzzz+3Tp065U0CQDZXwMrGiiFR+oRjEUAAAQQQQAABBPJXgASA/O0bWoYAAggggAACCJS7wGeffWYjRozwVgTIRsBVN9SmTRsv+HbggQemvT99EaqAWtSgmvaSVTBOQd1PP/3U98tdV+AgbqAp7vlxO33p0qXWtm3btKsfZFq3bFu0aOGZnnjiic6lv13XiWOk8aHAgfYWznRM6n4USFZwqkqVKq7mer/Xda+88krvulFKya0uEue6gkD5ngDQrFkzb/lkbduhlTuiFJ07atQoO+igg6Kc5h2baVBR752RI0da3bp1vXqykQCgejKZ6ey3r7rruQizBUAyqN7fV111VeA+0WE6QM+LZnNrSXf9d9iSzTHusokbNA17T8nHaa/6559/3hRUfP311zOpIu05WqVCq1N06NAhq8t3R90GQIl0Wu1hq622yvje9N5U0o3eZ5m+r0teXMlDSioIWoUim2Mv45v3OdGVpBd3LGdzBYDELbz55pt29dVX26xZs2JxKOCvsdCzZ8+MxnamCQklrxv0PnF99ubqXbR48WLr379/rHdJnM/WWB3LyQgggAACCCCAAAJ5KUACQF52C41CAAEEEEAAAQTyR0BfuH700UdeIODJJ5/MaBaYZiRpqfguXbqYlud3LRkfNbCi4J72kVXdWiZZQQfNnBw/fvzG9ipwpS9HFfgL2u9ds3oVXFAAQUsmJ4IWOr9x48beF9fapsBvyfi458fteV1fe9orgUJ73EYp+pJcM6C33HJLL0Fjv/3280xr164dOlAe5npxjTQ+FJBQMF6zE8MGltSHmlWr2YwNGjSIvKT2L7/8YloSW1sfaAawqwQtca9Atsboc889Z8uWLdtYlZ6Vww8/3AYPHuybJOO6rp7Zp59+2mvrokWLUtp66KGH2umnn+4tpRyU/PCvf/3Le1a04kLCV23TLPB//vOfG5dt1rOmJfXDmGh89e7d20u8iDrzM/meo/SD2qwVGLR6Q/L9Ktiid4aCZYn7U+BV7yiNjyhBT40FJUppZYIwY1FJEzq+pH8iWPrEE0+Y2pcosmratKlnpwScKEvB61nRrFmtRBE1eKfraqlsBaX22GOPSNdV27M5xl3vDCVH6DNm0003dT0eWf+92qYVHfQcyDjMGEjXCH2OKYGtefPmWX3fJl9LY1Wfi3rvKGkh3XtM7wiNN60AVLNmzax4aRuV22+/3ftsDfPuLHnR5CQ0Jbi5ns9sjr2sACRVovvXWFFyWLrnvHv37tauXbvAbWmC2pSoX58B+pxMjMfEeyTT+n/77TdvfOtz9+WXX47Eovew3sG6dsmVnyJV9L8HR0lI0Ge+EmqSk071rtU7UX/nKaCvkvgbUYmkegb8iutd5PobMeh+f/zxR69NSpqJ8vfb/vvv7634cvbZZzufjUy8OQcBBBBAAAEEEECgMAVIACjMfqPVCCCAAAIIIIBAuQisX7/eVq1a5QUVFfDQfyd/waxGKYimL3sVSNYXrgok7L777hl9ma0vWhUcffbZZ71AXXLAQl/QaiuBk08+OVRSQbmAcdGcC2hZa41HBTm1J7u2fUgEmBIJDUr40B7aGovbb7997DZpL2LN/NU2GbpeIoCvAILGvAL42itdM1XDrjAQu1HlXIG2HZDHzJkzPY9EUEXvAyWRKGin57VGjRpZa6mCJbqmAl3J/aBrapl/Bcs1m7Zq1apZu2Vd3EAAACAASURBVKZfRUq60LLSCpBpRYT33ntvo4Heh/Xr1/eCSq1atfI8/BKIctVQtU+rFSipSe9u9ZFWcEhe1lvtUltlp2QpjWVXoDVX7S3UepWc8u6779qSJUu8zyuNiZLOifdEtWrVPGsllunzMhvvpnx3098QCmzqna1/SgxIDoKn+xsiF0lo+e6Uz+1TUpFWF9HfZPqnd13y567arnedEgf1mat/ClBXrlw5q7elduhZUxJg8t+HiWRNfeYr+K9ERlfSaVYbloXK9LfvBx984CXg6TnR52lyoqCeCX3OyVarM+27775l/pmShdukCgQQQAABBBBAAIEcC5AAkGNgqkcAAQQQQAABBBBAAAEEEEAAAQQQQAABBBBAAAEEEEAAAQQQQKAsBEgAKAtlroEAAggggAACCCCAAAIIIIAAAggggAACCCCAAAIIIIAAAggggECOBUgAyDEw1SOAAAIIIIAAAggggAACCCCAAAIIIIAAAggggAACCCCAAAIIIFAWAiQAlIUy10AAAQQQQAABBBBAAAEEEEAAAQQQQAABBBBAAAEEEEAAAQQQQCDHAiQA5BiY6hFAAAEEEEAAAQQQQAABBBBAAAEEEEAAAQQQQAABBBBAAAEEECgLARIAykKZayCAAAIIIIAAAggggAACCCCAAAIIIIAAAggggAACCCCAAAIIIJBjARIAcgxM9QgggAACCCCAAAIIIIAAAggggAACCCCAAAIIIIAAAggggAACCJSFAAkAZaHMNRBAAAEEEEAAAQQQQAABBBBAAAEEEEAAAQQQQAABBBBAAAEEEMixAAkAOQamegQQQAABBBBAAAEEEEAAAQQQQAABBBBAAAEEEEAAAQQQQAABBMpCgASAslDmGggggAACCCCAAAIIIIAAAggggAACCCCAAAIIIIAAAggggAACCORYgASAHANTPQIIIIAAAggggAACCCCAAAIIIIAAAggggAACCCCAAAIIIIAAAmUhQAJAWShzDQQQQAABBBBAAAEEEEAAAQQQQAABBBBAAAEEEEAAAQQQQAABBHIsQAJAjoGpHgEEEEAAAQQQQAABBBBAAAEEEEAAAQQQQAABBBBAAAEEEEAAgbIQIAGgLJS5BgIIIIAAAggggAACCCCAAAIIIIAAAggggAACCCCAAAIIIIBAxgJ//fGn/XvJ/4t8/t7NDoh8TiGfQAJAIfcebUcAAQQQQAABBBBAAAEEEEAAAQQQQAABBBBAAAEEEEAAAQQqgIASAC6t3TrSnba5+lw76rwOkc4p9INJACj0HqT9CCCAAAIIIIAAAggggAACCCCAAAIIIIAAAggggAACCCCAQJELkAAQroNJAAjnxFEIIIAAAggggAACCCCAAAIIIIAAAggggAACCCCAAAIIIIAAAuUkQAJAOHgSAMI5cRQCCCCAAAIIIIAAAggggAACCCCAAAIIIIAAAggggAACCCCAQDkJkAAQDp4EgHBOHIUAAggggAACCCCAAAIIIIAAAggggAACCCCAAAIIIIAAAgggUE4CJACEgycBIJwTRyGAAAIIIIAAAggggAACCCCAAAIIIIAAAggggAACCCCAAAIIlJMACQDh4EkACOfEUQgggAACCCCAAAIIIIAAAggggAACCCCAAAIIIIAAAggggAAC5SSgBIAnLh/tXf27j1fbqlff9v57p33+brUO3i9tq2rsXdOOOq9DObW4fC5LAkD5uHNVBBBAAAEEEEAAAQQQQAABBBBAAAEEEEAAAQQQQAABBBBAAIEMBO7qMNj+veT/eWeeefcVdkCbIzOopThPIQGgOPuVu0IAAQQQQAABBBBAAAEEEEAAAQQQQAABBBBAAAEEEEAAAQSKUuDi3Vt596XZ/72njLCtd9yuKO8zk5siASATNc5BAAEEEEAAAQQQQAABBBBAAAEEEEAAAQQQQAABBBBAAAEEEChzgTenL7BHLxjmXfews1pb+2H9yrwN+XxBEgDyuXdoGwIIIIAAAggggAACCCCAAAIIIIAAAggggAACCCCAAAIIIIDARoF7Ol1mH77ypvf/u4y53A486Sh0kgRIAGA4IIAAAggggAACCCCAAAIIIIAAAggggAACCCCAAAIIIIAAAggUhEBi+f/qe+3uLf9ftcYOBdHusmokCQBlJc11EEAAAQQQQAABBBBAAAEEEEAAAQQQQAABBBBAAAEEEEAAAQQyFlg+e6FNOO967/wmXU6wjjddmHFdxXoiCQDF2rPcFwIIIIAAAggggAACCCCAAAIIIIAAAggggAACCCCAAAIIIFBEAvd2udI+WLDUu6MzRl9qDU85uojuLju3QgJAdhypBQEEEEAAAQQQQAABBBBAAAEEEEAAAQQQQAABBBBAAAEEEEAghwKJ5f933GNX6z15hG27y445vFphVk0CQGH2G61GAAEEEEAAAQQQQAABBBBAAAEEEEAAAQQQQAABBBBAAAEEKozAO3NetQd7DPXut/HprezUkQMqzL1HuVESAKJocSwCCCCAAAIIIIAAAggggAACCCCAAAIIIIAAAggggAACCCCAQJkLPND1Gntv/mvedTvfcbE16tCizNtQCBckAaAQeok2IoAAAggggAACCCCAAAIIIIAAAggggAACCCCAAAIIIIAAAhVYILH8f7W/72K9p9xk2+1WowJr+N86CQAMCwQQQAABBBBAAAEEEEAAAQQQQAABBBBAAAEEEEAAAQQQQACBvBXQzH+tAKBySKfj7LRbBuVtW8u7YSQAlHcPcH0EEEAAAQQQQAABBBBAAAEEEEAAAQQQQAABBBBAAAEEEEAAAV+BB3sMtXfmvOr9vtNtF9nBpx6Llo8ACQAMDQQQQAABBBBAAAEEEEAAAQQQQAABBBBAAAEEEEAAAQQQQACBvBVILP+//e47ecv/71Bz57xta3k3jASA8u4Bro8AAggggAACCCCAAAIIIIAAAggggAACCCCAAAIIIIAAAgggkFbggwVL7d4uV3q/a9SxpXW+fTBSAQIkADA8EEAAAQQQQAABBBBAAAEEEEAAAQQQQAABBBBAAAEEEEAAAQTyUuDh8663t2cv9Np22s0D7ZDOx+dlO/OlUSQA5EtP0A4EEEAAAQQQQAABBBBAAAEEEEAAAQQQQAABBBBAAAEEEEAAgRSBxPL/2+1a3XpPGWHVau2CUIAACQAMDwQQQAABBBBAAAEEEEAAAQQQQAABBBBAAAEEEEAAAQQQQACBvBP48JW37J5Ol3rtOqj9MXb6qEvyro351iASAPKtR2gPAggggAACCCCAAAIIIIAAAggggAACCCCAAAIIIIAAAggggIA9esFwe3P6i55ExxEDrMkZrVBxCJAAwBBBAAEEEEAAAQQQQAABBBBAAAEEEEAAAQQQQAABBBBAAAEEEMg7gcTy/1V32sF6Txlp1ffcLe/amG8NIgEg33qE9iCAAAIIIIAAAggggAACCCCAAAIIIIAAAggggAACCCCAAAIVXOCjJf/PxnYY7Ck0PLm5nXHnZRVcJNztkwAQzomjEEAAAQQQQAABBBBAAAEEEEAAAQQQQAABBBBAAAEEEEAAAQTKSODxC0fav56Y712tw/D+duiZJ5bRlQv7MiQAFHb/0XoEEEAAAQQQQAABBBBAAAEEEEAAAQQQQAABBBBAAAEEEECg6AQuqXmCbdiwwbbcvqpdMO0Wq7F3zaK7x1zcEAkAuVClTgQQQAABBBBAAAEEEEAAAQQQQAABBBBAAAEEEEAAAQQQQACBjAQ+Wfqe3XnSQO/cA9odZWeOvTyjeiriSSQAVMRe554RQAABBBBAAAEEEEAAAQQQQAABBBBAAAEEEEAAAQQQQACBPBWYfNGt9vqkuV7r2t/Y1w47u02etjT/mkUCQP71CS1CAAEEEEAAAQQQQAABBBBAAAEEEEAAAQQQQAABBBBAAAEEKqzAZXu0sT9//8M237qK9Ztxu+20b60KaxH1xkkAiCrG8QgggAACCCCAAAIIIIAAAggggAACCCCAAAIIIIAAAggggAACORH47K0PbFTr/l7dDVofYWfdc2VOrlOslZIAUKw9y30hgAACCCCAAAIIIIAAAggggAACCCCAAAIIIIAAAggggAACBSYw9dI7bMmjz3itPvm6Ptase7sCu4PybS4JAOXrz9URQAABBBBAAAEEEEAAAQQQQAABBBBAAAEEEEAAAQQQQAABBP5X4Iq9T7Lff/3NNqv8N+v/9Cjbpe4e2EQQIAEgAhaHIoAAAggggAACCCCAAAIIIIAAAggggAACCCCAAAIIIIAAAgjkRmD1O6vstuMv8Crf/4Rmdva9V+fmQkVcKwkARdy53BoCCCCAAAIIIIAAAggggAACCCCAAAIIIIAAAggggAACCCBQKALTrrzTFj00y2vuSUN72+E9Ti6UpudNO0kAyJuuoCEIIIAAAggggAACCCCAAAIIIIAAAggggAACCCCAAAIIIIBAxRW4qm57++2nn80qVbKBz46xXevvWXExMrxzEgAyhOO0zAX+/PNPmzNnjk2aNMneeOMN++KLL2z9+vVWvXp1q1Wrlh177LHWvn17q1+/fuiLrFu3ziZPnmwzZsyw5cuX29dff20bNmywnXbayerWrWtt27a1Tp062fbbbx+6znQH9u/f30aPHp3yqwMOOMDefPPNyPV+9tlnNmvWLHvmmWfso48+8tr83Xff2apVq6x27dqR6+MEBBBAAAEEEEAAAQQQQAABBBBAAAEEEEAAAQQQQAABBApV4Kv3P7FbWpznNb/+8YdZt/uHFOqtlGu7SQAoV/6Kd/GlS5dar1697F//+lfgzVeqVMm6du1qN998s1WrVi3w2OnTp1vfvn3t888/Dzxuxx139OpTvZkUBez//ve/lzo1agLAv//9b7viiiu8hAUlKZQsSgYgASCTHuIcBBBAAAEEEEAAAQQQQAABBBBAAAEEEEAAAQQQQACBQhWYPuRuW3j/U17z2w7pZUee275Qb6Vc200CQLnyV6yLP//883biiSfab7/9FvrGDzzwQHvhhRdsu+22S3vOlClTrHPnzvbXX3+FrvOuu+6y3r17hz4+caBWJZg2bVqp86IkAIwdO9YGDhzorXjgV0gAiNw1nIAAAggggAACCCCAAAIIIIAAAggggAACCCCAAAIIIFDgAkP+car9/D9rvbsY8Mydttv+exf4HZVP80kAKB/3CndVzXpXoPynn34qde9alr9q1aq2evVq+/3330v9vkOHDjZ16tRSP//000+tTp069uuvv5b6nZb+33TTTb06Sxb9XEv2/+Mf/wjdD1qmX8kL6UrYBIBLLrnERo4cGXjNKlWq2IoVK9KuNBC6sRyIAAIIIIAAAggggAACCCCAAAIIIIAAAggggAACCCCAQAEJrFn1uY04qqfX4v2ObWLdxw8toNbnV1NJAMiv/ija1vTo0cMeeOCBlPvbZZdd7P7777dWrVqZlvz/8ccf7YYbbrARI0aUcli1apXtueeeKT+/6qqrvOOTS40aNbxkgSOOOML78RtvvGEdO3a0Tz75JOU4rQCglQDCFCUY1K9f35TEkK6ESQDQtfr06VPq9N122837+XHHHWf77befbbnllmGaxDEIIIAAAggggAACCCCAAAIIIIAAAggggAACCCCAAAIIFI3ArOvutQX3POHdT5urz7WjzutQNPdW1jdCAkBZi1fQ61WvXt2+/fbblLtfuHChNWvWrJRIy5Ytbf78+Sk/V6LAOeeck/Kz5s2b24IFC1J+Nn78eOvWrVvKz2bPnm1t2rRJ+Zlm/y9fvjxUb1xzzTV23XXX+R7rSgDQdRo3blxqpYLBgwd7CQyVK1cO1Q4OQgABBBBAAAEEEEAAAQQQQAABBBBAAAEEEEAAAQQQQKAYBYYe2Nl++vZ/vFvrP3uU1Txg32K8zTK5JxIAyoS5Yl/kf/7nf0zL/CcXzXz//PPP08LcfPPNdvHFF6f87tprr7Wrr7465Wf16tXzlstPLh9++KHttddeKT/TDH4trZ9clJDwzTffODtm5cqVtv/++9tvv/3me6wrAaBdu3Y2c+bMlPOHDx9ul156qfP6HIAAAggggAACCCCAAAIIIIAAAggggAACCCCAAAIIIIBAMQt898mXNrxZd+8W6x7T2HpMuLaYbzfn90YCQM6JuUBUAQXHL7/88pTTbrvtNhswYEDKzw4++GBbunRpys8++OAD22effVJ+9vPPP9tWW22V8rPatWvbRx995Gza8ccfb3Pnzt14nFYDUDJCcglKAHjnnXe8BIINGzZsPOXoo4+2559/3nltDkAAAQQQQAABBBBAAAEEEEAAAQQQQAABBBBAAAEEEECg2AWeHvaAvTBmsnebra/sYc3PP7XYbzmn90cCQE55qTwTgSOPPNJefvnllFOXLVtmBx54YMrP+vbta2PGjEn52dixY+38889P+dm0adOsffv2KT/r1KmTTZw4MbB5kydPNh2XKA0bNrSnnnrKatWqlXJeUAKAZvmPGDEi5Xhtb7D55pvbuHHj7KWXXrKvvvrKttxyS9t7772tY8eOXvu33nrrTOg4BwEEEEAAAQQQQAABBBBAAAEEEEAAAQQQQAABBBBAAIGCEriuURf78evvvDb3m3m7/b1h3YJqf741lgSAfOuRCtyedevW2ZVXXml33HFHikLbtm1txowZpWTeffddU/D9jz/+2Pg7bTUwadIkO/bYY72fvf76617wP3m7gUqVKtnChQutadOmvtpr1641bTHwxRdfbDxGSQlaOaBmzZop5wUlABxyyCH2xhtvbDxeWxGcdtpp9tBDD/leWwkGSlpQwgEFAQQQQAABBBBAAAEEEEAAAQQQQAABBBBAAAEEEEAAgWIV+OGLb+zGJmd7t1en+cHW85Hri/VWy+y+SAAoM2ouVFJAS/q/+eab3o8VcH/vvffsl19+STlMy+drufwdd9wxLeADDzxgPXv2TFliXwfWqFHDNttsM1u9enWp82666Sa75JJLAjtk0KBBpm0HEuX000+3xx57zEskCJsA8NNPP9l2221nf/75Z+TOr1atmpc4oIQDCgIIIIAAAggggAACCCCAAAIIIIAAAggggAACCCCAAALFKPDsiIds/qjHvVs74bLudkzf/1uduxjvtyzuiQSAslDmGmkFNBM/qPTo0cNuvfVWq1q1auBxU6ZMsd69e9v3338feNzf/vY3u/POO61Xr16Bxy1fvtwOOuigjSsLaHn+999/33bfffdICQAffPCB1alTx/da2267rZcgoKSCdEkCJ554os2ePZvRgwACCCCAAAIIIIAAAggggAACCCCAAAIIIIAAAggggEBRCmj2v1YBUOn71K1W6+D9ivI+y/KmSAAoS22ulSLgSgDo06ePXXvttabZ8EFFM/O1CkDJ1QNKnqPr3Xfffda9e3fzu/aGDRvsiCOOsFdeeWXj6dddd51dddVV3v+PsgLAokWLrFmzZqWavscee9i4ceOsZcuW3u+++uor071q2f+SRasi1K3LPic8OggggAACCCCAAAIIIIAAAggggAACCCCAAAIIIIAAAsUl8OPX39l1jbp4N7XvkQfZuY/dWFw3WE53QwJAOcFzWbPmzZvbggULAil22mknmzt3rjVo0CDtcVrKf+TIkZE4zz//fBs7dmzac7SlgFYeSBQtwa8g/BZbbOH9KEoCwNNPP22tW7cudZ1PP/201DYCf/zxh9WvX9+0akBySU4+iHSTHIwAAggggAACCCCAAAIIIIAAAggggAACCCCAAAIIIIBAHgs8d+sjNvfWR7wWtrqkq7Xof3oet7ZwmkYCQOH0VVG3dO3ataal90ePHm0TJ05MuddddtnFVqxYUWorgEceecTOOuuslGNr1qxpt912mze7fpNNNrEXX3zRBg4caKtWrUo5bsSIEXbxxRen/ExbCGjJ/m+//Xbjz5944glr3779xv8fJQFg1qxZ1rZt21L9plUG0hWtTnDuueem/KpNmzY2c+bMou57bg4BBBBAAAEEEEAAAQQQQAABBBBAAAEEEEAAAQQQQKDiCQxv1t2+++RL78b7PHmL7dG4fsVDyMEdkwCQA1SqjCegJfoffPDBlEpuvPFGu/zyyzf+7K+//rJatWp5M/ITZfPNN7e3337b9t1335RzP/vsM292vZIMEmWbbbax1atX29Zbb73xZ7169bJ777134/8/5phjbP78+Sl1RUkAmDNnjrVq1Srl/EMOOcRee+21tEBvvfWWHXjggSm/0/9ftmxZPFDORgABBBBAAAEEEEAAAQQQQAABBBBAAAEEEEAAAQQQQCCPBH767j829IBOXov2PvxAO2/i8DxqXWE3hQSAwu6/omy9gvgHHHBAyr01bdrUXnnllY0/W7JkiR166KEpxwTNlu/atatNmDAh5fgZM2ZsnKGv+g477DBLnp2v7Qe22267lHOUALBu3bpS7lo5QKVdu3am1QVUXn/9dWvcuHHKsR06dLCpU6em7bc1a9ZYjRo1Un63zz77lNoWoCg7nZtCAAEEEEAAAQQQQAABBBBAAAEEEEAAAQQQQAABBBCoMALzR020Z0f8d0Lw8YPPspYDulSYe8/1jZIAkGth6o8s8NNPP5lm6CeX3Xff3TSTP1G0TcDpp6fuA9KvXz8bNWpU2usNHTrU/vnPf6b8TlsFDBgwwPvZtddea0OGDInc1pIndOnSxbQ1gcpXX31l2r4guSjJYNGiRWmvk24FgCZNmtjixYtjt4sKEEAAAQQQQAABBBBAAAEEEEAAAQQQQAABBBBAAAEEEMgXgRFH9bQ1q/670vf5U0fanofuny9NK/h2kABQ8F2Y/zfw0EMPWbdu3VIa2qdPHxszZkzaxn/yySdWu3btlN9phv2KFSs2/uzRRx+1M888M+WYTp06mRID0pW+ffuWut4dd9xh/fv39w5XW3RM3JKcAKC6NIP/ww8/3FjtFltsYd98802pBAcdcN9999m5556b0oSzzjqr1MoFcdvI+QgggAACCCCAAAIIIIAAAggggAACCCCAAAIIIIAAAgiUl8Av//nJrqnf0bv8Xoc1sN5T/ru6NiU7AiQAZMeRWgIEFixYYM2bN085QjPjFdCvWrVqqTM1U18z9pNLyeX9NYu+WbNmKceorlWrVtmOO+6Y8vOff/7ZlECg5fuTS/IWAJMnTzYlEMQtJRMALr300o1bAiTqvummm+ySSy5JudTvv/9u9evXt5UrV6b8/OGHHy6V6BC3jZyPAAIIIIAAAggggAACCCCAAAIIIIAAAggggAACCCCAQHkJvDh2is2+8X7v8scOOtOOG5Q66be82lUs1yUBoFh6Mo/v448//rDddtvNm/meXBo3bmxjx461Ro0aeT/W0v933XWXXX755fbnn3+mHDthwgTTbPhEWb9+ve2666723XffpRynJfMfeOAB22+//byfazWB3r1727PPPptynGbia4n+bbfdNpKckghq1qyZcs4BBxxgb775Ztp6Vq9ebXvssYepvYnyt7/9zUaPHm3nnHOO6b/VDrVx+vTpKXXsvPPO9u9//9uqVKkSqY0cjAACCCCAAAIIIIAAAggggAACCCCAAAIIIIAAAggggEC+Ctx8zHn29QefeM07b/JNtnfTA/K1qQXZroJPAJgyZYoXPP3+++8jdYD2mH/88cetdevWzvM2bNjgBZKfeuope+GFF0x7tev/qzRs2NAUAO7YsaMdccQRaWe0B11AQfGZM2favHnzbNmyZfb+++97h2vGuupu27attWzZ0mrUqOFsZ/IBCrovWbLEZs+ebQsXLvQC1GvXrvWWnj/wwAPtqKOOsnbt2nnX2GyzzSLVncnBd955p/Xr1y/tqZqxv9VWW9mXX36ZEihPHKz2vv7666XaOXLkyFIz6RPnKHiu+/riiy9M/VeyXHTRRXbzzTdHvpWoCQC6gK5z8cUXl7rWlltuadWqVTMlCZRMeNDB48ePL7V1QuQGcwICCCCAAAIIIIAAAggggAACCCCAAAIIIIAAAggggAACeSLw27pf7Ko6p3itqX3IftbniZut0iab5EnriqMZBZ0A8Msvv9jAgQPtnnvuyag3brzxRm+2eVBRYsGIESO8meoKoAcVBe2vv/56a9++vW3iGKhq+9133+0d70pe2GGHHezaa6+1nj172uabb+68VwX7r776aps1a5bzWC2tr0B63bp1ncfGPUDtv//+/y7nEbb8/e9/t+eff9722muvUqcosN+tWzfT6gBRyoknnuglc2j2fdSSSQKA2tm9e3d76KGHQl9OyRKjRo0KfTwHIoAAAggggAACCCCAAAIIIIAAAggggAACCCCAAAIIIJDvAi+Ne9JmXjvOa2bLC8+w4y8+O9+bXHDtIwEgIAHg66+/tvPOO6/U0uxBvawZ9kos0KoEfjPr161b581cV1JBlHLFFVeY/mm2vF9ZsGCBde3adeMKBWHq1woGWnr/sMMOC3N4rGPGjBnjJSf88MMPznpOPfVULwiu2fx+RTPnb7rpJs9crkFFAf8BAwbY0KFDM15WP5MEALVJSQDDhw/3Ej5+/vln32aqb5XsMWjQIKcPByCAAAIIIIAAAggggAACCCCAAAIIIIAAAggggAACCCBQSAK3HdfHVr/7b6/JvSYOs30Ob1hIzS+ItlbYBAAF6qdNm2YtWrRI21EKJmt1gXvvvTdyR6ruqVOn2nHHHVfqXC3Nr0CwguCZlHHjxnkrAVSqVKnU6e+9956dfvrp3hYFUcvRRx9tDz/8sO22225RT418/I8//miTJk2yp59+2tv2QNsgKJCvlQ60isLhhx9uZ511lvffYYu2D5C56vzggw9MyRt//fWXt3XCnnvuaa1atTIlFOyxxx5hq0x7XKYJAInKdP6DDz7otXPVqlVeIsT222/vrXBwwgkn2LnnnhuY8BCr8ZyMAAIIYc8b7wAAIABJREFUIIAAAggggAACCCCAAAIIIIAAAggggAACCCCAQDkJ/PHbert8r3be1WsesK9dMP1W27QMtiovp9stt8sWXQKAZuzfdtttGc/wTvTEo48+ameeeWZKxyiwf80111iPHj28oK2SBJREcNVVV5Waca9gs7Ym0HHJ5aWXXrLOnTt7+90nl8GDB3uz03fddVf7/fffvWXvL7vsslLB/GbNmtkjjzxitWvXTjnfbzsEze5XwsExxxzjLXmv/eZvv/12b1/6kkU/79+/f9rkgnIboVwYAQQQQAABBBBAAAEEEEAAAQQQQAABBBBAAAEEEEAAAQQKXmDhA9Nt+jV3effRol9na3Vpt4K/p3y8ARIA0vSKgvNnn322zZs3L+W3CqRfdNFFKUv7a2n3++67z3r16pVybLoVBpQw0LdvX28GeHLp06ePjRgxotTS/nPnzrWOHTva2rVrU47X9ZSEkFzmz59vp5xySsqxtWrV8vadP+qoo1KO1Qx87TE/YcKElJ+3bNnS+9kuu+ySj2OVNiGAAAIIIIAAAggggAACCCCAAAIIIIAAAggggAACCCCAQIEK3HFiP/v87ZVe68999Abb96hGBXon+d1sEgDS9M9zzz1Xavn+Jk2a2OOPP552CXnNqu/SpYu9+OKLKbVdd911duWVV26cUf/22297Af2VK/87sFUUbH/qqaescePGpVqiwP8FF1zgLc2fXEqucqDl87WlwLBhw1KO02x+JRZsvvnmpepOd49KWnjmmWdMqwxQEEAAAQQQQAABBBBAAAEEEEAAAQQQQAABBBBAAAEEEEAAgWwI/PXnn3ZprdZeVbvst6f1n3mHbbb537JRNXWUECABoASIZvTfcMMNXkA9uQRtLbB+/XpvuX5tPZBcFOzXbP1tt93W+3G6bQW0N70C/DvuuGPawak6Bw0alPK7pk2b2mOPPWaa4a/y7bff2llnnWXPPvtsynHaKkCJCenKJ598YmeccYYtWrQo5de33nqrDRw4sMI8KEqe0PYJSpLQFgkUBBBAAAEEEEAAAQQQQAABBBBAAAEEEEAAAQQQQAABBBDIrsCrE2bZk1fc6VV69AWn2YmXn5PdC1DbRgESAEoMhv/85z/Ws2dPmzp1aspvXIFxV6DeL0lAwXZtLVC5cuW0w3LGjBl20kknpfxOqwbMnDnTGjX677IYS5cutbZt25q2LkiUkseUrNzvPl3tKbZnRwkA2hJh6623JgGg2DqX+0EAAQQQQAABBBBAAAEEEEAAAQQQQAABBBBAAAEEEMgLgdHtBtin/1rhtaXHw9db3aMPzot2FWMjSAAo0at+M+ODZtOrikmTJlnnzp1Tattnn328RIIGDRqYX8D92muvLbXaQHIlixcv9rYj0HYAyWXu3Ll27LHHej9KlyRwwAEHeG2qU6dO2nH766+/2kUXXWRjx45N+b1WEhgzZoxpO4CKUEgAqAi9zD0igAACCCCAAAIIIIAAAggggAACCCCAAAIIIIAAAgiUp8DFu7fyLl9j75o24Jk77W9VSm9hXp7tK6ZrkwBQojdXrFhhp512mi1fvjzlNwsXLrRmzZr59v0rr7xihx9+eKnfJ85bs2aNt+T+vHnzUo5xJRa8//771qlTJ3vrrbd8z5swYYJ17do15ffHH3+8t+VAtWrVfNt83XXX2TXXXBP5vGJ6AEgAKKbe5F4QQAABBBBAAAEEEEAAAQQQQAABBBBAAAEEEEAAAQTyTWDJY8/a1Etu95rV/PyO1vrKnvnWxKJqT9ElAGjpe5Xk5fBr1apl9evXt6OOOspbKl+z4jfZZJO0HekK5Pv1vuu8MIH8dHWHOS/TQH6m5xXTE0ACQDH1JveCAAIIIIAAAggggAACCCCAAAIIIIAAAggggAACCCCQbwJjT7nIPnr9Ha9Z5zx0rdVr0TjfmlhU7Sm6BIAwvdOmTRsbOnSoNWzY0CpVqpRyiiuQ71f/0qVLveSC5MQDHZuY4R8mkJ+ubr8tCZK3Dsg0kH/bbbfZoEGDUi7r2jogjG8hHUMCQCH1Fm1FAAEEEEAAAQQQQAABBBBAAAEEEEAAAQQQQAABBBAoNIHE8v/Vau1iA+eOtc23qlJot1BQ7a2QCQDqIa0KcNddd1mrVq1SkgAyTQBwBfhdv/cbNd9995116dLF5syZk3JINhIAtEXAmWeemVIvCQAF9fzSWAQQQAABBBBAAAEEEEAAAQQQQAABBBBAAAEEEEAAAQTyVuCNyc/ZpEG3eO07slcHa3vNuXnb1mJpWEEnAGj2tmbyawZ8JkXB7scff9zq1au38XQSAA6wSZMmedskVITCCgAVoZe5RwQQQAABBBBAAAEEEEAAAQQQQAABBBBAAAEEEEAAgfIQuPvUS2zVq297l+4+/p+237GHlkczKtQ1CzoBQD21fv16W7t2rddpW265pVWp8n9LRvz000/27rvv2pgxY2zChAlpO/bqq6+2IUOG2Kabbur9PtMEgBUrVthpp51my5cvT7nO9OnTrV27dpbpCgBr1qyxM844w+bNm5dS76233moDBw70fpbpFgAy6dq1a0q9TZs2tccee8xbIaEiFBIAKkIvc48IIIAAAggggAACCCCAAAIIIIAAAggggAACCCCAAALlIZBY/n/bXXa0wc/fY1tss1V5NKNCXbPgEwDC9NYff/xh48ePt169epU6vHnz5qal8HfddVfvd5kmALjOyzQBIMx5mSYAZHpeGPNCOYYEgELpKdqJAAIIIIAAAggggAACCCCAAAIIIIAAAggggAACCCBQSAL/evJ5e7z/CK/JR/Q8xdr987xCan7BtrVCJACod3744Qfr0aOHTZs2LaWz9tlnH5s6dao1aNDA+/nixYvtuOOO27iqQOLghQsXWrNmzXw7Ol0CwC677GIzZ860Ro0a2YcffmidO3e2pUuXptTxyCOPWJcuXXzr9UsASKwsoBOHDRtmV1xxRUodxx9/vJfYUK1aNd+60yUAdOzY0e677z7bdtttC3ZQR2k4CQBRtDgWAQQQQACB/8/eXYBJWXUBHD90dwrSIA2iNCICokiHSEg3CEgI0iUNUgJKdyMipTQo3YIKiMTS3Z3fc+5+u847O7s72zOz//s8Puo7973xe4fdYe655yKAAAIIIIAAAggggAACCCCAAAIIIIAAAgg4JzClbg85+fshU7nRtL6Sp3xx526kVogEIk0AwOvXr2XAgAHmH/tiu7jvzI57R+IrV66UqlWrWl7Shf9FixZJ1qxZ5ebNm2ahf926dZY6AwcOFD2GwL+iAQOVK1eWy5cv+1ZJkCCBrF+/XooW9T4jQxf669evb2kif/78snjxYsmePbvDpvXohO7du8uYMWMsr7dt21a+/fZbiR07dojeWO5yMwEA7vKkGCcCCCCAAAIIIIAAAggggAACCCCAAAIIIIAAAggggIA7Cfik/4+fPLF02zpV4iRO4E7Dd9uxRpoAAH1Cjna863XbAIDr169LvXr1ZOPGjZaHOnr0aOnUqZO/D3ry5MnSunVry+sVK1aUuXPnSpIkSeTRo0fy5Zdfmt31tkXbHDZsmMSMGdNh2xs2bDAZCWyLbWCBXv/tt9+kVKlSljq22QccNXz//n354osvzPhsy5AhQ6RHjx5u+4YO6sAJAAiqGPURQAABBBBAAAEEEEAAAQQQQAABBBBAAAEEEEAAAQQQCFjg8MptMr/tUFPpvaZVperANpCFk0CkCQDQhV7daa/p8m2L/U55/xbqA9oZ799uel1I16CDaNGiiX8ZCGyDBBw9c92h37lzZ8tLDRo0kIkTJ4pmAtBy/Phx+eyzz+To0aOWepp9oHbt2g7fSl5eXibQYefOnZbXNbNAuXLlwuntF/HdEAAQ8c+AESCAAAIIIIAAAggggAACCCCAAAIIIIAAAggggAACCHiWwLQGveXElv1mUg2n9Ja8Fd7zrAm68GwiTQCAptBv2LChn539js68d7ToXrx4cVmwYIFkyJDBz+M8c+aM1K1bV/bs2WN57eeff5YqVar4XnN0TEBAO/Vv374tzZo1k59++snSrn02grt370rz5s1l2bJllnoBZRdYvny51KxZ01I/oDm68Hs4REMjACBEfNyMAAIIIIAAAggggAACCCCAAAIIIIAAAggggAACCCCAgB8Bn/T/cRLGl6+3z5B4SROiFE4CbhsAoLvu+/XrJ3HjxjU75OPFi+cv2dOnT0UXzXv27Omnjp53rwvlUaJE8X1t7969Uq1aNdGgAdsyZcoUs9BuW1d39o8fP146duxoqfvhhx/KnDlzRBf4fYp/gQI6rgEDBkj06NEtbWgAge7213T9PiVnzpyydOlSyZ07t+81HYMGLXTp0sVyv9bVLAD58uWzXNfAglatWpl2bItmSFBTzVgQWQoBAJHlSTNPBBBAAAEEEEAAAQQQQAABBBBAAAEEEEAAAQQQQACB8BA4una7zGk5yHRVvHFlqT7oi/Dolj7+L+C2AQC6iK2L42vWrDG78nWnvO7CT58+vcSMGdNM78GDB3L48GGZNGmSLFy40M9DL1GihMybN08yZsxoee3hw4fSrl07mTVrluW69jNo0CCpXr26CTjQMUyfPl0GDhxoWaTXm8aOHSsdOnSwBAvoYrMu9OuxALZFU/n37dvXzCFJkiSi/euu/969e4um6rctusg/ePBgiRUrluX6X3/9JbVq1ZJjx45Zrn/00UdmzAUKFJCoUaPKqVOnzCK/vYfOTTMIFCxYMFL94SAAIFI9biaLAAIIIIAAAggggAACCCCAAAIIIIAAAggggAACCCAQxgIzG/eTvzd6Z05v8EMvyVepZBj3SPO2Am4bAOBf2ntnH68ueM+ePVtKlSrl8JYdO3bI559/7mcB3pn2NUBg8uTJkiJFCj/VT548aQIX7I8LcKbdIkWKyNy5cyVbtmx+qutCtmY56NatmzNN+akzYsQIk0nBk3f/b5++ws+8X716LU+ePpFYMWM6nPt7zaoFy5ObEEAAAQQQQAABBBBAAAEEEEAAAQQQQAABBBBAAAEEEIiMAj7p/2PEiSU9d82W+MkTR0aGCJuz2wYA6IK37oTX3exBLdmzZzc79D/++GPLDn3bdjStvu6Sb926tZ/d/QH1pzvuJ0yY4HCR3ue+bdu2SaNGjYIUXJA/f375/vvvpVixYv52r5kDNABAMx4EpegRBPpPQMcoBKU9V607p8U3cvSXHU4PL32BHNJ+1Vin61MRAQQQQAABBBBAAAEEEEAAAQQQQAABBBBAAAEEEEAAgcgs8Nf63TKraX9DUKxBRakxtH1k5oiQubttAIBqPX36VFavXi3Dhw+Xffv2BQqoqfZ14V3T6Nun/Xd0swYBrF+/Xrp27SpHjx4NsH1tu3HjxtKnTx+HO//tbz548KBZrN+0aVOg4/7ss89k6NChkjlz5kDrPn782AQ3jBo1Sm7duhVgfc2CoEcS1KlTx8+RAoF25IYVCABww4fGkBFAAAEEEEAAAQQQQAABBBBAAAEEEEAAAQQQQAABBNxGYHbzgfLnrzvNeD+f1EPeruI4G7vbTMgNB+rWAQA+3i9evDAp9desWSPbt2+Xw4cP++7aL1q0qOTIkcPs9i9TpoykTJkyyI9JF9V///13kxHgjz/+kEOHDpk2kiZNKoUKFTLt6iK9LqhHiRLF6fZ9xr1kyRLZu3ev7N6929yrwQRvv/22OZ6gdu3akitXLokaNarT7WrFa9euyYoVK4yJjtnLy8vcr9kPChQoIFWrVpUKFSpIwoQJg9SuO1cmAMCdnx5jRwABBBBAAAEEEEAAAQQQQAABBBBAAAEEEEAAAQQQcHWBrzNUkFcvX0nUaNGk1765kjBlUlcfsseNzyMCADzuqTChMBEgACBMWGkUAQQQQAABBBBAAAEEEEAAAQQQQAABBBBAAAEEEEAAATm+eZ9Mb9jHSBT9vILUHN4BlQgQIAAgAtDpMmIECACIGHd6RQABBBBAAAEEEEAAAQQQQAABBBBAAAEEEEAAAQQQ8HyBua0Hy5HVv5uJ1vvuaylQvbTnT9oFZ0gAgAs+FIYUNgIEAISNK60igAACCCCAAAIIIIAAAggggAACCCCAAAIIIIAAAggg0CNLZXnx9LmB6L1/niRKnRyUCBAgACAC0OkyYgQIAIgYd3pFAAEEEEAAAQQQQAABBBBAAAEEEEAAAQQQQAABBBDwbIF/fjsoU+v1NJMsXOdjqTWqk2dP2IVnRwCACz8chha6AgQAhK4nrSGAAAIIIIAAAggggAACCCCAAAIIIIAAAggggAACCCCgAgvaDZNDK7YajDrjusq7NcsCE0ECBABEEDzdhr8AAQDhb06PCCCAAAIIIIAAAggggAACCCCAAAIIIIAAAggggAACni/Q661q8uzREzPRXnvmSOK0KT1/0i46QwIAXPTBMKzQFyAAIPRNaREBBBBAAAEEEEAAAQQQQAABBBBAAAEEEEAAAQQQQCByC5za+Yf88NnXBuGdmmWl7riukRskgmdPAEAEPwC6Dz8BAgDCz5qeEEAAAQQQQAABBBBAAAEEEEAAAQQQQAABBBBAAAEEIofAoi9HyoEfN5nJ1h7TRQrWKhc5Ju6isyQAwEUfDMMKfQECAELflBYRQAABBBBAAAEEEEAAAQQQQAABBBBAAAEEEEAAAQQit0DfXDXl8b2HBqHHrtmSNF2qyA0SwbMnACCCHwDdh5/A8yfPAuxs84TFsnHsfFMnU6Hc0mLhUIkRO2b4DZCeEEAAAQQQQAABBBBAAAEEEEAAAQQQQAABBBBAAAEEEHAjgTN7/5RJNb4yI85f+X2p/31PNxq9Zw6VAADPfK7MKhgCzx49kdHl2shNr8vm7hpD2kmxhpWC0RK3IIAAAggggAACCCCAAAIIIIAAAggggAACCCCAAAIIIOD5Aku6jJZ9i9ebiX72bScpVPtjz5+0i8+QAAAXf0AML3wFds5aJT/1nmg6TZ0jo7T9cZTESRQ/fAdBbwgggAACCCCAAAIIIIAAAggggAACCCCAAAIIIIAAAgi4gUD/fJ/Jw1v3zEi775gpyTK84Qaj9uwhEgDg2c+X2QVDYHylDnL+8D/mzvLdGknZDnWD0Qq3IIAAAggggAACCCCAAAIIIIAAAggggAACCCCAAAIIIOC5Al4Hj8mEKp3MBPOULy6NpvX13Mm60cwIAHCjh8VQw0fg8M9bZf4Xw0xniVInkzY/jiJaKXzo6QUBBBBAAAEEEEAAAQQQQAABBBBAAAEEEEAAAQQQQMBNBJZ9PU72zP/FjPbTER2lSL3ybjJyzx4mAQCe/XyZXTAFptXvLSe27jd3l2pVUyr1aRHMlrgNAQQQQAABBBBAAAEEEEAAAQQQQAABBBBAAAEEEEAAAc8TGPhOXbl/7baZ2Ne/T5fkmdJ63iTdcEYEALjhQ2PIYS9wYtsBmfZ5L9NRjNixpM2PIyVd/rfCvmN6CFWB3bt3y7x582Tx4sXyyy+/SMGCBZ1u//z587Jo0SJZuXKlnD17Vq5duyYJEyaUFClSmHYqVqwoVatWldixYzvdppeXl8ycOVPWrFlj2rx//76kTJlS8uXLJ7Vq1ZJ69epJjBgxnG7v9u3bMmvWLNPen3/+Kbdu3ZI4ceJIqlSp5K233jLjq1mzpiRNmtTpNqmIAAIIIIAAAggggAACCCCAAAIIIIAAAggggAACCAQmcOHISRlXob2plqNMIWk255vAbuH1cBIgACCcoOnG/QQWtBsuh1ZsMQMvVPsj+ezbzu43iUg44pMnT5pF//nz58upU6d8Bfbt2+dUAMCzZ89kyJAhMmzYMHn69GmAghkzZpQxY8ZItWrVAqz3+vVr0+agQYPkyZMn/tbNlSuXzJ07V955551An5wGNbRq1Uru3r0bYN1kyZLJ2LFjpX79+oG2SQUEEEAAAQQQQAABBBBAAAEEEEAAAQQQQAABBBBAwBmBn3pNkJ2zV5uqNYd1kKL1KzhzG3XCQYAAgHBApgv3FDj/xz8yvmIH38G3WDBE3no/8IVZ95yte49ad+frbn1d+NeFfkfFmQCA58+fm8X8tWvXOg0SJUoUmT59ujRp0sTfexo3biyzZ892qk3NMvDrr79KsWLF/K3fs2dPGTp0qFPt+VTSMTZt2jRI91AZAQQQQAABBBBAAAEEEEAAAQQQQAABBBBAAAEEEHAkMKhQfbl7+YZ5qevWqZIyazqgXESAAAAXeRAMwzUFVvSeJDtmrTSDy/1xMWk8vZ9rDjSSjmrTpk3y7bffyoYNG+TFixcBKjgTAPDFF1/IpEmT/LQTLVo0efPNN+XBgwdy8+ZNh6/v379f3n77bT+vaYaAzp39Zo/QVP2amv/SpUuiGQJsS9q0aeXo0aOSJEkSP+1poEPdunUdjiFNmjTmWIE7d+74eT1mzJii2RHSp08fSd8tTBsBBBBAAAEEEEAAAQQQQAABBBBAAAEEEEAAAQRCQ+DS36dlzEdtTVPZShaQlguDtmkxNMZAG/4LEADAuwOBAARuel2WMR+3lacPHptan0/qIW9XKYWZiwgEZWd9YAEAZ8+elSxZssirV68ss2vWrJnZbZ8iRQpzfdeuXSad/unTpy31GjZs6GeXvwYL6DEBGjhgW7766isZMGCAxI0b1xxT0KhRI9mxY4elTvv27WX8+PGWa7q4r+3dunXLcr1evXoyevRoSZUqlQkmWL58uclIoPVtS69evcwxBBQEEEAAAQQQQAABBBBAAAEEEEAAAQQQQAABBBBAILgCP/f9XrbP+NncXmNIOynWsFJwm+K+MBAgACAMUGnSswTWj5orG8bON5PKXDSvtFk20rMm6MazcRQAoGfea7HfqR9YAMCECRNEF91tS7ly5WT9+vV+hLZv3y4lS5a0XE+XLp2cO3fOcm348OHSvXt3y7Xy5cvLL7/8Yrl29+5dyZEjh1y5csX3evz48eXChQuSKFEi32szZswQDUiwLUWKFDFBCXoUgW3R4IEvv/zScq1EiRKiY6cggAACCCCAAAIIIIAAAggggAACCCCAAAIIIIAAAsEVGFqskdw6f9Xc/tXmyZLqrQzBbYr7wkCAAIAwQKVJzxJ48fSZjCjVXG5fuGYmRiST6zxfnwAATZlfrVo1qVGjhpQqVUoqVqwo69atsww0sACAjh07yrhx4yz3TJ06VZo3b+5wwrpA//DhQ9/X9JgA+2MIypQpI1u2bLHcr8cVfPjhh37a1N35Q4YMsVxftmyZ1KxZ0/eaZhmYO3eupY7+v2YksC8XL140xxbYFk3/7+Xl5ToPkJEggAACCCCAAAIIIIAAAggggAACCCCAAAIIIICAWwlc/cdLRpVpZcacuUheafMjG2dd7QESAOBqT4TxuKTA79NXyMp+P5ixpc6RUdqvHCsx48Z2ybFGpkGtXr1akidPLroL3nYHvO6yD2oAQFDcNM2+pu9/8uSJ7226U//OnTuWZlKmTCnXr1+3XHv8+LHEju33vfPrr7/KJ598YqmrO/jHjh3re02DG3777TdLncOHD0v+/Pn9DP/Zs2cSK1Ysy3UNlNCsAhQEEEAAAQQQQAABBBBAAAEEEEAAAQQQQAABBBBAIDgCqwZOkd+mLDe3VhvUVko0rhKcZrgnDAUIAAhDXJr2LIGx5b+Qi3+eMpMq/3VjKdu+jmdN0INmE9YBAJs2bfKzi79q1aqyYsUKi6JmBXj16pXvNT2e4MaNGw6ljx49Kvny5bO8VqVKFfn5Z+8zdIJa/vrrL8mTJ4/lttKlS8vmzZuD2hT1EUAAAQQQQAABBBBAAAEEEEAAAQQQQAABBBBAAAEjMLxkU7lx5pL57y4bfzAbZymuJUAAgGs9D0bjwgIHftwki770TmOSKHVyafvTt5I0XSoXHnHkHVpYBgDs2rVLateuLefPn/cF1oX+nTt3SuHChS3oceLEsWQJiB49uvl/rW9f/v33X8mWLZvl8nvvvSe///57sB5kly5dZPTo0ZZ7R44cKV999VWw2uMmBBBAAAEEEEAAAQQQQAABBBBAAAEEEEAAAQQQiNwC109fkBHvex+dnP6dHCZjNsX1BAgAcL1nwohcWGBKnR5ycvshM8JSrWpKpT4tXHi0kXdooRUAoOn1O3bsaCBfvHhh0ud7eXlZYPXogUmTJknr1q39gGfJkkVOnz5tua4783PlyuWn7okTJyRHjhyW6++++67s378/yA/y5MmTkjdvXnn69KnvvfHjx5czZ86YIxPsy+3bt2Xp0qUyb948SZw4saxcuTLIfdrfsHv3btPe4sWL5ZdffpGCBQs63ebDhw9lyZIlZhyaGeHq1auixy6kSpXKGFWuXNkEYSRJksTpNjVgY+rUqbJhwwbzTHTO8eLFE31GmhmhWbNmfvydbpyKCCCAAAIIIIAAAggggAACCCCAAAIIIIAAAghEAoG1Q6bLlklLzUyrDmgt7zWrFglm7X5TJADA/Z4ZI45AgWOb9sqMRn3NCGLEiSVtfxwlb+az7tqOwOHR9f8FQisAYPr06dK8uXckm6OSMWNG+f7770X7c1Tq1KljFsBtS9u2bWXixIl+qjvasV+oUCHZu3dvkJ6rLvqXKFFCDhw4YLlvyJAh0qNHD99rWm/16tVmkX7t2rXy7Nkz81rFihXN9eAUDTzQ9ubPny+nTnkfl6Fl3759TgcA6JEH7dq1M8EWARUNZBg1apQ0atQo0KHq3AcOHGgJiLC/SbMyaHYErRs1atRA26QCAggggAACCCCAAAIIIIAAAggggAACCCCAAAKRTWBk6RZy7aR3huRO6ydJmlyZIxuBW8yXAAC3eEwM0pUE5rUeIn+s/s0MqVDtj+Szbzu70vAYi4hZkF+3bp3FIiiL0D43Dhs2zLJobo/79ttvS79+/aRaNccRbrqr/rPPPrPcpscAzJ07VzQ4wKc4qqev6c70zZs3B+mZNmhAhHvFAAAgAElEQVTQwCzC2xYNJNAjCrRvzQKg89LAhLt37/ppO6gBANeuXZNFixaZPtXYUXHWXh3U5dWrV07PWQMwHGVf8GlAMziMGzfO6fYaNmwos2fPdro+FRFAAAEEEEAAAQQQQAABBBBAAAEEEEAAAQQQiAwCN89dlmHFm5ipps2TVTr+OiEyTNst50gAgFs+NgYdkQJeB47JhKqdfIfQYsEQeev9dyJySPRtJxBaAQBbt241i/CBlTZt2phd/XocgG3RYwPy5Mkjmt7fvuTOnVsyZ84sZ8+eNWnuHRUNLPjpp58C6973dd3hr4v7tiVlypTmGIF06dKZIIBatWrJpUuX/G3T2QCATZs2ybfffmtS6us8AyrOBACcO3dOsmfPLk+ePPHTlKb+1x36jsat1/WoBnW2L2vWrJFKlSr5uR47dmxznMDFixcdjl0DADQQgIIAAggggAACCCCAAAIIIIAAAggggAACCCCAAALeAr+OmCWbxi8y/12lXysp2aI6NC4qQACAiz4YhuXaAj/2+E52z11jBpmnfHFpNM37WACKawiEVgCA7Wx0kfvy5cvmPHvd9X/lyhXLZEeOHGlSyNuX3bt3myACRwvbgWl16tRJRo8eHVg18/rQoUOlZ8+elroJEyaULVu2yDvvvGMCDerWrSs6noCKswEAjRs3dnqnvDMBAL1795bBgwdbhqbBC8uWLZOSJUua6xrI8Omnn4qXl5elnmYA0EwA9kXnfejQIctlPV5AgyTixYsnjx8/ll69esmYMWMsdfRoBz3OQDMmUBBAAAEEEEAAAQQQQAABBBBAAAEEEEAAAQQQQEBk9Iet5fLxs4ai4y8TJG3erLC4qAABAC76YBiWawvcOn9FRpVuKc+feJ+bXn9SD8lfpZRrDzoSjS4sAgBs+XRHf/78+S1nyuti+9WrV0V3l9sX3S2vi+/Xr193+BQSJUpkUt9PnjzZ8rqzO9EnTZokX3zxheXeOHHimGMQdPFcU+rXrl1bli9f7pteX7MVZM2a1Sx025aQBAAkS5bMNHXz5k1Lm84EAHzwwQeybds2y30zZ84UDTSwLY529evuf/ssChosoEcf2JbChQubAAj7TA0fffSRyWRgWzZu3Chly5aNRH9qmCoCCCCAAAIIIIAAAggggAACCCCAAAIIIIAAAo4F7ly6LoMLNzAvps6eQbpssq5n4OZaAgQAuNbzYDRuJPDL8Fmy+TvvVCeZi+aVNstGutHoPXuoYR0AoHo1atTwk55//fr1Uq5cOYe4t2/flgkTJsjKlSvl1KlTZve57jSvWrWqdO7c2aTTHzFihOVe3bWfIUOGAB/W3LlzpVGjRvL69WvferpzXfv55JNPzLUbN25I6tSpzcL3+++/b8ZevXp10bT7xYoVs7Qf1ACAtGnTih5VoG2WKlVK9H4NPLAtzgQA5MyZU44fP265799//5UsWbJYrmkmBQ1usC0pUqSQa9euWa5pRoZu3bpZrmmghB7XYF8WLVpkAjRsS5cuXWTUqFGe/QeF2SGAAAIIIIAAAggggAACCCCAAAIIIIAAAggg4ITA+m/nyoYx803NSn1aSKlWNZ24iyoRJUAAQETJ06/bC7x6+VKGFGkod69473auMbS9FGtQ0e3n5QkTCI8AAE33r4v2tmXatGnSrFmzIBM+ffrUBAPYHiugu9X37NkTYFs//fST1KpVS16+fOlbTxf5NXNAgwbekXhaNPhgxYoVUqVKFfHZpa/XdTd8cAMAVq9eLcmTJ5ciRYpYdtQH175gwYJy4MABy3z/+ecfyZYtm+Xao0ePTPp+26J2Z86csVzTjAqLFy+2XFNPdbUvem/mzJktlzUrgH0gQ5AfLDcggAACCCCAAAIIIIAAAggggAACCCCAAAIIIOABAmPLt5OLf/5rZtJhzXhJl/8tD5iV506BAADPfbbMLBwEtk3+UVZ/M9X09EaOjPLl2gkSLSbnhocDfYBdBGcROlOmTKI77m2L7irX3eWOSpMmTWTWrFmWlxYuXGhS+Qe16G7z0aNHW24LLP2/pqyvVKmSPHvmfQyFT9EsAl27dnVqCCEJAPCvg+DYa1vt2rWTiRMnWpp1tGNfgx4024Bt0eMNdBe/bXnvvfdkx44dlmsXLlwQzVhgX54/fy4xY8a0XHZ0PIJTqFRCAAEEEEAAAQQQQAABBBBAAAEEEEAAAQQQQMCDBO5dvSXfvFvPzCh5prTy9e/TPWh2njkVAgA887kyq3AUGP1ha7l83HvhuPzXjaVs+6AvAIfjcCNFV8FZhC5durRs3brV4uPfYvqtW7fMznT9t23Rc+ffffddp4118b5Hjx5+Fv81Hb6eaR8tWjSHbenCtu5Q193wtqVTp05+2gpoMK4UAPD3339L/vz55cWLF75DTpIkidnF73Osgh4loIv/upDvUzTjwfbt26V48eKWqebNm1f+/PNPy7WbN29K0qRJHZJoAIAGAviUlClTytWrV51+llREAAEEEEAAAQQQQAABBBBAAAEEEEAAAQQQQMATBTaOWyDrRs4xU6vYq5l80KaWJ07To+ZEAIBHPU4mExEC+xavlyVdvHdvJ3ojubRfNU4SpU4WEUOhz/8LBCcAYNy4cdKxY0eLYfTo0WXo0KHSunVriR8/vnnt4MGD0qpVK9HFftuiKeRPnToV4DPQVP937tyRY8eOmWCDqVOnyqVLlyz3xIoVS3bt2iUFChRw2NahQ4dEgxXu3r1reV3PsJ8/f74lHX9gbwhNua+p921LxYoVRdP7B7cEx96nrxkzZkjz5s3l9evXlu51MV6fhb2VVho+fLh069bNz3AdZXTQoxASJ07scGqxY8cWfT4+RZ/3/fv3g8vAfQgggAACCCCAAAIIIIAAAggggAACCCCAAAIIeITA+EpfyvnDJ8xc2q8aK+kL5PCIeXnyJAgA8OSny9zCTeD7T7vJ6d1HTH+lWtWUSn1ahFvfdORXIDiL0LrYqzvQ7c+S19Z1d3iaNGnMgrDuIndUli5dKp9++qm/j2PFihVSvXr1AB+XLnLPnTvX32MEzp07Zxbsr1+/7qcdDUCIESNGoG8H3SmvC+1aDh8+7CfQICIDAHRM6qgBF/bZFewnpnOdMGGCtGzZ0uGcM2bMKF5eXpbXghIAEC9ePHnw4EGgnlRAAAEEEEAAAQQQQAABBBBAAAEEEEAAAQQQQMBTBR7evCv989c200vyZirpuXu2p07Vo+ZFAIBHPU4mE1ECf63bJbOaDTDdx4gTS9qtGCNpcmeOqOFE+n6DEwCgaLq7/uOPP3a4wB4Qas+ePWXw4MEBugcWAJAsWTKZM2eOVKhQwd92fv31V/nkk09C9HzLli0rGzduNG24YgDAggULTBaAx48fBzhPTf0/bdo0adKkicOsBwQAhOhtws0IIIAAAggggAACCCCAAAIIIIAAAggggAACCMiWiYtl7dCZRqJ8t0ZStkNdVNxAgAAAN3hIDNE9BGa3+Eb+/GWHGWyhOh/LZ6M6ucfAPXCUwQ0AUIrTp09L27ZtZd26dYHKpEqVSsaMGSOafj+w4l8AQJw4caR+/foyZMgQSZ48eYDNeHoAgKbyHzlyZGCUltfbtGkjkyZN8nMPAQBBYqQyAggggAACCCCAAAIIIIAAAggggAACCCCAAAJ+BCZU6yxe+/8219v9PEYyvJsTJTcQIADADR4SQ3QPgbP7/5aJ1Tr7DrblwqGSraTjc9zdY0buO8qQBAD4zHrfvn0yf/582blzp5w6dUru3bsnmhY+derUJg2/psqvUaOGxIoVyykoDQCoXbu2OYNez7R/5513pESJElKrVi1JkiSJU214cgDAvHnzpEGDBhaHdOnSmQCLDz/8UKJGjSpbt26VTp06medhW0aMGCFdu3a1XNMjEeyPcwjKEQAJEiQwz5yCAAIIIIAAAggggAACCCCAAAIIIIAAAggggEBkFHh894H0ze199HHCVEmlz4EFkZHBLedMAIBbPjYG7aoCS7uOlb0LfzXDy1O+uDSa1tdVh8q4EJCDBw/Ku+++a5HQwIbVq1cHWyc4wRevXr2SDBkyyIULF3z71cCKI0eOyFtvvWUZy/nz5yV37txy//593+u6WH/p0iWJHz++7zWt8/ff3lGJPuXmzZuSNGlSh3OLESOGvHjxwve1NGnSyMWLF4PtwI0IIIAAAggggAACCCCAAAIIIIAAAggggAACCLizwLbJy2T1N9PMFMp1+lw+6mLdxOfOc/P0sRMA4OlPmPmFq8CdS9dlWPHG8vLFS9Nv/e97SP7KpcJ1DHSGgLMCe/bskaJFi1qqR0QAgKNxVKpUSVatWuVwKo0aNZI5c+ZYXlu5cqVUrlzZ91qxYsVk9+7dljoaPPDmm2/6afPZs2d+MjnkzJnTTwCBs67UQwABBBBAAAEEEEAAAQQQQAABBBBAAAEEEEDA3QW+r9lVTu85aqbRdvm3kqlwbnefUqQZPwEAkeZRM9HwElgzeLps/X6p6S5z0bzSZlnQzjQPr3HSDwK6QK4L5bYlIgIAFi1aJHXr1rWMo3379jJ+/HiHD2nAgAHSv39/y2t6VEDHjh19r9WvX98c4WBbdL5FihTx06YeKZA1a1bL9Y8//lj0yAUKAggggAACCCCAAAIIIIAAAggggAACCCCAAAKRTeDZw8fSK3t1M+24SRLKgKNLIhuBW8+XAAC3fnwM3lUFBrxdRx7cuGOGV2NoeynWoKKrDpVxhbKAppF/8OCBSUcfPXr0UG49dJtzlQAAXajXBXvbUrt2bdHAAEelXbt2MnHiRMtL48aNkw4dOvheGzFihHz99deWOvZBAj4vLly4UOrVq2ep26dPHxk4cGDogtMaAggggAACCCCAAAIIIIAAAggggAACCCCAAAJuIPD7tBWysv8PZqSlv/hMKvRo6gajZog+AgQA8F5AIAwEtkxcImuHzjAtv5Ezk3ReP0kkSpQw6IkmXU1AAwD0fHo9l54AAO+ns2/fPilYsKC/j2rnzp1SokQJy+sJEyYU3ZmfPHlyy/VHjx5J9uzZ5cKFC5br9kcA/Pnnn5I3b15LnRw5csiRI0ckRowYlusfffSRbNiwwXJty5Yt8sEHH7ja24vxIIAAAggggAACCCCAAAIIIIAAAggggAACCCAQ5gKTa3eXf3ccNv1opmvNeE1xHwECANznWTFSNxMYWbqFXDt53oz6k68bS5n2ddxsBgw3OAIEAJSXdevWWegCCwB49uyZpEmTRm7evGm5T9P1z5gxQ3LlymWue3l5SevWrf2k5o8dO7ZcuXJFEiVKZLm/cOHCJvjAtjRs2FAmTJhgAjSePn0qepzA0KFDLXWyZcsmJ06ckCgE7QTnjwD3IIAAAggggAACCCCAAAIIIIAAAggggAACCLixwIunz6VHlspmBrHix5FBx39y49lEzqETABA5nzuzDgeBPfN/kWVfjzM9JXojuXT8dYLET5Y4HHqmi4gUIAAg6AEA+rxGjhwp3bp1c/joUqdObbIpXLx4UV6/fu2nTpcuXWTUqFF+rm/cuFF0d7/9PdpW2rRp5fr166IZBeyLHj2gRxBQEEAAAQQQQAABBBBAAAEEEEAAAQQQQAABBBCIbAI7Zq2SFb29j+F9v2UNqdy3ZWQjcPv5EgDg9o+QCbiywMTqXeTsvr/MEEu1/lQq9W7uysNlbKEgQABA8AIAdJG+cePGMmfOnCA9hQoVKsiKFSv8pPX3aaR3794yePBgp9ts2rSpTJ8+3en6VEQAAQQQQAABBBBAAAEEEEAAAQQQQAABBBBAwJMEpn7eS/7ZdsBMqfWS4ZKleH5Pml6kmAsBAJHiMTPJiBI4una7zGk5yHQfM04s6bBmvKR6K0NEDYd+w0GAAIDgBQDoo3n58qUMHz5chgwZIg8fPgzwacWIEUM6duxoUvjHiRMnwLojRoyQvn37mpT//hXNCqCZBPQ4AFL/h8MfFLpAAAEEEEAAAQQQQAABBBBAAAEEEEAAAQQQcDmBVy9fydcZKphxRY8ZQ4b8+7NEiRrV5cbJgAIWIACAdwgCYSwws0l/+XvDbtNL4TofS61RncK4R5qPSAECAIIfAODz3C5fvizLli2TtWvXyj///CNXr16VV69eScqUKSVz5sxSvnx5qVWrlmTKlMnpR3327FmZNm2abNq0SU6cOCH379+XRIkSScaMGaVs2bLSvHlzyZYtm9PtUREBBBBAAAEEEEAAAQQQQAABBBBAAAEEEEAAAU8T2D1vrfzYfbyZVonGVaTaoLaeNsVIMR8CACLFY2aSESlw/vAJGV/pS98htFk6QjIXyxeRQ6LvMBRwpwCAMGSgaQQQQAABBBBAAAEEEEAAAQQQQAABBBBAAAEEEHAzgRkN+8qxzXvNqFsuGirZ3ivgZjNguCpAAADvAwTCQWBxp29l/9INpqc85YtLo2l9w6FXuogIAQIAIkKdPhFAAAEEEEAAAQQQQAABBBBAAAEEEEAAAQQQQCCkAl3fLO/dRJQoMuzMaokWPVpIm+T+CBAgACAC0Oky8gncu3ZLvnmnnu/EG0zuJfkqlox8EJFgxgQARIKHzBQRQAABBBBAAAEEEEAAAQQQQAABBBBAAAEEEPAwgb2L1snSr8aYWRX5/BP5dPh/2a09bKoePx0CADz+ETNBVxFYNWCK/DZ1uRmOHgGgRwFQPE+AAADnn+mjR49M5bhx4zp/EzURQAABBBBAAAEEEEAAAQQQQAABBBBAAAEEEEAg1AVmNR0gf63fZdptMX+IvFXqnVDvgwbDR4AAgPBxphcEjEC/vLXk0e375r9rDG0vxRpURMbDBAgAcP6BPnjwQF6/fi0JEiRw/iZqIoAAAggggAACCCCAAAIIIIAAAggggAACCCCAQKgLdEv3ifnOXsvQ06skeswYod4HDYaPAAEA4eNMLwgYgU3jF8qvI2ab/34jZybpvOF7ZDxMgAAA5x8oAQDOW1ETAQQQQAABBBBAAAEEEEAAAQQQQAABBBBAAIGwEti/dKMs7jTKNF+wVjmpPaZLWHVFu+EgQABAOCDTBQK2AsNLNpUbZy6ZS590byxl2tUByIMECABw/mESAOC8FTURQAABBBBAAAEEEEAAAQQQQAABBBBAAAEEEAgrgTktB8nRtdtN883mDpIcpQuGVVe0Gw4CBACEAzJdIGArsGvOalnec4K5lOiN5NJl4w8SJ1F8kDxEgAAA5x8kAQDOW1ETAQQQQAABBBBAAAEEEEAAAQQQQAABBBBAAIGwEuieqZK8fP7CND/k5M8SI06ssOqKdsNBgACAcECmCwTsBb6r3FHOHTpuLpdq/alU6t0cJA8RIADA+QdJAIDzVtREAAEEEEAAAQQQQAABBBBAAAEEEEAAAQQQQCAsBA79tEUWtB9umi5Q7QOpN6F7WHRDm+EoQABAOGLTFQI+An+t2yWzmg0w/xszbmzptG6iJM+UFiAPECAAwPmHSACA81bURAABBBBAAAEEEEAAAQQQQAABBBBAAAEEEEAgLATmtR0qf6zcZppuOnug5CxbOCy6oc1wFCAAIByx6QoBW4HpDfrI8S37zKXCdT6WWqM6AeRmArOaegdx2JbXr1+LBgFEjx5dokSJ4uf1xjP6udksw264BACEnS0tI4AAAggggAACCCCAAAIIIIAAAggggAACCCDgjEDPrFXl+ZOnpuqgEz9JrHhxnLmNOi4sQACACz8chubZAheP/itjP2nnO8kvVoyWjAVzefakPWx2Mxr1lWOb9jo9q8xF8kqbH0c6Xd/TKxIA4OlPmPkhgAACCCCAAAIIIIAAAggggAACCCCAAAIIuLLAH6t+k3lthpgh5q3wnjSc0tuVh8vYnBQgAMBJKKohEBYCC9uPkIM/bTZN5/mkhDSa2icsuqHNMBIgACBksAQAhMyPuxFAAAEEEEAAAQQQQAABBBBAAAEEEEAAAQQQCImA7TpVk5n9JVe5oiFpjntdRIAAABd5EAwjcgo8vHlX+uev7Tt5TQ+f+6NikRPDDWdNAEDIHhoBACHz424EEEAAAQQQQAABBBBAAAEEEEAAAQQQQAABBEIi0DtHDXn64JFp4ptjP0rsBPFC0hz3uogAAQAu8iAYRuQV+Lnv97J9xs8GIEuxfNJ66YjIi+FmMycAIGQPjACAkPlxNwIIIIAAAggggAACCCCAAAIIIIAAAggggAACwRU4+ssOmdPiG3O77vzXDAAUzxAgAMAzniOzcHOBPjlryJP73hFWtUZ2lMJ1y7v5jCLH8IMaAJChYC5pt2J05MBxYpYEADiBRBUEEEAAAQQQQAABBBBAAAEEEEAAAQQQQAABBMJAYHGnb2X/0g2m5UbT+kqe8sXDoBeajAgBAgAiQp0+EbATWD96nmwYPc9cfSNnJum84XuM3EAgqAEAOqWo0aNJisxvSorMaSVFFv23938ny5hGEqRI4gazDr0hEgAQepa0hAACCCCAAAIIIIAAAggggAACCCCAAAIIIIBAUAT65aklj+7cN7cM/GuZxEkUPyi3U9eFBQgAcOGHw9Ail8DQYo3k1vmrZtKfdG8iZdrVjlwAbjjb4AQABDbN5JnS+gkOSJo+tSR5M1Vgt7rd6wQAuN0jY8AIIIAAAggggAACCCCAAAIIIIAAAggggAACHiDw94bdMrOJd8r/7KXelebzB3vArJiCjwABALwXEHARgV1z18jyHt+Z0SROk0K6bp0qMePGdpHRMQxHAkENAIgVL47JAPD47oNggWoQQIosGiDgnTlAswYkTZ9KkqZLLdFjxghWmxF5EwEAEalP3wgggAACCCCAAAIIIIAAAggggAACCCCAAAKRVWBp17Gyd+GvZvoNp/SWvBXei6wUHjlvAgA88rEyKXcVGPdJe7lw9KQZ/getP5WKvZu761QixbiDGgCQuUheafPjSHn68LHcPHtJbpy5JDfOXvT+9xnvf9+/fjtYdglTJfv/kQLeAQKaNcD8ky61xE4QN1hthvVNBACEtTDtI4AAAggggAACCCCAAAIIIIAAAggggAACCCDgV2DA23XkwY075oX+R5ZIvKQJYfIgAQIAPOhhMhX3Fzi2aa/oorIW3f3/1ebJHpn63f2flPcMbI9tcGZOPgEAAdV9/uSZ3Dp3RW56/T9A4P+BARogcPviNWe68VMnXtJEvsEBesRA0nSpfIMD4idPHKw2g3KT14FjcvfyDT+3PHnyRF7La4kTO46f13RcmYvmDUo31EUAAQQQQAABBBBAAAEEEEAAAQQQQAABBBBAAIFABI5v2SfTG/QxtbIUzy+tlwzHzMMECADwsAfKdNxfYGq9nvLPbwfNRArX/Vhqjezk/pPywBms6DNJdsxcGaSZORMAEFCDr168lJvnrsitc5fl5tnL3lkDTCYB7+wBr1+/DtJ4tHLsBPF8gwOSZXjDZAzwOVYgcdqUQW7P0Q0aADChatDex22WjSQAIFT0aQQBBBBAAAEEEEAAAQQQQAABBBBAAAEEEEAAgf8E9DhqPZZaS70J3aVAtQ/g8TABAgA87IEyHfcXuHzsjIwu18Z3Ih3WjJd0+d9y/4l50Ax+6jlBds5Z7Tsj3VUfL1miQGcYLVo0cwRAWBWTOeDcZe8MAj5HDPw/OOD502dB7jZGnFjmOIHkmdL4ZgzwOVZAswhEixHdqTYJAHCKiUoIIIAAAggggAACCCCAAAIIIIAAAggggAACCIS5wDfvfi73rt40/fQ7vEjCI1NwmE+KDiwCBADwhkDABQXmtR0qf6zcZkaW55MS0miqdyoWSsQL/Nh9vOyet9Z3IJ9P6iFvVykV8QMLZAR3Ll73zhxwXjMIXDEZA3yyBzy59zDI448aPZoJDjBZA9Kn9j5WwGQP0P9OLbHi/5fWnwCAIPNyAwIIIIAAAggggAACCCCAAAIIIIAAAggggAACoS5w8veDMqVuT9NuxkK55IufRod6HzQY8QIEAET8M2AECPgReHz3gfTN/anv9WZzvpEcZQohFcECS7uOlb0Lf/UdRYMfekm+SiUjeFQh714j/TQowDuDwP8DBP5/tMCDG3eC1YHJGvD/gICoUaNaMiY40yBHADijRB0EEEAAAQQQQAABBBBAAAEEEEAAAQQQQAABBJwXWNF7kuyY5X28ce0xXaRgrXLO30xNtxEgAMBtHhUDjWwCy3tOkF3/TzOfpVg+ab10RGQjcKn5LukyWvYtXu87poZT+0jeT0q41BjDYjAPbt7xDQ6wBghcFM0qEFaFAICwkqVdBBBAAAEEEEAAAQQQQAABBBBAAAEEEEAAgcgqMKRIQ7l98ZqZft+DCyRByqSRlcKj500AgEc/Xibn7gK9slWVZ4+fmmnUGfuVvPvph+4+Jbcc/6KOo+TAso2+Y288vZ/k/riYW84lNAf96M79/4IDzv+XPcD7iIGLIeqKAIAQ8XEzAggggAACCCCAAAIIIIAAAggggAACCCCAAAIWgVM7j8gPn3Uz19Llf0s6rBmPkIcKEADgoQ+WaXmGwPpv58qGMfPNZN7ImUk6b/jeMybmRrNY2H6EHPxps++Im8waILk+LOJGM4iYoT598Mj3OIFTO/+Q7TN+DtJACAAIEheVEUAAAQQQQAABBBBAAAEEEEAAAQQQQAABBBAIUGBl/8ny+7SfTJ1Ph38pRT7/BDEPFSAAwEMfLNPyHIFBhRrI3cveqdYr9WkhpVrV9JzJufhM5n8xTA7/vNV3lM3mfCM5yhRy8VG73vC8DhyTCVU7BWlgBAAEiYvKCCCAAAIIIIAAAggggAACCCCAAAIIIIAAAggEKDCsRBO56XXZ1Om9f54kSp0cMQ8VIADAQx8s0/IcgT0LfpVl3caaCSVOk0K675gp0WJE95wJuuBMXr96LfPaDpEjq3/3HV3z+YMle6l3XXC0rj+k4AQANJrWV/KUL+76k2OECCCAAAIIIIAAAggggAACCCCAAAIIIOjGsE0AACAASURBVIAAAgi4uMCZvX/JpBpdzCjfyJVZOq+f5OIjZnghESAAICR63ItAOAmM/qitXP77tOmt9BefSYUeTcOp58jXzcsXL2V+2yFydO0O38m3XDhUspUsEPkwQmnGwQkASJbhDak5rAPuofQMaAYBBBBAAAEEEEAAAQQQQAABBBBAAAEEEEAg8gqsHjRNtv2wzABUG9RWSjSuEnkxIsHMCQCIBA+ZKbq/wImtB2Ra/V5mIjHjxpavf5suCVMnc/+JudgMXjx9bnb+/7Vul+/IWi0eLllL5HexkbrXcIITAKAzjBI1ilTu01JKtqjuXhNmtAgggAACCCCAAAIIIIAAAggggAACCCCAAAIIuJDAiFLN5fqpC2ZEvfbMlcRpU7jQ6BhKaAsQABDaorSHQBgJ/PDZ13Jq5x+m9cJ1y0utkR3DqKfI2eyzx09kfpuh8vfGPd4AUaJIm6UjJHPRvJETJBRnHdwAAJ8hFKrzsdQY0k6ix4wRiqMK26b27NkjRYsW9dPJ7du3JXHixJbr5cuXl3Xr1oVoQFmyZJF///3X6Tb++OMPWbVqlWzatEkuXbokV69elSRJksiZM2ecboOKCCCAAAIIIIAAAggggAACCCCAAAIIIIAAAq4vcO7gcfmuiveaUsqs6aTr1qmuP2hGGCIBAgBCxMfNCISfwNV/zsmoMi19O+y0fpKkyZU5/AbgwT09ffBI5rUdKsc37zOzjBotmrReOkIyFc7twbMOv6nd9LocpM40CnHzhEWiZxL5lHRvZ5fKfVpIpiJ5gtRWRFR++fKlFCpUSA4dOuSn+4gOANi2bZt07dpV9u3zfq/blgwZMsjZs2cjgow+EUAAAQQQQAABBBBAAAEEEEAAAQQQQAABBMJI4JdhM2XzhMWm9cp9W8r7LWuEUU806yoCBAC4ypNgHAg4ITCn5SA5una7qZn3kxLScGofJ+6iSkACj+8+MIv//2w7YKpFixnD7PzP8G5O4CJYYGX/yfL7tJ98RxEjdiyp3LeFFGtYKYJHFnD348ePly+//NJhpbAKAMiVK5f89dd/ARP2nT9//lxatWolM2fO9HfwBAC49NuKwSGAAAIIIIAAAggggAACCCCAAAIIIIAAAsESGFWmlVz9x8vc22PXbEmaLlWw2uEm9xEgAMB9nhUjRUB0p3rvHP9FZrVcOFSylSyATDAFHt2+J3PbDJF/tx82LegCs+78T18gezBb5LbQFtiz8FdZNWCKee/7FA0A0CMBXLFcuXJFsmfPLvfu3XM4PEcBAE2bNpXffvvN6encv39frl27Zqnfr18/6d+/v8M2tH61atVk8+bNAfYRWBCB0wOkIgIIIIAAAggggAACCCCAAAIIIIAAAggggIBLCFw4clLGVWhvxpIswxvSfYf/m8RcYsAMIlQECAAIFUYaQSD8BJZ1Gyd7FvxiOsxSLJ9ZsKYEXeDBjTsyt/VgOb37qLk5Vrw40nrpcHkz31tBb4w7wlTA68AxEwTgdfCYbz96FIAeCaBHA7hSqVevnixcuNDfITkKAAjq+Js0aSKzZs3yvS1mzJji5eUlqVOndthUnTp1ZPFi7/ROtqVgwYLSokULKV26tGTMmFFixIgR1KFQHwEEEEAAAQQQQAABBBBAAAEEEEAAAQQQQMCFBdaNnCMbxy0wI6wxpL0Ua1jRhUfL0EJLgACA0JKkHQTCUaB7pkry8vkL0+PnE7rL29U+CMfe3b+re9duydyWg+Ts/r/NZGIniGcW/9Pmyer+k/PgGSztOlb2LvzVd4ZxEsU3QQCF6nzsErPWHfZly5YNcCwhDQC4fPmyWax/9uyZbz/169eXuXPnOux36tSp0rJlS8trcePGlcmTJ4veR0EAAQQQQAABBBBAAAEEEEAAAQQQQAABBBDwXIExH7WVZ4+fSrlOn8s7Ncp47kSZmUWAAADeEAi4ocDGsQtk3ag5ZuRv5MosnddPcjiLKFGi+LmuZ5OPHTs20FkfPHjQ7GTetGmTXLx4Ue7cuSPJkiUzu4xLlSollStXljJlQv7LIiRjDHQSDircvXxD5rT8Rs4dOmFejZs4gbReMtw4Ulxf4Lepy002ANtSskV1qdKvVYQOXhfk8+fPL8ePHw9wHCENAOjevbsMHz7c0sfevXulUKFCfvp98uSJZMiQwXJcgO7y1z/TJUuWjFAvOkcAAQQQQAABBBBAAAEEEEAAAQQQQAABBDxRQI+HTZQokZ+p/fTTT+ao1oDKy5cvZd26dSaj6/79+83ajH73nCJFCvNdb7ly5aRGjRqSO3dup+iuHD8jh1f+JmU71JUYsWOae86fPy+rV6+WX375Rc6cOSNXr16VmzdvyqlTp8zmM4pnCBAA4BnPkVlEQoGB79ST+9dumZlXHdhG3mta1aKwfPlyqVmzph+ZwAIA9Azzjh07OkwZbt+YLiJOnDhR8ubNG6wnENwxBqszEbl94ZrMaTFQLhz91zQRL2kis/M/dXZ+qQXXNCLu+2fbAVk1cIpcOeHl2322kgWkxtD2kjxjmogYkgwZMkR69erl27ceBbBnzx7zocm2hCQA4MGDB5IuXToTjONTihYtKrt27XI450mTJskXX3xheW3AgAHSt2/fCDGiUwQQQAABBBBAAAEEEEAAAQQQQAABBBBAwNMFOnToIN99952faQYWAHDgwAGTzVU3ZwZUdFNlo0aNZNSoUWbTZkDlwpGTJvNxlKhR5PTp09KzZ09ZsmSJvH792s9tGgxAAIDnvDsJAPCcZ8lMIpnA/iUbZHHnb82sE6dJIb32/pcC/OHDh5IzZ04TyWVfAgoAuHTpkpQoUULOnj3rtGbixIlly5Yt8vbbbzt9j1YM7hiD1IlN5VvnrsisZgPk8rEz5mqCFEnMzv+U2dIHt0nui0CBpw8ey9KuY+SPVb/5jkKfaeW+LaVA9dLhOjIvLy/JlSuXPHr0yPQbL148OXHihMmUEZoBAGPGjJHOnTtb5qZZOurUqeNwvkWKFBHNDuBT4sePL+fOnZNff/1V5s+fL/qB8tatW5I0aVKTvUA/NGpbjrJyhCsonSGAAAIIIIAAAggggAACCCCAAAIIIIAAAm4ocOjQIZOtVXfy25eAAgD0eNkKFSrI06dPnZ61rsno2oyu0QRWdLNYp06dLEfL2t9DAEBgiu71OgEA7vW8GC0CFoFRZVrJ1X+8d0F/9m1nKVT7I/Pf3bp1k5EjRzrU8i8A4MWLF1KwYEH5448//NwXJ04ck/r/2rVrZuHevuiuZE19rmeLO1uCM0Zn27avd+PMRbP4f/Wfc+alhKmSmZ3/KTK/Gdwmuc9FBDaMmS/rv/0v+EWHVfqL2lKhR5NwG2GVKlVk1apVvv0NGjTIZAPImjVrqAUA6J/PLFmymAV8n5ImTRoTrKNp/e2LppnShX3bD5rvvPOORI8e3RIUYH+fBi3oB9EkSZKEmx8dIYAAAggggAACCCCAAAIIIIAAAggggAAC7i6gu+qLFStmMsM6Kv4FAOjOfN2gpRlg7Yt+T5swYULRzZvPnz/387pmgV62bFmAdAGtxfjcqGtAusaTPj0bJt39fegzfgIAPOVJMo9IKXBy+yGZUqeHxE2SUOqM/Upyli0sf//9t9mN7+iXgSL5FwAwd+5cadiwocVRFwtHjx4tLVq0kNixY4suQi5atMikoXn8+LGl7owZM6RJE+cWXYM7xuA85GunzsusJv3l+umL5nbNlqA7/5NFUKr44MyBewIWOLp2u6wcMEXuXLzmWzHnh0Wk7riuEidR/DDl04V/DQDwKZkyZTJ/BvXPS2gGACxYsEA+//xzy1x8Ag0cTVDPb9KI0eAUzRywfft2EyxAQQABBBBAAAEEEEAAAQQQQAABBBBAAAEEEAhcYMqUKdKqVSt/K/oXANCsWTPR9RXb8sYbb8j06dOlfPnyJmOrbvgaPHiwjBgxwk/7moU2c+bMDvv9/vvvpW3btn5eS5s2rbn+0Ucfmey2QdncGbgENVxBgAAAV3gKjAGBEAh8/2k3SZUtnVQZ0Fqix4whH3zwgWzbts3fFv0LAPj000/lxx9/tNynv1D0TBj7oguPffr0sVxu0KCBzJkzx6mZBHeMTjVuU0mzI8xs3F9unrtsriZ5M5XZ+Z80XeqgNkV9Fxe4d/WWLP1qjBzfss93pPq8K/dtIXkrvBcmo9cgGP1wZHtkxvLly6V69eqmv9AMANDd+5o+yqfEihXLHPGRIkUKh3ML7MNmqlSpJGrUqHL5svefDfuiHyS7du0aJm40igACCCCAAAIIIIAAAggggAACCCCAAAIIeJLAjRs3JHv27ObIVf+KfwEA+h2v3m9bdIOWHtdsXz788EPZtGmT5bIGCjRt2tRP3aNHj0rhwoXlyZMnlte++uorE0wQM2ZMT3oEzMVOgAAA3hIIuLnArfNX5MXT55IyazqzAK/neAdU/AsA0KwB9un/T548aRYx7cv+/fvNOTa2pUyZMn5+8TgaR0jGGJRHdfnYGZnRuJ/vrvBkGd4wO/8Tp00ZlGao62YCqwdNk20/WFMeletcXz7qXD/UZ6LBMUOHDvVtt2zZsrJx40bf/w+tAAD9QKcf7GxL48aNZebMmf7OaciQIeYYAvtSrlw5GT9+vOTIkcO8dPDgQdHgHc1aYFs0AtTLy0uiRYsW6m40iAACCCCAAAIIIIAAAggggAACCCCAAAIIeJKALsAH9H2tztVRAMCdO3f8HMeq381euHDBIc+oUaP8bNwaOHCgnw2berP90bV6bdiwYfL11197Ej1z8UeAAADeGgh4iID+otAIs2vXvNOga/pu3cFru0Cp1/0LAAgKw+7du81ZNralatWqsmLFigCbCa8xXvrrlExv2FfuXb1pxpM8c1ppvXi4JHojeVCmSV03Fdi3ZL2sGjBFHt/978wkzQLQcErvUJvRiRMnJF++fPLs2TPfP2+HDx+W3Llz+/YRWgEAmuZp3bp1lrHrwn2BAgX8nY9/5zrp0SD2qf31jCn92aFHfNiW33//Xd57L2yyJ4Tag6AhBBBAAAEEEEAAAQQQQAABBBBAAAEEEAhVgZcvX5rvIxcvXiy6GfDixYvme1DdqZ4hQwbRTUY1atSwfBca2ABev34tmj11yZIlsnfvXrl69apoltN06dLJxx9/bHaw58yZM7BmAn1d1y7mzZtnxq7HpBYsWDDQe0JaYefOneZ7VJ2jFk3HX7x4cTMO2+JfBoCg9K8L+D169LDcMmbMGOnYsaPl2l9//SV58+b1HZO+WLp0adm8eXNQuqOuGwsQAODGD4+hI2AroOe16HkuPkUX+vWXm+7utS2hEQCg6f/1GADb4uiXjP0TCo8xXjhyUqY36CMPbt4x3WtmhFZLhkvClEl5w0QigeunL5gjAc7s/ct31imyvCk1h7aXLMXzh1hCd/vbflhq37692VlvW0IjAEDTNGmggW0pWbKk/PbbbwHOQdM4ffvtt5Y6+qHc/pgPnwr169eX+fPnW+prNGmXLl1CbEUDCCCAAAIIIIAAAggggAACCCCAAAIIIOAeAgcOHJCWLVuazKEBFT2XXrMR63eIyZIlC7Du8ePHzTqFBhP4V3TTUufOnUUzmwY1K6lmMtbFdv1+89SpU75d7Nu3L8wDAHRT1bvvvitHjhzx7VcX+levXi2amt+2hEYAwPvvvy+6ccu26NGxmuHZtugufz3m1bZoplkNutDjY/X75StXrkjcuHFNFmg9IrpNmzYSP35893ijMspABQgACJSICgi4voD+4ixSpIi8evXKDDZ58uSiv/T0l0xoBgBo5J/+Em3RooXvzmft78033xSNKEuYMKG/WOExxnOHTsj0Br3l0Z37Zhyps2eQVouHS/zkiV3/ITLCMBH4sft42T1vraXtCj2aSOkvage7vwULFsjnn3/ue79+wNU/b0mSJLG0GRoBAPohWo/NsC1Lly41H8gCKhoFqtGgtmX06NHSqVMnh7eNGzfOT5SoRo1qYA8FAQQQQAABBBBAAAEEEEAAAQQQQAABBDxfQDc8VahQQZ4+fer0ZHXhecuWLZI4sePv4DWg4KOPPpJbt2451Wbt2rVFv3+NGjVqgPU1E/KiRYvMwr8u9Dsq4REAoN+52m6i0qNcN2zYIM2bNw/VAICHDx+aI1/1e1zbUrlyZVm5cqWf6esRzrYBF3HixJHPPvtMZs+e7a+rZnfQIIWAMs869RCp5BICBAC4xGNgEAgEX0AX/XXx3/aH+eTJk02Unv7yC0kAwKxZs0T/0fLkyRMTPXfjxg3LYBMlSiTr16+XwoUL+zuJsByjT6deB47J1M97ydMHj8ylN3JmMjv/4yXxPygh+Orc6U4C22f8LKsGTpFXL176DrtA9dJS77ugn3V07949yZEjh1y+fNm3rQQJEkiaNGn8kOgxAfYlVapU5sNw6tSpZevWrQEyamqtTJkyiabt9ynp06cXTdkfWBTsyJEjRY8BsC3fffedtGvXzmGfGlSgHwBtiwb6aDQoBQEEEEAAAQQQQAABBBBAAAEEEEAAAQQ8W0C/c8yfP788ePDfsao+M9aNT7r579KlS5bvKn1er1mzpixbtswPkB4JrAECXl5efl5744035P79+w77053reryxo6K72DXzqS6y2x9pal8/rAMA1EO/K9Z5aNEsBj7HxIY0AEA3Z2lbWrT9Y8eOyePHjy1T1BT/GrShG0Jtiz5D/Q5aN3QGtehmN11rypgxY1Bvpb6LCRAA4GIPhOEgEFSBSZMmyRdffOF7m/5C1ag6jZALaQCAnlOza9cuf4ek6WamTp0qb731VoDDDssxasea5n1qvZ7y/Il3ZGLaPFnMzv84iUhXE9T3k6fW16Mh9EiAS3+f9p2iBonUHd/NBIs4WzQ1UqlSpZyt7m+9tGnTyoULFwJsRxfwdSHftuiufk3fFFjR6Ne6detaqmlWAE2h5ag4ygCg/dhnEQisX15HAAEEEEAAAQQQQAABBBBAAAEEEEAAAfcTaNasmcyYMcMycF2k1zT25cuXF035r5ujBg8e7Ce1vN6kmwczZ87s5/tI++8XdZe5Bgvo8cW6gK/t66Yl28V8TVN/5swZ0f7tS+PGjQPcxW5bP6wDAHRDlW6s8ikdOnTw3aEf0gAA9Q6o6PPS7AOOsjL/888/kj17dn9v102dGiCg3087ChLQLBBr1qxxvzcxI7YIEADAGwIBNxbQNDf6g1wj6XyKLlDqGeFaQhoAoL8E7t6966+QppfRX/gaaeZfCesxnt59VKbU7SEvn78wQ3gzXzaz8z92/Lhu/GQZelgJLGg3XA6t2OLbfJSoUaRyn5ZSskV1p7rUoy7y5MnjVN2AKgUWAKBRnenSpbP8+dM0TfqhLGnSpIH2r9Gn2odtKVGihGzfvt3hvfXr1zfHe9gW/fDdtGnTQPuiAgIIIIAAAggggAACCCCAAAIIIIAAAgi4t0CKFCn8ZP/V7xL1O0X7omnudSd+QN8lPnv2TLRNDRqwLbt37zYZjW3L8OHDpXv37pZrffr0kYEDB/rp21EAgO5a13Lz5k1L/bAMANAMBHq0gU/RXfi68O5zTGxYBwC0bdvW+PjM3XbiO3fudPjcNNusZnzV56flypUrou1o2n/7ohkHNLsBxX0FCABw32fHyBGQhg0byty5c30l6tSpIwsXLvT9/5AGAPTv318GDBgQoHSMGDFMlJ79UQM+N4XlGP/dcVim1Okhr1+/Nt2lL5Dd7PyPGTc27w4E/BXY9N0i+XW499EWPqVQnY/ls1GdAlXTgBZN4x/SElgAgKax+uqrryzdBDUlv36Q3rt3r28bGjWqGT3sP2D/+++/kjNnTj8ps86dO2eCECgIIIAAAggggAACCCCAAAIIIIAAAggg4LkCusHQZ+HaZ5YBfX85atQoPyn6dTFaF+19iqNMqv5tUNLNUClTpjTHEPsU3YR19OhRP+g+AQA6vmrVqkmNGjVMxtaKFSvKunXrLPXDKgDg6dOnZlPkyZMnffv74YcfpFWrVr7/H9IAgA8++EC2bdsW4JtOv6fW45nz5ctnqbd27VrjYV8cfd+rmRdy585tghdsyzfffCO9e/f23Dd9JJgZAQCR4CEzRc8UsP8FGjduXDl+/LhlwS6kAQC2cvrLV9Pu6C5h/QWvv+R8ih43oAuLhQsXtmCH5Rj/+e2gSfvvUzK8m9Ms/seIHdMzHzizClWBU7uOyNIuY+Tmucu+7aZ7O7s0ntZXEqb2jhgNacmaNatJfWVbbt++bdIrBVT0Q5emyzp//rylmn7gDUr2gR9//FE+/fRTSxtp0qQxmUFKly5trh86dEjq1atnfnbYlipVqsjPP/8cUgLuRwABBBBAAAEEEEAAAQQQQAABBBBAAAEPE9C0/nrcqG0ZM2aM6Ln1PsX+WGC9rrv8hw4d6lCjaNGismfPHt/XdDOT7ui3D0xYvXq1OfNeNznZpsnXYwrCKwBAgx369evnO1bbY5l9LoY0AMAWSQMk9Lvh7777TvToV9uixyTod7u2RwGokWZvti8+Gyntr0+bNk1085ltqVSpkqxatcrD3rmRazoEAESu581sPUTg+fPnUqBAAdF05D7FPsJOr4dmAIAt3ezZs0Uj7WyLprux/QUblmM8sXW/TKv/X/RZpsK5zeJ/tBjRPeQJM43wEpjZpJ/8veG/D5YxYseSmsPay7ufeqdBCkkJbgCAoz+3umC/efPmIA9HP+jpBz77oh+c9SwtTfNkXzSYSKNjc+XKFeT+uAEBBBBAAAEEEEAAAQQQQAABBAIW0POW9Tu0xYsXy/79++XixYvikypbz8YuV66c2dGqOzJDUjTttp7zbF801bPumg2s6MaEqVOniqa5Pn36tOimhnjx4kmWLFnMxgI9f5r00IEp8joCninw/vvvy++//26ZnG400oVwn2K/SK7XdQG7Xbt2DlFq1qwpy5cvt7x28OBBsw7iTAmvAAD9eag/n22zFehOfTWxLaEZAGDbbpMmTWTWLGt22yFDhpiAjNevXkmUqFHN7xj1sC2FChWyZIu1fe2PP/6wPDt9TZ+lPlOK+woQAOC+z46RR2KBESNGyNdff20R0PNbYsa07n4/ceKEQ6Xs2bOb64MGDfKzQ9gZVv2LSurUqS1nAkWPHt2cV66Lh1rCaozHNu2VGY36+g4zc9G8ZvE/arSozgydOgj4EVg7dIZsmbjEcr1Yw0pSY4jjD6POEgY3AEA/XOmHLtuyYsUKqVq1qrNd+9bTKFn94sDZD2v651gDEGrXrh3kvrgBAQQQQAABBBBAAAEEEEAAAQQCFjhw4IC0bNlSdFEroKK7Whs1amSycDo639kZ5w4dOpjFNvviTACALibp4p1tBlD7dqJFi2aOL9S6mh2UggACni/w8OFD6dWrl4wbN84yWd2EtHLlSsu14cOHmx3/tkWPG+7b97/v9m1fK1mypGzfvt1Sf+PGjVK2bFmnYMMrAEBT62uKfZ+iPwv1e2D7EtjajKbuT58+vVNzs6105MgRyZ8/v+W+4sWLy44dO+TF0+cSLUY02X/ggJ9szRpgsWzZMof9Xb9+3RzBYFuyZcvm51iAIA+WGyJUgACACOWncwSCJ1CmTBnZsmVL8G62uUujeDUSLTilYMGCon9psS16lrhGAWsJizEe37xXpjf87wNC1hJvS6vFw4IzfO5BwCLw98Y9sqTLaHl4867v9UxF8kjLhUMleswYwdIKTgCARtVrNg3bosE9+mcruH+Z1hRRbdu2Ncd3+JfmSftLly6dzJgxQz78MOTZD4IFxk0IIIAAAggggAACCCCAAAIIeLCAZvarUKFCgIvq9tPXTQL6HWBgxwna36cbAXS3p27isS+BBQBoCm/7xb2AHkvDhg1Fs4VSEEDA8wT058Hhw4fNxPQ7xmPHjsnjx48tE82bN6/JXKpp+W3L3LlzRX8+2JZatWrJkiXWjVg+r9um8/e5pinoNRW9MyU8AgD0u9UYMWI4/NnqzBht65w8edJh4EBg7Tx48EASJEhgqfbmm2+a42SfPX4q0aJHk+s3b4geDWBbihUrJjt37nTYvKMMAHrEwu7duwMbDq+7sAABAC78cBgaAv4J6C9K/6K1gqLmEwDg5eUlGTNmtNyq6b9tjxiwb1cXJc+ePWu5fPnyZZMZQEtoj/HOxWsy4oMW8vzxU9N+tpLvSMuFQ4IyXeoiEKDAi2fPZdrnveTUriO+9eIkii91x3eTnGULB1kvOAEAuvivQQC2RaP9u3TpEuT+7W/QtIK6u3/Tpk1y4cIF82FdP5hrxGiVKlXMzoLYsWOHuB8aQAABBBBAAAEEEEAAAQQQQAABq4CmjNa/f+vCjX3RY/r07OZLly6JHqlpXwLatenIWReodKHH9ixt23oBBQCsWbPG4WKbfl+QKlUqc1zBixcv/HSrAQD2C328BxBAwP0FHC3K285KjwIZPXq05fx5n9f1XPqcOXNaEHTx/MyZM5I2bVrLdf2e0iezsO0L+jNJA6ecKeERAKDjSJEihSUzsjNjc1THJwDA0XHLuplr4sSJDpt2tJajGZ/V+/Fd798x+p227uDXTWU+RX+OX7t2zU/wgL4+bdo0adGihaW/Bg0ayJw5c4I7Pe5zAQECAFzgITAEBIIqoL8Avv/++6De5qe+TwCA/uVCz/Cy/0vG3r17TbSwfdm6das568u26Jlit27d8t2lHNpj3L90gyzvOcEEAGT/oKA0nzcoxPOnAQQcCfzUa6LsnL3K8tL7LWpI5X4tAUMAAQQQQAABBBBAAAEEEEAAAQSCLKCLZJp1z7bo7szp06ebc5p1ke3evXsyePBgc6ymfTl16pRkzpzZqX6nTJkirVq18rduQAEA77zzjp9jBPW87mHDhpnvDnWRTtN/jxkzxtK+bizSxSw9WpAS/gKa6UHP/F68eLHoBhAN1Hj27JlZqMyQIYM5HrJGjRrmM9e7QwAAIABJREFU3HJny+3bt80547oA++eff5rvfePEiWMCQd566y1zVKUGpyRNmtSpJsNijE51TKUQCQQWAKBrAHpciH9HleTJk8fPJsNSpUrJjz/+6HuPHmGqAUS2afV9Br1t2zZ5//33nZpDeAUA6MZJzYQQ0uITAKBz/OCDD/z8ftAFfQ0Osy/9+/cXPUrBtmiWBM2WcNPrijx79FjeyJnJHCFt//tEj2Xo1q2b5V5dE9KfDToe26IZHOrXrx/SaXJ/BAoQABCB+HSNQFgL6G5fjdSyLV9++aWMHTvWT9fVq1cXPWfctuhu/kmTJpndwXqWjX5Q018k+pcIjRazLU2bNjV/aQlqcXaMWyYulnUj58pbpd6RprMHBrUb6iMQJIHDK7bK4i6j5cXTZ773ZStZwBwJQEEAAQQQQAABBBBAAAEEEEAAAQSCIuBox6iedV2iRAk/zejRfJq9z7bod2763Vtg5caNG6I7QXWx1r/iXwCALhzbbwQqXLiwSQFtvwjoKINhUM7qDmwevO68gB7R2rJlSzl48GCAN+kz1OyPmmnSv8VanwY0kEC//71797+jMh01ru3o98yBLRKGxRidF6JmSAR0YVoXqAMqGhSi59nny5fPTzVHxwBoJQ0o8vn5t2vXLnO8gKOixw/Yn3fv31jCKwDAWU89etl+vcTRz1/NqqIZEezXW/Tnr67NvPvuu6ZLzSCjm0J79Ojh5wgC3amv60DHN++T66cuSMkW1U1WGc3irMFAPkUzMHz33Xfm94n+95UrV6R169by888/W6al60KauUaDfijuK0AAgPs+O0aOQKACzi6ua0P6IbFo0aIOU43Fjx/fRIxev37dYaoy/YWtxwVoRGlQizNjvPTXKVnQfoQky/CGNJnZP6hdUB+BYAk8vHXPHAlw4eh/0Y8JUiSRxjP6SfoCOYLVJjchgAACCCCAAAIIIIAAAggggEDkErhz545omn/boos9ejyfo6ILtF27drW8pDts+/TpEyicLurMnDkzwHr+BQCMHDnSz85QXXxq06aNn/YWLVokdevWtVzX4wt17JTwE9Bz1zU9+tOn3kemOlPefvtt2bJliyROnNhh9Z49e8rQoUHbABNQgEpYjNGZeVIn9AV0kf7o0aNmAVl/BtgWzWji3451RxsPnR2d/vzUzMPOFHcNANC5TZgwQdq3b+9wmnqEq66/6PHLtov5PpX1z/S+ffskiois7D9Zzh86IR3WjDcvO/p9otf1uAUN4NEgAd30aV/090jjxo2dYaeOCwsQAODCD4ehIRBSAWcW12370LROGpnm6Ie+f2OJFSuWLF26VCpXrhys4QY0Rl34/7nvD+J14Jjk/LCwNJrWN1h9cBMCIRFY1HGkHFhmjbwv362RlO1g/YtuSPoI6F6NAtW/yOmfNVLphZUy7SKAAAIIIIAAAggggAACCCDgGgKabl93eNoWTbnfsWPHAAe4c+dOee+99+T169emnh4ZULx4cdHv3myLfwEAderUMSnkbcuePXtEd6HaFz3D2/5IAs0KoGnoKeEjoLtzdWe07gq2LxpwoqnDdXHP/shXraup+5ctW+bnPkeBHVpJM8OmSZPG7NLWBVn7EjNmTJM+PH369JaXwmKM4aNLL4EJNGnSxBwRYVuGDBni52eXvq7fa+pisn3QgO291apVM2n1T5w44XtZd6/re8jZ4s4BADpHRxkDApu7/pnTIJssWbLIvzsOy4J2wyVrifxSb0J3c6v+PtBnNXv27MCa8n1dAxHGj/cOIKC4twABAO79/Bg9AgEKBDUAQBvTXxh6do/tL1v/OtFzwSZPniwFCxYM9pMIaIz//HZQ5rUeIlnfe1saTukd7D64EYGQCuyZ/4ss+3qcpZmcHxaRprOs5y2FtB9H92sAgP4FK0GCBAQAhAUwbSKAAAIIIIAAAggggAACCCDgQgJ63vXvv/9uGdGhQ4dEd3n6V/S7A00TfeTIEd8qutC/evVqp1JQ600aPLBjxw5LF5qlQLMV2BddVNZFX9uSNWtWP2dIuxCrxw2lWbNmMmPGDMu8dBe27sbXhVBN+X/v3j0ZPHiwn3PA/8femcDNVP1//KSfXWSvLJFsiSwhyZK1lCJbWlRE0q5SoRDak0qpkPbtnwhRorK12rckUfqJREm2Nr//630ed5x7587MvTN3nmdmnu/39XpeZebcs3zOmXPvPd/P9/Plou+++85G4uDsqVKlSmHpIy655BI1ZswYhcw7zsR33nlHOxSdku1DhgxRo0aNsvUn6D5m3CSm8YDYa5zS/BCOnHuIOcQPP/xQr1nKIHfPWScEI9JNnH322VopxQxMZJ0513g0yNKdAMDYnnrqKa328ttvv8VcHd26ddOOeuT69//2h3qx771q0+erdQpbUtlaxu8WYhm/z/3790esF5UB1GYGDhwYs20pkB4ICAEgPeZJeikIxIVAPAQAGuKlYfbs2ZoJinwMD/sHDhzQcjvI/JMqgBsMOYAStVgEAHKxdx8jN51EcZbrE0fg1x9/VhMvHax+2bQ1VFnx8mVVvzfuV6UqnZB4AxFqEAJA0qCVigUBQUAQEAQEAUFAEBAEBAFBQBAQBASBlEFg3759Cifq44/bAxBQ3Zw+fXrUfuKgRYLfsjZt2iicbV5zUHNd7dq11Zo1a2zt7Nq1S5UoUcK1bQgAZnR5mTJl1M8//5wyeGZ6R0jXunPnTtswFy1aFMqrbn7Bepg3z65u6ZTtx9GKw960xo0bK/KzQyYwDafjTTfdZPuMfO60b1rQfcz0OU2n8aE8gQPftPLly6sff/wxrmGw7zlVTmbNmqXOPfdcz/VlAgGAwULcQY2F8UP+giwBMYK9uHr16pqsdfnll+v/x3DwT7p8qNowf5n+/4f/+74rZvh4UG2gXghAkAwgXaAeAM59+/bVZAKxzEFACACZM5cyEkHAFwI7vt2iylS1yzL5qiAbCiP9f2KDmtnQkjQhCHhH4MWr71Vr3v/UdkGXB25QZ1x2nvdKfJQUAoAPsKSoICAICAKCgCAgCAgCgoAgIAgIAoKAIJAmCODsWrFihe4t0dTIXxOAYxpOedQ6yQEdyZB5r1GjRigim/SB1FurVi1fBADktr///ntbMziIIuWKL1CggC33fJEiRcKiwtNkKtKum8jw47gzDaUGHHxu5pYHnEhfIo0t69Wrl3r55Zdtl/Pvyy67LKzKrVu3Kpy9piFF/sMPP4Q+SkYf026i0qjDSMQ7c76jEkxEupsx1yhGmIZDev369b5Hzb6DwjCEI8uqVq2q1q1b50sNNdUIAL6BiPMCzqk5r8ZOPedMSaMcJ46ZeJkQADJxVmVMgkAMBH777w41dfA4ddmzg1W+ggVSEq99v+5RhUsUTcm+SacEgQXPvaNm3PucDYg65zVTlz87JHBwhAAQOKRSoSAgCAgCgoAgIAgIAoKAICAICAKCgCCQ4wg4o6qdHSIam8h+crlHs+7du6v/+7//CxW58cYbQyoCfhQAcOaZDlwq9EMAQD7aLR99jgMtHdDy33fddZcNiccee8wWcd2iRQu1YMECWxmIJE6Zdwr89ddfKn/+/Lay0QgIXqbASx+91CNl4kNg/vz5YWq/pJTAoe+2Bw0fPlyNGGFPjXr++eerGTNm+OrAkiVLFHvY5s2bbde9/vrr6uKLL/ZVV24lALzcf7RaNTMrbUyfl0aqGq0a+sJNCmcuAkIAyNy5lZEJAq4IvHXrGLXi3U/U3wf/Us37XaQ63tMvx5FaPWuR+uzl97L68b//qcqNaqu2Ay/N8X5JBwSBaAhsW79ZTbhkiPpjx6+hYqWrlFc3TB+rChYrEhh4QgAIDEqpSBAQBAQBQUAQEAQEAUFAEBAEBAFBQBBIGQRiEQCIviVKu2TJkhH7jMx/u3btQt+jFLBhw4ZQdLgQAFJmunO0I82bN1cLF2Y5CC1DWrxu3bpx9Wvt2rXq1FNPtV1LDnfUKuK1oPsYbz9y63WcP0LiQG7etEaNGqmnn35aNWjQQH8MyWf8+PGaUIIsvWkvvfSSlqaPZMjTI2+/fft29eWXX+r0wxAG+Nw0CAFI4Pu1TCYAHDp0SON09NFH22D556+/1d01L1L//Pm3/jyS/L9fLKV8ZiAgBIAI87hx40YtebJ48WLfMz1o0CA1cuRIRR6kWMaGyiY3d+5cnc/jm2++0Zcgl1KvXj1Fjidy9JBDyY+xYX/xxRfqvffe07l3YOshJUVeFm7sMPouuOAC3QayUGK5B4Hftu5Q9zXuFRrw4M9fVOQxj2Xc3LnJOHP7xLou1vefPPO2em/UxFCxhj3aqe6PDox1mXwvCKQMAs9dfJf6dtFyW39QAkARIAgTAkAQKEodgoAgIAgIAoKAICAICAKCgCAgCMSPAJGRr7zyivr000/Vli1btOw5jlZy5eL06tKlizrzzDM9N0Cu97feekvndV+9erXOm86ZS9myZbWUO+eBPXr0CJP4jtYAeZcnTJig875v2rRJR24TkU1uX/pINDl1i6UOAi1btlSsrWjGmpgzZ46qU6dOWDHWISkCvv3229B3zzzzjLrmmmtC/xYCQOrMd070hL1myJAhIUUIqw/sMew/8dqtt96q1SlMe/jhh9Vtt93mu8pk9dF3R+QCNW7cOHXDDTe4IsE9j3vKtm3btAKE0/A5ffXVV1F9TZRZuXJlVKS5l77//vtx+SAymQDAPb1gwYKK1CumEej56nUP6I+I/EcBQEwQsBAQAkCEtfDqq6+65rfxsnTOO+88nS/HmYfHvJZ8TjyQjRo1Sv3665HoUbf6S5QoodmePLA5pXXcyuPsJ3/PzJkzY3YXWRZuzvICEBOqjCrw0jWj1Or3FukxNejaWl089vaY40sGAeCjcW+q2Q9MDrXdqOc5qtvDN8fsixQQBFINgQ/HvKLmjHnF1q0zLjtPdXnA/aHZT/+FAOAHLSkrCAgCgoAgIAgIAoKAICAICAKCQHAI7Ny5U1111VWeztg6deqkoyIhBUSzd999V11//fURc3Vb1+JsIW/3FVdcEXNA9913nz47xCEcyYgaxDlH2Tx58sSsUwpkLwIEbkEGefLJJ9Ubb7xhazySDDdzPmzYsFBZnGtLly61za8fAsBJJ50UJsPtJwUAQUNE94rlHAI333yzDgTEWFNff/21wg9hGqQRIvXZY+IxCCfUYe43RYoU0WvHS53Z0cd4xiXXZCHgtmfEwqZixYp6TUE4i2axCACQ6VARKFSoUKwmXb/PjQSA165/QC2f9onG44qJ96hTz/FORowLZLkorRAQAkCE6UomAQBWGyoBSKf4scGDByv+YFpFMlijvBg48zVFa4c8PrygNGnSxE93pGwaIwCrfFCFc0MjuOm9J1T506pFHVHQBIC5Y19THzzyUqjNMy7roLo8cGMaoypdz+0IfL9knZpwyWD11/6DISiOr1lZDfxwfELQCAEgIfjkYkFAEBAEBAFBQBAQBAQBQUAQEATiQgBn1llnnaV++uknz9fXqlVLffbZZxEjF8nTTk5jpHy9Gmd2/fv3j1gcZ9rjjz/utTrVq1cv9eKLL3ouLwWzHwFIJy+88IKtYYgbZg53VB5YbwcPHjmD4FwYGXXT/BAAqG/dunW263ft2qUITnOzvHnzKs4sLDvhhBPU1q1bsx8waTGEQKy0EiiBELnvltPdC4w4/Zs2baqJJqY512e0upLdRy/jkDLREXjqqad0gCkEoFjWrVs39cQTT8Qkv1FPJAIAew+K2p07d47VXNTvcxsB4H+HDqmhNS4KnUWL/H9CyycjLxYCQIRpTYQAwOYI+9KZj4OmeCh64IEH9AYajz333HOaheV2o4TR17Nnz5gyKm7tIgWGagF5XsRyBwLTRzyrFk6Yqgdb4+zTVZ+XR0UdeJAEgDmPvqw+fOzVUHtn9jpfdb7v+twBvIwy4xF4suNNasvyrHQu2FF5jlLXvPGAqnLmaXGNXQgAccEmFwkCgoAgIAgIAoKAICAICAKCgCAQNwI4VQmUsSJpzYqKFSum+MPR6cx/TDnk11H9dBqpA0j5aTpsrTLIvHOO6EY24HP64cy3zbWk/kTd02lIBFMnfTQdtFY5CAAQAcRSE4FVq1YpArZMQxbbTFWLAu2sWbNCRVgnJ598ctiArHSzzi9YixjpBYjexVjzn3/+ua0oqSXKly8fVi8S4E6l2po1a4YRCFIT4cztVSzn+oABA7RaSMmSJeMCgfzupEMxrWHDhjo9itc0w8nuY1wDk4vCEEDN480339T7DKmrSWXNPQ9CEPsHBDnWg7WXeIGwfv366rvvvtPK2exXjRs3Vh06dNCkkiAstxEAVr23UL18zWgNXdVm9VS/1+8PAkapI4MQEAJAhMl0EgB46GLD87OhuVW9YMECzfQlV4ppSHDB2IUp+ffff2vJlDvvvDPMmc9myE22UqVKtuuR8rnlllvUs88+a/ucfkM4aNWqlYKVyYvE2LFjtYSY0/j8xhtvdCUXZNCal6EYCNxe/pzQv/q8PFLVOLthRHyCIgDMfvAF9dGTR6TMml51geo0coDMiyCQUQjMHDlBzX92im1MrW/sqc4ZFFu60QmEEAAyamnIYAQBQUAQEAQEAUFAEBAEBAFBIA0QGD16tBo6dKitpzg9Jk+erMidjQPr559/1pH506ZNs5VDupjzN0gCplEf9ZpWpkwZ9fbbb6tmzZrpj5csWaK6du0apuxJOygBOA1nCo4Z00gvwFkgCqKcF5L/+7HHHrOV4VwRGW+vDrs0mLKM6iJncMjpm4YTHmc8hrIn57xuBBS/QLAOLOLAZZddpjgTNw1CAE46p+HEcxIO2rdvr3N3i+UcAi1btlQoQUQzyEEQP+rUqeOroyhQsLc49zD2rQoVKniuK5l99NIJotpR2IBAtWbNGp2emdzq4FKtWjV14YUXKqToIylfxGoD387ChQvVjBkztCIM9wr+unfvHqbsEasu83v6jYoMvqFjjz1WTZ8+3c/lUjbNEWD+WacQ/Cx746aH1dIp8/Q/Lxs/WJ3W0a4Ak+ZDlu4HgIAQACKAmAwCANL/PIQ7JZxg3j300ENh0v7ciHnoJ1+PaRMnTlTI9Zg2b948LZFilj3xxBO1pFeLFi1sZWFv3XDDDTqfimlt2rTRn5FXSix3ILDguXfUjHuf04MtX6equmnWkxEHHgQB4L3Rk9Qn4/8v1EazPp3UBSMiy9jljlmQUWYqAhvmL1UTLh1iG17FejXUDTPG+hqyEAB8wSWFBQFBQBAQBAQBQUAQEAQEAUFAEEgYAc7UiNg3jSjIc889kk6R73Cw4wR1Ru5/+OGHinM209ycXhAKrrzySls5t6h+ov/JD28aTjcib01r1KiRjuB2Rti2a9dO0SfT5s6dq1q3bp0wVlJBbAQ4n3XOM+fByGy7GaldncFfBKWtX78+VLx06dJq586dsRuPUcIkAHA+fccdd9iugDxC0JrTXn/9dXXJJZfYPkbxluhysdRAAD8B+8aTTz6p3njjSDAWveP8n/XkNRXA/fffr1MTm8a1H3/8sYKIFK8F2UcvfSDAE5WW33//PWpxFBIIloQU49VI7YLf55577nFNhUHaZqdfKFbdpFyYOXOmdvpzD0J5A0MBhM/Fcg8CbgSAe07pog7s2adBEPn/3LMW/IxUCAAR0EoGAQD5Jhz6PFhZxs0WpjAP6E7jBnjddddpaX7TuEnx8AXjB4PtyQMWN2LTiObnwc0px0QZHvp5+DcNZuns2bMDk1zxsxClbM4hMKR6Z/XXvgO6AxePvU016Gp/QbV6ligBAKIBhAPLmve7SHW8p1/ODVxaFgSyAQFY+Y+2ukb9/O2Rg6O8BfJrEsDxNSt76oEQADzBJIUEAUFAEBAEBAFBQBAQBASBEAJEP3JYjiQxTlwO0EuVKqXz05ICkcg+5LRjGXLbSNz6NdQY3aTjY9XzxRdfqDPOOCOsGIe+RPuJZQ8C5FavUqWKrTH+vXHjRtcO9O3bVxGsY9rzzz+vyONuGvLopgOX76jT2RYpAqwzP+t6nL3IL5v28MMPq0GDBtk+e/rpp9W1114b1k+cf6QNNe3WW291VQjNHpRzVyvsSRBATIvmgB0+fLgaMWKErTypHogotuyUU05RpINN1EwCANHQtWvXtlVZo0YNxZk2igOmuZFKcAY7x5lo/+T6YBBgP3I6n++77z5FVH8sY1/BR2Eae9QHH3wQUi+JVYeX7xPpo5f6ITA4/Sexrps0aZLq3bt3rGJa7RnlgK+++ipiWa8EAM4SrecYFGLcyAqZQgCwCA358uWLiXFuL+AkAKx5/1P14tVZhKuTGtdW1055OLdDJON3QUAIABGWRTIIAM46aZq8JDj4eRF1Mxz9AwcOtH3FS+prr72mYCNjsD3Jt+KUWOJl99JLL3WtFyYpLE1ehk0bM2aMTiUglnsQWDVzoXq5f5YEXfHyZdTgz+3KEBYSiRAA3r1nvFr0/LshUFv276rOG3p17gFZRprrEZhy5xPq81eO5OYDkI7D+qnmfS+KiY0QAGJCJAUEAUFAEBAEBAFBQBAQBASB0PkIDgQvUXGdOnXSkuqQAiKZW4SrF6jjIQAQ3EE0t1POnfaEAOAF9eDK4MQklaZprJepU6e6NuLmVJowYYK6+mr7ucfpp5+uli5daqtjw4YNqmrVqrbP9u/fH6YSSjT45s2bbeVIMUo0q2mQSNyCjLj2pJNOspXFgYsDTyz5CPBeX65cuTASB3OFc7VBgwa6E5y9sS/hlHXK+6PayvmvX2Md4sQ0jbXMmnYz+uR0Yvbq1UuNGzdOpyWAUAU5welIZR1/8803klrW7wRlU3lIHNybTMPHANEtmuG3wHGNU9oyUocgP+9UREl0KPH20Uu7biQorjv66KN1SmYCMXfv3h1WFY5pSDIVK1aM2AxEHHw8TtUY84I8efKofv36uaZyscqx9/Pbwu/z3//+N+qwMoUAAOENJZ3ixYt7mcZcXcZJAHjr1jHqqzfnaEx6Pn67qt9FFH1y9QKJMHghAEQAJmgCAGymO++8MyznFs52cudEYjlxM4U9ZhoMURif1sMhLw/kH4NpZpmzjHOYMMd4AIRFZlqs/siPKDMRGN24l9q9NYtJ3vGevqp5vy5hA42XAPDO4HHqs5eOSBKdfV131eGu2MzJzERaRpWbEVg9a5F6qd8oGwQ1WzdSvV+MLo8nBIDcvGpk7IKAICAICAKCgCAgCAgCXhHAwUm0vlOKPdr1tWrV0vl5nbm2rWsefPBBfZbj1+IhADzxxBPqpptucm1KCAB+ZyB7y3fr1i3sfI3ozebN7bl4SQvqlHx3i9jHOXvRRXayeI8ePcIkvFnvTucdTiMczU4jJ7Xz7JHUBaZKafailvtaw4FOSlY3IzCscOHC+mzXiog1y9WtW1c75XG8+jW/BABSQ0AOMR2+tEnbrK1ffvlF4ah0Gg5W1qlYaiLAua7zXle+fHn1448/RuwwexH7m0lGIb0IKS3iIaPEQiaePsaqk+9x7kOi+vXXX23FCY4kGLJs2bJ6vb/zzjtaucWZjnnIkCFq1Cj7eZ5VEWVJgeBUiAEn0jXzm2jWrJluAxJANPv+++9V5cre1EKFAOBl5jOrjJMAMLxOd7Xv1z16kA9tma2OynNUZg1YRhMIAkIAiABj0ASASA538iIh3x/JyNvFQ5fzxjNnzhzVtm1bfZkbSYCXTVjA5IdyM9hVSH3xomEaN29eRiK9/Aay6qSSlENgy7L16skLsvJ55S9cUI1Y83/q6Lz2l4p4CABv3/G4+uLV2aHxtr7xYnXOIHtuu5QDQzokCCQRgYN796tHzu6nft92JE9fwWJF1G3znlVFjyvp2rIQAJI4IVK1ICAICAKCgCAgCAgCgkBGIMAZR5MmTVxl94sVK6b427p1a1hELYMnzeIzzzzjigOSx85zE6IFYxnOOvKze7Xt27fr85s9e7IOcp0mBACvSGZ/OWT5cSwRwWgZkYzMqdPhvm7dOh2ByzueWZbzO+uMDycvzn8z+hNH0qJFi8LSViDVjmS7abt27VIlSpRwBYL+QASwrEyZMurnn3/OftBycYtuzvhYcBB5/NFHH4Wlioh1nfW9XwIA1w0dOlSNHp2lFurFkEh3qgx4uU7KxI8ATvgrr7SfsQ4YMCCMZGS1gBowe5Vp3HecaUms70kfTNoJJyGFdMO33367p44nu4+eOqGUIiVLnz59bMUbN26sCYDsr6a5kfGaNm2q92A3Q32ZiH3TcOL/3//9Xyh402s/3QgA9M+NrCUEAK+oZk45kwDw9dwv1PNXDtODq1i/hrph+tjMGaiMJFAEhAAQAc6gCQCwI2GVwaI0LZpMP+WQToIptnLlyojXIQGFFI9p7du3V4yhZEl3hxJlR44cqe655x7f1wW6AqWylEHgqU4D1fdL1un+uEXp+yUAmDI01Nnm5ktU+9t6pcx4pSOCQE4i8Nr1D6rl0z62deHisbepBl3bhHVLCAA5OVPStiAgCAgCgoAgIAgIAoJAOiCAowqHlWk4QSdPnqwVEzlAx9HZv39/NW3aNFu5QoUKadUASAJO41ozncCpp56qVq9eHTgknBeRbiCSCQEgcMgDqxDHJ+vMtDvuuEOrfboZjigcss7oapzxRFi7KVigRDFo0KCw6nAy4TAyLdpaKVCggJZvt6xIkSJhAUeBASMVRUSAwCuCwZirWEb0NQ7JaKlKYtURDwGAOnH0cm5srhlnW6xZAsxIB+B0pMbql3yfGAKojLRs2dJWCYrAOPSLFi0aVvnw4cO1vLxpOPhRGXYayiIEJDqVHlAOJmLeqyWzj177QDlSWJDKwDT+fdlll4VVA1kQZQTTIOFAoHDasmXLwpz8lIXIxZ7u1ywCAL8rFGQgg6EiQGoBSI6mCQHAL7rpX94kAJhBl90euUU1urh9+g9QRpAUBIQAEAFWJwGAiPj4zC78AAAgAElEQVTSpUurTZs2ha7gM1jd9erV05sxzLGCBQu61ujFke92oZfr4nXkx3tdUlaiVJrjCPy+fZcadfqloX7cvfRVVbTsEQKJHwLAGzc9rJZOmReqq92tl6u2txypO8cHKx0QBFIAgSVvfajeHPiorScnNqgZ9tD277+H1ME/D6oC+Quoo48Olwtr1POcFBiNdEEQEAQEAUFAEBAEBAFBQBDIOQROPPHEsNy7s2bNCstPTJQ2kXROJyuRjm3ahJNxOfMxAzIiOUsSGTmRva1bR8/bKgSARBBO3rVTpkxRXbt2tTWA04ezvGOPPTZiw0SGQkZxylE7L8ibN6/Ou07eaDcjmtfplPJDAEBynrMesexHALUPlB/Yp5YvX65QkkBmHeISUdmkd0ClNZKyq58ex0sAoA0ckhMnTlTz5s3T6xqFWshSrD32LequWrWqn+5I2YAQIFiElAysHdMaNWqklWus1MH8xsePH6/uuuuuMBUcggqdUv6sx7PPPluhZmxaz549dbChH6JHsvroF8IWLVqoBQsW2C5bsWKFVmRxGooH+fPnt30MzqYqi/Vl9+7ddaS/aW7pX7z2l/0bkuIFF1xgC+pEIVoIAF5RzNxyJgHg3vo91R87skhkD37/nsrzn9jqVJmLjIwsGgJCAIiAjpMA4GUZ8VAGM7JLly5hNwovjny3NniQhwn+6aef2r42UwfE68h/7LHH1MCBA231xkod4AUHKZO+CLw64H61Yvp8PQCYYzDILPNKAHj1ugfUinc/CV3X/vYrVJubeqYvKNJzQSCJCOzZvks93KqfOrhnX1ytVG1WX/V7/b64rpWLBAFBQBAQBAQBQUAQEAQEgUxAgECNKlWq2IbCv535eK0Cffv21Q4t04jKJu+v03DGmVG65HB/8sknA4MNRwPnMJEkmK2GhAAQGOSBVYTziLzOTgc6zpsLL7wwajvIReM4NdMGuF2Ao421ytp0c7oJASCw6ZSKBIG0RACC0A033ODa91KlSilIPtu2bQuT8ecCCG5EqhNtbhmR5qeffrpCydhpJ510koKUFMvOPPNMLblvWdB9jNV+ot+vXbtWofZjGoQIyHqmQYbhGcFM6cI94b333tNphaZOnapJM/v27dMKHkT0k3KIdAJ+TQgAfhHLzPIWAeCHz9eoiZdlqV6VO/VkdfP74zJzwDKqQBAQAkAEGOMhAFhVIamDNJepBhAvAYDcXeSS+eCDD2w9DYIA4DZGIQAE8rtK60puL38kmviWOU+rE045SY/HCwHg5f6j1aqZC0PjP/fOq1Sr63ukNR7SeUEgOxCYfNVwte7Dz303JQQA35DJBYKAICAICAKCgCAgCAgCGYbAxx9/rFq1amUbVadOnfThu5sNHjxYy1WbNmHCBO2QNY1DeyTSTXvkkUe03HVQdt9996khQ4aEqiMA5IsvvlDfffedrQkhAASFeDD1QDrB0eNUkiDCljmNZpwXPvzww746cu211+qIXqcJAcAXjFJYEMhIBNwUHmINFJl6HNpO8tz7778fppwTqy7n9yhDOFMgB9lHv/3xW557vDPNAXv2bbfdZqsKRz+qQKbx7IGzfvv27a7NQuSCsDF27FhfSgpCAPA7i5lZ3iIAzB45UX364kw9yIvuu0E16XVeZg5YRhUIAkIAiAAj0kbI+sPmisfII4Pj3mLoCgEgHhTlmpxAYOaoiWr+M2/rpmu1O0Nd+fxw/f+xCAAvXn2vWvP+EaWK8wb3US0HdMuJIUibgkBaIrB48nQ17e7wQ51ogxECQFpOtXRaEBAEBAFBQBAQBAQBQSAHESCn9ttvZ73zWuYm2btu3TpVq1YtW7nRo0ernTt3qjlz5ugUkZz5ENmHXDe5hNu2bet5ZCg+nnLKKaEcy0RqcnaEVLEQADzDmO0Fcfoz35s3b7a1jYz2iy++GNWp88orr4TJbVeoUEGh0EkKijx58qhPPvlEkWfbuQbIx3777bfb2iQi19kPPykASG2KFL2YICAIpDcCTz31lLr77rttijWRRsQ98IknntD3LqcliwBAO0H1MZkz9e2336ratWurP//8M9QMRED2WRQVTLvjjjsU+3I8hiLzo4/aU4JGq0cIAPGgnHnXWASAR5pdrX7ftlMP8P5NM9R/8sVW5sg8NGREXhEQAkAEpA4dOqRz3fBfpHCKFi0aeohHom3r1q06VxMMMLecXTy4k0fn+OOP1y3ESwBAcgcGuJM5BxONFwIs3hQA9O+KK66wIYBMD1Jk5M8Ty70ImCoA/V6/X1VtVi8qAWDylcPUurlfhAA7/+6+qsU1XXIvgDJyQSBOBMZdeIv6YenXnq8WAoBnqKSgICAICAKCgCAgCKQwAjhfcYyR+g75WQ5eOWjlcBrZVdLs8a6aiHFoRp5W2iE39/Tp031V9+OPP6o33nhD52vG8UvO3QIFCqiyZcuqhg0baslvIr9MKV1fDUjhbEGAeSNq2pReL168uI7Wy5cvn60P8ThCOnbsqHMk41iNZeT4nTFjRqjYqFGjtBrAySefLASAWODl0PeQP5Bx/vpr+zsbv31IJUcfHTkHL+eLnLWZeaTJM71q1SpVrVo124jYbyCfmEFJrCnIB6YqBWUgqpiGkiiy1G6GfLcpV33CCSfo802xzESAe+m///6rFWr95G1PNTS4f7/wwgtaWn3NmjX6HJ4xcf/lt8P9l+eESOvebTxBP3f873//U++8846aMmWKjgDnXsNvrUyZMqp+/fqqa9euinzxzvtMkFhD5sFXwXPK8uXLdR+Yf3AhbTHEJYhK/H8ki+e+56zLTQHAKhNEH4PEzKyL3wvy/EuXLrU1gaoL6i5Ow1/z+uuvu3aHewH7K3v47t27w8rwe2SdNGrUyNNwhADgCaaML8Re+NPyDeqFXsP0WI+rfqK6dd6zGT9uGWBiCAgBIDH8dK4c8setXLkyrCYY4Rb7O14CgJfr4iUAxHtdgpDJ5WmAwKLn31Xv3jNe9/TEBjXV9e8+FpEAMPHyoeqbj5eERnXBsGtUs76d02CU0kVBIPUQeK7nXerbhcs9d0wIAJ6hkoKCgCAgCAgCgoAgkIII4Ewjt/XMmVkyltEMB9v48eNdI9YiXcdhLnXj9OdAHDI/dt5553lqk7Ic6iMXj3M2Vr5ucsaSr7tx48axhiPf5xACvXv3VpMnT7a1ThTfAw88ENYj0gL069fPd08hq+BcikYGwfEPAcCyypUra0cupBIhAPiGPFsuwHEFIWnZsmW29kg/wf6CMz+akdrhjDPOsBVBPtokgZhfErBD4I5pEJcgmVjWpEkT7UQyDfJA+fLlw7rC/ufsY82aNcMIBNkCpjSSLQhwD9y/f78mvaUrAQCHNnnTCdKLZiVLltSy6iixRLNkPHds3LhREVW/YsWKqG3zeyPorm7dutky/9KIPwQgR/C8aBoET8ipbvfzdu3aqQ8//DCskZtvvlmT+SCyQvwiHRHPuk6V6R49emhiqRcTAoAXlDK/DASAjx55VX1+WP7/whH91Vl9OmX+wGWECSEgBICE4Ms6DECqyy0H3DPPPKMfUjAeBi6++OIwFhk3FlIFRLJIBIB333039LLIYQQ57Exr3769Zp3zABTJ3AgAMBI5sChWrFiCyMjl6YrA1tUb1eevzlJfvv6+OvTvIT2MqmfVVUXLldb/D2Pcsq/nfRmSnOGzC++9Vp3V+8J0Hbr0WxDIcQSEAJDjUyAdEAQEAUFAEBAEBIFsQgA5VaLRnDm0ozVPtOtnn30WNbqad3Qrso+IXDengR8CwI033qiefPJJz6gQnUteXQ6NxVILASIzOfMwjehMzl1wkDkNOWWIH6YR1YeDHwcrUX0LFixQ+/btC7sWQgHEAjeDSIL0//fffx/6mshR0lBiQgBIrXVDb3Cics62aNEiW+fq1aun9xsvig84enr27Gm7nlzQSHG72YgRI9Tw4VkpGS3j/BHnkmU4Ozn7Mw1HkRsJiZQCrC3TGBMRv2KZiUC6EwA46+bM249NmjRJQfRys2Q8dyAZT9Q4Cr5eDIVh9gwhAXhBK/vKEOHvJALyfLBkyRJFmhY3I3qfwFDTUKOYNm1aWHE3FWZULHhGNc/ZI41YCADZtxZSoaU5Y15RX73xQVhXIJTs/eW3kL+m2PGlQuSuIV++nApdlz6kIAJCAAhgUnjhI0eb0+69916dfwdDggtH/wcf2H+8Zhm3riA7A7t327Ztoa95sUBdwGIO87DvZDiedtppWvYnkqwPzN8777xTkxdMGzBggM5BA+tcLHciAAFg7LnX+x5851HXqTOvPMJE912BXCAICAJKCACyCAQBQUAQEAQEAUEgNyBw8OBBReSqW7QcZHT+kKVGutZpkOwh2zsNBx0OM6LrTIltNzy9EgDeeustRYSW08jTjQOYiGA3adeKFStqp7K8V6fOamatNWvWTCvbmcZBPQf2boZD5+OPP9ZO/oULF+pIPtJI1KhRI1QcKWoitZ0qFqSD/OGHH1wP9p1OLadcshAAUmfd0BPOz1BrcJ7nnXTSSToyFBlyL+Z2dhctAvT666/XObNNe/zxxxWkJMvIP+0kmjhJAlZZpKqRrDaNM0vOJcUyE4F0JgC4EWaYpVjS6kjs45TnPmxaMp47uCfg/HeqcNAuKYz+/vtv7Q9wGmf1q1ev9uT4TbWVaaUQyaR0R26BlRA1uP+TviGSnX766WGBnhAC+NxpPM9WqVJFPxeYBsGgQYMGMadZCAAxIcqoAhAAPhxjV6OINsC8BfKp+zb6S22WUYDJYKIiIASAABbI4sWLdeSC00znPocRN910k46uN+2WW27RDLNIOYCQkkFSxjRuDDwIWcxdNwICL5vIiEW6iSA7c91116mXX7azgyLltQkAJqkiTRCIhwBA1D/R/2KCgCCQGAJCAEgMP7laEBAEBAFBQBAQBNIDgdGjR6uhQ4faOkuOWqTZIcAjVfzzzz+r/v37h0VSFSpUSKsGOFXriKZGRt2LeSUA8J7P+75pEPF5HyeXN2oD/P+VV14ZSi9gleVzN/KAl/5JmWAR2LRpk3b+O9UmiPjjDCRRg1SAQ8dZP6QB51kRxJA6deqE1gtOFMgJqFtYJgSARGckuOtx2vA7Rj3CtNKlS2vnvzOiPlrLlMdZaBpOJiLzkYo2jTNE1pSTzORMAUA+9Nq1a9uuhaCyatWqMOeim1w1Dq6WLVsGB5jUlFIIpCsBgDPrSpUqKQhWpkFgGTNmjCbdcP9FOcVNWh35dad6SzKeO1DnJT2RaeR9R30IkiOGahEBgagPmIZ/oE+fPim1Xrx0BiIFKjbFixf3Ujzlyzz99NPaP2IakfkQvnhuiGZuKVggn0S6L6Dy41QHiEZCNNsWAkDKL6VAOygEgEDhzPWVCQEggCXg5qSnWlPenwcTohH4M42DB5zwkW6cMHcHDhxou4acNLCALYmx9evXq+7du2v2oGnRDhxgnPHgxAuIaSgLtG3bNgBUpIp0RSAeAkDf1+5T1ZpHZkWmKxbSb0EguxEQAkB2Iy7tCQKCgCAgCAgCgkBOIIDzfMuWLbamyaF97rnn2j7jkJmDVKdjlXfwNm3a2Mq6EQAgEnA9B7LO93BnxLYTByL3ChcurCP4LKM+0vsR+Wva7bffrh555BHbZ0Tv+kkdkBPzkBvaZO3ghHc6XzhXefHFFwPLi40sO9HZpj388MPqtttus31GtD8pIixzk4AXAkBqrEzO8XAusk5MI80HjnO3KM9oPUdJAOegMyIYuf7nn39ep4XAOK+D/OSU5kdRZPv27WHkJzcZ6l69eqlx48bpc0OcwJxFOqXUq1atqpVKgs4NT47iF154Qb333nsKggJOXBxqOG2rVaumFTe6dOmiIH15tR9//FFNmDBB59uG0EMb7M9E1J599tnakWoqc8Sql/o4M4VQwb1jx44dCjIGxA7mlbNa+pnuKi7pSgDg9+B0jvM7wZnuXK+k0CDgzjSINs50Hcl47jj//PP1OjeNf3fo0MH2mRv5h/sSJLF0s0wiAOCPQcGHvd4ySHnsC87nUbd5Yp/g2dU0fDOnnnqq67RCNIBwYBrKME5lFreLhQCQbr+UxPorBIDE8JOr7QgIASDBFQEbmAfpkSNH2mpyi8DnBuKUlosWqc8DLQ88U6dOtdUN2xHlAMvIF3P11VdrhqFp0dQFYEnywG0aeeyQS+ShSCz3IiAEgNw79zLynEdACAA5PwfSA0FAEBAEBIH4EOBgCgI0achmz57t2zHyxRdfaGI0jjGk35EY5V2JA1LSnTmdvbF6SU5uosmJrPn666/Vzp07NekaZwHRWjh1nBGXseqU74NBAOcN82Aa/8ax7mZ9+/YNU9LDOcAcmmYRADi8bd68ubrooot0TnWIBlYknlXeiwIACgRI+JqG7D+OI6fhqHMeFnfr1k2RQkAs5xDgd89aYA8wjT2A8xOkpIMytyhCzmQ4v7GM8xYiQS0rWbKkJqc4A0KEABDUrCRWD9L6SOw7DUcx9ycvxpybEtKQQgYNGuR6KfsN+xf3QNMhZRW+9dZbw4hGfDd37lytHOq8hrrKlSunc5OjKOC0ZKiU8AxAmhbOKaMZa3/s2LFh6UzdrkGlA4VVnNmRjN8yZBvKkqIlkkHCoAxKrNHq43oi0AnKckZ4e5n3VCmTrgQACCxOxVr+7Ux/C878Xrg3m4b8vym1noznDuT/jz32WIVagWXkjIek40aqgaAC4cYy1ixkIKeaUaqsnUj9yBQCAL4WntPMVFPMG4QvCIJeDKLWs88+ayuKcoBTydkq4KYAwDvTOeecE7M5IQDEhCijCggBIKOmM8cHIwQAlymArceBAg/mTma/WZyHa1i/vXv3DsvhwqY+adIk24scjPOePXsqDrdMI/8bJAJn/hykhLjpmA8TNWvW1DnnTHk4+sFDKS8DplGWB3rk5UyDWMADOfWYRu6vYcOGBfoSnOMrXDrgGwEhAPiGTC4QBAJDwC8B4Oi8/1EPbJ4ZWPtSkSAgCOQeBFLFWesmx+llFoj04eBYLGcRwHGF05/oFSSMLYuU/9Ktt7zr8G5CbuJoRpQVDn0vTntSoXEo54waN+sn8pCoMdMZl7No5p7WeYdu1aqVbcA4WJzEd6uAM186nxMJCgne+Z4L4YNc3TiXLIv30BRZd0t1z6qL6F2cDU4jAgxSgWmkBWDNiuUMAnv27NGRwcuWLbN1gLXHfOXPnz/Qjrnlq2aNslYx+oMDaNu2baF2WV+sKaeZTiLrO6KncTbhJP7kk08C7btU5o4A6T6c53d+sXKmgeD8jr3hpZde8lUVEcXsb3nz5nW9jpQqPFN5Nc4xObMM0tz26lj10wf6EsnclDWi1Ynj2KnYYJVHzYV7jTNiN1p9OATpo5NwFmtcqfJ9uhIAWrRooUh3axqpUk477bQwaCF1OPdziC9m+oxkPHegxsu5u2kQASOtLyLNnb97lAGcBMVUWTuR+pEJBACURHivYO2YBuELRSevxvuPk5Tiln6C+iAaQHY1iSl8zvtTNN+T1Zd4n2W9jiUny2XCmooXv/8dOqT27vxd7d21W+3defhv1261etYitfnLtZ6rzVsgn7pv43TP5aVg7kJACAAu840sFg+uvIzhyCfioG7dugqZL4wbBFEEMHmReHPmJOI6mInOaP9IagGUv+eee3S0P8xvolU4/OAB3nljwMnPQ73z4Wbt2rWaueZktsM6I+9RvXr1NAuWGwtOfucBG1H/MOD9Spjlrp9L7hitEAByxzzLKFMTAb8EAEZRqnI5dcfCYA9vUhMd6ZUgIAgkikAqOmtx/D733HO+hyYEAN+QBXYBMrk4unD84+h3M68EAIjJOOM41PVikKBRCCDCKpJxUN+vXz9FZFYs42AfiXZn7s9Y18n32YsA77lOtbv58+fryG4vlsihKTKuvGubxr8tqW7rc/YkCCWmjR8/XhNRxLIfAaKd27dvHyYBzbkIa8dJ7Aiih27pG82IbZxZOLUSNadjK9H65PrICCSDAEBrnA0++OCDOhKd879ohsMfJzhBQ8joRzOcV5wtRotsJ/CIdcm5Z5DS/24EGPpKlDMkF8h+u3fvDut+vnz5tAoGEdtOIzgLJ53TkOWHEGOpBTm/hwAAEcBpbvLbVh+JIIf05UzPYH2/ZMkSfS6cbpauBAA/OHNPdkquQ/4yU634qY+yXp47UN5wptA1SV/ONt1IOmbqYL99zKny6e6sXbx4sY7Qd6qiOBV7vODLflGhQgVFuirL2Js2bNigU4qYRloUJ5EomvqVs/1EnmW9jCW7yhzcG65G8+fBg+rAgYPq2OLHunajQJFC2dW9wNrZtyvcqa8d/Tj5Dzv7/+D/f/lN/bnvyPqJtwNCAIgXudxxnRAAXObZ7cXNz3JASooHamdEP3XwYEtUfzwsYvIdQSwgT5fTeIFAWi6SlFis/vOiMHDgQIn+jwVULvheCAC5YJJliCmLwP7f9njq27cLl6tXBtwfKluhbjV140z7obOniqRQ2iCQKtHaFmAcVqKWRIQDee6Q2OWAkkNpohh41nFGd6YN2BnW0VR31hIp48xx62UKhADgBaVgy8ybN089+uijOv8u8vzRzCsBAMI0adKcRpQrewqyxU6LJt3+5Zdf6pQBZs52rscBQdQs9TmjffiOCM10i8AKdnZTtzb2MGSYzcNVSPNI7OI48mKJHJpCUIKoZBoRiBASkGknmpcIMCJYzXVHHmne/bND2hciDep+OBL47bj9pqLhRNABSgU420ijgKMOkg1KgjhByE0bKeo4Ur1WSg8i1XHS8dxA33DSsO8nMwUHv3FUIJDhNY0IO6ItOZz3YkThO3OKk2s90lkOzz7MgWmkBbj22mv1R25OKi/9cJYRAkA8qMV3TbIIAFZvUINgL+F5GocRaUcgr/H7Y70iC81vsHLlyp4HwG944sSJins2a5jfM/sQ+2jr1q21corbmaLnBlwK0gb1O4Oj2Ds4p+Q3x15JKlJ++6bKKdVFipgldcLy5cttLV5//fVavr9w4cL6vsC1nOGaRl/Yf80zWXDB2eYkBxKIBRmCPRsjxzwRvUjGmxZNWSAR7JJ9bW4gAHD+bqZaAVMUfUkJEY95fe6YMmWK6tq1q62JG264IYwMaBWA8MN6jXSPiKevOXFNOhMA2E8ghzhTlKDWzLNcPKQo5nzcuHG2qeBdhOcq6zkx0t7nTPEcbT4TeZbNiXUSqc07TuygDv0bm6RtXX/OoCtV6xsvTokh7N/9x2Hnvd2RH4rc3/mb+uMX/narP12IDskchBAAkolu+tctBACXOUQaiJu48+E11nTDIscBz8NHNGYujHOkf5zR/dHq55CBCIJoB1O8VNM+L5l+DLUD/niAFhMEhAAga0AQSA8EVrw7X7163RESQLXm9VXf1+5Lj85LLz0hkIrR2nQcBwGHZRxSRjOcdMgcIrMtlv0IpIOzFlSI6F63bl0IIA5eouVutQpCAMAZLZZ9CCBZHElW19kLLwQAnHPOnJeonBHBj9OAtcB7GQfxTil/Dl3J7+60M888Ux/em9amTRu9F5GvmQM/cjo783Xi6Fy5cmX2gSkteUYAx7pTRp85xAHk1RI5NMVphcPKufZZn1bEKA540zgLwKHXsmVLr130XQ6nzsyZM7XDmbYsYks0goyzEcaGQwLFQA70IxlqBwQimHnMI5XlTIJnBPKARzNIHJxbXHxxsIe6BEb06NFDsUeYhnMP5z+H8V4NTIngM6OpuT+xVzijTTk7Yj2YRBXaQaHRIhHgVPJKPojWRyEAeJ1BKZddCEAK5ndvGgFM3I+dDjWUUniGM61p06Zhah1E3Dds2NBWDgIO+7mzTqJ5ISeaRnQ2hAfLcNDhqDON6O05c+aEwbRo0SLVrFkz2+dE+aIEm26W6QQA3pdr165t26dR7yUFr5eUUW7z6fW5g+cCno1Ni0ZQ5rnlrrvuspV/5JFHwtL5pvoaS1cCAL9fVI/dyMUQrrwQHXnPYL8zjWdAfDY//vhj2NTx7sFzgZv6Cekjli5dGlPZxao0kWfZVFpTqUYAOPjHfltUvhWhjyN/7y+7sxz6O/n/3xRlg7a8BfKrY8oUV8eUOlYVKVVcFSl9rP7//67aqNZ/7K6059YHIQAEPTOZVZ8QAFzmkxfhVatWaUmuWLkorcuRl+MgAkk3L4eW5KHDWc/hbCzr3r27ZqR6yQnDjYV8qDxExCIwIPuPjBgv3UHnv4s1Jvk+dREQAkDqzo30TBBwIvD5q7PUlDuORP7XOb+ZuvwZO6tcUEsvBFI9WpsoJZ4bOGD3YhyQc+CeDKldL+3n5jLp4KxlfnCumJFgRHYhyS6Wegi4rSkrz7pTMtcLAcBN/YHDUd6pTOPAiwM33tEs42DemRuWqFyiNU3D6UcUn5XKzfqOXMqzZ8+2leW9TJRLUmvduUXXERlLVCvR5F4t0UNT7nn33nuv/otlOJg5HHY6j2Jd5+V7fgMEE+D0537sjGCjDj8EAD/3CfZq1FqiBSTgaOI8xKvaIU48IpWj5f/2gotVJhJZg98/ZKJ40h1CRnKeCXEuAyGCfQkjzzTR/6gdmObm1PQ6HtYR6RtNw8ngZ917bUvKCQKJIkB0PL8J0/i3Mzc236MIAlnGNOT/nQFSRHA7FU5NRQ3zerf0A2b6DcqSRoEUrqZNmDBBKyK4GfuGmZ4BtaBY6keJ4piM6zOZAMDY2GdxopoGsc3paPeKrZ/nDjdJd78EgESUCryOKehy6UoA4BmGd49EDFIR5CKn8d4DqTmWH8a6jmdZnhkgAXi1RJ9lvbaT7HLZQQD4a/9Bu9T+L1lS+zjysxz7WVH6/P/BP6Kn4YkHj6Py5Mly6pc+/IdjHwf/Yee+dvRrh/+xuoybzRnzivpwjF1VKlpfhAAQz0zlnmuEABBlrnmB5CF02rRp+oURprf1UFq9enW9UfOCi/Off3tx/LxcBYgAACAASURBVJvN8fDIy/Fbb72lkKtkM8c4JCe3FHXDXodx77duHAj0myg9Z7/Je4fcJgdfzpw0uWfpy0gjISAEAFkbgkB6ITD/mbfVzFETQ51ufMm5qutD9qiK9BpR7uxtOkRrc2CHQ9/JYOcZhagY2PTOXHrMJpGTTqZ87pzl7B11qjtrQYO1RBSoaekYCZO9M5tzrVlriujTTp066Qh83ldwODqltmMRADi0Ze7NaFnUyNhn3CTTOeCFTGQae44Z3YVzdtiwYbYykWSFiRQkYtA0IZ/k3Npya3nFihXaiU5OZtN4x+Vd1o8lemjKeiVKnr9YxhkBaQOQfw3KuLdC3H/ttde0szmaeSUAREp7iHoByj2obpikG9rkt0/aH+e+bfXn9ttv14EITuM3jTON37fTyOXNXHOekqhBHiK1odM48yAKz4uBsal0QHQpZzNuzzfsP+xbRP05ZcV5NuIMqXnz5l6aDSsjBIC4YEv7iywlDyJR45GizikAeBZwkvL4XRMV6zTG6AxAclO1gHDsVBLh/BQVAKcR7e0MmOIe73w28YoPe1+hQoVsyijsY25RvF7rzKlymUwAcEu7gmoEz4tuKXljzYHf5w4hALg7LmPhnFPfJ5MAwJjWr1+vFSFikSAhUvKsQaoSP5bos6yftpJZNl4CwD9//qWd+n/wF3LiZzny94ak97Oi9g/ssb87BDWewsWLGo79Eocd+qZz/4hj/+i8/0moWSEAJASfXOxAQAgAsiQEAUHAhoAQAGRBCALph8AHj7yk5o59LdTxlv27qvOGukczpN/ockeP/UThxXKsgVgypLVvueUWrTJkGs4Z8uVBAOCwjGgfciWbUsIcgiOBW61atdwxmSkyylR31gITilvOw2GiWrt06ZIiKEo3TASQG8fhhayv6Zgg4sUvAYC0D6R/MI3ofad8v/X9nXfeqdXZTJs6daomIliGahp50E3jsA+yttNw5kG6Np12rEUOf8VyHgFUG7i/OFM/ENFHZJ9fS+TQlAjQ888/Pyy6O1ofuO9xbwxK3p7c1V5zgHshAKDYwcGzk1xBvmSIBji+iD4nbeHixYttQ42U3xhCDlG9lgOTi3DAEGGLk4boWcgLkAKd0XNECTujh/3OMeWTla8d0gmBGebYYvUPBUf2rXhNCADxIpfe12Wys9aambVr14al0CAn90cffWSbPEhUzv2HPQSygNP+/vtvlS9fPtvH/IYg8MRjELNJH2QaxDP2gnSzTF1TPA84UwERVU3qCN5L/Vo8zx1CABACgHOdcR4yffp0/T7Cs+f27dv1Gclxxx2nVYN4V+nYsaPf5anLJ/IsG1eDSbrILwGgcMli6tA//6oDvyfHqZ+/cMHDTv0SWRH7hyP3idLXsvylsyL1+Xe+gvmThEp4tUIAyDaoc0VDQgDIFdMsgxQEvCMAAeCla2JHt5g1dnngRkX+cTFBQBDIOQTeHfaMWjTpyKHEOYOuVK1vDDavas6NLvNbTvVobQ69eXE18xwT9UbEDRLbpuGcIerWtKFDh6qRI0dm/kSm0AhT3VkLVPTReQjCwV2DBg1SCEnpSiwE4iEAEClIxKDtebJLFy1r7makhbjxxhttX40ZM0ZBTLIM+X4ibk0jWtmZq9v6nvQFplQnUcJukuqxxi/fB4sATn8cP9xfTMOJTL7deKJiEzk0RR560qRJtr4Q1Y2DF2U9Upig6IczwnSo4/xmnUeTzPeKnBsBABzcHFxeCACQaZzOaX7HzrQY/B7IX88BtmVE8uOEcyp1EPmPAoBp/NsZkQ9ekBnMtCFEA/NvnisSsWQRAOgTa6hv375qzZo1UbsILmARSVbc6/hymgDA8x4ODNJNkHYAh0Ykc8tr7XWcZjmUFJzS8DhOUInwQ76w6kzHlAmZ6qw15xlpfu7fprnJoJPX3fl7Y59AocTNIABABLAMZ/DPP//seylCRITwY+bzhsBEVLmb+oDvBrL5gkxcU9x/Bw8ebEOSZzieAU0FF69Qx/vc8dJLL2minGl+UwA8+uijauDAgV67mhLl0jUFQEqAJ51QfgkA8UBG9H2WI/+wU99w7OPkN537BY5J7Nkznv55uQYCwP5f93gpGirTadQAX+WlcO5BQAgAuWeuZaSCgCAgCAgCGY7AW7eOUV+9OSc0ys6jr1NnXhEfwzjDoUq54aV6tDaqA85DLxjsTmlOgMVR4JTaxaGLY1cs5xFIFWctSJDL9brrrrOBgiNtxowZOs81a4lIVBwCRGL1798/EJnonJ+FzOpBPGsKeUycdaa5RQBa3z/11FMKiX7TnMQi8noS8W8a6yiSBLebIxnnQTyysZk1ozk3mp07d+r5QjXGNJQeIIfghInH4iUAbNiwIWzPwSG+fPly7ZQ0jcjQzp072z5r2bJlGCklnv5bBADWJviQfoO2tmzZEkYw8EIAcCPLkBbDGfFKXyH0OVUX3JRaaHfWrFm24aH04Zbflr382WeftZVl30dpIRFLJgGAfqEYwhitFI6kNMAxjTIKKkfsQb1797alJol3PDlBAMBRCDEPpz/jtJzusdZUMgkA27ZtUyeccEJcMAoBIC7YknoREfk49llrlkEqgvBlpvThO4hC7H2mRZtT9mRnvRCOohmqPzfffLMuQopWyE1W2lfrOp4VeF5l30pHyzQCgNu7A6lrUKJCOcivJfLcAUmK92HTIqnkUGb06NGKZ1fTSBkEuSydTAgA6TRbqdVXZPwHV71Q/e/Q/+LqmHbe48y3/g5H6x9x9GdF6hcuUTSu+uUiQSBTERACQKbOrIxLEBAEBAFBIFci8FK/UWr1rEWhsV/y5CBVr3OrXIlFOg061aO1n3nmGXXttdfaICWCcNCgQa4wn3jiidoxYRmHcsgoI4sslrMIpIqzFhTcZN2joYPziyhbcr2LpQ4C8awpIusqVqxoGwQqIxy+uzl5ORydOHGirTxRhGa+8T59+qjnn3/eVgbiwIAB7tEQbgQAnAU4I8SyH4E9e/YoSCDLli2zNY6zGmekM2e0nx7GSwBwi5RnzbH23AxZfdN5xBrDYeWMlvfTd8pSBwSDCy64QKFcYVm84yIyFsl+0w4cOBBGauB7t5y5bhGO/H7NaFvIW9z33Wzy5MnaUW4aJAP2d7HsRYAIe4hSOP0hdripoGQXAYD1w9o0zY0s5hUhIQB4RSp7yuGIbtq0qVq6dKmn375zP7X2QhQp3MxJAEBRxJnmxHkd6i7R1Drow/jx4xXPOelqmUQAIFUMEffsW5bxboBCCQQsv5boc4dbyj2eRZ3Pq1a/UC1AvcA0yPROEoHfcWR3eSEAZDfi6d3e/w4dUiumL1Arp89Xa+d85nswTa/sqFrf2FM79o/Kc5Tv6+UCQUAQUEoIALIKBAFBQBAQBASBDENgwiWD1YYFRw7Qe794r6rZulGGjTJ3DCcex1oypLWJViBqwTQOiy+99FLXifCTtzN3zGTqjDKeNZUMZy2IsH5ee+013+BAPHHmg/ddiVwQGALxrCkaRynElBbnMyJru3XrFtY3N2e9U17cjahUq1YtRRoA5/V8VqdOnbB2cFjiuBTLXgT279+v2rdvrxYtOkJgpAdI7OOcPOaYYxLqULyOcrdI9SlTpugIfDeDwPDJJ5/YvkItoG7dugn1P9LF8Y4Lkg3R7JZBKiAK0s3cfisQEd59991QcSJn8+bNa7s8Wv7tuXPnqrZt29rK44SbMGFCUnCSSsMR4Dc3YsQIfQ+GeBXNYhEAUHNAwt2rsV6cUdakhHH+dqjPLcLWqxIIcvGJkm+8jimocpnkrHViQhoX3h1Ma9iwoZbWd1PeyQ4CQCz1CvbuYcOGKVRo0sHWf/RVWDdRNmJdQYhwe5aq0aphOgxNTZ06VT8f/vvvv6H+Mh5SA7G2/FoQzx0bN25UVatWtTXtlk7HKuD2GyDlhFMRy+9Ysru8EAC8Iw4RDYUKp2qU9xrStyRBSSumz1erZi5MaBCS2jQh+ORiQUAjIAQAWQiCgCAgCAgCgkAGIvBkx5vVluXrQyO7buqjqlLDWhk40sweUjyOtWRIayNnOG7cOBvY0Zwg7dq1U8gJmxZJCjizZzD1RhfPmmIUQTtrqROpTqfDj+hrPifCC+IBB2PmYZ9+gTnqKLV48eJAcmun3gylX4/iXVOkf0DK1TTWGRHHlnOeub/nnnvCJMi5BucV31mGVDTqI2YOYL4jWpmobcvBsGrVKtW1a1eFFLFpKJTgmIonx3z6zVrq9BiZcRzKRNKZdtJJJ2nHUNmyZRPubLyOcjflCaJBI0lBn3rqqWrt2rW2/q5cudKVbJLwoA7npW/SpImtqljOWgpzGM0BvmX8Nvi3m2PVzcEByW/hwiMHujhanfLdyHzzW3Mz5pVIYNMipRUKAqdk1cF+gbF3pJvCkZVWwgs2XtaUl3qsMjjsSH1lWqRnSvJj33bbbbaykFVMJQw/bad62UwlAKDugbPdNNQeSA9WoUIF12nJDgIApBOIW7EMFTQUhVL9+WDYqd3U/t3R0x6YYz17QHfVYbBdjSUWFjnxPe+UpIix0pJYfXjooYcUZFC/FtRzB8+ovK+YShPsTaiZuN1Pq1evrkgtZBnEOVQI0s05LAQA7ysutxEA1n34uVo5fYF2/B8yyDo2xAji95EBQAgA3teblBQEIiEgBABZG4KAICAICAKCQIYi8HDLvmrHxh9Do7vlg6fUCbWqZOhoM3NY8TjWkhGtfdVVV6kXXnjBBjKRGJEiYtz6zSFfgwYNMnOi0mhU8awphhe0s5Y6ccB+/PHH2pGEckX9+vX1OjMj9sgF3rFjR/Xdd9/ZUO7SpYuWKxbLeQTiXVM4FnGYmjl7GQ2ONKKhSpQoocjPGyk6dezYsdq5b5pbGgC+J4c00eS7d+9WkKQsx515LYe4HNSJZR8CHJ736NFD4fwzrXTp0tr5TxR5EBYvAQBZ+iFDhti6gPOb/crpCMLZfdppp9nKBpUCIBIG8Y6rSpUqatOmTbZqIS6ccsopYU198803qkaNGrbPuZdzT7eMaG6cdaaBBb9fN3PrN86dGTNmBDHd2VYHTiRUQ7hnZQIBgPXqptwQNAEAghfKEpZB3OIe7+YwIz/7448/HioLSTBWXvdsWwBJaCgTCQBIniN9blrRokX18x/PfZEMEtjmzZttX0dL6+BMAYByDM5Vr8ZzAUTC2bNn66h/p0IRKhdOMorXurOrXCYSACD8QiwnYt+0W265RY0ZM8Y3tEE/d0AodT7DkKrgsssus/XNjfgWSfnE96Cy+QIhAHgHPDcQAL75ZKlaOWO+dvr/feBPV3Aq1K2uTuvYXP/d3+QKdejfIypUsdAUAkAshOR7QSA2AkIAiI2RlBAEBAFBQBAQBNIWgVGnX6p+374r1P9BCyaq0ieVT9vx5LaOx+tYCzpam0gtIrZM80sA+Oqrr9Tpp5+e26Yw5cYb75pKhrPWKzjkBHeSR4hgJVexU3baa51SLjgE4l1T9AAnPoe48RgS5ESOm8ZBG2vF6TTwUj8EAWf+eS/XSZn4ECCHL+Qy570FBx+OoSDvF/E6yt32HkZL/nqiWSEqYBzs9+rVK4yoBJEFFZNkWbzjuvjiixV5h00bMGCAjnB12q233hrmZEG2+8svvwwVdYsm90sACNrJnCzMzXozgQCA+kPz5s11WovOnTurLVu2hKnrBDk3KLw4c3VHi+KlXzxvWgZpzCQPZMc8Z2cbmUYAQOUHAqlpPL+h+ILaUzQjhQ/qYaahNgI50M14HjTJfRD/tm7dGtf0QXxiDzMJipAWiOxO5WjtTCMAkEIHhQae903r2bOnevXVV30rMiTjuWPWrFmKPdI0FHHeeOMN1bp1a/0xSkDsr85n02jp9OJauEm4yE1Rgt/FgQMHtPqBmxU6NrG0TUkYRo5VmakEgO8+Xakd/kT7H9iz1xXfcrVPDjn9S1Q4LlTmjhM7CAEgx1akNJxbERACQG6deRm3ICAICAKCQK5A4N9//lHDanVTf+47EBrvkC9fVseekHVoLZbaCMTrWAs6WlsIAKm9Tvz0Lt41RRtBO2v99Js8rBygmSakEj8IJq9sImuKXiHPT3SgU7rf6nHNmjV1jtXp06fbBkHUccWKFcMGhgMLYoBzvVgFiTKFdEC7puGMfv7555MHlNRsQ+COO+5QOP6chpMFEpsXI395tAhSq454HeVcz8E+B/xOYx2VK1dORyUiSe5mRLQT2Z4si3dcbnnVcQQTtQg5wDK3cnyHQ+ajjz4KlRMCQPopAOCUmDZtmt4rTTn9eNeU1zWOQ8xcO4UKFdIqL8WLF3etAiLQ0qVLQ9+lo1KEV2wol0kEAPaTK664QuF0tYx9hnu5kwTihhHpTViPpqFyVr58OJEdMk7+/PltZXl2cBII/MyFk3zCtXPmzFFt27b1U022ls0kAgDPcvz+f/nllzAMUYfwQgA+88wzbc91yXrucEtpRqchq0B4cSOioISCko6XcWTrInI0NqRaJ/XX/iMpg2L1pc3Nl6r2t10eq1iu+T6TCADff7VWrZi+QEf7792523UOjz/lpJDTv1SlE1zLfPbSe77nv0kvO8nGdwVygSCQyxEQAkAuXwAyfEFAEBAEBIHMR+Dgnn3q7lO62AY6fPVbqnDxopk/+DQfYbyOtaCjtYUAkOYLyeh+vGvKqiJoZ61XZMkPjTPKNLcIcK/1SbngEEh0TdGT9evX6+hj8rziDEJOGznySy+9VF1zzTU6UtCMOK5cuXKYhLk5IqIAiSwnAotoUQ7gyDeM8wnn/08//aQ6dOhgA4HyRHEn2+gLa5nIL6KnnMSGSO3jdJg7d67v7kVSa8EpQySjM6eulwaiyTB7uZ4yRMeTjiERI30IkvyxLBGnJmNt2bJlxHz2kdoeNWpUWPqAWP30+3284+L3QSQ1Ua5OI+oW5wpO/UiR1qT/MaOyhQCQfgSASGst3jXlZe0Szesk7LC/P/PMMxEvZ982HYCXXHKJwnHG/Z+0FUhRE22LggupgS6//HKFkzldLVMIAOwP3bp1U8itW0aKCe6zzJEXQ0KdKG/TWJ+NGzcOu5wUEs6UMe3bt1coTsRryP0/+uijtssnTpyoSDWUqpZJBAA3tRC/uPPMZz43Jeu5A7ICdZNCwovx7Ecqodq1a3spnqNlhACQGPzpTgD4ceUGtXJ6lrz/79vcya7HVT9RO/3rdGyhylQRpdHEVoxcLQgkBwEhACQHV6lVEBAEBAFBQBBIKQT2/LxLjWxwaahP+QsXVMNWvKHyFrRHS6RUp6UzKhHHWpDR2sgdT5482TYjflMAEMHlJVJTpj25CCSypqyeBe2s9TLi/v37q2effdZWNB2kM72MLd3LBLGmomFAJD8KEKYNGjRIPfjgg3FDhxQr0a+W5cuXT0v7RpIzjbuhwxfi1Jk5c6Z2+hNNbjnd/UhrV69eXW3YsMF3VyLt1RxUI5Ecj+UmAgD4EOGPM+ill16yRbO6YUdaANIDcN9MtiXirOVaIvlxoPo1Z+5lnB/kcTfNbwqAjh07eibD+O1vssqncwqASJgksqZi4Yzz/vXXX7cVW7NmjYJ04masTaJn/ViNGjX03s5+mY6WCQQAiHwoNTjJZdFSPbjNFeWJ2DbtscceUzfffHNYcdYV68u0u+++W917772hjyAOQlYybceOHaFULs5KUQV64YUXbB/TjqmSkmprTAgA9hnJLgIArUJC6dGjh02xxG19sEdBAoWElw4mBIDEZikdCQA/rduknf7I++/a4k5qKXNyhVCkf9lq9ue/xBCTqwUBQSAZCAgBIBmoSp2CgCAgCAgCgkAKIrBz80/qwWZHDqSLHV9KDf3qlRTsqXTJQiBRx1pQ0dpuKQWmTJmic8a6mVukKo4rZLzFchaBRNdUrN4nw1lLmxdeeGGYcyjZ8tqxxirfZyGQzDWFA4HoazOPOtGdkFCqVKkS1xQQcU8EsylLnAz5f+qfP3++dvq//fbbYTls6bwfAgBS2eRc9WuRCABE3xOxFo/lNgKAhRER8dz7cHDh9CYyGdlpopSJ5GM+iUJOFpHEOVeJOmvnzZunyKXsJrFMW8WKFdPOLif5yqmWwfVgYBp4rFq1ynV5LV68OEy5AeedM9o3nrWZndcIAcA72vxe2LPNHO1t2rTRv6VI9u2336pq1ap5b+RwSVIaoDZQoUIF39fm9AXpTgDgt92uXTudGsU0J2nIC86QQ5wR0jhP2Vecsum06VxLH3/8sX5+sAzC0yeffGJrOhIp4ddff9XvLPzXNCTbGzRo4KX7OVLm7hoXqYN77dhH60iVJnXUJU/dqYqWKZEj/Y3WaDopAFjjQPECAhLqU6yV7du366+4P5LOgGdP7nWkEEoXEwJAYjOVLgSAHd9uUStmLNCO/x0bf3QddKnKJxx2+rdQx9esnBgwcrUgIAhkKwJCAMhWuKUxQUAQEAQEAUEgZxGA0ftYuwGhThxXvZK6dV5k6c2c7a20HoRjLYho7bvuuktHNJpGbk/kOd2MnIumw44yRNc6HQQyw9mPQBBrKlKv/ThrcSgR1W9apKhuHKmVKlXSDjfTyO1KjlexnEUgWWuKPYM9xil7H0syOhoa7FusO9M5gQOXfZI1FoRR94gRIxT56UlnEM28EgDcHKykSUBSOZa98847Os+309zyu3s9lN61a5d2DovlLAKJEgDoPYfT48aN0wQrIhghmfBbgHQ1cOBALYGNk8w0omjNiH+clqSTMA1nL+mI3Iw82shzm3bttdeqp59+OmcB9dm6EAC8A4YDGGUq01hzKD9EMggqkASchlOYez9kAp413WS3uS/Nnj3bewdTpGQ6EwAgXeBk//33321oQjKC3OPlfuWchkaNGqmvvvrK9jGpetizjjnmGAVe3G/vv/9+Wxmc96Q4Mdt8/PHHw9QDIBRyLc8FRYoU0XUsW7ZMpx7CgWsaqVHYI1PRlr3zkVo4aZr670r/KkGMp2qzeqpBlzaqQdfWqTg86VMOIiAEgMTAT2UCwK4ftoXk/bd9vdl1oCUqHheK9C936smJgSFXCwKCQI4hIASAHINeGhYEBAFBQBAQBHIGgR+WrlPjLhwYarxyo1pqwDv2HIc50zNp1YlAshxrVjteo7XJedm3b19b9yAEOKU5rQJEXZmOr8KFC+sDQa/OJVkJyUMgWWvKr7OWyGgzMosR41D6+uuvwyR/3aKAypYtG4qsSR5aUrMXBIJaU/v27dPRdjgRcNwgt+6MIiTHL+lEihYtGrNrRGLt3r1b/fDDD+rTTz9Vzz//vK7baTgdcT4GZW750CPV7ZUAwJiJHjMNVQGizeM1HLvI2puG1D3Rs2LpgUAQBIBoI8W5BhnAimKkLA451COcVr58ebV169bQxyhW/PHHHwqiitMmTZqkrr76atvHOOHuvPPO9AD+cC+FAOBtutiHK1asqNeDZThTifB3Wx9WGcgo5Mnmb+HChToFCuRByCmWQQIYOXKkTerd+g7FjnSR2bb6nK4EAAia3KPc1ESYa2fEvtvKgTzMfdo0CIBE95uKPXyP475cuXK6PedzAt8TgY0cu2msP1KTbN4c7ugiDRApcSgDwc3NIM117drV26LPhlJ/7T+oFk6cqhZOnKb2/WonXSTSfIMurTURoGqz+olUI9dmCAJ+CQBNr7xAdRp1JNgkQ2CIexipRgDY/dMvWU7/GQsiEoaOLVdandaxhXb8VzjNvwpP3GDJhYKAIJA0BIQAkDRopWJBQBAQBAQBQSB1Efh24XL1XM+7Qh2s2aax6v3CiNTtcC7tWVCONTf4/ERrf/nll6px48a2ajiANXNoW1+65ZVu1qyZPsAVy3kEglpTiTprcc7iWHJGSHPQ+9xzz4WiS4nu6969e1i5IUOGqFGjRuU8oNKDQFIAkNOX6Lxodtxxx2k1gEj5os1rcTgVL1485uzccMMN6oknnohZzk8BNwIAUYiQF3B4meaVAMBe27lzZ9u1iUoROzEn+tF00PkZs5TNGQSSTQC49dZb1ZgxY2yDc8r/W1926NAhLOIawk3dunXDwCG6ln3eNKK9W7VqlTNAxtmqEAC8AQdhFCUp0yLlcvdWY3gptzRBEAOGDh0ab5U5cl26EgCSIdduTQBzOHr0aM/z0bt3bwXJyM3Yk1AfiZT2JFIjgwcP9tUHz52No+D2b35QiyZNVV+89n4cV9svKVnpBLXr+59c6zmmTAllkQFQDMwNxrsJJoT1rNnes+NXdd8ZV6h///rb1/TnLZBPHV+jsjquZmV1fI1Kh/9bWRUuEZu866uhNCicCgSAvTt3qxXT52vH//dL1rmiVrRsyVCk/4kNRF0vDZaWdFEQ8IWAEAB8wSWFBQFBQBAQBASBzEFg7ZzP1Au9jzj961/USvV8YlDmDDADRhKUs9YJhd9o7UOHDqnjjz9e7dixI1QVstnk58SpZRqHdM4D12HDhqnhw4dnwIyk/xCCWFNBOWuRhHVLI4GzlMguIvvMyFMLfRzBRPaVKlUq6RPCwQ1RX+RxJ683ksWJWqTc6/HmVccJRcQ8fSS/rd+D7UTHkx1riihOnODIinuxWAQAogfZkyCSBG0WAYA2mjdvri666CLtvCdCskmTJrbmvBIAICncdNNNtmsTjdanX1OnTg3VCcb8rjLV+J3wR2R6tKjjdBp/sggA4ITD1un8R3adNeLmHEGSG0KNaX369FEoCJkGyQTyl5lbG5Ug9npLgjtd5kAIALFnCowqV66sfvrpiJOReYb8F2QaETeSlNf9NfYosq+EEADmuoJNGpJ77rlHS/5HMu65kJZQE4mWbmDTpk1qwIAB6oMPPog5sahNQVYhjUFO29fzvtQR/5D4nZa3QH51Vp8L1ecvz1IH9uz13NWzB3RXLQd0U0unzFNL356rtq52T9uC9DeqABACChXPXCcuz4683xYsWNAzhplWcOf3P6k1sxerNbM/MEYJGQAAIABJREFUVT8s+zrQ4RUtUyJECiCH/HE1Kqvja1ZSeY4+OtB2UqmynCIAHPh9b8jp/91nq1whKVLq2FCkP4qgYoKAIJC5CAgBIHPnVkYmCAgCgoAgIAjERIAX/jduejhUTmTbYkKWrQWCcKzR4USjtamD/OwPP3xkrfAZcp/IbOKUQ55zypQp2qFrHtDhaEFuE/lXsZxHIIg1FYsA4MdZSxoJZ37paChxKDdz5sykRoqyfmkDh/qsWbO00xALwplAdFHDhg1dpej9EAD4vS1evFj3EYKC5UzDkbZ3r/fD3yBWZDLXVJkyZRS5oznU9yIhbI0nEgEAp0Dbtm3VI488osgjnQxjHnFGXXDBBTY5/USctUj1I9lvGbmP9+zZk1D32b9JLWDZ+eefr2bMmJFQnal8sThrI88Oex6/GVKwQCKaMGGCzWHLlThFUGSpV6+ea0UQUkjjYspx83sj7/v111+vSReQCMnf7XS8kQ6ANtPNZE3FnrHJkycrIrJNu+6663QO9yBt3bp1YeowrFXyuaeqIcXsNNYUqQ9Ic+PmxD72hNIpOZxkKgBYA4ZcB6EItZBvvvlGK9ZAIoFQ1Lp1a51WpGrVqp7x+eqrrxREVFIEfffdd/qeyjMUJFPujzzzQZRj78tJ+/TFGdrxv3NzeKT+cdVPVGf16aQaX3Ku7uKwU7up/buPpNqI1W8IAB0GH/l9oi6wdMpctfTteeqPHb+6Xl6jVSNNBqh7QYtY1afd97mVAPDTuk0hp/+29e654L1OZvk6VdV/8uVV1EmaCi9WtmpFdVyNSsokBZSocJyXS1O+THYSAMB75Yz5asX0BWrD/CPP9yZIhYsX1ZH+dTo2V1Wa1El5/KSDgoAgEAwCQgAIBkepRRAQBAQBQUAQSFsEPn1hhpo69KlQ/1vf2FOdM+iKpI8n0ahVDvVef/11fRBE3lle2sldzMFNixYtVMeOHT05CXGkFShQIOTk8zNwPw47P/VaZZPpWDP740Vam4N7ov/MqD2rDqK1ObB0+65///5q/Pjx8QxfrkkCAslcU/E6a5GUxsEbKe+qBQNqE+SFd0ZRBwET+8D8+fO1Q53c6r//Hp5PNQgCgFskt9V/L/sJDjr6+NprrykOw52WrgQAnPzkdka2n1zi5Bk/++yz9T7ux/Fv4cH9AIUInAMlSpTQeaDPOOMMnb/Xq4pAEOvKrCMRAgBpMCB6WFa9enWtXgABCycG40WhAucH65R9l3FHM36vplrEJZdcourUqaPeffddtXbtWnXw4EGNIU60Ll26qMsvv1znXU5XE2et+8y5RU47SzLvL7/8srr44oujTv/dd9/tmpoF4haRtER9o+xiGnvWqlWrFHnC081kTUWfMe6rEK3YTyzDqc19jD0sSENBAqUq09zSrgTZZqJ1jax/iZbY9mrNru6kLhje32txKZfGCPy+fZdaNHGqWjhxmvrXsWcyrFPanaGa9e6kTj7LnmJl+/rw58JYMOB4dbMNC5ZpZYBlU+a5fn903v8cVgVoo046IzmEylh9D/r73EQAQAreivTftWWbK5SVTj9F/bhyg/r3b/t9OxrubW6+VLW/7XJdZNcP29S2dZvUT19vVtv4W7dJf+bF8hcuGFIIyEonUEmnFShYrIiXy1OmTLIJAP/+86+W9udv3dwvXMddsGiRkLy/c89IGaCkI4KAIJBUBIQAkFR4pXJBQBAQBAQBQSA9EPho3Jtq9gOTQ509f+jVqkX/roF3PoioVQ75iEB+8803Y/aP3PNPPfVU1EhPt5z1MSs+XMCLw85rXW7lkumstdrzE61NNHSnTp3U3397ywWIM4nIGg74xVIDgSDWVNDOWpAhah2n9nvvvaej43FMEjGKkxIHJNHUl156aVzO4GjIE606YsQI3TbOqWiWKAGAvQunR6TI7Wj7CSQaIt9iRTPmBAEgNVZ26vciEQIA5AVSR3g1yABE3rJfuxnOfb8StzVq1NDKBkE77ryOKdFy4qx1RzAWAQBiJcSrDh06xJwCng3atWunVQS8GM5g1ukVVySfdOqlP37LyJqKjhjPjNw3TeMZhJQ1QRvPDfXr17dV26BBA7VkyZKgmwqsPiEABAZlxlSEU5Zo/1UzF4aN6ag8R6mzenfSEf8lKpTNtjHz7o4iACkCNi5e4dpu8XJlNBmgfpc2qvRJ5bKtb0E3lOkEAEgdOP1Xz/5U7d35myt8J595mqrd4SxVu0NTdUyZEmpItU6eI/mp0CQAuDVAlDrqABYhgP/6UQtABUWrBRikAJQDUtWSRQBYOWOBjvZfPWux69AhUBDpz1+1Fg1SFR7plyAgCGQTAkIAyCagpRlBQBAQBAQBQSDVEZh1/2T18VNHnOrdHr5ZNep5TiDdDipqlRyiTZs2dY18jdRRHCEff/yxqlvXHiVhlY+Uj9vLwNOZABBvtDbSvVdeeaVrbnYTMw59rbzpXrAMokyi+dqDUpWwxkKkI1G7pEZAahsHMA4PsK9QoYJ2qHTr1k0RpSaWMwhY+dq9tJ4oAYAIa1RLIlm0/QSJ2x9++CFmN4UAEBOiHCuQCAEAlRUzh7aXQUCgIZofaX+nffvtt6patWpeqrGVwRmMo439K91MnLXuMxaJAABBhJQ+9913n1aC8GqQqvr27atJVdEMtY9nnnlGoW6RriZrKvrMoeLiJINACjj33Cy58lhGRD/PTZaxp6HOU6RIeATopEmTtAS8aawtL2ThWP1I1vdCAEgMWVIqYUdnQP7w5VM/1o5/oq2dVqrSCdrp3/SqCxIDLICrf9++M0QG2LHxR9caK9avoRp0aa0adGmj8hcpGECr2VdFJhIA1rz/aZbT//3F6q997pL81VueHnL6Fzr2GBvgQRMAIs1mImoB1GmRArLSCGSlE0iFlClBEgDWfvCplvcn2h9ijtPyFsgfcvrXaNUw+3440pIgIAikPAJCAEj5KZIOCgKCgCAgCAgC2YfA1CHj1Kcvzgw1eMmTd6h6nc+OuwNBRq3iTCUn48qVK8P6w0E1MvbI1JPv3mk4K9avX68KFSoU9h0OWucBtNfDJCTLkZhOlqVqtDYRzMi2ky8a6V6k/0mjcMIJJ6izzjpLR2pz8JsdFkS+9qBVJRj3ihUrtFwyeUqjGdLKt99+uxo+fLjKly9fdkAmbRgIuBEAIGm4SQcnQgD46KOPdI7aaOaXAEAfN23apA4dOhSqVggAqbu84yUAEFXN/mrOM6OEFMA9ke+Q2F6zZk3Y4EuXLq1zGx9zjP1Al9Q5bdq0CSuPXDepXrjfku8dhRynJSuCN9kzJ85ad4QhAPTo0UOnkICcRhQ1REvIaTjp4zXWO9H9ixcv1uQl7tUQSFhfrKF+/frpNtPZZE1Fnj1Ij+xPpkE64lncLbe9W01uBIKnn35aXXvttWHFSQ3EmjONdxDSoaSqCQEgsZlJd2ftXwcOaol/pP737gpPO0XU7lm9L1Q1WzdKDKgkXQ1ZAVUA1AEO/hH+7k2zp55zpiYDnHpu0yT1Ithq031NgQbras3sI05/Fe4n1qDVat8ky+l/blOVr1CBiEB+8Zp/xZbGl3gjecWavUTVAgoWLayOq1lZqwUcX6PS4f+vpPIXCT8PitWXeL9PlACw/qOv1Aok/mfMV//8Ga7ASCoOK9L/lLZnxNtNuU4QEAQyHAEhAGT4BMvwBAFBQBAQBAQBvwi8fuNDatk7H4Uuu2LiPfoFPh4LMmqV/LO9evWydQPn6ZgxY3S0GU4QnBbkROZgmZz0pj3//PPqqquuChvGo48+qm677Tbb5zt37tQH1WKpiUCQ+dqToSoxffp0TSrB4eHVWNuQKsSyFwGLAMBe0rx5c3XRRRepzp07qy1btigcCqbFSwDASXTaaadpx0c080IAwEFLH/kjxQb7nrnOMoUAgNMbMheOa6+ErOxdOf5bi5cAwH6HUs3ChQvVggULtGP+hhtuUORbJyLWMqL9e/bsGXbve/LJJ9X1119v6zD3R+rij3o3bNignn32WXXhhReGynE/HTlypLr33nvDBrt69WpF+ph0skx01qYT/pnY10xcU/HuU875hQDpjL5324uirYvnnntOXXPNNbYiEH7Zq9jruG9znxgyZIh6/PHHbeW4F5LWJ5VJJkIASGxXSFdn7c8bftCO/0iO1SaXn6cj/sucnD5KO2vnfKaJAKtnLXKd1HyFC2hFAMgAJzaomdjEJ/HqdF1Te3ftDjn9v5m/1BWhPEfnORzlnyXvnyeNlTMSVQsoXqGsgxRQWZWtVjGhlUU6TVJ4OI33maPz5HHFu/cLI1zb/HbRch3lT7T/n3v3h5U5Kk+ekNM/3jO6hAYrFwsCgkDaISAEgLSbMumwICAICAKCgCCQfAQm9x6u1s05Eklz9SujVfWW/vOHuREA4o1a7dq1q5ZSN2306NFq8ODBYYCMGjVKO0dMu/zyy3UeW6fdfPPNtoNDpEX/+OOP5IMsLfhGIOh87clQlcCR1rBhQ9c870RX4sx0i6oFDOThOTRPN+NwAyc0B/Pp5qzF6U4E7AUXXGAj/QTlBGEukdDGQWEZqQBw6BKZbVo0AgAEphYtWqgqVarYrslkAsDevXtV0aJF025NRfr9BrmmIrXx2GOPqYEDB9q+Rnli7ty5cW8rkAIgNZkGMWDo0KFx15kTF2aiszYncJQ2jyCQiWsqiH0KYh3P+pZEO4ixl2/dutVVvj/SmuK5AhUBN3UTntVROOF56uDBcFnrdNijhACQ2G6Sbs5aInmR+ScPu9OKHV9KNevTSTv+iehNVyNie+mUeVoZ4IelX7sOo1TlE7LIAF1bq+Lly6bUUNNpTf364/aQ03/zV2tdccxbML92+tfp0FTVah9fMEdKTVCUziSqFgBB4jiUAmpW0uQA6/+LlvUWEAIBYPYDkz3DdVSeo9RDW46oK2z6Yo12+vO377c9rvXUOb+ZOq1jC1XnvLM8tyMFBQFBQBAAASEAyDoQBAQBQUAQEAQEAVcEnuk2SH332arQd9dOeUSd1NhfxJ9FAAgiarVu3bph8v/kMXbLn75kyRLthDWtVatWCtljpxFJO3Xq1NDHRDUS3ZipZuaM8yrDmipYBJ2vPRmqEm3btg1ztrF2IZ/wO8BIY4Gj3xkRjuzyokXu0TOpMgdu/YAAIM5a9xlC+vqUU05RkFcwohJJC4Ez3w8BINL8CwEglX8Z9r4F4ViLNVoOr52y7YmS2txyxMerhhGr/8n8PhOdtcnCy3pOSLdnhGThQb33nXGF+u2/P3tuokmv89RF993guXyqFAxin7rpppvUE088YRsSZFsISn4NUiUkJqL5vVqHDh00aSnVCYnDa3eP6OhxG2uRkseqhj3aqqrN66uqZ9XzCkfGlksXZy2p9RZOmqp2btoaNhcnnVFbO/2RYc8027n5J7V0SlaKgEh7Z+XGp4bIAP/JlzfHIUj1NbX9m++103/17MXqp7V2ErEFXsFiRQ5H+jdVNc6WPPCJqgUUKl40jBQAQQByhWnxEACun/aYWjEjy+m/5+dfXdc/e0Odjs11xL88k+X4FiEdEATSFgEhAKTt1EnHBQFBQBAQBASB5CMw9tzr1dbVG0MN3TTrCVW+TjXPDedU1KrbASZRjDgynEZ0EblKLTv//PN1bvtMtXR21gadrz1oVQnysTsjtIl6w+F73HHH2ZbUqlWrtCy8abzYE8mWL1++tFp+6bymIgEdhBOEulEWMPcT1ElQA4C4JASAyMtc1lT8WwBKI7/88outgt9//11H4MZj69atU7Vq1bJdWq9ePbVsWXgUYzz1Z9c1QgDwjjTrJW/evKpQoezLk+u9dzlTUggAMz0Bj5JNxYoVNSnQMlKV4Mh3Ph95qlAprRxw3XXXKdKcRDMc/tdee61ODcb6TUX7++BfWvr9i1dnK5x58RrPixABqh3+O75m5XirStvrUtlZu+fnXVrmn4j/f//+Jwzjht3bqbP6XKhOqGVXdUrbyYjR8U2frw4pA7jhweU4OFEGqNmmUY7BkIprasvy9SGn/87N4SQSwDqmdPGQ0//kpnVzDL90aThRtQDGWbLSCer4GofVAmpW0ooXC557JxAIarU7Q0f685vI85+jA6lTKhEEBIHcjYAQAHL3/MvoBQFBQBAQBASBqAj889ff6pFW16hd3/8UKnfbR8+qstVOTAi5ZEetIv+Po800Io+IQHKa01mCPDe5tTloXLt2rXbIlipVSuHw6NKliyKVAHlH09XS2bEWdL72oFUlILz06dPHtjT498SJE12XS9WqVdXGjUcINhSCRFC5cnod5Kbzmor0Ow6CAIDjHwKAZcwrzlT2PyEARN9BZU3Ff4epUaOGJh2ZRvRsuXLl4qp0+/bt6vjjj7ddy/pFgSedTAgA3mdLCADhWAkBwBsBwJnyBiSDItZCOnrxxRe1UhLPSpAMUDypUKGCatOmjerVq1cYWcn7qk9uyU1frNZO/2XvfJSUhoqUOjZEBoAYULRMiaS0k0qVpqKz9ocl69TCSdPUyhkLwqAqXKKYdvoj9Z+/SO4lV6149xNNBiAlgpsVOvYY1aBLa1W/a2tVvnbVbF1yqbKmNi5ekeX0f3+x2rN9lysGxcuVCTn9KzW0kzSzFbQMaixRtYBEoKjZupF2+PP3n/zpFQiQyLjlWkFAEMgeBIQAkD04SyuCgCAgCAgCgkDaIrB/9x/q4RZ91d5du/UYyJF2x6LnVYkK9ohmPwNMFgGAfKOvvvqq6tu3r+Kw37Ly5ctrZ74zAhLnPnnL/RjOFZQEqlev7ueylCmbzo617MjXHmmivKhKDBs2TN177722KsaOHauQw3WzM888U3322We2ryKltUiZBeTSkXReU37m24/s+YEDB7T0P6QVy9555x3VuXNn/U8hAERf0bKm4v/FFytWTO3ZY88f+scff/jKvW22vnz5clW/fn1bhxo0aKBItZNOJgQA77MlBIBwrHILAcD7KpGSsRA4+Mf+rGj/12arX74LT2FwVJ486n+HDsWqJvT9Ke3OUMdVr6S2LFuviAomijWSUQ51gCyVgHoqz9GZF0WaKs5a5mD5tI91xP+PK+zkO76rWK+GdvzX63S257nODQX3/fq7Tg9AmoCf1m5yHTIBB5ABGnRtrbzmYk8Eu5xcU+s+/Dzk9D+4Z5/rMEpVLqdqd2iqHf8VTvOuyJgIJrn92iDUAiJhWL3l6SGnf75CBXI71DJ+QUAQSCICQgBIIrhStSAgCAgCgoAgkCkI/L5tp3rgrN7qnz+znOrkQ0MJAMm5eCwoAsALL7yg+MNw5iOpvXPnTluXcIbMmTNHNWoULimIs7VaNf8v0CVLllQ4RYg6SjcTx1p8M+ZHVcJLC+RYJi3Ajh07QsX5XViHT17qSJUysqbCZ2Lw4MHq/vvvD31BDuO5c+eG/i0EgOirV9bUEXx69uyp3njjDRtgs2bNUueee24YiNwDWVumlS1bVhHFbxoR/eZnSHTj9C1SpEhYnZMmTVJXX3217fPu3burN998M1W2IE/9EAKAJ5h0ISEAhGMlBADv6ye3l/x20Qrt9Cevs5tVbVZPnXrOmerDx15Ve3dmkau9WLOrO6kLhvfXRXds/FGTACAD/LBsfcR84Fa9Jzc9TVVtlpUyoHyd7I2q9jK2eMrkpLOW/v594E+1cNJU7fh3m8d6nVqqs3p3UhXr14hneLnqmm1fb1ZL356rlQEi/SaqnlVPEwHqd2mdtFzo2bmmUFlcM3txyOl/6J9/XeccMo/l9M+NqT5S9YfgVAvY9NkqRdCMVzsqz1HqoS2zvRaXcoKAICAIJISAEAASgk8uFgQEAUFAEBAEcg8CRK881OKIE6DkicerWz54Ki4Zw6AIAG4R1OaMNG/eXE2YMCGik3/evHlaNtRptWvXVjVr1lT//POPjtDetm1bWJlzzjlHzZ6dfi9u4ljz95v1qyrhtXanPDzX+Ykw99pOdpSTNWVHGfl10ohYKiSkDFmxYoVNmlgIANFXpqypI/iMGDFCDR8+3AZYJAf8nXfeqR588EFb2R49eoQRCM4++2z1ySef2Mo9/fTTOn+205o0aaJQQDFt/Pjxqn//LEdUupgQALzPlBAAwrESAoD39ZMbS+7/bY/6nGj/V2erX7fYCVfgUey4Uqr2eWdpx3+VJnU0RCPrX6L27PjVM1wmAcB50fdL1oUIARADfvvvEXKpsywS61oZoFk9TQg4tlwZz31IpYLZ6aw1x/3zt1vUoonT1OevzgqDI3/hguqsPp30X5GSxVIJrrTpyzefLNHKAKgqRLL6F2WpArB+g7RkrykcxDj9V8/+VK3/6MuIXSf1geX0L12lfJBDlLqShMBH495Usx+Y7Ll2IQB4hkoKCgKCQAAICAEgABClCkFAEBAEBAFBILcgsHXNRjX2/9k7D3ApinQN/xxyFpAgOadDzjlIEEHEsKbFFdE1r2Fds645rHHNXjGBaxYjqKAIKojkDJIkowgSBQQk3Oerwwxz5nScru7pnvPV85zLXae6uuqtv7ur6k8D/hEfLjaoV495UrIKuQstqcsA4LjjjlOeamZl8ODB8sADDwgU+kYFYbq/++479Td58mRZvny5vPjiizJkyJB4dRgB3HfffXlCu6PCwoULpVmzZpGafirWrKfLa1QJJ8IARVTLli1l6dKluarDoASGJVErlKncMwZv/4kTj+X5vfrqq+Xpp5/OVYkGANZSTpk6xgcGJUg9k1xuvPFGueOOO1Rqm8OHD8sbb7yhPPXBLrF89dVXeQzdRowYIZdddlmuekiHg+8fIg7AaGXPnj1y++23y1NPPZWrXsmSJWXDhg2C72+UCg0AnM8WDQByWO3fvVdWTVsoyN8+5ZVPBB6bTkv9rq1k2Mv/lmKlSzq9JKPrZapMLZs0S3n7L/zie8P5Q4hnKP2bndxFSlXI/c6c+5G5gtNMGFqfbh9GHiGrf5o6XxkEIDoA/t2/+w9T+YKCEYrUht1zUgYULhaN/NN+K2uTgS2dNFN5+y//dnYellWb1lVK//bn9M/o5zjIwR0+dCgnRcDoCfLTDwsMb41IhDAEaHtmX6nSuLbn7vkhUzt+3hJX+q+aZjwOdLxW26ZK6d9iYDcpV6Oy57GwgWAJ0AAgWN68GwmQgDsCNABwx4u1SYAESIAESCDfE1g9c7E8f/q/4hzqd2sll73zH1dcdBkAwCsS3pFWpXDhwoIQxn/7299c9TG5MowCPv3001z/GYYBUMBEqVCxZj1bXqNKOJEFKISfffbZXFX79eunUlVEsVCmjs3aW2+9JUOHDo3/B6QLQaqRcuVyp0uhAYC1pFOmcvO55JJL5OWXX84DrUiRIlK1alXZvn27oTEcItzAACC57N+/X9q1ayeLFi3K8xvSAFSsWFFFvkFqneQSxe8exkADAOdfl0xV1toR2LN9l1L4rz6q9N+46Ce7S2x/r9elpVIAZ5/UWcpF1NPadpAOKmSSTP2+eZtMf2ucUvxDuZdcyp5wvMrr3GxAV6nTIdsBHX+rbN+4WVb9sDAeIWDDwhWWN6zToZk07NFapQyo1baJv53z0Lofylqj7vzw+lil+N+yakOen5ud3FW6XTQkHtXBw3B4qQUBPGcqRcDorw3nAZdWza4XNwYoWb5MSjx1yRRSdMQ8/TcsWG7al3pdWkjzgd3UX5lK5VPqMy8KBwEaAIRjHtgLEiABYwI0AKBkkAAJkAAJkAAJuCYA74eXht4evw4W6xeM+LfjdnQZACTeEIqK1atXy5tvvimPPfaYQMERK8hvjFD+HTp0cNzH5Ioff/yxnH766bn+cxRDtlOxZi0CXqNK2AkYlHhQ5iWWsmXLyoIFC6RmzZp2l4fyd8pUzrTs2rVLeWonpgwpXbq0UtAmF3h1Jxfkaof8ValSJU94drOJ9+NdGgYho0zlngV44yOizaRJzj1G69SpI1OmTDGUP7SOiDeIVgFvfqdl4MCByhCuYEF3UX+ctu9nPRoAOKebScpaq1Hv+nWb8u5XXv7TFsqvy9c6h5RCzWrN6kuzAZ0l+6Qukt9yOWeCTC35apoK8b9kwnTD2W/St2OOt/+ALoIw+2EtiOa2avoiWYfoAHOWyrb1eVMWxPqOkPaIDqBSBvRoI0j/FpaiS1lrNB6kZpj88kcq1H9y5I+ChQsppT88/o+rWjEsOPJNPyCzsz/IiQywf49xZIvGJ7aXtmf2kVZDerni4kWmNixYkaP0H/e9bF6x3vS+jXq1jSv9w/yecAWOlYUGABQCEiCBMBOgAUCYZ4d9IwESIAESIIEQE1g0bqqM+vu98R52OPckOeuxfzrqsd9Kq1GjRsmFF16Yqy/9+/eX8ePHO+qfUaUlS5bkyuGNOq1bt5Y5c+ak3GY6LqRizZq6n1Elxo4dq4xIkFYiVmCcgv9+8sknp0MctNyTMpWDEalEevbs6ZlptWrVHCtl/X6Xeh5Mig1QpvKCg1HbnXfeKU888USud4gRYij2kRIAxiRWZePGjXLVVVfJJ598YlkPCv8rrrhC3RtRdcJepr4+Nk8XDx08KPsPHJDixYoLcq8mly4XnBL2YQXWv0xQ1hrB2r7h16Mh/Repf39bvdGSaZnK5aVupxZSt1NzmfDUW7Jr01bHc3BctYqyY2Ne7/BYA1CkIipAs5O6SJ2O0Uol5RhCQsWoyhQ8j6H0h7f/71u25xk6FMCtT+ulvP1rtsmbqiUVVkFfs2LyXFk9Y1FOuoA5S2Xf73tMu1C+ZpWcdAFHjQKKlSoRdHfj9/OirDXr9NrZPyrF//wx3+WpglQJ3S8+TTrzW5G2OU++MRTuMAbAmYRRKViokIoK0ObMPrmiNHw34kP57IG8UZWOHBEpkHd5oJp+8KdPBe0lFnxHYkp/q/d9dv9OcaV/kRLFQsOPHdFHgAYA+liyJRIgAf0EaACgnylbJAESIAESIIF8Q2DOhxPl7WseiY8YeWSNAAAgAElEQVS3xyWny+C7cucVNoLht9Lq0KFDSvHx22+/xW+PnMY4gCxRIrXDqk2bNskJJ+T2fEEYb4T3jlKhYs35bOmMKgHPXXjPJofUfumll1Te7igXylTO7C1evFiaNfOuyKEBgKg89rt371b57aPobW70PE+bNk06d+6c66dUosjAY/+1116TiRMnCgzTEP6/ZMmSgggS3bt3l7POOktg8OamwJANhnOIGLBq1SrFHmkratSoIUgjcMEFF+QxgHPTftB1H+n5d9nyk/PIBsjbfPbj1wfdzdDeL6rK2mSgUPDHvPvh6b99w2ZL5lDm1u2co/Cv16m5HF+nWrz+g52GCQwInJbOFwySU++6XBaNnyqLx01VCqpkT+JYWyXKlVaGAIgM0LRfR6e3iFS9qMnUws+nqDD/y76ZZcg55umPf4umUQmuWwj27vhdVnw3R5DuDcYA6+ebhy/HvWu2bhw3BqgbsCGLTgOAeZ98oxT/6+bmjc4Eb/JuF50m8NxmCSeB/bv3qvQAsz+YYDiH6DWMstqe2VdFBvjx6xky5t4RrgbznzVjlQHA0okzZeEX38uicd/L3u2/G7ZRICtLEB0xFt6/YKHoRU1yBYeVVQQAyIabcuWHj7mpzrokQAIkkDIBGgCkjI4XkgAJkAAJkAAJgMC0Nz+XD25+Og6jz9XnyoCbc3vfJ5Py2wAA90N+49mzZ+e69cqVK6VevXopTdzcuXOlTZs2ua5t27atzJplfDiY0k0CuIiKtdQge4kqMX36dKVEg1ItsSBVxb/+9a/UOhSiqyhTOZOxefNmpYT1WmgAkJkGAF7lgtc7J0ADAOesjGpGTVkbG8OmZWtVSP/VR0P6I4y3VYE3c72jHv5Q+uN/m5VUDADOePDqXM0tnTRTGQIsHveD7N66w/BWWQWzlCEAFMuIEIAQ7JlQoiBTW9f+ojz94fEPRXhyOa5aJWl75onK2796iwaZMC22Y4ARzfLJc2XNUYMAMDIrhYoWlobdj6ULqFS/hm37Xip4NQD4c9+BnDD/r3xsGN2h64WnSreLh+QyBPLSX14bDAEY/yE9ACIDIIKHUSlXrZJs32htEJZ8XcvBPWXxl1Pl4P4/DdssXKxIXOGP9zcLCZAACZAACYSFAA0AwjIT7AcJkAAJkAAJRJjA5Jc+kk/veTE+ggE3DZM+15xnOiK3BgBr166V2rVr52qvadOmyuPWrCD/8Zo1a3L9jNzciSGR4dEPz/5YQTh2HFKWKlUqT7OvvPJKHk/ts88+W959991IzRyVtalNV6pRJRYuXKjCwsNLN7Hcfvvtcv/996fWmZBdRZlyPyGIHvLTTz/luhAyctxxx7lqzO271FXjaayciTKVRpz57tY0APA25VFQ1mKEKpf5tEVK6Q9P/73bd1kOvGLd6sq7P/bnJn/3pOffcw2195Vnm16zZtaSo8YAU+W3NT+b1mvQrbVkD8hJFVD2hONd9yEsF4RZpuZ9+q1S+q/8fp4hrmYnd5UWg7opo4zCxYqGBWla+oE0ASsmz5G1s5aolAF/7Mxt2JrYKTxfDZAuoHtrFSWgRLkyWvucqgHA5pXrleJ/2huf5+lPueqVldIfof7hxc0SbQI/TZ0fjwxw+NBh7YMpXqZkXOmPSBEsJEACJEACJBBGAjQACOOssE8kQAIkQAIkEEECXz/9tox7ZFS854PvulR6XHKG4UjcKq2gDEKIY/ybWGbMmCHt2+fdcH/zzTfSu3fvXHXLli0r27ZtEyj5YwV1UDexPP/88yrXcXJB6GaEcE4sL7zwglx++eWRmq1MVKzpCq1tN5Fuo0ogPQRCcv/6a+6wwRdffLG8/HLe3JN29w/r75Qp9zNDAwBrZpkoU+6lxNkVBw8eVBWR5oYlhwANALxJQliVtevmLs0V0n//7j8sB1q5Ya24sh8h/UtXKu8NjE9Xb1q2Jm4MsGHhStO7VG/ZUJqd1FlFCKjSqJZPvfGn2bDJFJTAytv/rXGC8OHJpVz1StLurH7K279qdl1/oES8VaS0WDF5rvpbO/tHwfNpVao1r68MARAloH63Vp5H79YAYNmkWTL5lY9k2Te5o8OhI/W7tlKK/+z+udP0eO4kGwgNgbkfTVKRAZZ9m3f+3XSy1PHHKaV/i4HdtMixm3uzLgmQAAmQAAmkQoAGAKlQ4zUkQAIkQAIkQAKGBL54eKRMfOad+G9nPHS1dP7boDx13RoAoIHTTz9dPv7441xtwZsfCvtTTz1V5YmGl/aYMWPksssuU+G4E8tFF10k8OJPLCNGjFB1E0vx4sXlxRdflPPOO08pVPbs2SPw1n7qqady1YNBAnIxu/XYTbfoZKJiLRUDAL+iSsTmd/369dKtWzdZt25drikfPHiwfPTRRxmT1xyDo0y5f6ppAGDNLBNlyr2UOLti165d6n2CbxJLDgG3BgDtzu4n5zwR/XQsuuY/LMra1dOPeffDwx8KR6tStWndXB7+JcuX1YUksHZ2bNwii8ZPVQYB8F41K8fXqaqiAmQP6CK12zUNrH+p3igsMoWw4FD8Q7aMSvOTu0rLU3sqb/+ChWlU5Wa+d/26TUUHUAYBc5YK0geYFXjXK2OAHq2lQfc2ckKTOqZ1p44aI1/8Z2Se348cOSIFCuA/q/+Tq9wx8w0pWionfcYP//tMefwjNHxy6fjXAdLtotOkSuPcUebcjJt1o0Vg92875P0b/ytLvpruquPdLhoiLU7pIXU6ZLu6jpVJgARIgARIIN0EaACQ7hng/UmABEiABEggwwh8ctf/qXyKsXLukzdI27/0zTXKVAwA5syZI506dcoTBQANI2R/xYoVZcuWLXnyrON3KEaQLqBWrdweU/v37xd4dS9alPcgMNYm0gbs27cvzyzdd999cscdd0Ru9jJRsZaKAYBfUSUgEDA+gef/8uXLc8lHly5dZMKECQIjk0wqlCn3s0kDgGPMXht+dx6AONiHZ3uhwoWkQNLhPnJi//XZm91Dz9AraACQd2L/0224bF1jnqvaSBTKVK4gx1WrKMgNfFzVSsf+/2oVBbm/S2oOXx1mcUyHsvbQwYM54fynLZTVR0P64z1gVZCH/VhI/xaCcMyZVPbt2hM3Blg8/gfToZWqUFZFBYDSOqxhqNMhUzFgm5aukWnw9n/zCzm4/0Aejgj73uG8k5S3f9QiK4RZ3hHZYsV3c2XFlByDAKsUHaUrllMGATkpA9pI6Url4kODAcBHtz/naqi3THlVpr89Tin+k3O2417dLj5N/RUpnr9TOriCmkGVvxvxoYy5d4SrEf1nzVgpyEhLrpixMgmQAAmQQDgI0AAgHPPAXpAACZAACZBARhEYfdOTKqxmrPzt/26XFqd0j//vVAwAcPHIkSPl73//u/L0d1qKFi0q77//vsDz2qhASdunTx/lze+0DBw4UD799NNIenFTWXtslv2IKoGQpL169ZL583N77jVt2lSmTJki5codO9R0Km9hqvf9yE/zdAfP44H9BwTPdYGsvJ5YXS88NUxDcNSXVIxKHDV8tBINAI7ReqLfFfLLj6sd42t9Wm8aACTQogFADgyEoF46caYsnThDrMKoOxa0pIpFihdTRgEwBiiHf5WRwNH/H0YD1SpmjHIgCGXtgb37ZNVRRT+U/pg/u1KzTWOl8Ec4/7qdWkiREsXsLsmc34/IMWOAcVNln0HYegwWXuswBMg+qbOKEFA4JArOIGQqebJnvjNeeftD+WxUEMa79em9Fa8COa7kLD4SwHO+fPIcWTllnqybs1SsDHxOaFw7xxigRxv5bc3P8vEdz3vuGSJlQOnfcnAPz22xgWgToAFAtOePvScBEiABEnBHgAYA7nixNgmQAAmQAAmQgEMCb1z5kMz/9Nt47WvGPiU1WjVS/ztVAwBcO3HiRLnyyitl2bJltj1p06aNCucPL3+rsnHjRrnqqqvkk08+sayHMMtXXHGFPPHEE1K4cGHb+4exAg0Ajs2K7qgShw8flq5duwqUx8kF6SrKlrUPR4y0E0YRKcIiS08PukbWz88d2cCqbzhgv2BE9CJlhIV3fugHDQC8zXJ+NQDYu+P3owr/mbJ00kz5Y+fulEFmFSoohw86Nyw0u1GZSuWVUYBZJIGohKT3Q1mL+YECMKb037Bghe181WmffdTDv4X6t1DRaK67bAeaQoWV389TaQLwt/OX30xbaNizrTQ7qbNKFQD5TFfxQ6aMxrJx4Uql9Mff4UOH81QpX6OydBw6UBDqv2K96unCke/vu3/3Xlk+ea5KFwBZNgrPrwtSmzP7SPeLhkj1lg11Ncl2Ik6ABgARn0B2nwRIgARIwBUBGgC4wsXKJEACJEACJEACbgi88rd/q4N5lMa928vwkfdIVsEsTwYAaAuhob/44gsZPXq0zJw5U3nv//HHH0rBijD/SBVw1llnKU9sNwUK4VGjRilP7VWrVql0AvDYrlGjhvTt21cuuOACyc6OTu6/58+4IU+4U3jcHDp8WAoWzMoTWrtUxXJy0ch73CALRV0v3to6o0ogVYTX8P4wMoF8h7XQACCsMxPdftEAwNvc5ScDgA3zl8uPk+DlP1N5kJoWOPNaR4/PdWn7c/rLafddKds3bJbtG39V/+7YuDnnf2/4VbZv3GypZHU6g/DGLnc0vYBZJIEg847P+XBirpRNsXEgqgs8orOysvIMbdgrd0nZKhVsh4w8y0rhf1TpbxflA/dLDOeP/x/rRRZ7AjCmiBkD/Lp8rekFNVs3iqcKqFS/hn3DGmv4aQBw5PBhFXUMSn8zw5IWg7pL27/0kab9OmkcFZvSRWD7+l9VdAAYBPw0db7s3rrTU9NIBxIL81/iuNKe2uLFmUeABgCZN6ccEQmQAAmQgMXW+IhdYjXSIwESIAESIAESIIEUCfy5b7+MOO82WTNzsdRs3VgufPUuQe5FlmAIwABg9YxFjm/WpG/HfGcAADi6okrQACCvqDECQG4mBw7k5B8uUqSI4+cy0yvSAMDbDGeyAcD+PX8c8/KfOMNSKVSxbnVp0KO1NOzeWsbe/4r8tnqjY7AwADj78ett6+/c9Jvs2LjFwFAgx2gA/fVakPsa6QXKHY0kkGwogHzvugoMAN6+5hFXzd0x601DA4AdP2/JFdLfzqMXhg4xhX+9Ti2kTsdmrvrBysYEIPcxYwCrtArwfs9JFdBFarVp7DtOPwwA1s1dKtPf/EJmvDPesP/la1aRTkMHCpT/FWqf4PsYeQN9BGDIAWOAFUgZMHW+HDnswqJLRO5f+pEULVVcX4fYUkYRoAFARk0nB0MCJEACJGBDgBEAKCIkQAIkQAIkQAK+EtizbZf839k3ydY1P0ufa/8qva88S7IKFvT1nmw8hwANAMY6FgUdUSVoAJAXNw0AcjPJZGWt44ctqSINAFIll3NdpsnUz0tWxZX+dgZsjXq2VXmiG3RvLVWb1o2DfKTn312FlHZqAGA3UzAAUJEDNm45GkEgJ3pALKIAlOReS+FiRXLSDCgjgYqGKQcKFXEWKt+LAcDWtb/kCum/bd0my6Eh+kG9Ts2lbqeccP612jbxioLX2xBAFIaYMcCyb2aZ1oZhbo4xQGdp1Ms6ZVaq0HUZABzc/2c8xL9ZVIkWp3SX9mf3l8Yntk+1u7wuRAS+HzlGPr7jOVc9ogGAK1z5rjINAPLdlHPAJEACJJCvCdAAIF9PPwdPAiRAAiRAAsEQwAH4C2feoA7BETq2ZpsmMuTey6VsleOD6UA+vUt+MQDIp9OblmEzBYA37JmmrPVGQwR5gB/vc7lSkjotx1WtKF2GDZYarRtJzVaNpEiJYk4vzch6UZepg/sP5Cj8J82UHyfOlF2btprOEzx6kdMcXv4NureRYqVLGNZNlwGAEwFDvnbIOwwFVDQBZSBwzFAAz4TXAoXucTAOMIkkUOr449QtUjEAgKJ4/fzltikRMDc5Hv45Cv8azL/tdVo9Xf/n/gOyeNzUHIOA8VPl0AHjVEOFixaR7AFdpNlJndW/To1J7Drn1QAAxkAI8z979ATDW1WodYJ0HHqytDq1l5SrXsmuO/w9QgSmjhojH91OA4AITVnouwoDgD/35UTkclp6XfkXKViokNPqrEcCJEACJEACoSFAA4DQTAU7QgIkQAIkQAKZTWDzinXy7GnXyx87d6uBVm5QUy55+0FtRgB79uxR7ZYsWTKzQboYHQ0AXMBiVUcE3BoANOnTQS4ada+jtvNDpagra3XMkRsPbyf3q9ywljIEqIG/1g2levMGTi7LmDpRlKlfV6yLe/mv/H6e5VzAux9/Dbu3kWrN6zuat/273YfiD0u4aBgAxCIIqGgCP8eiCeQYCuiIIlCoaBEVPQBh+DctM88Z7wj20UolypWOK/vh6V81u56by1k3YAIwuolFB9izzTzfeuPe7VVkABh+xAxHUulqKgYAiKgx/a0vVJj/zSvXG9625eAe0uG8AdKwR5tUusVrIkCABgARmCR2kQRIgARIgARIILQEaAAQ2qlhx0iABEiABEgg8wggp+PTp1wrRw4fVoNDCFgoB0scV9rzYH///XcpUKCAlCpVynNbmdIADQC8zeShQ4dUAwWZskJ5qS78bIqMf/x1ObBnnyuwJzStK416tlGeu/AGLVgo/6YAiaKy1tVkG1SGhzc8u6FwQhhqeED7WbIKZiljgGNGAY3k+NpV/bxlWtuOgkzhmx+TAcgBFNlmBREeGvVqqzz8ofjXsT5I6wT5cHMYASB6wI6fkW7gWCQBZTCwYbPs+z3HINLPAmVwvaPe/fDwr9K4tp+3Y9s+Elgzc3HcGACpHcwK1uw5qQK6SMW61QyrzXh7nKyavijPb38eOCAFsrKkkIEH7eA7L5WS5cvEr1n5/Xyl+J/3yTeG94C3f6ehA6X1Gb21GRH7iJdNeyRAAwCPAHk5CZAACZAACZBAviZAA4B8Pf0cPAmQAAmQAAkET2DV9IXywpk3xm8MpeDwV+8SeKR5KTQAyEvv8b6Xy6alaxxjxSH+FaMfdVw/0yvmd5lCTucFn02WBZ9NkfXzlmmZ7qysrJwQ3uqvjYoEkp9KFJS1Oubj1+Vr42HdV01bKIcP5Rh9GRWE8D+w17lRSf2uLaV+t9ayfu4yJZe7Nm+z7TKUyCpCQMwwoHVDKVUhJwx61EtYZeq31RvjMrDsm9mWmPHtadQTSv/Wao5YvBHY9/venBQDykDgaASBo4YCykjARcqN5J4MvO0iye7fWSrVr+Gtk7w6lAR+Wbomnipg46KVpn3EtzuWKiDxmYUBwPs3PulqbHcveE8KZBXI8fZ/a5xsXfOz4fXw9ofiv363Vq7aZ+VoE6ABQLTnj70nARIgARIgARJILwEaAKSXP+9OAiRAAiRAAvmSwNJJs+SVv90RHzs8ioa9fKcnFvldWQt4ONhXXpbIpfzVdDly5IhrpvCswuF+0/6dpF7nFq6vz6QL8qNMQWkHhT8U/xsXmh/+65pnePvCGADKvzodmwlyV2dyCauy1itzKPjx3oF394rJcwVyZFZKli8rSA3R+MT26t9nh/xTfvlxteMutD6tt/z12Zvj9eENDUOAdfOWxY0CDvyx37a98jUqJxkFNNKW79r25horhEmmoOiPyYGVDOA5x/zDy79h99ZSskJZjUTYlBMCeG6gcJ3w5FtOqsfr3DHrTSlbpYKra1g5mgRgKLJ43FQVHeCnHxaYDqJMlQrS7CREBuis1qFuDQCa9Ouo1qxGBdFbOg49Wdr9pa+UyvD1QTSlxP9e0wDAf8a8AwmQAAmQAAmQQOYSoAFA5s4tR0YCJEACJEACoSaw8PMp8vql98f7mKzUcdv5/KisBaOfps6Pe1nqyuUbY1+0VAnJ7t9JmvbrpP71GqXB7Zymu35+kSnk1o15+v+yZJUpdoT/Rfh2NzmoG/Vqp0IGL/9ujvpDfmurUqtNY2UQAMVgzTaNMy5dQJiUtV6fr0QP79Uzl8iBPeZ516u3bChNjir8kz28n+h3hScDAKNx4F2YaBRg5cmaeH3VpnUTjAIaCtJXhL2kU6YQyh9GH/iD8VksvY8Rs1rtmkrjXu2Ulz/eJSzpJzDnw4ny9jWPuOoIDQBc4cqYyn/s2i2Lx/2gjAEWf/mD6bgKFSksBw/86XncrU7tqRT/9bvS298zzIg3AAOAnZu2uhrFiVedI0VLFXd1DSuTAAmQAAmQAAmQQCYSoAFAJs4qx0QCJEACJEACESEwe/QEeee6x+K97XDeADnr0etS6n1+Udbu+nVrXOGyaPxUOXLY3Mu/RNnSsnfn7455Fi1ZXPZbKPGgmM3u10lFB4DndqaXTJapTcvWKE//hZ9NFivDEYTmbj6wm7QY2E3g5ff0oGtk/fzljqce114w4li0j3VzlsaNAVbPyJsnOLFhyGMsVUCdDs0yIl1AOpW1jifNouKyb2ap9w+8Qa289gsXK5rj5d+nvTQ5sYMgX7hZee706111rVy1yrkiADi5+PDBQzkRAo7+rZu7TKxyXcfaLFS08LG0AUgf0LqRlKte2cktA6sTtEyt/H5e/Bv064p1puNE2gV4+eeE9m8jpStldnSPwCZc441oAKARZj5qCtGllCEAogOMnyr7d5sbf7nBcnydatJp6MnS/pz+UqJcGTeXsi4JkAAJkAAJkAAJkAAJkIABARoAUCxIgARIgARIgATSSuCH/30mH976TLwPXYcPkdPuu8J1nzJZWQtFqfKwnDBDfllqHir7+DpVpXHv9tKodzv17/Nn3CB2StZE0E36dpQh91yuvLuWfDnNMuRrtWb1VGSApv07S/Xm9V3PVxQuyDSZ+nnJKuXpv/CzKQKvf7MCD10o/JsP6iYI155YvBoAJLb1574DsuJoZABEB9iyaoOlWFSsV10pE5H/t2brxpFMFxC0stbrc7Z9/a/y46SZap5Wz1wse7buNG2yUoOacS//el1aer2179fv3b5L1s1bnssoYM828/HFOgRjBkQxqNmqUc6/rRtK8bKlfe+v2Q38lqldm7bGU8vgO3Rw/wHTsdZo2TAe2r9Oh+y0MeGNnRGgAYAzTqxlTWDFlHlxYwBECXJbmp3cVboNP1Wi8N1wOzbWJwESIAESIAESIAESIIF0EqABQDrp894kQAIkQAIkQAKKwLcvfiBj73spTqP3lWfJwNsudkUnk5S1u7fuiHtYIlUC8mublUSFPwwAEksqBgAXjbwn3gTCtS/+cpos+Wqa+tdM8VO2yvEqKgDSBCDke6aUTJCpDQtWCGQIiv/fVv9sOjXw1oa3fvOBXaVY6ZKm9Q7s3ed6eouUKObomu0bNqvoACsm56QL+GPnbsvr6ndtKQ17tJXa7bMjky7Ab2WtI9A2lWIe3qtnLJZ1c5da1m4MY6M+HZSXf/maVXTcPq1tbFu3KU+kgEN/HrTtE969iUYBNVo3kqysLNvrdFTwQ6ZiRmdQ+MNwyKwgTQy8/FVo/x6tBd8ClugQoAFAdOYqKj0d98go+frpt1119+4F70nJ8vT4dwWNlUmABEiABEiABEiABEjAAQEaADiAxCokQAIkQAIkQAL+E5jw5Fsy/rHX4zfqf/350u/68x3fOOrK2rVzflRK/8Xjf7AMrV2+RhVp2q9j3MvfCtDrl97vmF+sYmK49uSLl387WxZ/NU1FBzDLA1+wcCHJ7t85xyCgXycpVsZcmey6cwFfEFWZQnhzhPZHiP9t6zeZUms2oMtRpX83KVysSMB07W+HVAPKIOC7OZbRKNBSqQrHScOebVS+4JptGoc2XYAfylp7ktY1kFt36cQZ8tPU+QKlv9mzjVaOq1ZJefnHlP4Fsgp4vX3or/958U+5IgVYpT5IHEz1Fg1yGQVUbljT01jNDBHsZArvZLuye+tOJQP4BuHPKhVM1aZ1c0L792ordTu1sGuav4eYAAwAEMrdTRly7xVStkoFN5ewbj4iMOPtcfL+jU+6GjENAFzhYmUSIAESIAESIAESIAEScEyABgCOUbEiCZAACZAACZCA3wQ+f+hVmfTce/HbDLr9Yul1xVmObhs1ZS28m1VY/6+ny/yxkwU5qs2KlZe/Izg+VNq46CcVGWDJlz/IhoUrTe+AHPJIFYDoAMjvGqUSJZlaO2uJUvjD099MgZtVMCuu8G8xqJsUCMhDWcecQ/kJY4DY32aL3OO4X9XseipdQK12TUKVLsBOWauDlZM2Vk9fJMu+nS1rZi5Wof2t3j91OzaLK/yrNK7tpPmMroPUFevnLVN/647+i+gVdqVIyWLH0gYcTR9Q9gTnHvMLxk6W/13+gN1tcv1+69SRppEZ1s1ZmvMNmjRTNsxfbtpuoaJFcow+TmwvDXq0kXLVKrnqAyuTAAnkHwI0AMg/c82RkgAJkAAJkAAJkAAJhJ8ADQDCP0fsIQmQAAmQAAnkKwIf//t5+f61T+NjPu3+K6XrhafaMoiCshbh2KFwQUh2q7DKx1WtKPDOboTw2r3b24493RV2bvpNRQVAmoBl38wy7Q5yhCMqAKID1G7XNN3dtr1/2GUKSlwo/KH43/XrVsPxFC5WVJoP6iYtBnaT7JM62445KhWQZzjRIAD53M1KVqGCyhigXucWUrNNk7SmC0iXAcDu33bI0kkzZdX0RbJmxmLZsmqDKa8S5coc8/Lv00GKliweFbFIWz9/37L9qFHA8rhRgF0KC3S2TJUKeYwCipYy5u3VAEAZnU3K8fDH394dv5vyqtywVk5o/97tVFQNFhIgARJwQoAGAE4osQ4JkAAJkAAJkAAJkAAJBEOABgDBcOZdSIAESIAESIAEXBB474b/ysx3xsevOOuxf0qHc0+ybCGMytr9u/9QCpfFX/4gC8ZMlkMHzXNJN+zRRpr07agU/sgnHdUCT22MVxkEfDVN9u3aYzgU5HvNiQzQWf0bxlDiYZQphGmPefpDqWtUkHYBCv/mA7spJV5+KIhCgVQBMApADnurUu1BqeIAACAASURBVK56JWmI6ABHjQEqN/AWmt0N3yANANbOWSorp8w96uW/RPbv3mva1erN68e9/JFCgcU7gS2rNuaJFHDk8BHbhis1qBE3CqiBSAEtG6prUjEAuPC1u+WXJauUwn/t7B9N743oIPj25IT2b2caNcC286xAAiSQrwnQACBfTz8HTwIkQAIkQAIkQAIkEDICNAAI2YSwOyRAAiRAAiRAAjkE3rzyIZn36bdxHEOfu0VaDelliicsytqfF0PZMkOF9UfuaLNSplJ5aXFK98h4+acql6umLVSpAhAd4LfVG02badq3o4oMAGOA0hXLpXo7rdeFRaZWTJ6rPP0XfjZF9ph4upeqUDYnvP+gbtKgW2utHKLW2OFDh5UhQI5BwGzZtGyt5RBqtWsq9To1V5EBarZu7Kv8+WkAAA9vROBASH94+VtFGYmHde/TQZr06eDrmKMmP372F6H2c9IG5Pxrl8oCfSlQoIDUaN1ISpQtrQzKdBWkZIHCH+H9Edof92EhARIgAS8EaADghR6vJQESIAESIAESIAESIAG9BGgAoJcnWyMBEiABEiABEtBE4MiRIzLyonuU8jhWLnzlLtMw5ulS1iIfNJQyi774XuaP+U7gAW9W6ndtKdkndYm8l3+qUwxlF6ICIDrAmllLTJuBEhbGAEgXkM6c4+mSKYCBIhee/gs/myx/mERRKFvleKXwh+IfedpZjAkgPUIsXQCMAnZv3WmKqlipEtKgZxup1bqxL+kCdBsAIK0IjGzWzFysFP9mUSEw4Ir1qitlf5MTO0j9bgzrHobnZf+eP2T93GXxtAEwCti1yTidh47+wrs/FtofBgAsJEACJKCTAAwAvnvpI1dNXjH6UUFUKBYSIAESIAESIAESIAESIAG9BGgAoJcnWyMBEiABEiABEtBI4MDeffLa8LuPhfQuIHLJmw8KwuUnlyCVtfAohmHCgrHfycZF5l7+JSuUlZan9JAmfTsopT/LMQJ7tu06GhngB/WvWWjs8jWrKEMAGAQEnYs6SJkCmR+/nhH39Idi0KiABxT+CPHPUO2pPVGIzBE3CJg817KRSvVrSN2OR6MDtGksTtMFmCnif9/9uxTMKiglSpQwvG+p44+z7A/eiYgIEfPyXzvHPKw7GmrUq600PjHHy79CrRNSA8arAiWwc9NvCUYBy1UaAbP3gV3Hyp5wvHp/xkL7ZxUqaHcJfycBEiABEiABEiABEiABEiABEiABEsgAAjQAyIBJ5BBIgARIgARIIJMJQJH22kV3y7o5S9Uwi5ctJcNfu0fqdMjONWw/lbWHDx5SOZQR1h9K/4MH/jRFDmUhvLKh8D++TtVMnhqtY1syYbqKDABjgN+3bDdsu2jJ4ipFgIoO0L+TFC5WVGsfkhvzU6Zi90JqBHj5I8Q/okkYFXhuQ+EPuarWrL6vY853jR85EjcGgFHALz+utkRQr0tLqYVUATbpAiDHMF5yU26c9JIg/3tyQZ9iHv74d/uGzabNQuEb8/Jv3KeDILc7S/QJ/LpinUwdOUamjhrjajC3Th0pMBpiIQESIAESIAESIAESIAESIAESIAESyF8EaACQv+aboyUBEiABEiCBSBLYtn6TSgcQU85ByTX81bulWvNjylDdytotP22QReOmynx4+S9cacoNBgktB/dQqQno5a9HvNbNXaqMAZAuYNPSNaaNNujeWrL7d1ZGAeWqV9Jz84RWdMtUrOmFX3wvCz+bopT+ZikjTmhSR3n6469Ko1rax8YGjQnA+ARpAmIRAsyMUXB16YrlpHaHbMN0AV4MAGBg9NMPC5TSf82MnND+VqlFYAwV8/KH3LBkJoEFYyfL/y5/wNXgaADgChcrkwAJkAAJkAAJkAAJkAAJkAAJkEDGEKABQMZMJQdCAiRAAiRAAplNAGH3R150t2xd+4saaOlK5aTHJWdImcoV1P/et2+f+rdYsWJ5QMATH3nl7cqSr6YrD394+h/cb+yNjTZqtWuaE9q/Twd6+dtB9fj7tnWblCEADAJWfj/PtLWqTevmRAbo10mqt2zo8a45l+syADhy5Ehc4b/gsyly5PBhw/5Vb9EgrvSvWJf5ubVMosdGYHQEY4AVk3OMAsxSVeA2UL7XatNERQf4c99++ej251zd/eSbh8vWdb8oxf/mletNr4XREd49OUr/9lKsdElX92HlaBKgAUA05429JgESIAESIAESIAESIAESIAESIIF0EKABQDqo854kQAIkQAIkQAIpEUAu5JfPv0P27vjd1fVXj3nS0AAAxgTwwoZiZcOCFaZtFi1VXCn8Y6H9Xd2clbURQB5seFar6ABfTlNKVqMCo5CYMQByX6davBgAHDp46Gho/ymy8PMppl2o1baJUvq3GNRNylWvnGpXeV1ABFZMmZtjEPDdHNm46CfTuyLXOlKH6CrVmtWLe/lDZljyHwEaAOS/OeeISYAESIAESIAESIAESIAESIAESCBVAjQASJUcryMBEiABEiABEkgLgckvfyyf3v1/ru6daADw44TpysMfyhQzBTIar9GqUU5o//6d6eXvinZwlVdMniuLv/xBGQWY5UWHIhZRAZRBQP/OAu/p5LLs29nyv8vuz/PfjxzJ+U8FCuQd05UfPC5Vs+vm+gFRI+DhD6OSxeN/MAVRr3OLo57+XeMRLIKjxjvpIrBn2854qgAYBezatFVX01KwcKFcXv6xSCfabsCGIkeABgCRmzJ2mARIgARIgARIgARIgARIgARIgATSRoAGAGlDzxuTAAmQAAmQAAmkQgC5sf/vrJtcXdp1+Kmyds5S2TB/uel1hYsVUQr/FkdD+7u6ASunncDPS1blRAb4aprlPNfp0Eyy++cYBFSsW131GwYALw+93dUY/jn+eWUAcGDvvpwoEp9NERiXmJWGPdrEw/uXLF/G1b1YORoEfl2+Nm4QAJk6csg41YPZaMrXqCzZJ3VRiv8G3VtHY9DsZWAEaAAQGGreiARIgARIgARIgARIgARIgARIgAQiT4AGAJGfQg6ABEiABEiABPIXgVQMAMwIVWtePye0/8Bu9PLPIDHa9evWuDHA0okzTUdWsV51FRWgdMVyMubeEa4I9Lv+fFk3d6ksmzTL9DoocpE2osXAblK0VAlX7bNytAkgKsVrw+92NYgbJ70klRrUcHUNK+cfAjAA2PnLb64GnH1SZylfs4qra1iZBEiABEiABEiABEiABEiABEiABEgg+gRoABD9OeQISIAESIAESCBfEfBiAFCwUCFpMbh7PLR/vgKXTweLPOyICqCiA3z5g/yxc7evJJqd3FUp/JsP7CqFihbx9V5sPLwEaAAQ3rlhz0iABEiABEiABEiABEiABEiABEiABEgg0wnQACDTZ5jjIwESIAESIIEMI5CKAUDnvw2S7pecIRXrVsswGhyOWwKrZyySxV/mGARsWbXB7eV56mcVKnhU4Q+lfzcpkFXAc5tsIPoEaAAQ/TnkCEiABEiABEiABEiABEiABEiABEiABEggqgRoABDVmWO/SYAESIAESCCfEkjFAODqMU9KzdaN8ykxDtuMwJafNqioALNHT5BNy9a6AoXw/h2HnqxSCLCQQDIBGgBQJkiABEiABEiABEiABEiABEiABEiABEiABNJFgAYA6SLP+5IACZAACZAACaREAAYAW9f+kufaHRs3S8nyZaRw8WJ5fqvSqBYNAFKinT8uWvbtbNm+/lfZu2OX7N3+u/o7Ikfk8OHDCkBWVpYULFhQSpQvIyXLlZXix5WS6s0bSNXsuvkDEEfpmgAMAHZv3enqutptm0qlBjVcXcPKJEACJEACJEACJEACJEACJEACJEACJEACJJBMgAYAlAk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shwArt27ZLJkyfL559/LnPmzJFp06bFR9ypUydp3LixnHTSSXLiiSdKpUqVUqZx4MABmTdvnowfP17dY/HixbJ27VrVXq1atSQ7O1twvwEDBkjr1q2lUKFCKd/LjwsPHz4sy5YtU/2fNGmSzJ8/37f+//HHHzJ9+nT58ssvZcqUKYrb77//roYFNo0aNZJevXrJwIEDpXr16lKgQAE/hpxym0HJVModDMmFQcoUhrx582YZM2aMTJgwQcny3LlzFYnSpUtLq1atpHnz5jJkyBDp3r27FC9ePCSUgu3GkSNH5Ndff5VvvvlGPet4zmOc0BO8o9q0aaOePXAqU6ZMsB0M0d3wnsI3Y+LEiXne6cnvKrzXa9SoIVlZWSEaAbsSZgKx78i3334rs2bNUs/itm3bVJfLly8vLVu2lHbt2knPnj3z/bMY5nlk36JBIOpr9CApR32NHiQr3ssZAaw9sSf++OOPBd+8H3/8Ua3TE793WH8OGjRIOnbsGLo9srNR5q6V+M75/vvvZebMmfFvPM4F8I3v3bu3OoPAvje/rh8hGxs2bFBnNV999ZUsXbo011lNbD0E+ejfv7+0b99eSpYsmcqU8Jp8SCB2FoGzgalTp+Y6H0jcy3Xp0kX69u2br5/FfCgeHLJmAnje1q9fL+PGjVNnTWbncTxnEgn6nFTzVLO5kBLAHg7rqU8++UQWLlxoqGfBt27w4MGedF8hHb5tt2gAYIuIFUggegSwmcQG8tFHH5XRo0fHlctWI4GS8Morr5R//etfUrFiRceD3rp1q4wcOVKeeeaZuMLc7mJsXh988EFldJDuDf+ePXsUo8cff1x9JJyUVPu/bt06ef755+Wll16KH4LY3e+CCy6Qe+65R2rXrm1X1dffg5Qpo4FgkQhF5L333qs+6rECuT333HPlscceC42yNkiZAoctW7Yo+YVsxQxJrIQBB2133nmnnHnmmVK0aFFf5SaVxtesWaPmOfndhUPRESNGSIsWLVJpVszaNWsMh2533HGHXH755aE0mNi/f798+OGH8tBDD+V6d6Hf11xzjdx6661SpEgR16wgv+D81FNPOX6n4yann3664gUjprAZLemSqVGjRsnVV1/t6DlzCh7zhW8oNiLpLn7JVOK48L568skn5f/+7/8cfwehLHjzzTela9eu6Uak7q/7e4TNKt7JL774oifZAp833ngj7esFJ/ON7xDeMVD+6CwwIsH7C0avicaVuEfMGA4Hb5deeqkyNAlL0S1TsXFFfY1uND9m7xCvMhXlNXq6181BfDv8fFb9kin0GeuPu+66S15//XVHQ0h1j+mo8QAqmcmC1a1POeUUue+++5Sxcn4p2FfDAPn++++Xjz76yPGwsR669tpr1TcsUw0BYKh94YUXKiWazjJ06FB1XlWuXDmdzYayLbM1hV1n//GPf8gjjzwSyn2vXd+d/P7DDz/IZZdd5vjMz6xN7GOw1w7bftcJAx11Dh48KJ9++qlgX5zoNBVrG2cBbdu2VYzggJLpBd89GNk8/PDDuc4prcYdO2fK5He50fiDPifNNNnTdaaVaVzwDH7wwQfqDDlmYGs1xlR1X1HnRgOAqM8g+08CSQRw+ImFu1NlYDJAWOS/8MIL0rlzZ0u22Fh88cUXymDAyUs2uTG8dKEswiY2HUpIbLzh6X/LLbcor4RUym233Sb4s9uA43Afyg5s8mMejm7uh83+E088oRRs6dhoBCVTZkzsDs+gQIByqEKFCm6waq8bpEzFOo+N7BVXXKE2X24LDH5w4BYWJUhM8Wz1nCBihlslIN5VWBDeeOONrhTaMZ5/+9vflIGFG8Mot3Phpn7s0BAHymPHjjW8FIcb//3vf10f4KxYsUJw+IPoJKkUyBLeVThkC0OUF50ytW/fPvW9w7dVd8Fm5d///rfuZh2356dMxTqB5xAGK/jup7JmSDej2Dj8+B6BxznnnJPSezx5kuFd2qNHD8dz71dFJxtxGCvgXaGrHDp0SK1/sS6zK6l8S+zaTPV3P2Qq6mt0I5Z+yVTU1+hGrPyQKaP7BPHtSPW5cnKdXzKFe4MNFLvXX3+967Un9sg33XSTWnNEKWLXpk2bVL//97//OcGfq06697quO+zhAijPcC6Ab5UTw22jW+FMAOt8cMu0gkiSiHaQKhszHjjjevfdd5WXeyYXPIe33367vPrqq66HmemMcO4Bg1uv5e9//7syYi1RooTXpiJ5/XfffacccH755RfL/odl7+Yn5FWrVskNN9zgypArsT9nnXWWepdXq1bNz26mve10nJOmfdAaO6DzTEtjt0LRFIx4sV5OZe2Jc+Wnn35aRYDND4UGAPlhljnGfEMACxAoA1NV3sRAwdP2tddekyZNmhiywyErFr133323580ZPLWwiA5SsY3+474333yz5/7/5z//UR8cM2UXvK/wOyxkvRRs8NEGwiEHWYKSKaMxOVno4LowGAAEKVMxVlD0DBs2zPXBYiJrGAFAYWJnxOKnzMW8FHAQZmeM41Zpg83G22+/rbz4vRwkhYET5sBptIdUDAAQknb48OEqPYmXgoNrLMCRbiJdxQ+ZgpLon//8p/LS1l0g+zgkKViwoO6mbdvzU6ZiN8dhNw43cPCW6nOY7kMkP79HOg0AdCvVbQUoqYIThWDsEt19XbBggTqQxLvMrrj9lti1l8rvfslU1NfoySz9lKmor9GTWfklU0byHcS3I5Xnysk1fsoU7q9r7Wm3x3Qy1qDqwGsba0+EXU21pGuvm2p/U7kO6yEYFcMBwWuB4ghr0kzzaEfKiG7dunnFk+d6nGu999570qxZM+1th6VBrCcvvvhiAcNUCg0AnFELw9mTs57qr4UUboiG5ySqTbr3bvpHn7tFPGd43lIxbE9sCRFfEZ0kU1NPpuOc1O+5D6p9P860gup7EPfRsfa0030FMY6g7kEDgKBI8z4kEAABHLDD00BHsVIg4cAMXlvIoe21pGOjgTyMf/3rX1UuNK/lhBNOkHfeecfU4w7hsXQpwk499VSVPqBSpUpeu+34+qBkKrFDbhY6uC4Mm7AgZQpjhnU/DGc+++wzx3NpVhHKWjzPQRrhxPpi56WW3Ge3ShtszDA2zI/Xkg5jpVifnXipJY7PrQEAlNvw2nr22We9YlLXI7cWDgbwfgy6+CVTfhoApOOAxG+Zis27LkVIOhhhDEF8j3QaAKQzAoBThWBMNnQaAECe4fEGxYqT4vZb4qRNp3X8lqmor9ETOfotU1Ffo8dY+S1TiXMS1LfD6fPktp7fMoX+wAjpvPPO8xzVBWsovCeRMi/MRecasnfv3sqINFO9IXXuSyATL7/8slJAZVLxywAgHWdOQc6LDkVIpjNiBADvEgkjL0RHdGLQna69m/dROmtBlzzhbjr3RM56H1ytoM9JgxuZv3fy60zL314H1zoMKmEoqyOK5iWXXKKcVdLpFBcEORoABEGZ9yCBgAjoXITg0GHMmDEqf1NyMTpchBIWXrIIoxILKY6NCDbxeDFbhb5HGDworIIqOg/b0Wd4hWKMRvm2EZr+/PPP1zY0LLphCBBUCUqmYuNZv369ChHtxKo4dk0YDACClCm7MMfIJYboFrVr11aINm7cqEIbPfbYY4Zikw5lbaohd90obbZv367eK++//77huPHcItw9OMH4Ae8rRNl44IEHDDe16cqvjTzWWNiahfs3GpxbA4AZM2bIaaedZhjKD/lokW4A3jhly5ZVnm1O3u2IRNOvX7+gXlUShEzB2AvPl5NDDzcDD/obGIRMxcY/a9Ys+ctf/mJohINoEfgNETqQIzIW6hgbOhg5zZkzR0aPHq0MnfAO0xku3sn8BPU90vX9SNc7CvOF9+w999zjygtG52EX3jeQJafPpptviRNZcVonCJmK+hodLIOSqaiv0cEqCJmKyXeQ3w6nz5TTekHJlJWxIL55WHsiWl/lypUF63lEWkNEPUSrMirIhQ7jzDAfSlophKBQxF4SRgwYw4EDBwQh3rHWNotYmKn5tWE8A2NbrGeSC2QDa3eshxAJAZEFY6weffRR0z0AFHHPPfec4PpMKTDSAQuk0NBZevXqpVIGVq1aVWezoWjLzggSa2yk3Tz55JOlSpUqkpWVpfq9e/dutW77+uuvVZouRJPA2d3xxx8finHp7oSuc61MfUfZ8caZEt45SKPqpOQ3AwCkF8G7Cylaqlevrt7jiMz0zTffqD2SVaTLTHyXx2RE1z431p7V2bsTuQx7nSDOtMLOwEn/rFKR4EwE73v8Cx3Nzp07lW4LegYjxzCsobDm6NOnj5NbR7YODQAiO3XsOAnkJZC8qDVa7DtdhKB1M6VE4uEilEMPPvig2tjHNhPJPbMLVR50Hq3kRYiREgLeNLC6e+GFF1R4PatDZasNZfLhIjb1MJQ4++yz4wtDJxv8GNNbb71VfcyCChUdlExhfPgwQxag8HFTwmgA4KdMrV69WnkWGYVqNwtVj4NPKHHxrBqVDz74QM444ww32D3VTTWyhBulDQ4zsAEzenbNwqriuUd6E7NIKkF72qRqMe3GAAAKfRzEGlnP4uAWh9JG6WBw3bhx41TuciPGkDW8r4IqQchUqmOxCpcItlCeZmdnp9q8q+uCkKlYh6wUIfgW4vs6YMCAtEQfsYMW5PfI7GBEp4Lcbrxefk/Vi1rX+IyMvfANRqQns5Qdbr4lXtgkXhuUTEV9jQ5mQclU1NfoQckU5iTIb4euZy6xnaBkysqg0mztabVGgEH+xx9/LB06dPADi+c2ca4AY9qRI0fmAwId0QAAIABJREFUacsqrOrKlSsFxg1GocrTYZjsGYSDBqyUINhvIy2AUUrBHTt2yDXXXGOY3xaOGjBOrV+/voMeZH4VK2NA7HOwFw7qDCVI2laKEHg24t0Tc9AJsl9hu5eRAUAYzpHCxsmoP9j3w3jpuuuuy/UzzjSxPjA6l8ovBgB4tqBYhJOAmbGeXYQOnNsjRUnjxo2jIA6u+hjk2burjoW0cpjPtMKCzMqg0mrtabVGwDoLqXGLFi0almFq7wcNALQjZYMkkD4CsUUtFiGwFoeSMOZRl9wrJ/mezazrsNnHCxIWxNis2lmdW72g0a+gF96JixAoCB9++GG1cTYKge4kV59VtITY4SIY3Xjjjcr62iy/k93CEKzg4QYlJDxxgyhByRTGYnYw0r17d7nhhhuU1R7GnlyClh8j7kHK1CuvvKIMJZKLXdi+xYsXC/JFGuVHdqMw9ip3ZkpBKATxfJQoUUJ5wBgVp0obeFXhoOehhx7K04xdeNFffvlFkIttwoQJea4N2hPLLAwm3ltghPe8UT/dzOfevXsVd6Nny87gyEr5AGMUhOMuVqyYV5GxvT4ImbLthEUFK2OUoDcbQchUDIXZgWQUwhoH+T2KugGA0YEq1qF4R0E5ceaZZxo+HToMAHAgiXUWPGcSC97hME4aNGiQp2+Jl+c++dqgZCrqa3RwC0qmor5GD0qmMCdBfjt0PnextoKQKaw94eWHeyUXuzRuVusEtIcUJ+lI1WU3FwsWLFB70xUrVuSpapc6y2w/k6meWFgT9ezZMw+nBg0aKOP3Fi1amOI2M2ABKxxod+rUyW6qMv53K2OUsBvSeJkcK2Pb/BLW2Ck/GgA4JZW3nlFqGxixI3c9ziOMUsNmugEAvmEw0MP4nSjuEWXDbE8E4k7PuVKfxfRcGeQ5aXpGqO+uYT/T0jdSby1ZnWtbnS9YrRPsztK99TgcV9MAIBzzwF6QgBYCCJOLzTYU2naLEByawrrsX//6l+m93SiR7Abw7rvvyrnnnmtYLWgFLjwtoJzq3LmzUqTaWXlZeVzHBmS2YEO4TFjKwhsW97M7vLFbGAbNKkiZSj7IRBitO++8Uy2U4ZkNgxQjb76gmRgJcVAyBU/rq666ytALxC4cltUBQZcuXeStt95SYSf9Lsn9wOEVnke8iypWrKiUOWZpM5xujOARCoUQ5De52Cm1rTzig+SEficfuCdGXMEYERLdaMPt5t1tlS/aLjS9lUy56YNXmQtCplLto13I16DDjQUhU2CFyDYwEMQ6I7ncdtttSkli5OmWKmfd1wX5Pco0AwAo3zG/SK9ilctXhwEAIjXhe5HoRYqDfnhEwssPqUuMitNviU65ClKm3PY7TGt09D35kN4vmYr6Gj1ImQrq2+FWdp3WD0Kmfv75Z7UuQ7jf5PLEE0+ofYxZ+e2339S6FZGVkkvQxt9OmaKe2bvDiVLbyiPejpebPoalrtn+xkloeqtvaTq+Z2FhmtgPq+gbQRtwB8ln9uzZMnjw4Dxp3KCcxVrIyrAkyH6G4V40AEhtFsxSTOB88+KLL1aOE/nRAMAtTUS+wXk4ntmw7E3cjiGV+kGdk6bSt7BdE+YzrTCxgk7AyGHMyVmt1Vlz0OmWg2ZKA4CgifN+JBAiAmaW6LEu6lTgWG1cw6DAtZoWKw/Z2HW6Nt9Lly5V6QEWLlxo2KWws/IiU8j5h5C9yPuMMFrYUMSiJVgpGsPOxGgiU5Upq8MyJ8oUs8VSkB4kULBDOYQ/bBgRjrFOnTpx4xgdBgBeOX311VfSv3//PFMXJCfcPPY+gDIVzwSMYWJRXawU927e3Vbt2IXxt3ouMa/4szN60vFJDEKmUu3nrFmzlHecUb4xRHKA9wBybgZVgpApjMUsXHRUvLCC/B5F3QDg9ddfl2HDhskpp5yinvk2bdrEU0L5aQAAb1uE6oNBSWKBMRnSmuDZC5MBQJAy5fZ9ErY1erpkyo5b2NboQcpUUN8OuzlI9fcgZArPEXJsJ6dFwtrxiy++ULlIzYpV5Kowh3k3y6ntZG9mZdQcZBSpVGXK7XVm+xsn82v2js7ksNFu+JopKGNtBJ3qzk3fvdY1CxcddIQxr+MI4noaAKRG2SiiG75nOHvC983MISHTIwC4pWl15oK2dJ0nu+1X2Oqnek4atnGk0p8wn2mlMh4/rvHqgGQVucru7NOP8QTZJg0AgqTNe5FAyAhYHfihq3aesm6GY5V7ER4Pzz33nG0qATf301nX6iOD+zjxcnDaHyvFJdoIOysvMoUFz/Lly6VSpUp5FGKZZgCQqkyZGVg4VUybKbYhW04MCJzKsV09pLvYt2+f1KhRI64oil2jwwBg2rRpSoFvlJv+22+/lR49elh20WphGCQnpCBBWNWaNWvmySmnywDA6gAWG3q8m81SjlilSwj6sM1vmbKTaaPfrcIBoz7SLsDQKcgShExhPGbvmrB/w2JzEeT3KOoGAEgFsnnzZmXIlRzVwU8DALyn4UmTmNYm0eMtbB6TQcqU23dK2Nbo6ZIpO25hW6MHKVNBfTvs5iDV34OQqZiRQXIfnSh4cY2ZkS5+C6NiAOt4GFw9//zzeaYFEfaeeuopldbLrFgZPTgxIEhVFtJ1ndUe7PPPP1fGI2bFLF1COgxJ08XP6r5W4YD79u0reDZhgJppxWoPh9QQ/fr1y7QhexoPDQDc44P39tVXX62eocQSS/Gybds2GgA4xGpmHI/LdZ4nO+xOaKulek4a2gG57FgYz7RcDsHX6jHjZ6M0qE4U+FbRutw4Ufk6SJ8apwGAT2DZLAlEgYCdt7aTF6iTcdopQcKc2xDjs7NCdHqw44SVnXdR2D0i/JKpTDMASFWmzA4HneYsioLFow4DAK+KH6sNWljCkuoyALBKeQDDEqQBOO+88/J48uM6KLAvvfTSPK+2mFcAQoCHoeiQqVTGYaUs6tixo7z99ttKaRqWokumMJ6HHnooj2c2/nuQkSH84qr7exR1AwArzn4ZAJjNAdatN910kwr/7/U74Jf8GLWrW6bc9D1qa3S/ZMoJsyit0YOUKZ3fDifzoLuODpnSocy2UhAjlPc555yje+ie2vPqhYWbm3kvOwnj6qnzabjYak04ZMgQZQBSuXLlPD3buHGjcgCYNGlSnt+efPJJgad3ENG20oDM0S3NogHFLn788cdV+o1MZGQWUpyRIYxFhwYAjh6pXJWM9tCnnnqqvPTSS8ppx+r7zwgAuXl//fXXAqMtIweVAQMGqBSfxx9/vPtJyrArUj0nzTAMhsNJ15lWmNh6ddSyMpwbNGiQeg6DjM4ZJFsaAARJm/cigZARsPI0QFd15UCBdxYUSPPnz89DAAqmoHMgu50GKysxtKUzN6PV4Q/uFRbloxlDv2QqyINMt/KRSv1UZcos1Ca8G9566y2pWLGiZXesDp/CopjTsbC1Osx18l6LwmZW54G7Vd5MvKMRThuK/qJFiyr5gvIf7+3rr7/eMLR9zCsgLIdtOmTK7XMORjjYhnecUQnjgaQumbJ6XwcZQcPtnDmtr/t7RAMAp+SP1YNnG9ZeiYdoyYZHNABwxjVqa3QdylpnZPLWitIaXfd7yoqZrm9HqvPi9TodMmXF24k3PMZg1Y9Ro0aptFlhKlZjdro3NlufOTVsDhMPu74gTD0M1J5++mnDqohchqgJjRs3jv8OTzesI3EgnVx69+6t/nu1atXsbp3Rv69evVqdM02fPj3POMNobKtzMszeGZkYQUMHNxoAuKNoZHyEcwG8d2C0hBKFMxN3o/an9p49e5QhEgwnjMq///1vZSQPA+b8XlI9J80P3NJxphU2rlZrZSeRXq3Wrk7P1MPGxGl/aADglBTrkUCGEbALraNrw4SFIxY777//viHBKIRZMcvpGBuQLkWOlScu7hX23Ml+ylSQB5lBPOqpyJQOBlYhk8LyLOpY2Fp56cGjHWO1KlabWbzP/vOf/0iRIkWCEBXTe+g8cLfLnYlOIL/3Pffcow4mX3jhBfX/G1mwI0oJ8nKXLFkyrXwSb65DptwOxio9AsKU45uYnZ3ttllf6+uSKat2YmGMETJ+4sSJMn78eGUcOHfuXDW28uXLS/v27VWuZHhJNG3aNE+aEF8hOGhcx7s48TY0AHAAPaEKvmN4h8MIKbEkGx7RAMCeaxTX6DqUtfZk8taI2hpd93sq1TVTWNaWVv3XIVM6vp9Wa9cwelIm5qpN5turVy/B2qtq1aqWj5vZ+gx73jFjxgii7GVSmTVrljJeQ6Qxo4I10B133KGMbpEC7OabbxYYvCWXWrVqCYxCevbsmUl4UhqLWXoENJbpSjWz5yf23i1cuLBaX48bN04ZGM2cOVMQsh2ldevWAkObgQMHCgwGypQpkxL/KF1EAwDns4XIGnA8gtFSYoEh2jPPPBOXFxoA2DPFOQuMu+6//37Ds5NMNHizp2JeI5VzUi/3i9K16TjTChsfrwys1q6Z/izSACBs0sz+kEBABIxypybe2suGCXkiN23apA5nkT8ah9tGBUYGr732mkAZEtaCscAaE2FljYpORY5ViD/c+8ILL5Rnn302VIq1RCZ+ylSQB5l+y2KqMmUVDstpuCIdB5R+8/G6qEP/rEL4O3mOosBJdx+RbwwHRoiQYFZg9Y8oE6tWrTKscskllyjjCBxghqnokCm347E6kES4VhhJxCIquG3br/q6ZMrq+cOBNQ4g8a+RAUny2GAEgO9vokecX+N32q7u75GZAQBCuCL3ZqKiAM9gq1atpF69eurAFkoWhAwOS7SNZIY6FGuJbZqlHkkMRxqrTwMAY4mO+hpdt0w5fe6jtkbX/Z6y4qTr2+F0LnTX0yFTVga2TtO3WUXpCqMBAObBLIS/0wh/6Vif6ZYfN+3hG4b0T5dffrnlGqhGjRoCj9GYsjbxHlD+wxAXIaPD+u13w8RLXStj27A7TngZd+xas+cPKSP69OmjzuGw5rYrkCkYm1x00UWh25vY9d3N70YGANizIh3b7NmzczXVqFEjqV+/vuC8EuttrL3TbfzvZqxe6xqd6+GZQjqaHj16xJunAYAxabzrd+zYIdOmTVPKfxi8GxWrdIte5zCK16d6ThrFsabS5/y2ZjJi9Prrr8uwYcPy/IRnCQaTnTp1skVrFlWXBgC26FiBBEggagTsvD2h1MbirkWLFrZD+/zzz1VeOqMNqtXF8CaFVWmDBg1s75HOCnaW+rfddpvyhC1UqJCnbmKRiJCA1113nenicPTo0YLwgGEsOmXKaHxBHmT6zTdVmdJxwGrVhtMQpX7z0bGwtcrthM0rwpCfeOKJhkM5fPiwTJgwQT2LCI2cXMLizaZDHpLHBsMtWPobhRq1mncsuHEdwpQWL17cbxFx3b4OmXJz0+3bt8vFF1+cx0MZbTg9FHdzP111dcmUlRIjlb7iEA7e3YkHTqm0o+sa3d8jr7wQ+hYHt1izhU0ZoEOxljhva9askfPPP195ssVKcjjS2H+nAYBIJq7RdcuUk/dCFNfout9TVpx0fTuczIUfdXTIlA7lfRTSdCXzt0qLAaNQKCjNIkLBaAIGfshjb1RiEYP8mPN0tol9xgcffCA33nijaSQAs/4hOhLOC9q0aZPOIYTm3h9++KGceeaZhv1xYvAdmoGk2BEzJUaKzcm1116r0r6FKYpbqmMxus4LL+xFrr76auWQk6l8YszMzvWwz4d8JBqw0wBAZP369TJ8+HD5+uuvXYkrZOqhhx6S0047LXT7N1cD0Vg51XNSjV0IdVNBn2mFEYYO5b1ZG3C+eO+990LleKJzDhgBQCdNtkUCESGAsLs4QIXVtNni+JZbbnGk1HazkMYhLayRoUBD3rqweT8ms7DL1QQLMVjx64hgYJWDFf2yO0RJt+jplCmjsQR5kOknSy8ypeOA1aqNsOQL1LGwtcu/jg0XFGbYcJUrV07ltI9ZaT///PMyduxYUzHIZAMADBrPGtIkIEydE8OuSpUqCbzdEYUibMrH2CTqkCk37wWj/OSx6+HRDl6Qu7AVHe8YjAleIwhxi/C1ukpyfndd7abSju7vkVcDAIwBHkwwqhw6dKijtVsq407lGh2Ktdh9zbxCksORxurTAEAkE9foOmXKqUxHcY2u+z1lxUrXt8PpfOiup0Om/DYACMvaM5m9Vf511MX7+YYbblB7ZRjLHzhwQNatW6f2z1gLmYXCx7WZagAQYzhv3jwVot5qz5HIGw4X8CQN4/pR9zPppD1ESIJCFt6ARgVGFmeccYaTpiJZByHaIT9QIOosMMhBpLKw7um8jNXNmsjsPtjHwbAJURMytRjtY80cxGgAIMoouVu3bo7FAVElcBYPA+4KFSo4vi7TK3o5J810NrHxBX2mFUaufhoAZPrakwYAYZRo9okEfCRgF+YZSpyXX35ZqlSp4qgXbhfSULxB0YjFc+fOnUNrBOAkRB+8ZHHY7nWDhMUOvGeheDQqOg0NHE2qy0q6Zcro9kEeZLocvuPqXmVKxwFrfjEAwKQsXrxYzjrrLEMvfseTZlAxLIewOuTBjAOeN3hcm0UkSb4uMWdpGL0igtws4X3+j3/8Q0aOHGmIF99XRAcIY9ElU24PQpyygKcgvpUFCxZ0eokv9XR/j3QYAGCgYQwjqUOxFptEI68Qo3Cksfo0AHBnAABuUVij65QpJy+IqK7Rdb+nrFjp+nY4mQ8/6uiQqfxqAAAlJCLh4TxAd8l0AwDsC5cuXSpIEfHNN984wocIiuCN/O1ezx8c3TDEleBti/Mko3RSffv2VYYBWCNkarF6x3sZcyaHQHZ7bmnGcciQIfLiiy+qFFyZVhDFDmcd77//fq6hme3BaADg3gAA5yZwioMjCs7FaQQgyhnHLj2OrrP3KD+zQZ5phZUTDQBSnxkaAKTOjleSQOQIwHsK+ZlhLWxUYMmKvLw9e/Z0PDYvC+n27dursH8wBAjbJtbO2webdeRw9qrswmIHH3JY9RuVMB7oJ/bTD5ky4hDkQaZj4XdZ0atM6ThgtWoDxj9YWKfbs0TXwhaHkvCIhcJQZ7nrrrsEf+l+Z+mQh2QueB/NnTtXbr31VpVDy23BweSjjz4aurBZumTKCY8ZM2aoDb1RhB1Y/GNzi1yTYSy6ZMrOAAAHH/jmIdco0gAhbQS+JXhHwpMJjIxKly5d5K233kq7143u75FVDlu3chK2g1sdijUwMGMOLzWsxYwiStEAwL0BQKK8hXWNrkumnDxbUV6j635PWfHS9e1wMid+1NEhU34bAGDf+fjjj0uxYsX8QOCpTUT7wTd9+vTpntpJvDjTw7DCsOiFF16Qe++911CBbQUSayhch9RtYY+mqE0gkhpCiHLs75AOwajgWfnnP/+Z9r2aX+O3Whcl3rN79+5y+eWXS79+/ZSSMSsrS6Dg/eijj5QMmUXgwP4Z/DKtIOoInhsdJSxGyTrGktiG0Z7Zav9KAwD3BgCJvPk+z6Hh9ZxU93MQ1vaCPNMKKwM/DQCge8EZaKdOncI6fE/9ogGAJ3y8mASiQ8CJVV0qIb9SzS8aI4dFz3PPPSfnnHNOaDZpdh7tOkMRf/vttzJs2DDTDZhRrq2wSJ1fMmU0viAPMv3gq0OmdByw6mjDDz52G8/Y7269gew891IZCw5MzIyoUmkv1Wt0zyUUsNhUXH/99aah/+FJY5Y6JjYOHBLgnd62bdtUh6b9uqA2S3YHkpAbGI+k24PdDLAumbJSpiDcIQ7NateubdgNu5Cu+Gb26NFDu4y4adCP79Hu3bsF8oOCA9qyZcuqf1HwrQUXKJhgpAVDTSOPt9gYwiRnOhRrGNcnn3yiFEyJ44bR6ujRo6Vdu3aG00cDAJFMXKPrkiknz3yU1+h+vKf8/nY4mRM/6uiQKb8NAMKy9jTjb/esuJ23sBmzue2/VX0oXaFchRLWqOAAGoaRmzdvtrzt3XffrZTgqJvfipWxLUKVw3s5Ozs7o7FYveOxPkIqN0TCMzMSsUpXBiU50k2UKFEioxhir4t15OHDh9W4ML7E5wcpSvDcTZo0SZ555hmZOXOm6fgzUc7WrFmjQtPjm5hYrM6IaQAgsn79ehk+fLggKkmq5dprr5UHHnjAs3NZqvdP53U6zknT2f8g7x3UmVaQY3J7Lz8NADJ57QnONABwK22sTwIRJIDDYyxk4W1nZumry6MdeBIPq3Foi3zSVrmksUnBxwyK9XQXbAqQGxxW+UYllSgJZmNatGiRskI285gIc3ixoGUqyINM3TKoS6ZgsQ8FyGeffZaniwgfhmfILoSYLgWfbkaJ7ele2EKphrDrd955p6Oc9giBjBDt8IQ38kTG+wyh8dJddM4lDkTgLXPLLbcYDgtM8DvkbNq0afLwww9b5izVaSSlg7NumTLrk1XaiSgcFOmSKa/KlK+++kr69+9viDkMz186v0f49k6dOlWuuuoqmT9/viGjMIW+9SoLGCC+fXgnJytLbrvtNhUKGXmljQoNAIzfVFFeo2NEOmTKyXclymt0jC/I95Sub4eTefGjjg6ZWrlypZx77rkye/bsPF10mjpKhxGBH3yctolw9jfeeKPjnPYwCEQUQERySS69evVS+5qqVas6vX0k6sHLEYois70/zmOg2IcB4KuvvqoiN1qdoaTivBEJUBadtEs7ESYjSD9Ze33H43wCa0kYluaX58/NfIAPDJbxDJqVMKd1czNW1MXa8L///a/A+Six9O7dW8lItWrVDJukAYA5aTyjmzZtknHjxslrr71maVCCVhDRDI4YYXUUcCtTTurrOid1cq9MqBPUmVaYWSFaJM4AjIpTZzEdRgRhZmTWNxoARHHW2GcScEnAziof1sGwcvUrj9WqVavkhhtuMLV0x3AuvPBCefbZZ9Nq9WjnLawzWoHdAQAUaAhTBsVbGEvQMuV1k5suhjplSgcDq00awr5jMZTuTYdfC1t40I4fP155ROKQEopsFHjatGrVSrp166aUjvBgR4F3DvL7JZd33nlHRSxJd9F54I4xXXrppYZexfg+4EAgcePvxKgiTNFL/JKpRBnAgSQ27mYbEqtQ5emWpdj9dckUFCCDBw82jBbxxhtvyNChQy2HbKVICYMXpI53sdc5t5JpROoYM2ZMKKJw6FCsoY2TTz451/vJiYU+DQCcSVlU1uix0eiQKTsyUV+jY3xBvqd0fTvs5sWv33XIlA4GVgYAYTB+c8IfnrVLlixRe36ss2EYGXM+wJ4Wueuh3B84cKBUr15dGbRh/Z1cwpKWzMmYndbZsmWLMiA28vzHGQPOYmBEEov+g3btjCrsIuE47VuU6lk9J1j/fPzxx9KhQ4coDSmlvsJbHYbb2KMlF6eOAWaKFCdrrJQ6HbGLEA3gkksukU8//dSw5zgrgIFAkSJFIjayvN397bfflKMJlNWJxW7fRgMAZ1OPM0Gk1kCqRLMoblFwFnA2Wme1dJ6TOrtj9GsFcaYVdko6GJgZAGSq8WlsTmkAEHbpZv9IwCMBHMTDujfdXuYbN25Ui0pEIjAqyAOMUK4tWrTwOOLULsdBGZQ3sLo3KlAS4vAF3gpec3/jIARzYuTJjXtDAQkrUSwCw1jSIVNBHmTqYq5bpvbt26essp9//vk8XYTHJ3JjV6xY0bL7YVesofM6FnVe59BsMxsmxZqOw2Zwsno3W0UhgacADgmuuOIKw8gyYdrEBiFTq1evVt8Ho28tvh848O3Tp49X0fT1el0yZXU4a3eQhAGG/TApDN+jn3/+WRlSfPPNN4YyEYZUCeiYDsWa1fOr44GAkROMvcqVK6ejuZTaSLdMhX2NnghVh0xZTVLU1+ixsQUpU7q+HSk9PBou0iFTVlG6nIbThsIchqhGygEn304NKAJvwuz9nkmKNUDFmhnewjC2TS52ZwyIAABF70svvWQ4P/nF4z3G0chLOQYmDA4lQT5EZkoMpwYAZs8fDQCOzSLWh5dffrnhtDp9twcpE6ney2rvlmqbidflR2OlZG6IuIhUgIgsYVaiYuznVSZ0n5N67U9Urg/iTCvsLN59911lLGlUnJx/WJ2pO/12hp2RWf9oABDVmWO/ScABgbB5sFgtoDGcdHnW2oW/xsYcm2scRpiFmnUwHaqKXY4jeEeMGDEi7TmOzcaTLpkK8iDT6Vxa1fNLpryGK4Inydlnny0LFy7M0/2wHC6GYWFrxilMVqG6DtzNeDvxosGB5tNPPy3XXXed4eMQlk1sEDKFiC04CDIqp59+uorokk4Fo5P3mi6ZsjI0gvcDvqVWhQYA9rNl9U3E1WF5n+tQrPltABAGw64wrHHCukZPfhp0yJTZExb1NXriuIKUKV3fDvs3nz81dMiUDt7fffed9OzZ03CQTsOa+kPIn1axhkQaF/wll7CsH3WN3My7Fu07iRBllpsb14dpb6KLl1k7v/zyi1xwwQUyYcIEwyoffPCBnHHGGX53IzTtm3nwd+nSRTkGQOlqVWgAYD+VVt+HTFIW+W0AANJO9oD2MxLtGgsWLJC//OUvsmLFCsOBIA0M0i4WK1Ys2gO16L1f56QZCyxhYEGcaYWdo9c1+969e+Xaa69VRpnJxWnKrrAzMusfDQCiOnPsNwnYEMAiDjlT8YI0KunwMrc62EAf03FgjQUILMmhWDULx4TQXvC81qH8v/rqq+X99983nBNs0kaNGmV6+JNuoU+nTOk4WAuKn58y9frrr8uwYcPyDAVGKl9++aV06tTJcphmz6DT64NgGIaF7YcffihnnnlmqBeFOg7crcJHImLLc889p1IkWJUo5Kz1W6bsDiSjkiNSh0xBVqzagecD/qwi6dAAwP5Na2cAgO9Bv3797BvyuYbXTTq657cBAO6RbuVaGNY4YVyjG4mnDpkyahfK/yiv0ZPHFKRM6fp2+Pw6Mm1eh0xZKbPbtm2rjNzr169vOUSzNb7T69PFL9X7ImoCziqSQ+Jj3fnFF18I0uE288o+AAAXlElEQVRlSrFKjeTkew35euCBB5RDQnLJT97aVsa2iIaHZwhGffmlmK2PmjdvLu+99540btzYEgUNAOwlxer74HSvbH+X9NcIwgAgDGnc0k0aqWD++te/mhoxZboC0s9z0nTPbRD39/tMK4gxeL2HlUMbomsgra1VsXoGnVzvtf/pvJ4GAOmkz3uTgE8EEMoTIeY/+eQTwzukQ/mPjlgtoPF70AYAyFMI62hYWvqt/Ef7N998s7zwwguGcxJ25X+6ZSrIg0wvj6XfMmV1QO8kgoaZh59TTwEvbJxem+6FLfLb33TTTcqzPbmESZGr48Ad7yV8K/73v//lGavTDWjYlbUYmN8yZWYwgnvje/v2229LnTp1nD4CaaunQ6bQeSvLaieHZQjBjcMR5AZOLmHwCgzD98jq2QWzdCu0Y/OmQ7HmtwEAIwDkzFbY1uhmL0IdMpXcdtTX6EasgnxP6fp2pOvjp0umvBjpHjp0SCl34dGbXOAtiPVn2bJl04XIl/vOmDFDTjvtNIERZWLJREXuV199pdI7GBWn3+v8rqw1MxiJMYXXLCJMeU3V6Iuw+9So1bmAE8MSOMFcf/31eXqXn6JK2E2N1bPrdK9sd48w/B6EAQAjAFgbyUMOMkmmkuXa73PSMDxHfvfB7zMtv/uvo30rBb6TCBpWUTigPzv11FN1dDOUbdAAIJTTwk6RQOoE7MJXQhmBQ4RmzZqlfpMUr7TK14Img3zhwpIeShnk9DJT/sMCDJuiokWLpjjinMv27NmjFIpGudvxO5T/r776qvTu3TuUm9YwyFSQB5mpTnYQMmUVWhvWjohkUbBgQcMhWDEM02Yj3QtbHKYgr1TygWTYPGx0HLjraMNqER4WS38/ZQoHknh+zCK7RCk3qw55iL18zMKSOjGIgDLm5JNPNvw2O8ntluo73Ol1YfgerV69Ws477zyZPn16nm6HyVtUh2IN3z3k9TWLaOV03szqnXXWWQLjuHSm6AiDTIVpjW41pzpkKrH9qK/RzVgFKVM6vx1en+dUrtclU9OmTVNKXqN9pZ3xmlWIeKztb7/99lDuEVPhjWus5DMTx6tjHWpmYBK2/UmqMmF3Hc6JYERq9Hw1adJErcOzs7Ptmsmo363OBewMIqyewUzKbe9lwnG2AyMJRAI1KpnkLQp5uO222+TJJ5/0gsz0Wpx3jh49Wtq1a+dL+1Fp1OqZxRhgxITos0WKFInKkBz1M4hzUkcdiXglHWuJiCOQffv2qXeykW7FifFafjampAFA1KWf/SeBBAJQxOBlaOTNiWo4eEdIZxwOB11wwIYFzUsvvWR46wYNGqhFYYsWLXzvGhYgCDcI5T48DY3K3XffrZT2xYsX99QfjBubA/wZFSyGERVgwIABoTzYCYtMBXmQmcqEByVTkKd//OMfMnLkyDzdtFOswdoRiu0ff/wxz7Vh8mxP58LWytgFm2LkKfWaCiQV+TK6RseBu9Vz5dQDy8yDC322O/DWxcKuHT9l6uuvv5bTTz/d8EAyaocdOmQqNhdWHjNWOVoRGhApAoy+mU42dXayoOP3dH+P8L1BhJLrrrvOcDhQlj/77LNSsmRJHcP11IYuxVoqnbC6t1OPy1Tum8o16ZapMK3R7fjplKmor9GtWAUpUzq/HXbz78fvumTKKh0Q1gkIX25maARvXXj6Jys3EQ4fe9Y+ffr4MfS0tGmlCIAiFxHNgjgPCHLwVjLmZA9mFZ0sLGsjP3la7X9xX5x/IUWCV6cNP8fgR9tW0aDs3jlW5wJh2b/5wcxNm2vWrJHzzz/f0AA1E9/NbtjE6kYhEmAq4/LjGnz7cCYBQyazkonPXlDnpH7MWdja9PNMK2xjteqPVTogq3OmXbt2qXRvMKhMLmE6P/FrLmgA4BdZtksCAROwOjRHV2AdDkVz586dPfcMB8tjx46Va6+9VrDptFOSY9M6YsQI5b1g5m0f5AvXasMDOFD04c/r4TkWO9jUX3rppYbMoRxCKCxs0MIYri5ImbITyiAPMu36YvR7UDKFe1steGAxjEOQZCW1lYebneFAKjy8XKNzYbt7925lQe3EihrGQDBSSs5FirGEUZGr48DdKmctxm0mT7H5tQqbjLDaH3/8sXTo0MGLOGi5VqdMJXbI6kAW9a655hp55JFHInMgqUOmYnyswvgPGjRIfRurVKmSZ37h4T9s2DBD47ywRFPQ+T2aN2+eSsOBP6wF7NZTCJ+I3Miob2bAaLXx1fJAuWhEl2LNxS3jVfOrAUDU1+h2c61LpqK+RrfjpPM9ZXcvnd8Ou3v58bsumUIYfxiKwoM9uUBZhIN9RG5J3vNZGZ/aKfH84OG2TewXIW+lSpWy3c+iLtZkMMLftm1bnltlqiLXKmetXWpGvKsmTZokF110keF3P2prTbfyhfpWxsZh2m+kMjav15iF8Ue7cAoaOnRonufS6lwgE6MpHDhwQBkX4117xx13qLRsdmdvcILB2aWZ81IU3s1eZcvJ9fnVAAD7N5zxQpl/zjnnSKVKlSxx4T2O1HbYv82fP9+wbiY+exhokOekTmQ2ynX8OtOKGpPFixcLIvgZObYNGTJERfarXLlyrmHZRaEI0/mJX/NBAwC/yLJdEgiYgF95m2655RaBN3zMojr5QAmKMeRJOeOMM6R58+bKsyErK0vwgt2xY4fMmTNHhZKCwYBZwaEIvP/NcuPpRIl+wUIcigSdpVGjRupAIzG6glU4Ry/3xkbumWee8T1cbVAyFWOBzRkOzsyiJbhlhgMVbHwRXcLPEqRMYRx21ujIfQTLxqpVq6rn8KeffpL777/f0NIR7eH5xOGR3UZYJ8PPP/9cbZiMDv/c3gfvDxgYIbpBYtm5c6cghOHEiRMFCkdE2YABFJSOMSUbZG7jxo0qbCTCSJkp1KDExWGlWXoFt312Wh9Wqoj4YBbVxWk7sXo4rMCCuGLFivFLrTzYUemCCy5QRiV4jmLcwHbWrFmW7/agw2oHIVPJvK0OJMPqGRKETIGTlSIEv+N7DyVJq1atlIEOUinA+AZpI4yew6C9AoP6HiVu5LGegqcR1lRYU5QpU0a9l2PrKRwYvfbaa4qTmTFl0M8d5hKHYHj/Ys2go+h634bNACAImYr6Gj0mP0HIVNTX6GAVhEzF5iSob4eOd4hRG0HIFO6LtRE8+Y2+Y+XLl1fKJxi9Y78MZfjcuXPVd89on4x1BNZ/OMwMc/n0009VH7Hvwnr7xBNPlMaNGxueCSASoZGhLcYX1L4tHSztPNjxzb/55pvllFNOkQoVKqizFMjHhg0bVESERx991HDPFBUZ8cLcztg2SCcSL+Pw61orRQjk484775Thw4cL3j9Ym0NhgjRdSIVpVMIW8U4Ht2QlNZ4zGGP16NFDKW5jjgKxcwG80+BwsXDhQsPb54fnzin3/GoAkLh/gzwgSg/2YMkyhXU5zuJGjRqlzmDM9m/gnYnPXtDnpE7lNsz10nGmFWYeRn3DugAGWkh1Y1Twjse3r3Xr1soxDudMiKCLM3Gj8+d0nJ+kgzkNANJBnfckAR8IWB10erldly5d5K233lIesChWHiWp3ifIxY4f/Y+NG9788CCOFb8U6LB0HzNmjO+pHIKSqRgvqw1EqrKFQxNY5fpZgpQpjMPOa83NWM0sJN20kUpdKP6wKNNVYPSABWCxYsXiTeqSJyOlua5+27Wj+x2CDSrCzHbq1Cl+a7sc9nZ9NPo9SKOu2P2DkKnEsdopuMPqGRKETPnxDQzaUEnX+yNRZoy+R1aW/G6fPazT0F7Xrl3dXuqpvs4xoCNQIEHpZRYq22lnw2YAEIRM+bEeCXKNHpvbIGRK97sw1veg1ui4XxAy5cf7HG0arUecPtup1AtCptAvu+hpbvqOtS0MorxGpHNzz1Tq6mBrZsybSn/Ceo1VDvtU+wwjXTgFwGAwU4uVghtjzg9ee1Zzi/0I3hP4VnstWD++8cYbUrt2ba9Nhep63d9KGOeDuV3UrlBB8KkzNADQA7Z3795q71OtWjU9DYakFT/2JbGhJZ+9h2TInrsR9JmW5w6nqQG7yBJOu4XzExjo9OzZ0+klka1HA4DITh07TgK5CfilrEXqgHfffVd5o6FgkwHveVgO6yhXXHGFPPzww+ogKIji5yIEHhyJkQX8OlwEpyDy1wYlU7F51705Q7vYxCJigp8lSJmKjcMqdJ/TseLZRli79u3bO71EWz3dC9vLLrtMEAIxcSOuQ55gDYqDteQQUtpA2DT0/+3dz8sNXxwH8FmxtPMHIKUoZKuEUso/YCulbKSwUfgXZM0fwJaIEOX3zxQLbFDK0h+gb++pq+t+n+eZuc+998zc+7ymbDxz75x5nXPPnDnzmc+ZRR+yVN+xUtr11Zxr09IBq/nOps+UaFPDZWiqmzZrujad0yz+3lTu1RxzuetRU6q1tsfKckPJ3FPyIcg0+o/R81vqepTx1Wj2krYuw/vl5jXLPCXTSclsLinDNB7+DJ/LoUOH6u/MW5CTbGshAGC0Tc37GH1Q3yXa1Cz6wkH5S4zRc6xS/VSONQuvUk6l+6mVUvq37dOSJSd9+qZNm9p+pLP9Jv295s3kZAZIwHbp61dJtGncuw2Xt2npgJLnNqtjNT3cPnjwYJ3hLoFXa3mbRp+Tub5k1MsbzIu2Jdg9mQdv3rw58akdP368XiIv/ZZt5XHI6NzoInndvXt3atlr05dn3mD79u2LRFSfSxfzpPOOWHpOa169pjHPlGdQeRaV5TxKZ3rtwl0AQBfqjklgBgKvX7+ujhw5Uv38+XOq3z6aASBfnknVPFRdLl12mwKksz179mydWrpk9GxSe2VZgzwsnPY2GoW40hrIkxy71NtFJdtUPGYxkVkiA0DJNjXcbrI2XX4/q0kPn4f/mVhMSvwutmkPbJfKADDJzX76p3xn+qgub/CnPeG+3Bt3GUAnCODEiRMTpfGOVVJrZXIk6bZKbiXa1PD5rLTmZm7kk1oza0z2bSvVpgbnnbchs+5x3kxaKe3hUk5djRNKXo8+f/5cT0o+f/581U0lb2xdvny52r1796q/Y5IPTvrwZ/TYMgC0r42lxjjzPEYfnHmJNjXvY/SS/VSOVfra0f5X0G7PEm1quCTp2/OWaLIujbvl4f+VK1dmvoTZuOVabv9JAtkShJyHaXn7cZEf/g/sMg5K2toEF0+yJb1t5h1mvczdJGWcxmeb+ulkf0v2xbXQdpo8J+lzuh5HNp3bpH9PIEl+L7mvX+3W5T3Jastc4nNrNQNA5uHyAspyS9q0tU/GwMwpDLLttv3cvOzX1TzpvPgsVc7Sc1rzbDXpPFOWHs78Z+l5y67MBQB0Je+4BKYskKjypNTOG73jTrKvVJTlUlx9+/atXjM7xxtnHe8MnrM24pkzZ+r1Abu4YXv8+HF18uTJZdf1Wk3VLJV6NxekTMrnzcVxjJqOXyoleek2lZuzWF24cKGJoNXfS64lWapNjZ541j+6evVqHbnYJiBn8GA7gQPD68C3Ap3iTg8ePKj7gWn8LpZLG5qH2tevX69v9tvYDE4vv688rMzDtKzB2eWW32AmttLPTmNr6jtyM5tU63lgO07d9KFfL9Gmhusg60Omf3/x4sU/19ykDzt16lS9Hm4X17emdlK6TaU8+S2mfi5evFilr2yzZXI7v8MsV9GFY8nrUSbPsi5dHgiM01ft2LGjDgJLX1oyO8Jo/X38+LE6evRo9f79+zZV27hP0qqePn164kj8uKbNZcmkgWvGagkwyP+XvgaWbFPzPEZPAynRpuZ9jB6nkm2qi2tHY2cxxg4l2tRocXI/nrXb83Z7mzFVgijPnz9fv4nUZZ8+Bmu9a94+zrUoQRZtt/TFye5z7NixhU5fv5THnz9/qvv371d5O7btmGjwPX257ret50n3y3X80qVLdSBNgpAGW5fX8knPaZafTz+ToIi293Hpc/JiTPqcDRs2zLJonX93fndPnjypAwHGeWjbh3vczvFWKEDGIdeuXavnhd++fVvvGbMElWROb3jZwT6fx2rKlnHRjRs36t/chw8fxvqKvXv3VufOnauSxWT9+vVjfXbedu5qnnTenAblLT2nNa9Og3Jnnunp06f1taztmCrzTBlb7Nq1q5N5pq7MBQB0Je+4BBZEIFF9GfBkQJ1/uTkbDP5yikkntmXLlmrPnj3Vvn376nTj8zSpsSDV5DQWXOD379/1gOfWrVvVmzdvqmfPnv094wxs8sZ/0irv37+/2rhx44Jr/Ht6ST0Wk7wVmcHhp0+f/k4i5QZ1586d1ebNm2uf9FFJ99/FA8c+VUpuaF++fFk9fPiwevXqVfXly5f/TbzlraO0rTzwTqaYSdfr7tP5K8tsBPLALeOD27dv17/HtLHBQ5FM5qafyluA+S1m7NB1AM5sFJb/1vhkPbtHjx7VGTmG+6p8KpNoWZc1/VT+pd9aKxHrpetiUY5njL4oNek85lng169f9QPfO3fu1IFSw/fJ6dcTcHr48OEqDwTmdS33TMD++PGjvhfJ9T1zA+/evfsbIDmYD0hwdq7xGXuvW7dunqt14rLngeT379+re/fu1Uv7ff369R+z4et+xtkHDhyotm7d6ro/sfzif8Fa6HMmqcX4ZK4kffJoX5X7kdzjZs5yMHfpHncS7cX/7KAvz7VvqetfAm1yj7tt27b6Om++afHbhDMsL2CeqdlcAECzkT0IECBAgAABAgQIECBAgAABAgQIECBAgAABAgQIECBAgEDvBQQA9L6KFJAAAQIECBAgQIAAAQIECBAgQIAAAQIECBAgQIAAAQIECDQLCABoNrIHAQIECBAgQIAAAQIECBAgQIAAAQIECBAgQIAAAQIECBDovYAAgN5XkQISIECAAAECBAgQIECAAAECBAgQIECAAAECBAgQIECAAIFmAQEAzUb2IECAAAECBAgQIECAAAECBAgQIECAAAECBAgQIECAAAECvRcQAND7KlJAAgQIECBAgAABAgQIECBAgAABAgQIECBAgAABAgQIECDQLCAAoNnIHgQIECBAgAABAgQIECBAgAABAgQIECBAgAABAgQIECBAoPcCAgB6X0UKSIAAAQIECBAgQIAAAQIECBAgQIAAAQIECBAgQIAAAQIEmgUEADQb2YMAAQIECBAgQIAAAQIECBAgQIAAAQIECBAgQIAAAQIECPReQABA76tIAQkQIECAAAECBAgQIECAAAECBAgQIECAAAECBAgQIECAQLOAAIBmI3sQIECAAAECBAgQIECAAAECBAgQIECAAAECBAgQIECAAIHeCwgA6H0VKSABAgQIECBAgAABAgQIECBAgAABAgQIECBAgAABAgQIEGgWEADQbGQPAgQIECBAgAABAgQIECBAgAABAgQIECBAgAABAgQIECDQewEBAL2vIgUkQIAAAQIECBAgQIAAAQIECBAgQIAAAQIECBAgQIAAAQLNAgIAmo3sQYAAAQIECBAgQIAAAQIECBAgQIAAAQIECBAgQIAAAQIEei8gAKD3VaSABAgQIECAAAECBAgQIECAAAECBAgQIECAAAECBAgQIECgWUAAQLORPQgQIECAAAECBAgQIECAAAECBAgQIECAAAECBAgQIECAQO8FBAD0vooUkAABAgQIECBAgAABAgQIECBAgAABAgQIECBAgAABAgQINAsIAGg2sgcBAgQIECBAgAABAgQIECBAgAABAgQIECBAgAABAgQIEOi9gACA3leRAhIgQIAAAQIECBAgQIAAAQIECBAgQIAAAQIECBAgQIAAgWYBAQDNRvYgQIAAAQIECBAgQIAAAQIECBAgQIAAAQIECBAgQIAAAQK9FxAA0PsqUkACBAgQIECAAAECBAgQIECAAAECBAgQIECAAAECBAgQINAsIACg2cgeBAgQIECAAAECBAgQIECAAAECBAgQIECAAAECBAgQIECg9wICAHpfRQpIgAABAgQIECBAgAABAgQIECBAgAABAgQIECBAgAABAgSaBQQANBvZgwABAgQIECBAgAABAgQIECBAgAABAgQIECBAgAABAgQI9F7gPzsCnsnZl8uD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17" name="AutoShape 17" descr="data:image/png;base64,iVBORw0KGgoAAAANSUhEUgAACAAAAAHhCAYAAAD6J17EAAAAAXNSR0IArs4c6QAAIABJREFUeF7s3Qn8VdP+//FPuJEhQ8rYLWOlKxJFGaIQDagoQqUkqVQyD91MpYylkCEyNZEmlEIkhW7oj0jXnCHD70qGDP0f731/p9853+/Ze+199jnf7znn+1qPR4/rfr97r732c629z/dxPp+1VqUNGzZsMAoCCCCAAAIIIIAAAggggAACCCCAAAIIIIAAAggggAACCCCAAAIIFLRAJRIACrr/aDwCCCCAAAIIIIAAAggggAACCCCAAAIIIIAAAggggAACCCCAAAKeAAkADAQEEEAAAQQQQAABBBBAAAEEEEAAAQQQQAABBBBAAAEEEEAAAQSKQIAEgCLoRG4BAQQQQAABBBBAAAEEEEAAAQQQQAABBBBAAAEEEEAAAQQQQAABEgAYAwgggAACCCCAAAIIIIAAAggggAACCCCAAAIIIIAAAggggAACCBSBAAkARdCJ3AICCCCAAAIIIIAAAggggAACCCCAAAIIIIAAAggggAACCCCAAAIkADAGEEAAAQQQQAABBBBAAAEEEEAAAQQQQAABBBBAAAEEEEAAAQQQKAIBEgCKoBO5BQQQQAABBBBAAAEEEEAAAQQQQAABBBBAAAEEEEAAAQQQQAABBEgAYAwggAACCCCAAAIIIIAAAggggAACCCCAAAIIIIAAAggggAACCCBQBAIkABRBJ3ILCCCAAAIIIIAAAggggAACCCCAAAIIIIAAAggggAACCCCAAAIIkADAGEAAAQQQQAABBBBAAAEEEEAAAQQQQAABBBBAAAEEEEAAAQQQQKAIBEgAKIJO5BYQQAABBBBAAAEEEEAAAQQQQAABBBBAAAEEEEAAAQQQQAABBBAgAYAxgAACCCCAAAIIIIAAAggggAACCCCAAAIIIIAAAggggAACCCCAQBEIkABQBJ3ILSCAAAIIIIAAAggggAACCCCAAAIIIIAAAggggAACCCCAAAIIIEACAGMAAQQQQAABBBBAAAEEEEAAAQQQQAABBBBAAAEEEEAAAQQQQACBIhAgAaAIOpFbQAABBBBAAAEEEEAAAQQQQAABBBBAAAEEEEAAAQQQQAABBBBAgAQAxgACCCCAAAIIIIAAAggggAACCCCAAAIIIIAAAggggAACCCCAAAJFIEACQBF0IreAAAIIIIAAAggggAACCCCAAAIIIIAAAggggAACCCCAAAIIIIAACQCMAQQQQAABBBBAAAEEEEAAAQQQQAABBBBAAAEEEEAAAQQQQAABBIpAgASAIuhEbgEBBBBAAAEEEEAAAQQQQAABBBBAAAEEEEAAAQQQQAABBBBAAAESABgDCCCAAAIIIIAAAggggAACCCCAAAIIIIAAAggggAACCCCAAAIIFIEACQBF0IncAgIIIIAAAggggAACCCCAAAIIIIAAAggggAACCCCAAAIIIIAAAiQAMAYQQAABBBBAAAEEEEAAAQQQQAABBBBAAAEEEEAAAQQQQAABBBAoAgESAIqgE7kFBBBAAAEEEEAAAQQQQAABBBBAAAEEEEAAAQQQQAABBBBAAAEESABgDCCAAAIIIIAAAgggkCTwxx9/2IwZM2z8+PG2aNEi+/77773f7rDDDta0aVPr3bu3nXjiiVapUqW0bnHPpzMQyAeBzz77zG6//XZ74YUXbNmyZRub1LBhQzv22GNt8ODBVr169XxoKm1AAAEEEEAAAQQQQAABBBBAAAEEEEgSIAGA4YAAAggggAACCCCAQJLAhx9+aJ07d7alS5emdTn++OPt0UcftWrVqqX9fdzzK0pnfPzxxzZ69OiUALOCy0cffbT169fPateuXVEocnKfa9assfvvv9+mT59uixcv9q5Rp04dO+KII6xv377WoEED3yQWHTts2DC74oorfNv2yCOPWJcuXXLS9opa6YYNG+ztt9+2O++8015++WV7//33PQo9F6eddpr16NGDpIuKOji4bwQQQAABBBBAAAEEEEAAAQQiCJAAEAGLQxFAAAEEEEAAAQTM1q9fb8uXL/dmx+ufArmJAKN8atWqZfXr17dDDjnEmjdv7v3vVlttVTB0Crp16tTJ3nrrrbRtdiUAxD2/YKBiNFRj5swzz7RXXnklbS1KAnj44Ydtt912i3GVinvqDz/8YOedd55NmTIlLUK9evVs4sSJXhKAX7nuuuvsmmuu8f09CQDZH18K/iv56L333ktb+amnnmr33HOPbb/99tm/ODVmTUCfkatWrfI+HxcuXGiff/65rVy50j755JON19hmm23swAMP9N5xBx98sDVq1MgOOOAA+jZrvUBFCCCAAAIIIIAAAggggEDFFiABoGL3P3ePAAIIIIAAAgiEEtDM1BUrVnjBJwVmE8vihzlZgY5TTjnFLrzwQi/gsckmm4Q5rdyOiRvAj3t+3BvXFgRTp061G2+80UvUiFo0S1xJHLvuuqsXINbs4/3339/bAsFv24Oo19AKCkoACCqaud6uXbuoVXO8mZdYccIJJ9jatWt9PW699VYbOHCg7+9JACj7oXTbbbfZoEGDfC+sd+ncuXPt0EMPLfvGccVAgb/++sveffddu++++yJ/RiZX3KJFCzvnnHOsTZs2VrVqVdSLUEB/P40bNy5ldRbdpj53lQTStWtX77Nvs802y+ju161bZ3fddZe3ldGbb7658XMgsY1R9+7dY9WfUaM4CQEEEEAAAQQQQAABBMpcgASAMifngggggAACCCCAQGEJaLb2kCFDbMKECbEbfvbZZ9v1119vNWvWjF1XriqIG8CPe37c+9LWBW3btrUvv/wyblUp5zdp0sTat2/vLUWuQEWcZABXcFkXVgLD5ZdfntV7qCiVhUmw6NOnj91yyy22xRZbpGVx9RErAGR3NP3yyy9eQoaSrIIK7tl1j1ubkuOWLVvmfa5NmzYtbnUbz1cillbg6NChg22++eZZq5eKyl9g0qRJ3koffsW1ypDrDpQAdvjhh/sepiQDtUFjjIIAAggggAACCCCAAALFK0ACQPH2LXeGAAIIIIAAAgjEEtBM8smTJ3v7gCcvXRyrUjNvhptmpx122GFxq8rJ+XED+HHPj3tTruBC3Po1C7ljx45ecKp27doZVecKLqvSa6+91q6++uqM6q/oJ4VJANAWAZpxXqVKlbRcrj4iEJ3dUUYCQHY9y6I2zbTWShojR44MXG0jTlu0EoDqr1u3bpxqODePBFzvZxIA8qizaAoCCCCAAAIIIIAAAgUsQAJAAXceTUcAAQQQQAABBHIloGDUiBEj7J///GdOLpHPe1nHDeDHPT8uuCu4ELf+xPlaTviqq66y3r17+waR/a7lCi7rPNcS9dm6D1c9iS0VtLT3a6+9tjHQp0SIZs2a2bnnnpt3yymHGQOabT58+HCrXLlyWgJXH1X0BAC9I++99157/PHHbfHixRsN9VxoGfcLLrjAjjzyyNArZZAA4HoS8+v3X3zxhbdiw5QpU3LesHxPmss5QJFdwPV+JgGgyDqc20EAAQQQQAABBBBAoJwESAAoJ3guiwACCCCAAAII5KuAZjVq+XX9y1XRnvJaXSAfZzXGDeDHPT+uuSu4ELf+kuefddZZXrLIzjvvHLpqLXOuxIGgMn36dC+wXt7lu+++sy5duticOXPSNiVusCYX9/fcc8/ZcccdF1i1K8GCBIDgnnE9564VFtLVPmzYMG/FFb+yyy672MyZM61Ro0a5GDbUGVLg66+/NvWv3lFlVbQFy/jx461evXpldUmukyMB12d03M8UtgDIUcdRLQIIIIAAAggggAACBSZAAkCBdRjNRQABBBBAAAEEcimg2c7aF/yyyy7L5WW8uhcuXOjNoM634grsub6cj3t+XA9XcCFu/enOb926tY0ZM8Zq1aoVqvqVK1eaEgeWLFmS9vhTTjnF2wu9evXqoerL5UGFmACwZs0aL0Dptye5gokPP/yw7bPPPr50JAAEjyrXc55JAsAbb7zhba/ht+XK2WefbaNHj7aqVavmcshTd4DADz/84D1bZTHzv2QzTjrpJO+9uNNOO9FHBSzg+ox2/Y3hunUSAFxC/B4BBBBAAAEEEEAAgYohQAJAxehn7hIBBBBAAAEEEAglsGDBAuvatatvACq5Ei2BrkBt9+7dTUsUb7fddt5y13/99ZcpSLJ8+XJvxqKCkGvXri11fRIAqoXqk6gHuYILUesLe3zU4JTGx6hRo+zll182BVNVGjZsaEom6NWrl9WsWTPspXN6XCEmAAjks88+s9tvv91eeOEFW7ZsmWdUp04dU3CpZ8+eplU4ggoJAMHDKhcJABs2bPC2mdDWAvPmzdv4Hj700ENNz1ePHj3yIikmpw9cHlceNUFOz5j6TCuZaIWUKlWqeHeX+IxcsWKFPf3003b33Xfb999/H+rO9VwqQW+zzTYLdTwH5Z+A6zOaBID86zNahAACCCCAAAIIIIBAIQqQAFCIvUabEUAAAQQQQACBHAh888033n7mM2bMcNau5cW1XLUCtgr6B5VPP/3Um7WqmYvJiQAkAJRPAkBQcEH7kP/444/23nvv2fz5871ZrongvHNQmFkxBqcKNQEgTH8FHUMCQLBgLhIA4vYZ5+dWQDOrtR2I3woNiavvsMMOdvPNN9sZZ5xhm2++ubNRWrFD26joHFfRKitTp061gw8+2HUov89TARIA8rRjaBYCCCCAAAIIIIAAAkUmQAJAkXUot4MAAggggAACCGQioJmn9913nzfz2lWUJDB8+HBTkCNsUf2vvvqqDRgwwF5//XVv9vHkyZOtbt26Yasos+NcgT3X7Ly458e90WwGF5QQ8MQTT9j1118fKhFAe5RPnDjRjjzyyLi3kTfnkwCQviseeeQRLxhaUYvrOc9kC4CKalkI963EqH79+tmECRMCm6vVcO666y477LDDIt2WVhd46KGHbODAgWlXzEmu7Oqrr7YhQ4bYpptuGukaHJwfAtn8jE53R2wBkB/9TCsQQAABBBBAAAEEEChvARIAyrsHuD4CCCCAAAIIIJAHAl9++aVpf2ktOx1Uoi7zXrKur776yq688krbcsstvRmPiSWR84BgYxNcgb2KlACQQFG/XXLJJd6+8a5SbPuUkwCQvsdJAHjfOnXqZG+99VZaIBIAXG+Kwvq9VkTRljfptrNJ3Ilm5yuIf9RRR2V0c2G3GGjSpIk9/vjjtscee2R0HU4qXwESAMrXn6sjgAACCCCAAAIIIFBRBEgAqCg9zX0igAACCCCAAAIBAk8++aR16NAh0Kg8lx5WYGTVqlWmbQP0T//95ptvpgRjtE+29lnWzMtmzZrZQQcdlFGCAQkA6YfBunXrvCSAsWPHBo6TbbbZxqZNm2YtWrQo02du/fr13piYM2eOLV682N55552NS3WrTQceeKDttddedvjhh1vLli2tZs2atskmmzjbmA8JANozfMGCBd7MYgUitV+4xrvuQ3uM165d23kfUQ+IugWA2qhnZ+bMmfb88897K30k9jVXWxs3buwFUPV8hlkWPWp7y/p413siHxMA1EefffaZl+gV9B7VeGratKn3T6u1VK5cucx4tRXNU0895Y2jRYsWpR1DCoCXZfLYb7/95r37Ro0aFehw++23W//+/Z3b4gRVomSrnj172uzZswOvVagJOPos/+CDD2zu3LneO03bKSxbtmzjvWpboTp16ljz5s29f/vss0+o93ScAVrW79diSABI9KM+j/Scfvzxx97nbqKU/MzV564+fzfbbLM4XVWQ58pG22Dpmdbnhsa3Pge7detmRxxxROD41upZX3/9tb344ove3zYrVqxIcVZde++9t7cliJ6XQw45xLbaaquCdKLRCCCAAAIIIIAAAtkXIAEg+6bUiAACCCCAAAIIFJSAArt9+/a1Bx98MLDdZb3ssL74VHBAs87vv/9+577LJRuvLQq0nLICcdWrVw/dJ67AXkVcASCBFzY4JXdtE+EXOFTwYMaMGTZ+/PiUIJ/6TEHH3r1724knnhgqkKbxq7GrL9jVd2GLvii/7LLLrF27dilBiaVLl3pL20epy++aClRq/CqIVbKsXr3ahg4d6n2pn9hTXPev8aWfJ85REF3Pnl/ihYIId955Z8qX/np2XnrpJe+cJUuWpCRCKBCv+zvrrLMCgzFhEwB0LQXwtE2EEj9cRe433nijHXPMMaEDe+pjJT9oO4rkIFMm40Xtffrpp+3uu+9OGXtqtxIVlAh1/vnnlwqiKCAt60RSg+s+s/17BYq0aoraGLVoK49Zs2Z5z8jLL78c6XQlfmlrmO7du5u2+IhSwo5x1blmzRq75ZZbvDEbNMtex2YyhqK0u+Sxrs8EHa9kHG0PENUoXbv0eackgKCSLsFEQcKbbrrJtAR8sqGChBo/l19+ue25556RKIKeFwXr1Q4lIbkCu3qGp06d6vXx8uXLQ7dB7b700ks93yiJQ2HHXibv19CN9zmwkBMAtBWG2q/3cZR+FIWSifRu1edP1apVIzEqoezmm29O+TxTBRqDxx57rA0ePDj033l616iu5557LiX5RO86fWarLr1j/IoSgu6991574IEHUs7Xyh/a5korZVWqVMn0d46sBg0alPZzo169ejZlyhSrX79+qUvpuXv77be951mrfYQtSrzo2rWrl7CkJEcKAggggAACCCCAQMUWIAGgYvc/d48AAggggAACCHgzpU899VR77733fDWCvqjMBaFmTF177bVewMAVDHJdX8EPzcxUYFVfyrqKK9hTkRMAZKeZmx07dgzsFwXxH3vsMdMX6unKhx9+aJ07dzYF29MVl3HiHM2Gu/DCC702ZVL0Zbm+XG/duvXG04cNG2ZXXHFFJtWlPcdvpm5QEChxjmb+ad9xBQn8SjqrH374wQvw+80i1j7lkyZN8mYi+pUwCQAaB/fdd59dc801kQLjcr/qqqu8vgsT1HM9k1Fm2ysYrgSVe+65J+2tp7P59ddf7aKLLnKufpG1QeNTUZ8+fbwA6hZbbBHqUgoivfrqq15QSgG0OEXPshI3TjvtNGewN3GdMGNcbdSKEfL1204hXbs1hpQYo750BZ/j3LfOVbKSgnpBRQklGofZKB999JGdfvrpXrDTr2i2r3x33XVX75AwYzSTJD4F0hWwVXJBpu9qrcyiIH6m72ld95xzzrEbbrjBW+UnTAkz9jJ9v4a5ftAxhZgAoFUStFKU3ttxk+P0jtV7TElgYf4mk6Xr80grmmjlpzBFCTJakcCv6G9PPSt+JejzKPFZ9Le//c1uu+02r91Bf8Oma7cSDMaNG+dtl5Xp37/ankZ1RE20COPHMQgggAACCCCAAAKFI0ACQOH0FS1FAAEEEEAAAQRyIuD6MloXTTfLOCeNMfOWBdYMpsSs6GxcJ8rezK5goys4Hff8uPfr6k9X+13XD7tihII9mpmXrmTDSAkrmpUcFCRz3Yt+r6CmZsYmiivQEKbO5GNK1p/4nStAdfLJJ4faciFdf7q2LchGAoBmgGo5ed1fpkWrRCjw6wrgusZLrhMAXEkDmd5/1POi3KdmnyoorWSWTINI6dqn+vQvzDLTrjGuIPfEiRO9JJdMVlZQEoCCbAoOhw0kRjX/888/vWCgEoP8ilbrULJagwYNolaf9vgw4033rnds8ooQstBsY7/SqlUrb0WSHXfcMXQ7NUv6uOOO8z1eiUZjxowxtadkUXKHVgVRm7Lxea4Ar1ZHCEpcKov3a2g8nwNz/RntCnCHef8nN12f+XrPx3nXl6TQeFF9Wu3H9f7Xua7P5XxKAFByw/Tp0717c717S7Zb722dr9WJ4pRGjRp571ZtD0BBAAEEEEAAAQQQqLgCJABU3L7nzhFAAAEEEEAAAQsT3BBTNmc3BrH/5z//8ZY+VjAl2+Xoo4/2gh+77bZbYNWuYKMrgB73/Lj3nevggtrnuoaOufXWW73ZuelKXCPN3FQwVF+yxy3Js/30PGg2ezYDHX6zCYMMNU4VxNfMbVcprwQALXX+5ZdfupoX+HsFgTRLUatBBBXXeIkSGHcFV9MFx3766Sdvm5SHHnoo1v3GPTnsfSqIFGb2aabtCZu44Rrjm2yySaggWVA7ldylzwvtgZ2L4lpNQ9dMrISx7bbbZq0JWqFCAcSgogCfZvomigK/J5xwgm/QUc/bM888E3qmtAL4mnUfNBs66D2fi2Q+rcQgm5122inQxjX24rxf43ay6/PT9TeG6/rZTABQ8F8z0e+44w7XZSP/XuNRf1sqEciVwFNICQBnnHGGnX322aGSXpITAPS8aUWiMIkDLuyoSR6u+vg9AggggAACCCCAQGEKkABQmP1GqxFAAAEEEEAAgawIhAm4p5tpmJWLp6nEFeiLe10tV679ioOKqw2uL+fjnh/3HnMdXFD7tDetgl4rV670bW7QcuVxjPQlufpR+5Jno5QM0LsCDVGvmckKAFpmXSsbhJk1W14JAFEd/I4Pk5jjGi9hA+NqQyYJAK5zsmXhqifsfSowrOfDNfvUdT2/34dN3Ah6F2nmurafyUYbtYqEAtVhtpOIes+u7UpUn1YQ0Xtj0003jVq97/EvvfSSaU/xoFIy+P7tt996W388++yzvqdpdrESs1wBV1Xgqk9JQE899ZQ1bty41PWytUJLuhvRChRDhw4NnDkeNPbivl/jdnKuP6OzlQCghDiNMe0nn6uiBB55uJbvd30u58sKAPo803YJSn4JU5Lb/cUXX3jP7wsvvBDm1MBjSACITUgFCCCAAAIIIIBAUQiQAFAU3chNIIAAAggggAACmQkowKjZSosWLfKtwLWfe2ZXTn+WX7BFAacWLVrYqaeeakceeaTVqFHDKleu7FWyfv160xen2tN85MiRgUtJh5mp6Qo2kgBgFmZWbOvWrb0VF7bffvtSnR3HWNdWEoeWlk5XNFYUKNUsOgUXtLywvpDXecuXL/dmC2uWXWLJ8ZIJAK5ltKOO95KzdBPnu4JAYa9T6AkAuk9XYo5rvIQNjOtarmB+usCJ3jFaklljozxLmPtUUo6CSK6tMTRD9YILLrD999/fqlSpYkqs0TMxZ84cu/322+31118PvNUwiRvZGuMu81wGuxYvXuwtgR+UqJCLFXLCJFkNGTLE9C8RzA8zYz/MZ2DC+7XXXjNtReK30scpp5ziLclf8h3vesZUv5bx1/jr0KGD7bzzzqbVIHSe3tHaUmDChAm+3R5m1YdsjT3X571rbKb7vattca+ZrQQA1dOlS5fARLTE5622bdp33329v8v0efvVV1/ZE0884fWl3t9BRe+i0aNHB+5XXygJAFHHQ3ICwJNPPuk9D37lkEMO8Z73ww8/3BKrjeiZkbWSfvR3zcsvv+ydnst3YtR75HgEEEAAAQQQQACB8hMgAaD87LkyAggggAACCCBQ7gIrVqwwzYbTl+5+Je6X0VFusmRgWV/0a39oBbQU9A8qCn7Mnz/fW3rVL2ChYNfkyZOtbt26vlW5go0uj7jnR/FKd2yugwu65q+//urt3T527Fjf5rZs2dIee+wxq169eqlj4hi5AmNhlif/8ccfvQQCLWuswIKSFRJl6dKlXtDDFbQI009NmjTxkiC0R3jJ4uqnMPXrmHR7cGt5a92DgrnpSpjggCvgklyvgkAKAGnWeb169bykCz3LMlaChWslA79AYuIarvESJjCeqMsVnPSzmTlzpnXr1i2jverD9qXrONd9asauZkar7/yK+krPrRK/FHRNV9asWeM93xq7QcWVuBF1jOvdPXjwYG8MaTa9tvrQtgua3e9aKUDbgbRr185FGPn3M2bMMC07H1T8knwiXyzpBNeY16HpxoNrGwDN2tdY1h7hruJKhvJbTUCfw3qm/fpMCRV33nln2vei2hRmH3RtS6BgqN+qC1HHnp9Fuvery831+2y1zXUdv9+Hef9r6X9te/Lggw/6XkZ/nz3wwAOmZCC/FSWUkKR65s6dG/hO0meFkjz9iuvzKF9WAIjSJ/q7QAmJDRo0cG7Hpb8lxo8f770b/YoSL959911v1Qb9jabEpKpVq0ZpEscigAACCCCAAAIIFJkACQBF1qHcDgIIIIAAAgggEEXANVNMdbmCTlGu5zo2sQeqvtzXl8aa6R3lC8zffvvNW6521KhRvpfS0qxaRcCvuAIvJAD8V871hXxQkCGOcdDS2MlfqLvGWtjfu4LprvHgd50oQSAFbbWlgpJhdt11V/v9999NyTsKmshZAcrkAIyrzWECQK7+TdyXgkBaeUMzF9MFlMPsA+7am9w1XqK8ozJNACjZj9lsU6LuuHV+9NFH3n7aQbP/R4wYYYMGDXIuV69ZpT179rTZs2f7PiquxI2wYzxoDIXdF7vkSh5hn2/XcWHuIUrw0XW9xO9dz7DfZ7Nr2X6dF2bFAtf2QH6JBK7P4DCz99VGBaC1VcG9996blsy1MlGYfktUHPX9GrYPs/Huj3utdOeHef+7Vn8Iuw2Irq/tIPReeuutt3xvp3///qZ3k982Hq7PoyjPoOvvXte7xPWeLnmTbdq0sWuuucYaNmzofUbq3Tpr1iwvSU5/52611Vb2888/24UXXuithpOu5GKbkVyMLepEAAEEEEAAAQQQyC8BEgDyqz9oDQIIIIAAAgggUKYCri9C1ZgowbUybbzPxbR0sGYj+5VHHnnEmx3tV1xf7roCvnHPj2voCny42h/2+sOGDTPtxexXcpUAEHR/xZgA4Aqwp/N3BQ/DBIBcARddV23TDO2gvcoVwFVQQ6sDBJWS+5knH+t6pqK8o4o5AUDLsSto71c0Q14BVddqKonzXUtSu2aTu95FiTF01113WatWrXxnEWvFDiW/BC0LH2UMhH3H6bgw9xAl+Bj22q5n2O+zOcw2AFrJQjPwFXj0K66VVvy2EnjnnXe8rXoU9E1XXDP3k8957rnnvO0X/EpQMl+YfkuMv6AEprD9FeW4sG2LUmeUY13v/zAriUR53jQY7wViAAAgAElEQVQmtZqEVhXxK66EDtfnUZRn0PV3bzYTALR1jP5OUsJEUHE97yQARBnhHIsAAggggAACCCCQECABgLGAAAIIIIAAAghUYIFJkyZZ586dAwWifNGbD5SuoAEJAMd7Qa1q1arF6i5XECNXCQBBKwDohhQo0JfuWoY+G8X1xXymCRUuP7VdQQPN1tXsSb8lltPdo6vNrgBQwlGzFv1KlLZ9/vnn3pLzif2J09WpFQ60pPgWW2xR6tckAPyXJOhdHGbJ7jAzv5PxV69e7SVLvfjii77jIKhO1xiPMobuuece6927t287crFUe5jnQMdECT6GfSe5nuGg8eDaBiDM8+9KJvFL2Anqc9dKHyVttHWI3huLFi1KyxaUNOQae3Her2H70O+4MG2Le42g8139ry2UtB3HvHnzfKvRkv7HHnts6Ga6EkpUUVCdhZgAoM80rWoQlGiTAHStAKA+e/zxxwO3AAjdGRyIAAIIIIAAAgggUGEESACoMF3NjSKAAAIIIIAAAqUFwnwRXWgJAK7ZXSQAZCcBwLXSQq4SAJYuXWpt27Y1BSn8ivYR11YQ1atXj/3YuwJxuUwAyDSZwdVmVwBIaK6AS5S2aUapZv5q1Qi/EuRIAsB/1YLexa5gqWu2frp+Wb9+vZdMo9m7fiVoZqrr80XP6A033BAqWWfx4sXebHC/feUzfQ5dLwjXc6Dz8y0BIMw2AEGfg65VMvzGkmu8NGrUyCZOnGh77723i937ves9FmfsJd5x2UwWC3VTIVeVCFtXJse53v+uz1jXbP10bXJtKaFzgpKJXM9hlGfQ9TdiNlYAaN26tbfyzc477xyqi1zPjipRv2m1ihYtWqTdbifUhTgIAQQQQAABBBBAoEIJkABQobqbm0UAAQQQQAABBFIFinEFANeXuyQAZCcBwPWFfK4SAMLMTtQo1/L0PXr0MM0M1n9HmUGf/JS4glCZBh5dwdGTTjrJNOt5p512ivzacrXZFQBKBMeCVgBwPUclG+161wQFB0kA+K9mUAKA673XsmVLe+yxxyInxcSZee8a465AW/IYco2BTJ9D18Pl2upE50cJPrqul/i96xkOGg9htgEI2nPdZe23/L8ryBu1j1yzooOeB9fYi/N+DduHfse52ha3ftf5rve/q33aZuSOO+6wLbfc0nWpjb8PkwQWlNDh+nsjyjPoele63kuu5yPM1jjp4FyrbiTOadOmjWl1gebNm1uVKlVC9wEHIoAAAggggAACCFQ8ARIAKl6fc8cIIIAAAggggMBGAdcXoUFBhrJk/OOPP0zLiC9btsw0O+3NN9807Qut//WbEerXPlfg0vXlriuIEff8uK6uL+9d7Q97fdcX8vpyWm3ZddddS1UZxyjMfsIlLxjnC3NXIC5TT1c/uYIQQf3karMrAKS6Xf3reo5Kts/1rtl///1t8uTJVrdu3cjjJcoqJa7ZzWFs1EDXGI7SpsQNx6nTNZ4yCdqpXTNmzDAFS/1K0Ph3tSnKGHfZZPocut53rnvQ+VGCj67rJX4fZvsFV0LICSec4Pv5GDSL29Xnfkvvu1ahCHvvYY/TLOuHH37Ytt9++1KnuPotytgL256wx7naFraeTI9zveNc7/4hQ4aY/kVNqtNKIoMGDfJtdtB4drUpyjPo+ixyjY1cvYs++ugjb7ufJUuWhOrabCU5hroYByGAAAIIIIAAAggUpAAJAAXZbTQaAQQQQAABBBDIjoDri1BdxW+2X3Za4F+LAr0KKOgLfs2M0n9no7gCl3G/3I17ftx7dAUXshEocwVRdQ9xlnR3tfHjjz+2M8880zR+o5Q6depYv379rFu3bqH25VXdrmC6q61+7XP1kysIEXTfrja7AkCq2xVwcT1HJdvnei50vF8Qx3VulGC7a+yGsVFbs9mmhFWcOl3BtYEDB9rw4cOtcuXKUR4Z7xk7/PDDfc8JSvTJ5hh32WT6HLowXPeg86dPn27t2rVzVRXp9677VWVB74gw2wCka7drKfKgrSTCtDkSguPgsko+yWabVZdrTMUdy65nNugd5+p/td8vAcTl5LpvrdYzZswY22abbUpV5fo8KoYEAP3NO2rUKBswYICLstTvlThw6aWXWoMGDSInZkS+GCcggAACCCCAAAIIFIwACQAF01U0FAEEEEAAAQQQyL7A22+/7QX4V65c6Vt5pktHx2nt999/byNGjLCxY8dGnuHvuq4rcOkKYri+nI97vqv9rt+7vmR3td9Vv37vCjDrmKCgbDaMXnrpJevVq5cXiI1alAhw/fXXW/v27Z176bruNVNPVz+RAPB/veoaLyQAuBM2Mh1PcYKJ2RzjrjGQ6XPoenc899xzdtxxxwUe9tBDD9nZZ5/tqirS7xcvXuxdN2iFm6A908NsA5BuyXXXygNBCYFh2hwJwXEwCQDpgeI8s64EKV3R9TeUX7e53gdB/VkREgDktm7dOrvyyiu9LRYyKeecc47dcMMNtvPOO2dyOucggAACCCCAAAIIFJkACQBF1qHcDgIIIIAAAgggEEXgww8/tM6dO3vL6vuVffbZx6ZOnerNLCqLopn+F1xwgc2ePTsnl3N9eR030BT3/Lg3HedL9rDXDpM4ErRMcLaM/vWvf5n2so66EoDuU7MMr7rqKrvwwgtt88039711EgDS07ieo5Jnufpcx7MCwPvWqVMne+utt9Kix1kimwSAsG+31OPCBLUztQ1q0aRJk7zP5qDiWnlA78WgbQDSrd7gSngImv3tCjxn1gP+ZxXrFgBxk1lc/RC0AgAJAMEra2g0uj7L4vaf+uCWW27xkmCjbnGl9jVr1szuueceq1+/frYfOepDAAEEEEAAAQQQKDABEgAKrMNoLgIIIIAAAgggkE2BH374wbTsqivY7go0ZKtNX3/9tTdzXNfLVXEFLuN+uRv3/Lj3XRYJANqSQXuKB5WJEyd6wcx0JZtGmjE3btw4b0a/Vo6IWvQlu/Yl3nTTTdOeSgJAelHXc1TyLFef63gSAAovAaBRo0amZ33vvfcuNVBc76IogXPX+IkbdPN7b7iuq/P0LtSM3S233DLq6yft8WFm74dJzHNtA6AkqGnTplmLFi28dvz55582dOhQb/uPdCVo+X8d7wo8ZwUnqZKrr77a24s+3bs7m2Mv2+12tS3uWHb1Q74mAAQldFSUFQASY03vgGXLlnnje9asWZGHYJMmTbzts/SeoCCAAAIIIIAAAghUXAESACpu33PnCCCAAAIIIICAhdnvVUzplgrONl+c/U+jtMUVuHQFfFxfzsc9P8q9pDs218GFH3/80fr162cTJkzwbaorOJULIwXqH3zwQRs9erRpFYmwpVatWt4KFwcffHDaU0gASC/peo5KnuXq86Ax4zqXLQDcWwAMHDjQhg8fbpUrVw77aHjHuYKJZbUMu2sMuN7LkW466eAwSXJNmza1xx57zPQuyUb5z3/+4yUV6L3kV1q1auUF+HbccUffY8IkEiiwqiXHK1WqZK6EgaA92tWIMCvDZMNHdZx22mneDGk/c9fnYJTkk2y1OVGPq21xx7LrmY2bABC0CkSQleu+46xw4pc8lq49Lh/X2CjLd9Fff/1lixYtMpkrWSdKueiii7ztAIJWOIpSH8cigAACCCCAAAIIFJ4ACQCF12e0GAEEEEAAAQQQyKqAlgrt3bt3YJ3plgrOaiPM7Msvv/T2UZ43b15g1aeeeqqdeeaZdtBBB1mNGjVKBbRcX+66Apdxv9yNe35cV9eX7HGDC3PnzjXtAx20NG3QPtG6v1waafncl19+2UsG0My5MEvoBs0kJQEg/Yh0PUclz3I9l0FBKdd4iTID27XEdVA7ku/J1aYoSQmJeuPU6XqPZ9IetWvGjBl20kkn+b6Wgp5117vIFWiL4h33veZ3g2GT5PRePPbYY+O+vr3zX3vtNTv55JO9z0S/EjYpz1VXciKB69i7777bW6HHr7jGb676KF17sjn2stKpSZW42hbXKc67VqtA6PNw2LBhvrcd5blNruS2227zVtvxK0FJSq4VABYsWGBHHnlkqK5y+bjurzzGuZJ5lNg4efJk02fv8uXLnfdar149mzJlClsBOKU4AAEEEEAAAQQQKF4BEgCKt2+5MwQQQAABBBBAIJTA0qVLrW3btoHBBlUUNeAX6uJJB7n2HtZMvzFjxnh7Gm+yySa+1bu+3HXdR9wvd+OeH9Wt5PG5DC6E3aLBNUOwLIz0hflHH31kCjo89NBDgYkAQQkuJACkH5Gu56jkWVoxomvXrr7Du2XLlt4s6urVq5c6JpvjpVgTAFx7xmcaVHQlFgQF7VzvIlegLXkgZHMMRH3HugxUX//+/b0Z6XFn2/7xxx/est833nhjYDPDbsujFQx69OjhO3tYy/o/9dRT1rhxY+9d6Regda3qosauXr3aunTpYi+++GLatgc941H7xHV8Nsee61pRf+9qW6bPaqIdrr+BXElOCv5fccUVvreVSTJRmMSCoL8bXAkAUT6PXD6u91J5vovUKfoMU3LjyJEj7fXXXw8cfq6knahjl+MRQAABBBBAAAEECkuABIDC6i9aiwACCCCAAAIIZF3AFSBIXPDoo4/2lhzebbfdst4GVegKstxyyy2mYJOWKg4qri93XV8Ux/1yN+75cXFzFVxYt26dXXLJJTZ27NjAJoaZdVaWRlpCV4HlPn36+CYBBAW3SABI390aB1o5xPU86uzffvvNGzujRo3yHTtBs/hd4yXKCiUff/yxt4KI3hPpiis4ljjH1aZMgmRx6ly8eLEdd9xxGY1xv04JM/s9KMDkehe5Am3J7XLZxA2aBr3Uwixt79pKJOx7XeNSQfSgbUwUSFdCjYL3rqJEKAX2tRy4X1Hg9ZxzzgncdsC1/L/qdm1dsP/++3szmOvWretqduzfZ3PsxW5MiQpcbYs7ll1/A7neca5koijv28Stu8aGjgtaRcOVABA20B1mqynXe6k830XJQ+mLL76wCy64wJQM5FfCrhSS7TFOfQgggAACCCCAAAL5IUACQH70A61AAAEEEEAAAQTKVeD+++/3vvx3Fc0KGzp0qG222WauQyP/3vUFb9g9Xl1ffpMAcLwpAFGtWrXQffT99997ywK7gv+qMGg5/cQFy/oLdM2q1T7XmqHrV/zGlysBwBVM8bueKwjkCkIEdV422ux6HhXw1MoKRx11lHMcvfPOO6atO9577z3fYzXjWcGKdMU1XhQInTlzpjVq1CiwLWGSWML2p6tNmQTxXHUGJRUoYHzGGWd4+0X7Fde7r+R5WkHj9NNPtyVLlqStcptttrFnnnnGmjVrlvb32RzjLptMvJ0D938P0Ljp27evt61IUNEWNqNHj7aqVauGrTrluLArrIRNhktU7lraX9s49OvXz/sbYOXKlWnbHibAGmaW9xNPPGHt27fPyCfKSdkce1GuG+ZYV9vijmXX30Cud5xrVSjXc5/OwDUGXW1yfR4FrUSS3B5tFaCVaIISbFyfveX5Lippu2zZMuvUqZPvc5tJIlqYMcwxCCCAAAIIIIAAAoUhQAJAYfQTrUQAAQQQQAABBHIq4Ar0JF9cgTotE5zJUsfa0/iOO+7w9jhWMOXvf//7xqpdX/CGTQB46aWXAoOSriBY3C93454ft6OzGVzQzO158+Z5SR+upWbVbteX+Il7Kw8j1xL0mSYAhA0+l+xXVz+5ghBB46QsEgB0/TBJAGGXNA+a/blmzRovuK2x6Ff0XtIqA5tuumnaQ8IE/7M5hps2beqtPCGjsMX1XAQFc1xbG6gNUQPUrsSw5P3j091jNse4yyZu0NTVR08++aR16NDBdZi3dLr+bbXVVs5jkw/QGNcsfa2yE1TCvmOT63Ct8qMVULTCz7hx49JeOszy/4kTXX3erVs3u/POOyP7RMI085LctNKHX4nzfo3alqjv/rhjOW4CwLfffmta8eHZZ5/1vdUoyaBKDNHfEPobz6+4AtWuz+8wz0WY4L/a5xob5f0uKvneCPpsdLnGHcucjwACCCCAAAIIIJDfAiQA5Hf/0DoEEEAAAQQQQKBMBMIsi5rcEAWS9IVu7dq1Q7VPgX8Fk7QUsWaTq5QMuLoSAMLseawvZrXfsd/y3rouCQD+KwBoyW8FizRTe/78+TZlyhSTaZiiWYGaJaoZw65l4eN8gf7GG294y/kPGDDAC8iFSUTR+NZ41b90JWhpalcwXfVFnZGrc3IZoHK1OUywxPU8Jhzr1Kljt99+uyloVbLfw2y/oHpcS0qvXbvWW+o4KDgalIwQZQWLMDZqs2sM65ios51ddbqCOa6AfZRnVO+A7t27+87+DzPusznGXTZxg6aud9w333xj5557rs2YMcN1qPcOVEJKmM9HvZs041rvs6DPrcRF9az179/f+Y5NbmSYbQCCbirM8v+J8139FGUMOqEDDsjm2IvTjnTnutoWdyzHTQAIE7APk/yVuPcwgXfXu/K5557ztjgJKvq7QKv8lEy+0fifM2eO94yF+XumPBIAlGypVYqUCBTlb+sVK1bYaaedZsuXL09LM2TIENM/199k2R7j1IcAAggggAACCCCQHwIkAORHP9AKBBBAAAEEEECg3AW++uorbwng2bNnh2rLDjvs4M0S09Le++23n2233XYbv2TUbFTVpyC/Zk4qmKwgXnIpGdB37TurZYrvuece03VLFn3Bq6WvFSR86623Attf0RMAQnVuBgf5ffmeripXkCgoAJI8E1DHXXrppd6KD5tssolvqxXMVFDOb2wEzWT++eef7cILL7T77rvPt34FQ66//no75ZRTvOCDxr+Cek8//bS3t/bee+9d6lxXEMgVhAjqorJMAFA7FNRTcPr888/3gp4KNqxevdpbDl3bRpR89ku23bVthCuBI1GfkhE0Hk4++WTbfvvtvX54/vnnQ69goXrCJgCEWZVAdSkgdcwxx3jbpmgfbL2n9F7UKiolt+FwPReuBIAwK7lorD7wwAPejG+/oJCWx9a7NOizoEmTJvb444/bHnvs4TsUsznGXTZxg6ZhXnn6zNJnnms8J54JvQ+6dOnijSn1dWLrHK2KoWdUWyvce++9NmvWrDCX994v+gysXr16qOOTD3ItwR5UYZjl/xPnK5CplThGjRoV+L4cOXKkl8AV9N5OrkDJaboHeb366qs2fvx4360ndF42x15kbMcJrrbFHctxEwDU/DDjRe8AfS7+4x//8L1jfQ7qXeK3jYhO1LhW8pLe2X7FFehOnKfk1MGDB1u9evW81WD0LhszZoz33IR5blWP67M3F++i5M8T/Y2rLQ30vg961vUeGT58uLftkl9x/b2b7bFNfQgggAACCCCAAAL5JUACQH71B61BAAEEEEAAAQTKVSDMTK1sNbDkF5OufWd13TZt2tjFF19shx56qFWuXNkUFNAXwwoKaD/yMF/wur4Qjfvlbtzz4/q6ggtx6093fpTgv86PY5RuZvoRRxzhzc5VUHPnnXf2Am2afa4gm4JrN910U+DMv6AAdJh9rYNM/cabq59cQYiga5Z1AkCcMaVAzcSJE61BgwaB1YSZARqnHYlzwyYAhFmVwK89fttGuJ4LVwJA2JVcEgkb2gt733339d6lel6UtKWZuAqYuWbKhpmJns0x7rKJGzQNM3aUUKLgtpawL+uiYKuC3npeMimubQD86oyy/H+iDq3SooS9oH3WE5/nem/r3pITJDQWlSyj8ag9zrUUvZJREqsH6VzX53g2x14m3kHnuNoWdyxnIwEgMSNdq9sEFQWr9TdZ586dbffdd/c+exWYVt/rPrXlU3K/laxL7yKt7HLSSScFXifO+zZq/7k+e3PxLkpXZyLJVkv8K8l266239m5F76GVK1d6Kw8pIdKv6F2hVZzq168flYDjEUAAAQQQQAABBIpEgASAIulIbgMBBBBAAAEEEMiGgAJImtXZu3fvUMH0ONcsuQKA9uju27evPfjgg3GqdZ7rChzE/XI37vnOG3Ac4AouxK2/5PmZ7Hkdxyjs0vRh71MzoqdOnWoHH3yw7yla9tsVoPA7WUuBX3755aV+7eonVxAi6P4KKQFA/XnZZZdtnB3td1/aRkSzO+fNmxe2a32PU8BRs03T7XEdNgFAlWtLE83kz6SU3AJFdbieC1cCgOr4+uuvvZmjer/mqqgftLpD1apVAy+RzTHusokbNA1rVRa+JdsSZbl1v/vIdBuAKMv/J66tALCCk3quc1Vcn+PZHHvZvgdX2+KO5WwkAOiew2wDEtdGfz9oyfvE6hhB9bm2OInSlvbt23vL5iuQXrK4Pntz8S5y1Rnl3hLHXnTRRXbDDTeE2iYpk/o5BwEEEEAAAQQQQCD/BUgAyP8+ooUIIIAAAggggECZCujLe82m1xKkYWbUZ9q4dAGwuXPnejMH4163YcOG3uxBBQ1LFlfgwPVFrOvL+bjnZ+qZOM8VXIhbf+J8LbeuZe/1RXrYZZwT58YxSt4CIBv3oiV09UV5UADi448/tjPPPDPUHt0l2+QXTHD1kysIEXTvuU4AuOuuu7xEnaBlncP0jZIqtDTzTjvtFOZw57LeYSrRuB03bpxptZNrrrmm1ClREgDCznRO165cJQDoWrkM3Gkfbs2A18xwV8nmGI/zznC1M+rvv/jiC29Z81wmWSS/Z7UEv7Y5ibuPd5hl3UtaRFn+P/lcJUr069fPm4Gci+L6HM/m2Mt2+11tc/2N4WpPthIAdJ1crgql5BIlioTd0uKbb77xVvpRQl6coi19dO0ePXqk3RbI9dmbi3dRmC1lotxz3BVDolyLYxFAAAEEEEAAAQTyV4AEgPztG1qGAAIIIIAAAgiUm4BmC86ZM8cGDBjgXAo6k0a2bNnSW7pUS2Enl2zMHNQXxN26dTMtS59uz3dX4CDul7txz8/EM/mcSZMmecvx5qqE3Z826PpxjObPn+/tGRw3SUTtC7t1gZ4H7XXcq1evyKy33nqrl0xTsriCQK4gRFBDcp0AoOD1Flts4dzbOaiNmQQotEqIlmAfO3Zs5H7QCQruK3nhsMMOM7+VJKIkAOh9NWTIENMqD1FLLhMA1Bbtk37++eenfQdGbWvi+NatW3vbA2hGepiSzTEe550Rpq1Rj9Gy5sOGDbObb7456qmhj9d7TvXvueeeoc8JOjDqNgBxlxBXUFPJVVriPdvF9TmezbGX7ba72pZPCQD67Js2bZq30olrS4coTvo7Tcl3+nsiSombkJBYsejzzz+3Tp065U0CQDZXwMrGiiFR+oRjEUAAAQQQQAABBPJXgASA/O0bWoYAAggggAACCJS7wGeffWYjRozwVgTIRsBVN9SmTRsv+HbggQemvT99EaqAWtSgmvaSVTBOQd1PP/3U98tdV+AgbqAp7vlxO33p0qXWtm3btKsfZFq3bFu0aOGZnnjiic6lv13XiWOk8aHAgfYWznRM6n4USFZwqkqVKq7mer/Xda+88krvulFKya0uEue6gkD5ngDQrFkzb/lkbduhlTuiFJ07atQoO+igg6Kc5h2baVBR752RI0da3bp1vXqykQCgejKZ6ey3r7rruQizBUAyqN7fV111VeA+0WE6QM+LZnNrSXf9d9iSzTHusokbNA17T8nHaa/6559/3hRUfP311zOpIu05WqVCq1N06NAhq8t3R90GQIl0Wu1hq622yvje9N5U0o3eZ5m+r0teXMlDSioIWoUim2Mv45v3OdGVpBd3LGdzBYDELbz55pt29dVX26xZs2JxKOCvsdCzZ8+MxnamCQklrxv0PnF99ubqXbR48WLr379/rHdJnM/WWB3LyQgggAACCCCAAAJ5KUACQF52C41CAAEEEEAAAQTyR0BfuH700UdeIODJJ5/MaBaYZiRpqfguXbqYlud3LRkfNbCi4J72kVXdWiZZQQfNnBw/fvzG9ipwpS9HFfgL2u9ds3oVXFAAQUsmJ4IWOr9x48beF9fapsBvyfi458fteV1fe9orgUJ73EYp+pJcM6C33HJLL0Fjv/3280xr164dOlAe5npxjTQ+FJBQMF6zE8MGltSHmlWr2YwNGjSIvKT2L7/8YloSW1sfaAawqwQtca9Atsboc889Z8uWLdtYlZ6Vww8/3AYPHuybJOO6rp7Zp59+2mvrokWLUtp66KGH2umnn+4tpRyU/PCvf/3Le1a04kLCV23TLPB//vOfG5dt1rOmJfXDmGh89e7d20u8iDrzM/meo/SD2qwVGLR6Q/L9Ktiid4aCZYn7U+BV7yiNjyhBT40FJUppZYIwY1FJEzq+pH8iWPrEE0+Y2pcosmratKlnpwScKEvB61nRrFmtRBE1eKfraqlsBaX22GOPSNdV27M5xl3vDCVH6DNm0003dT0eWf+92qYVHfQcyDjMGEjXCH2OKYGtefPmWX3fJl9LY1Wfi3rvKGkh3XtM7wiNN60AVLNmzax4aRuV22+/3ftsDfPuLHnR5CQ0Jbi5ns9sjr2sACRVovvXWFFyWLrnvHv37tauXbvAbWmC2pSoX58B+pxMjMfEeyTT+n/77TdvfOtz9+WXX47Eovew3sG6dsmVnyJV9L8HR0lI0Ge+EmqSk071rtU7UX/nKaCvkvgbUYmkegb8iutd5PobMeh+f/zxR69NSpqJ8vfb/vvv7634cvbZZzufjUy8OQcBBBBAAAEEEECgMAVIACjMfqPVCCCAAAIIIIBAuQisX7/eVq1a5QUVFfDQfyd/waxGKYimL3sVSNYXrgok7L777hl9ma0vWhUcffbZZ71AXXLAQl/QaiuBk08+OVRSQbmAcdGcC2hZa41HBTm1J7u2fUgEmBIJDUr40B7aGovbb7997DZpL2LN/NU2GbpeIoCvAILGvAL42itdM1XDrjAQu1HlXIG2HZDHzJkzPY9EUEXvAyWRKGin57VGjRpZa6mCJbqmAl3J/aBrapl/Bcs1m7Zq1apZu2Vd3EAAACAASURBVKZfRUq60LLSCpBpRYT33ntvo4Heh/Xr1/eCSq1atfI8/BKIctVQtU+rFSipSe9u9ZFWcEhe1lvtUltlp2QpjWVXoDVX7S3UepWc8u6779qSJUu8zyuNiZLOifdEtWrVPGsllunzMhvvpnx3098QCmzqna1/SgxIDoKn+xsiF0lo+e6Uz+1TUpFWF9HfZPqnd13y567arnedEgf1mat/ClBXrlw5q7elduhZUxJg8t+HiWRNfeYr+K9ERlfSaVYbloXK9LfvBx984CXg6TnR52lyoqCeCX3OyVarM+27775l/pmShdukCgQQQAABBBBAAIEcC5AAkGNgqkcAAQQQQAABBBBAAAEEEEAAAQQQQAABBBBAAAEEEEAAAQQQQKAsBEgAKAtlroEAAggggAACCCCAAAIIIIAAAggggAACCCCAAAIIIIAAAggggECOBUgAyDEw1SOAAAIIIIAAAggggAACCCCAAAIIIIAAAggggAACCCCAAAIIIFAWAiQAlIUy10AAAQQQQAABBBBAAAEEEEAAAQQQQAABBBBAAAEEEEAAAQQQQCDHAiQA5BiY6hFAAAEEEEAAAQQQQAABBBBAAAEEEEAAAQQQQAABBBBAAAEEECgLARIAykKZayCAAAIIIIAAAggggAACCCCAAAIIIIAAAggggAACCCCAAAIIIJBjARIAcgxM9QgggAACCCCAAAIIIIAAAggggAACCCCAAAIIIIAAAggggAACCJSFAAkAZaHMNRBAAAEEEEAAAQQQQAABBBBAAAEEEEAAAQQQQAABBBBAAAEEEMixAAkAOQamegQQQAABBBBAAAEEEEAAAQQQQAABBBBAAAEEEEAAAQQQQAABBMpCgASAslDmGggggAACCCCAAAIIIIAAAggggAACCCCAAAIIIIAAAggggAACCORYgASAHANTPQIIIIAAAggggAACCCCAAAIIIIAAAggggAACCCCAAAIIIIAAAmUhQAJAWShzDQQQQAABBBBAAAEEEEAAAQQQQAABBBBAAAEEEEAAAQQQQAABBHIsQAJAjoGpHgEEEEAAAQQQQAABBBBAAAEEEEAAAQQQQAABBBBAAAEEEEAAgbIQIAGgLJS5BgIIIIAAAggggAACCCCAAAIIIIAAAggggAACCCCAAAIIIIBAxgJ//fGn/XvJ/4t8/t7NDoh8TiGfQAJAIfcebUcAAQQQQAABBBBAAAEEEEAAAQQQQAABBBBAAAEEEEAAAQQqgIASAC6t3TrSnba5+lw76rwOkc4p9INJACj0HqT9CCCAAAIIIIAAAggggAACCCCAAAIIIIAAAggggAACCCCAQJELkAAQroNJAAjnxFEIIIAAAggggAACCCCAAAIIIIAAAggggAACCCCAAAIIIIAAAuUkQAJAOHgSAMI5cRQCCCCAAAIIIIAAAggggAACCCCAAAIIIIAAAggggAACCCCAQDkJkAAQDp4EgHBOHIUAAggggAACCCCAAAIIIIAAAggggAACCCCAAAIIIIAAAgggUE4CJACEgycBIJwTRyGAAAIIIIAAAggggAACCCCAAAIIIIAAAggggAACCCCAAAIIlJMACQDh4EkACOfEUQgggAACCCCAAAIIIIAAAggggAACCCCAAAIIIIAAAggggAAC5SSgBIAnLh/tXf27j1fbqlff9v57p33+brUO3i9tq2rsXdOOOq9DObW4fC5LAkD5uHNVBBBAAAEEEEAAAQQQQAABBBBAAAEEEEAAAQQQQAABBBBAAIEMBO7qMNj+veT/eWeeefcVdkCbIzOopThPIQGgOPuVu0IAAQQQQAABBBBAAAEEEEAAAQQQQAABBBBAAAEEEEAAAQSKUuDi3Vt596XZ/72njLCtd9yuKO8zk5siASATNc5BAAEEEEAAAQQQQAABBBBAAAEEEEAAAQQQQAABBBBAAAEEEChzgTenL7BHLxjmXfews1pb+2H9yrwN+XxBEgDyuXdoGwIIIIAAAggggAACCCCAAAIIIIAAAggggAACCCCAAAIIIIDARoF7Ol1mH77ypvf/u4y53A486Sh0kgRIAGA4IIAAAggggAACCCCAAAIIIIAAAggggAACCCCAAAIIIIAAAggUhEBi+f/qe+3uLf9ftcYOBdHusmokCQBlJc11EEAAAQQQQAABBBBAAAEEEEAAAQQQQAABBBBAAAEEEEAAAQQyFlg+e6FNOO967/wmXU6wjjddmHFdxXoiCQDF2rPcFwIIIIAAAggggAACCCCAAAIIIIAAAggggAACCCCAAAIIIFBEAvd2udI+WLDUu6MzRl9qDU85uojuLju3QgJAdhypBQEEEEAAAQQQQAABBBBAAAEEEEAAAQQQQAABBBBAAAEEEEAghwKJ5f933GNX6z15hG27y445vFphVk0CQGH2G61GAAEEEEAAAQQQQAABBBBAAAEEEEAAAQQQQAABBBBAAAEEKozAO3NetQd7DPXut/HprezUkQMqzL1HuVESAKJocSwCCCCAAAIIIIAAAggggAACCCCAAAIIIIAAAggggAACCCCAQJkLPND1Gntv/mvedTvfcbE16tCizNtQCBckAaAQeok2IoAAAggggAACCCCAAAIIIIAAAggggAACCCCAAAIIIIAAAhVYILH8f7W/72K9p9xk2+1WowJr+N86CQAMCwQQQAABBBBAAAEEEEAAAQQQQAABBBBAAAEEEEAAAQQQQACBvBXQzH+tAKBySKfj7LRbBuVtW8u7YSQAlHcPcH0EEEAAAQQQQAABBBBAAAEEEEAAAQQQQAABBBBAAAEEEEAAAV+BB3sMtXfmvOr9vtNtF9nBpx6Llo8ACQAMDQQQQAABBBBAAAEEEEAAAQQQQAABBBBAAAEEEEAAAQQQQACBvBVILP+//e47ecv/71Bz57xta3k3jASA8u4Bro8AAggggAACCCCAAAIIIIAAAggggAACCCCAAAIIIIAAAgggkFbggwVL7d4uV3q/a9SxpXW+fTBSAQIkADA8EEAAAQQQQAABBBBAAAEEEEAAAQQQQAABBBBAAAEEEEAAAQTyUuDh8663t2cv9Np22s0D7ZDOx+dlO/OlUSQA5EtP0A4EEEAAAQQQQAABBBBAAAEEEEAAAQQQQAABBBBAAAEEEEAAgRSBxPL/2+1a3XpPGWHVau2CUIAACQAMDwQQQAABBBBAAAEEEEAAAQQQQAABBBBAAAEEEEAAAQQQQACBvBP48JW37J5Ol3rtOqj9MXb6qEvyro351iASAPKtR2gPAggggAACCCCAAAIIIIAAAggggAACCCCAAAIIIIAAAggggIA9esFwe3P6i55ExxEDrMkZrVBxCJAAwBBBAAEEEEAAAQQQQAABBBBAAAEEEEAAAQQQQAABBBBAAAEEEMg7gcTy/1V32sF6Txlp1ffcLe/amG8NIgEg33qE9iCAAAIIIIAAAggggAACCCCAAAIIIIAAAggggAACCCCAAAIVXOCjJf/PxnYY7Ck0PLm5nXHnZRVcJNztkwAQzomjEEAAAQQQQAABBBBAAAEEEEAAAQQQQAABBBBAAAEEEEAAAQTKSODxC0fav56Y712tw/D+duiZJ5bRlQv7MiQAFHb/0XoEEEAAAQQQQAABBBBAAAEEEEAAAQQQQAABBBBAAAEEEECg6AQuqXmCbdiwwbbcvqpdMO0Wq7F3zaK7x1zcEAkAuVClTgQQQAABBBBAAAEEEEAAAQQQQAABBBBAAAEEEEAAAQQQQACBjAQ+Wfqe3XnSQO/cA9odZWeOvTyjeiriSSQAVMRe554RQAABBBBAAAEEEEAAAQQQQAABBBBAAAEEEEAAAQQQQACBPBWYfNGt9vqkuV7r2t/Y1w47u02etjT/mkUCQP71CS1CAAEEEEAAAQQQQAABBBBAAAEEEEAAAQQQQAABBBBAAAEEKqzAZXu0sT9//8M237qK9Ztxu+20b60KaxH1xkkAiCrG8QgggAACCCCAAAIIIIAAAggggAACCCCAAAIIIIAAAggggAACORH47K0PbFTr/l7dDVofYWfdc2VOrlOslZIAUKw9y30hgAACCCCAAAIIIIAAAggggAACCCCAAAIIIIAAAggggAACBSYw9dI7bMmjz3itPvm6Ptase7sCu4PybS4JAOXrz9URQAABBBBAAAEEEEAAAQQQQAABBBBAAAEEEEAAAQQQQAABBP5X4Iq9T7Lff/3NNqv8N+v/9Cjbpe4e2EQQIAEgAhaHIoAAAggggAACCCCAAAIIIIAAAggggAACCCCAAAIIIIAAAgjkRmD1O6vstuMv8Crf/4Rmdva9V+fmQkVcKwkARdy53BoCCCCAAAIIIIAAAggggAACCCCAAAIIIIAAAggggAACCCBQKALTrrzTFj00y2vuSUN72+E9Ti6UpudNO0kAyJuuoCEIIIAAAggggAACCCCAAAIIIIAAAggggAACCCCAAAIIIIBAxRW4qm57++2nn80qVbKBz46xXevvWXExMrxzEgAyhOO0zAX+/PNPmzNnjk2aNMneeOMN++KLL2z9+vVWvXp1q1Wrlh177LHWvn17q1+/fuiLrFu3ziZPnmwzZsyw5cuX29dff20bNmywnXbayerWrWtt27a1Tp062fbbbx+6znQH9u/f30aPHp3yqwMOOMDefPPNyPV+9tlnNmvWLHvmmWfso48+8tr83Xff2apVq6x27dqR6+MEBBBAAAEEEEAAAQQQQAABBBBAAAEEEEAAAQQQQAABBApV4Kv3P7FbWpznNb/+8YdZt/uHFOqtlGu7SQAoV/6Kd/GlS5dar1697F//+lfgzVeqVMm6du1qN998s1WrVi3w2OnTp1vfvn3t888/Dzxuxx139OpTvZkUBez//ve/lzo1agLAv//9b7viiiu8hAUlKZQsSgYgASCTHuIcBBBAAAEEEEAAAQQQQAABBBBAAAEEEEAAAQQQQACBQhWYPuRuW3j/U17z2w7pZUee275Qb6Vc200CQLnyV6yLP//883biiSfab7/9FvrGDzzwQHvhhRdsu+22S3vOlClTrHPnzvbXX3+FrvOuu+6y3r17hz4+caBWJZg2bVqp86IkAIwdO9YGDhzorXjgV0gAiNw1nIAAAggggAACCCCAAAIIIIAAAggggAACCCCAAAIIIFDgAkP+car9/D9rvbsY8Mydttv+exf4HZVP80kAKB/3CndVzXpXoPynn34qde9alr9q1aq2evVq+/3330v9vkOHDjZ16tRSP//000+tTp069uuvv5b6nZb+33TTTb06Sxb9XEv2/+Mf/wjdD1qmX8kL6UrYBIBLLrnERo4cGXjNKlWq2IoVK9KuNBC6sRyIAAIIIIAAAggggAACCCCAAAIIIIAAAggggAACCCCAQAEJrFn1uY04qqfX4v2ObWLdxw8toNbnV1NJAMiv/ija1vTo0cMeeOCBlPvbZZdd7P7777dWrVqZlvz/8ccf7YYbbrARI0aUcli1apXtueeeKT+/6qqrvOOTS40aNbxkgSOOOML78RtvvGEdO3a0Tz75JOU4rQCglQDCFCUY1K9f35TEkK6ESQDQtfr06VPq9N122837+XHHHWf77befbbnllmGaxDEIIIAAAggggAACCCCAAAIIIIAAAggggAACCCCAAAIIFI3ArOvutQX3POHdT5urz7WjzutQNPdW1jdCAkBZi1fQ61WvXt2+/fbblLtfuHChNWvWrJRIy5Ytbf78+Sk/V6LAOeeck/Kz5s2b24IFC1J+Nn78eOvWrVvKz2bPnm1t2rRJ+Zlm/y9fvjxUb1xzzTV23XXX+R7rSgDQdRo3blxqpYLBgwd7CQyVK1cO1Q4OQgABBBBAAAEEEEAAAQQQQAABBBBAAAEEEEAAAQQQQKAYBYYe2Nl++vZ/vFvrP3uU1Txg32K8zTK5JxIAyoS5Yl/kf/7nf0zL/CcXzXz//PPP08LcfPPNdvHFF6f87tprr7Wrr7465Wf16tXzlstPLh9++KHttddeKT/TDH4trZ9clJDwzTffODtm5cqVtv/++9tvv/3me6wrAaBdu3Y2c+bMlPOHDx9ul156qfP6HIAAAggggAACCCCAAAIIIIAAAggggAACCCCAAAIIIIBAMQt898mXNrxZd+8W6x7T2HpMuLaYbzfn90YCQM6JuUBUAQXHL7/88pTTbrvtNhswYEDKzw4++GBbunRpys8++OAD22effVJ+9vPPP9tWW22V8rPatWvbRx995Gza8ccfb3Pnzt14nFYDUDJCcglKAHjnnXe8BIINGzZsPOXoo4+2559/3nltDkAAAQQQQAABBBBAAAEEEEAAAQQQQAABBBBAAAEEEECg2AWeHvaAvTBmsnebra/sYc3PP7XYbzmn90cCQE55qTwTgSOPPNJefvnllFOXLVtmBx54YMrP+vbta2PGjEn52dixY+38889P+dm0adOsffv2KT/r1KmTTZw4MbB5kydPNh2XKA0bNrSnnnrKatWqlXJeUAKAZvmPGDEi5Xhtb7D55pvbuHHj7KWXXrKvvvrKttxyS9t7772tY8eOXvu33nrrTOg4BwEEEEAAAQQQQAABBBBAAAEEEEAAAQQQQAABBBBAAIGCEriuURf78evvvDb3m3m7/b1h3YJqf741lgSAfOuRCtyedevW2ZVXXml33HFHikLbtm1txowZpWTeffddU/D9jz/+2Pg7bTUwadIkO/bYY72fvf76617wP3m7gUqVKtnChQutadOmvtpr1641bTHwxRdfbDxGSQlaOaBmzZop5wUlABxyyCH2xhtvbDxeWxGcdtpp9tBDD/leWwkGSlpQwgEFAQQQQAABBBBAAAEEEEAAAQQQQAABBBBAAAEEEEAAgWIV+OGLb+zGJmd7t1en+cHW85Hri/VWy+y+SAAoM2ouVFJAS/q/+eab3o8VcH/vvffsl19+STlMy+drufwdd9wxLeADDzxgPXv2TFliXwfWqFHDNttsM1u9enWp82666Sa75JJLAjtk0KBBpm0HEuX000+3xx57zEskCJsA8NNPP9l2221nf/75Z+TOr1atmpc4oIQDCgIIIIAAAggggAACCCCAAAIIIIAAAggggAACCCCAAALFKPDsiIds/qjHvVs74bLudkzf/1uduxjvtyzuiQSAslDmGmkFNBM/qPTo0cNuvfVWq1q1auBxU6ZMsd69e9v3338feNzf/vY3u/POO61Xr16Bxy1fvtwOOuigjSsLaHn+999/33bfffdICQAffPCB1alTx/da2267rZcgoKSCdEkCJ554os2ePZvRgwACCCCAAAIIIIAAAggggAACCCCAAAIIIIAAAggggEBRCmj2v1YBUOn71K1W6+D9ivI+y/KmSAAoS22ulSLgSgDo06ePXXvttabZ8EFFM/O1CkDJ1QNKnqPr3Xfffda9e3fzu/aGDRvsiCOOsFdeeWXj6dddd51dddVV3v+PsgLAokWLrFmzZqWavscee9i4ceOsZcuW3u+++uor071q2f+SRasi1K3LPic8OggggAACCCCAAAIIIIAAAggggAACCCCAAAIIIIAAAsUl8OPX39l1jbp4N7XvkQfZuY/dWFw3WE53QwJAOcFzWbPmzZvbggULAil22mknmzt3rjVo0CDtcVrKf+TIkZE4zz//fBs7dmzac7SlgFYeSBQtwa8g/BZbbOH9KEoCwNNPP22tW7cudZ1PP/201DYCf/zxh9WvX9+0akBySU4+iHSTHIwAAggggAACCCCAAAIIIIAAAggggAACCCCAAAIIIIBAHgs8d+sjNvfWR7wWtrqkq7Xof3oet7ZwmkYCQOH0VVG3dO3ataal90ePHm0TJ05MuddddtnFVqxYUWorgEceecTOOuuslGNr1qxpt912mze7fpNNNrEXX3zRBg4caKtWrUo5bsSIEXbxxRen/ExbCGjJ/m+//Xbjz5944glr3779xv8fJQFg1qxZ1rZt21L9plUG0hWtTnDuueem/KpNmzY2c+bMou57bg4BBBBAAAEEEEAAAQQQQAABBBBAAAEEEEAAAQQQQKDiCQxv1t2+++RL78b7PHmL7dG4fsVDyMEdkwCQA1SqjCegJfoffPDBlEpuvPFGu/zyyzf+7K+//rJatWp5M/ITZfPNN7e3337b9t1335RzP/vsM292vZIMEmWbbbax1atX29Zbb73xZ7169bJ777134/8/5phjbP78+Sl1RUkAmDNnjrVq1Srl/EMOOcRee+21tEBvvfWWHXjggSm/0/9ftmxZPFDORgABBBBAAAEEEEAAAQQQQAABBBBAAAEEEEAAAQQQQCCPBH767j829IBOXov2PvxAO2/i8DxqXWE3hQSAwu6/omy9gvgHHHBAyr01bdrUXnnllY0/W7JkiR166KEpxwTNlu/atatNmDAh5fgZM2ZsnKGv+g477DBLnp2v7Qe22267lHOUALBu3bpS7lo5QKVdu3am1QVUXn/9dWvcuHHKsR06dLCpU6em7bc1a9ZYjRo1Un63zz77lNoWoCg7nZtCAAEEEEAAAQQQQAABBBBAAAEEEEAAAQQQQAABBBCoMALzR020Z0f8d0Lw8YPPspYDulSYe8/1jZIAkGth6o8s8NNPP5lm6CeX3Xff3TSTP1G0TcDpp6fuA9KvXz8bNWpU2usNHTrU/vnPf6b8TlsFDBgwwPvZtddea0OGDInc1pIndOnSxbQ1gcpXX31l2r4guSjJYNGiRWmvk24FgCZNmtjixYtjt4sKEEAAAQQQQAABBBBAAAEEEEAAAQQQQAABBBBAAAEEEMgXgRFH9bQ1q/670vf5U0fanofuny9NK/h2kABQ8F2Y/zfw0EMPWbdu3VIa2qdPHxszZkzaxn/yySdWu3btlN9phv2KFSs2/uzRRx+1M888M+WYTp06mRID0pW+ffuWut4dd9xh/fv39w5XW3RM3JKcAKC6NIP/ww8/3FjtFltsYd98802pBAcdcN9999m5556b0oSzzjqr1MoFcdvI+QgggAACCCCAAAIIIIAAAggggAACCCCAAAIIIIAAAgiUl8Av//nJrqnf0bv8Xoc1sN5T/ru6NiU7AiQAZMeRWgIEFixYYM2bN085QjPjFdCvWrVqqTM1U18z9pNLyeX9NYu+WbNmKceorlWrVtmOO+6Y8vOff/7ZlECg5fuTS/IWAJMnTzYlEMQtJRMALr300o1bAiTqvummm+ySSy5JudTvv/9u9evXt5UrV6b8/OGHHy6V6BC3jZyPAAIIIIAAAggggAACCCCAAAIIIIAAAggggAACCCCAQHkJvDh2is2+8X7v8scOOtOOG5Q66be82lUs1yUBoFh6Mo/v448//rDddtvNm/meXBo3bmxjx461Ro0aeT/W0v933XWXXX755fbnn3+mHDthwgTTbPhEWb9+ve2666723XffpRynJfMfeOAB22+//byfazWB3r1727PPPptynGbia4n+bbfdNpKckghq1qyZcs4BBxxgb775Ztp6Vq9ebXvssYepvYnyt7/9zUaPHm3nnHOO6b/VDrVx+vTpKXXsvPPO9u9//9uqVKkSqY0cjAACCCCAAAIIIIAAAggggAACCCCAAAIIIIAAAggggEC+Ctx8zHn29QefeM07b/JNtnfTA/K1qQXZroJPAJgyZYoXPP3+++8jdYD2mH/88cetdevWzvM2bNjgBZKfeuope+GFF0x7tev/qzRs2NAUAO7YsaMdccQRaWe0B11AQfGZM2favHnzbNmyZfb+++97h2vGuupu27attWzZ0mrUqOFsZ/IBCrovWbLEZs+ebQsXLvQC1GvXrvWWnj/wwAPtqKOOsnbt2nnX2GyzzSLVncnBd955p/Xr1y/tqZqxv9VWW9mXX36ZEihPHKz2vv7666XaOXLkyFIz6RPnKHiu+/riiy9M/VeyXHTRRXbzzTdHvpWoCQC6gK5z8cUXl7rWlltuadWqVTMlCZRMeNDB48ePL7V1QuQGcwICCCCAAAIIIIAAAggggAACCCCAAAIIIIAAAggggAACeSLw27pf7Ko6p3itqX3IftbniZut0iab5EnriqMZBZ0A8Msvv9jAgQPtnnvuyag3brzxRm+2eVBRYsGIESO8meoKoAcVBe2vv/56a9++vW3iGKhq+9133+0d70pe2GGHHezaa6+1nj172uabb+68VwX7r776aps1a5bzWC2tr0B63bp1ncfGPUDtv//+/y7nEbb8/e9/t+eff9722muvUqcosN+tWzfT6gBRyoknnuglc2j2fdSSSQKA2tm9e3d76KGHQl9OyRKjRo0KfTwHIoAAAggggAACCCCAAAIIIIAAAggggAACCCCAAAIIIJDvAi+Ne9JmXjvOa2bLC8+w4y8+O9+bXHDtIwEgIAHg66+/tvPOO6/U0uxBvawZ9kos0KoEfjPr161b581cV1JBlHLFFVeY/mm2vF9ZsGCBde3adeMKBWHq1woGWnr/sMMOC3N4rGPGjBnjJSf88MMPznpOPfVULwiu2fx+RTPnb7rpJs9crkFFAf8BAwbY0KFDM15WP5MEALVJSQDDhw/3Ej5+/vln32aqb5XsMWjQIKcPByCAAAIIIIAAAggggAACCCCAAAIIIIAAAggggAACCCBQSAK3HdfHVr/7b6/JvSYOs30Ob1hIzS+ItlbYBAAF6qdNm2YtWrRI21EKJmt1gXvvvTdyR6ruqVOn2nHHHVfqXC3Nr0CwguCZlHHjxnkrAVSqVKnU6e+9956dfvrp3hYFUcvRRx9tDz/8sO22225RT418/I8//miTJk2yp59+2tv2QNsgKJCvlQ60isLhhx9uZ511lvffYYu2D5C56vzggw9MyRt//fWXt3XCnnvuaa1atTIlFOyxxx5hq0x7XKYJAInKdP6DDz7otXPVqlVeIsT222/vrXBwwgkn2LnnnhuY8BCr8ZyMAAIIYc8b7wAAIABJREFUIIAAAggggAACCCCAAAIIIIAAAggggAACCCCAQDkJ/PHbert8r3be1WsesK9dMP1W27QMtiovp9stt8sWXQKAZuzfdtttGc/wTvTEo48+ameeeWZKxyiwf80111iPHj28oK2SBJREcNVVV5Waca9gs7Ym0HHJ5aWXXrLOnTt7+90nl8GDB3uz03fddVf7/fffvWXvL7vsslLB/GbNmtkjjzxitWvXTjnfbzsEze5XwsExxxzjLXmv/eZvv/12b1/6kkU/79+/f9rkgnIboVwYAQQQQAABBBBAAAEEEEAAAQQQQAABBBBAAAEEEEAAAQQKXmDhA9Nt+jV3effRol9na3Vpt4K/p3y8ARIA0vSKgvNnn322zZs3L+W3CqRfdNFFKUv7a2n3++67z3r16pVybLoVBpQw0LdvX28GeHLp06ePjRgxotTS/nPnzrWOHTva2rVrU47X9ZSEkFzmz59vp5xySsqxtWrV8vadP+qoo1KO1Qx87TE/YcKElJ+3bNnS+9kuu+ySj2OVNiGAAAIIIIAAAggggAACCCCAAAIIIIAAAggggAACCCCAQIEK3HFiP/v87ZVe68999Abb96hGBXon+d1sEgDS9M9zzz1Xavn+Jk2a2OOPP552CXnNqu/SpYu9+OKLKbVdd911duWVV26cUf/22297Af2VK/87sFUUbH/qqaescePGpVqiwP8FF1zgLc2fXEqucqDl87WlwLBhw1KO02x+JRZsvvnmpepOd49KWnjmmWdMqwxQEEAAAQQQQAABBBBAAAEEEEAAAQQQQAABBBBAAAEEEEAAgWwI/PXnn3ZprdZeVbvst6f1n3mHbbb537JRNXWUECABoASIZvTfcMMNXkA9uQRtLbB+/XpvuX5tPZBcFOzXbP1tt93W+3G6bQW0N70C/DvuuGPawak6Bw0alPK7pk2b2mOPPWaa4a/y7bff2llnnWXPPvtsynHaKkCJCenKJ598YmeccYYtWrQo5de33nqrDRw4sMI8KEqe0PYJSpLQFgkUBBBAAAEEEEAAAQQQQAABBBBAAAEEEEAAAQQQQAABBBDIrsCrE2bZk1fc6VV69AWn2YmXn5PdC1DbRgESAEoMhv/85z/Ws2dPmzp1aspvXIFxV6DeL0lAwXZtLVC5cuW0w3LGjBl20kknpfxOqwbMnDnTGjX677IYS5cutbZt25q2LkiUkseUrNzvPl3tKbZnRwkA2hJh6623JgGg2DqX+0EAAQQQQAABBBBAAAEEEEAAAQQQQAABBBBAAAEEEMgLgdHtBtin/1rhtaXHw9db3aMPzot2FWMjSAAo0at+M+ODZtOrikmTJlnnzp1Tattnn328RIIGDRqYX8D92muvLbXaQHIlixcv9rYj0HYAyWXu3Ll27LHHej9KlyRwwAEHeG2qU6dO2nH766+/2kUXXWRjx45N+b1WEhgzZoxpO4CKUEgAqAi9zD0igAACCCCAAAIIIIAAAggggAACCCCAAAIIIIAAAgiUp8DFu7fyLl9j75o24Jk77W9VSm9hXp7tK6ZrkwBQojdXrFhhp512mi1fvjzlNwsXLrRmzZr59v0rr7xihx9+eKnfJ85bs2aNt+T+vHnzUo5xJRa8//771qlTJ3vrrbd8z5swYYJ17do15ffHH3+8t+VAtWrVfNt83XXX2TXXXBP5vGJ6AEgAKKbe5F4QQAABBBBAAAEEEEAAAQQQQAABBBBAAAEEEEAAAQTyTWDJY8/a1Etu95rV/PyO1vrKnvnWxKJqT9ElAGjpe5Xk5fBr1apl9evXt6OOOspbKl+z4jfZZJO0HekK5Pv1vuu8MIH8dHWHOS/TQH6m5xXTE0ACQDH1JveCAAIIIIAAAggggAACCCCAAAIIIIAAAggggAACCCCQbwJjT7nIPnr9Ha9Z5zx0rdVr0TjfmlhU7Sm6BIAwvdOmTRsbOnSoNWzY0CpVqpRyiiuQ71f/0qVLveSC5MQDHZuY4R8mkJ+ubr8tCZK3Dsg0kH/bbbfZoEGDUi7r2jogjG8hHUMCQCH1Fm1FAAEEEEAAAQQQQAABBBBAAAEEEEAAAQQQQAABBBAoNIHE8v/Vau1iA+eOtc23qlJot1BQ7a2QCQDqIa0KcNddd1mrVq1SkgAyTQBwBfhdv/cbNd9995116dLF5syZk3JINhIAtEXAmWeemVIvCQAF9fzSWAQQQAABBBBAAAEEEEAAAQQQQAABBBBAAAEEEEAAAQTyVuCNyc/ZpEG3eO07slcHa3vNuXnb1mJpWEEnAGj2tmbyawZ8JkXB7scff9zq1au38XQSAA6wSZMmedskVITCCgAVoZe5RwQQQAABBBBAAAEEEEAAAQQQQAABBBBAAAEEEEAAgfIQuPvUS2zVq297l+4+/p+237GHlkczKtQ1CzoBQD21fv16W7t2rddpW265pVWp8n9LRvz000/27rvv2pgxY2zChAlpO/bqq6+2IUOG2Kabbur9PtMEgBUrVthpp51my5cvT7nO9OnTrV27dpbpCgBr1qyxM844w+bNm5dS76233moDBw70fpbpFgAy6dq1a0q9TZs2tccee8xbIaEiFBIAKkIvc48IIIAAAggggAACCCCAAAIIIIAAAggggAACCCCAAALlIZBY/n/bXXa0wc/fY1tss1V5NKNCXbPgEwDC9NYff/xh48ePt169epU6vHnz5qal8HfddVfvd5kmALjOyzQBIMx5mSYAZHpeGPNCOYYEgELpKdqJAAIIIIAAAggggAACCCCAAAIIIIAAAggggAACCCBQSAL/evJ5e7z/CK/JR/Q8xdr987xCan7BtrVCJACod3744Qfr0aOHTZs2LaWz9tlnH5s6dao1aNDA+/nixYvtuOOO27iqQOLghQsXWrNmzXw7Ol0CwC677GIzZ860Ro0a2YcffmidO3e2pUuXptTxyCOPWJcuXXzr9UsASKwsoBOHDRtmV1xxRUodxx9/vJfYUK1aNd+60yUAdOzY0e677z7bdtttC3ZQR2k4CQBRtDgWAQQQQACB/8/eXYBJWXUBHD90dwrSIA2iNCICokiHSEg3CEgI0iUNUgJKdyMipTQo3YIKiMTS3Z3fc+5+u847O7s72zOz//s8Puo7973xe4fdYe655yKAAAIIIIAAAggggAACCCCAAAIIIIAAAgg4JzClbg85+fshU7nRtL6Sp3xx526kVogEIk0AwOvXr2XAgAHmH/tiu7jvzI57R+IrV66UqlWrWl7Shf9FixZJ1qxZ5ebNm2ahf926dZY6AwcOFD2GwL+iAQOVK1eWy5cv+1ZJkCCBrF+/XooW9T4jQxf669evb2kif/78snjxYsmePbvDpvXohO7du8uYMWMsr7dt21a+/fZbiR07dojeWO5yMwEA7vKkGCcCCCCAAAIIIIAAAggggAACCCCAAAIIIIAAAggggIA7Cfik/4+fPLF02zpV4iRO4E7Dd9uxRpoAAH1Cjna863XbAIDr169LvXr1ZOPGjZaHOnr0aOnUqZO/D3ry5MnSunVry+sVK1aUuXPnSpIkSeTRo0fy5Zdfmt31tkXbHDZsmMSMGdNh2xs2bDAZCWyLbWCBXv/tt9+kVKlSljq22QccNXz//n354osvzPhsy5AhQ6RHjx5u+4YO6sAJAAiqGPURQAABBBBAAAEEEEAAAQQQQAABBBBAAAEEEEAAAQQQCFjg8MptMr/tUFPpvaZVperANpCFk0CkCQDQhV7daa/p8m2L/U55/xbqA9oZ799uel1I16CDaNGiiX8ZCGyDBBw9c92h37lzZ8tLDRo0kIkTJ4pmAtBy/Phx+eyzz+To0aOWepp9oHbt2g7fSl5eXibQYefOnZbXNbNAuXLlwuntF/HdEAAQ8c+AESCAAAIIIIAAAggggAACCCCAAAIIIIAAAggggAACCHiWwLQGveXElv1mUg2n9Ja8Fd7zrAm68GwiTQCAptBv2LChn539js68d7ToXrx4cVmwYIFkyJDBz+M8c+aM1K1bV/bs2WN57eeff5YqVar4XnN0TEBAO/Vv374tzZo1k59++snSrn02grt370rz5s1l2bJllnoBZRdYvny51KxZ01I/oDm68Hs4REMjACBEfNyMAAIIIIAAAggggAACCCCAAAIIIIAAAggggAACCCCAgB8Bn/T/cRLGl6+3z5B4SROiFE4CbhsAoLvu+/XrJ3HjxjU75OPFi+cv2dOnT0UXzXv27Omnjp53rwvlUaJE8X1t7969Uq1aNdGgAdsyZcoUs9BuW1d39o8fP146duxoqfvhhx/KnDlzRBf4fYp/gQI6rgEDBkj06NEtbWgAge7213T9PiVnzpyydOlSyZ07t+81HYMGLXTp0sVyv9bVLAD58uWzXNfAglatWpl2bItmSFBTzVgQWQoBAJHlSTNPBBBAAAEEEEAAAQQQQAABBBBAAAEEEEAAAQQQQACB8BA4una7zGk5yHRVvHFlqT7oi/Dolj7+L+C2AQC6iK2L42vWrDG78nWnvO7CT58+vcSMGdNM78GDB3L48GGZNGmSLFy40M9DL1GihMybN08yZsxoee3hw4fSrl07mTVrluW69jNo0CCpXr26CTjQMUyfPl0GDhxoWaTXm8aOHSsdOnSwBAvoYrMu9OuxALZFU/n37dvXzCFJkiSi/euu/969e4um6rctusg/ePBgiRUrluX6X3/9JbVq1ZJjx45Zrn/00UdmzAUKFJCoUaPKqVOnzCK/vYfOTTMIFCxYMFL94SAAIFI9biaLAAIIIIAAAggggAACCCCAAAIIIIAAAggggAACCCAQxgIzG/eTvzd6Z05v8EMvyVepZBj3SPO2Am4bAOBf2ntnH68ueM+ePVtKlSrl8JYdO3bI559/7mcB3pn2NUBg8uTJkiJFCj/VT548aQIX7I8LcKbdIkWKyNy5cyVbtmx+qutCtmY56NatmzNN+akzYsQIk0nBk3f/b5++ws+8X716LU+ePpFYMWM6nPt7zaoFy5ObEEAAAQQQQAABBBBAAAEEEEAAAQQQQAABBBBAAAEEEIiMAj7p/2PEiSU9d82W+MkTR0aGCJuz2wYA6IK37oTX3exBLdmzZzc79D/++GPLDn3bdjStvu6Sb926tZ/d/QH1pzvuJ0yY4HCR3ue+bdu2SaNGjYIUXJA/f375/vvvpVixYv52r5kDNABAMx4EpegRBPpPQMcoBKU9V607p8U3cvSXHU4PL32BHNJ+1Vin61MRAQQQQAABBBBAAAEEEEAAAQQQQAABBBBAAAEEEEAAgcgs8Nf63TKraX9DUKxBRakxtH1k5oiQubttAIBqPX36VFavXi3Dhw+Xffv2BQqoqfZ14V3T6Nun/Xd0swYBrF+/Xrp27SpHjx4NsH1tu3HjxtKnTx+HO//tbz548KBZrN+0aVOg4/7ss89k6NChkjlz5kDrPn782AQ3jBo1Sm7duhVgfc2CoEcS1KlTx8+RAoF25IYVCABww4fGkBFAAAEEEEAAAQQQQAABBBBAAAEEEEAAAQQQQAABBNxGYHbzgfLnrzvNeD+f1EPeruI4G7vbTMgNB+rWAQA+3i9evDAp9desWSPbt2+Xw4cP++7aL1q0qOTIkcPs9i9TpoykTJkyyI9JF9V///13kxHgjz/+kEOHDpk2kiZNKoUKFTLt6iK9LqhHiRLF6fZ9xr1kyRLZu3ev7N6929yrwQRvv/22OZ6gdu3akitXLokaNarT7WrFa9euyYoVK4yJjtnLy8vcr9kPChQoIFWrVpUKFSpIwoQJg9SuO1cmAMCdnx5jRwABBBBAAAEEEEAAAQQQQAABBBBAAAEEEEAAAQQQcHWBrzNUkFcvX0nUaNGk1765kjBlUlcfsseNzyMCADzuqTChMBEgACBMWGkUAQQQQAABBBBAAAEEEEAAAQQQQAABBBBAAAEEEEAAATm+eZ9Mb9jHSBT9vILUHN4BlQgQIAAgAtDpMmIECACIGHd6RQABBBBAAAEEEEAAAQQQQAABBBBAAAEEEEAAAQQQ8HyBua0Hy5HVv5uJ1vvuaylQvbTnT9oFZ0gAgAs+FIYUNgIEAISNK60igAACCCCAAAIIIIAAAggggAACCCCAAAIIIIAAAggg0CNLZXnx9LmB6L1/niRKnRyUCBAgACAC0OkyYgQIAIgYd3pFAAEEEEAAAQQQQAABBBBAAAEEEEAAAQQQQAABBBDwbIF/fjsoU+v1NJMsXOdjqTWqk2dP2IVnRwCACz8chha6AgQAhK4nrSGAAAIIIIAAAggggAACCCCAAAIIIIAAAggggAACCCCgAgvaDZNDK7YajDrjusq7NcsCE0ECBABEEDzdhr8AAQDhb06PCCCAAAIIIIAAAggggAACCCCAAAIIIIAAAggggAACni/Q661q8uzREzPRXnvmSOK0KT1/0i46QwIAXPTBMKzQFyAAIPRNaREBBBBAAAEEEEAAAQQQQAABBBBAAAEEEEAAAQQQQCByC5za+Yf88NnXBuGdmmWl7riukRskgmdPAEAEPwC6Dz8BAgDCz5qeEEAAAQQQQAABBBBAAAEEEEAAAQQQQAABBBBAAAEEIofAoi9HyoEfN5nJ1h7TRQrWKhc5Ju6isyQAwEUfDMMKfQECAELflBYRQAABBBBAAAEEEEAAAQQQQAABBBBAAAEEEEAAAQQit0DfXDXl8b2HBqHHrtmSNF2qyA0SwbMnACCCHwDdh5/A8yfPAuxs84TFsnHsfFMnU6Hc0mLhUIkRO2b4DZCeEEAAAQQQQAABBBBAAAEEEEAAAQQQQAABBBBAAAEEEHAjgTN7/5RJNb4yI85f+X2p/31PNxq9Zw6VAADPfK7MKhgCzx49kdHl2shNr8vm7hpD2kmxhpWC0RK3IIAAAggggAACCCCAAAIIIIAAAggggAACCCCAAAIIIOD5Aku6jJZ9i9ebiX72bScpVPtjz5+0i8+QAAAXf0AML3wFds5aJT/1nmg6TZ0jo7T9cZTESRQ/fAdBbwgggAACCCCAAAIIIIAAAggggAACCCCAAAIIIIAAAgi4gUD/fJ/Jw1v3zEi775gpyTK84Qaj9uwhEgDg2c+X2QVDYHylDnL+8D/mzvLdGknZDnWD0Qq3IIAAAggggAACCCCAAAIIIIAAAggggAACCCCAAAIIIOC5Al4Hj8mEKp3MBPOULy6NpvX13Mm60cwIAHCjh8VQw0fg8M9bZf4Xw0xniVInkzY/jiJaKXzo6QUBBBBAAAEEEEAAAQQQQAABBBBAAAEEEEAAAQQQQMBNBJZ9PU72zP/FjPbTER2lSL3ybjJyzx4mAQCe/XyZXTAFptXvLSe27jd3l2pVUyr1aRHMlrgNAQQQQAABBBBAAAEEEEAAAQQQQAABBBBAAAEEEEAAAc8TGPhOXbl/7baZ2Ne/T5fkmdJ63iTdcEYEALjhQ2PIYS9wYtsBmfZ5L9NRjNixpM2PIyVd/rfCvmN6CFWB3bt3y7x582Tx4sXyyy+/SMGCBZ1u//z587Jo0SJZuXKlnD17Vq5duyYJEyaUFClSmHYqVqwoVatWldixYzvdppeXl8ycOVPWrFlj2rx//76kTJlS8uXLJ7Vq1ZJ69epJjBgxnG7v9u3bMmvWLNPen3/+Kbdu3ZI4ceJIqlSp5K233jLjq1mzpiRNmtTpNqmIAAIIIIAAAggggAACCCCAAAIIIIAAAggggAACCAQmcOHISRlXob2plqNMIWk255vAbuH1cBIgACCcoOnG/QQWtBsuh1ZsMQMvVPsj+ezbzu43iUg44pMnT5pF//nz58upU6d8Bfbt2+dUAMCzZ89kyJAhMmzYMHn69GmAghkzZpQxY8ZItWrVAqz3+vVr0+agQYPkyZMn/tbNlSuXzJ07V955551An5wGNbRq1Uru3r0bYN1kyZLJ2LFjpX79+oG2SQUEEEAAAQQQQAABBBBAAAEEEEAAAQQQQAABBBBAwBmBn3pNkJ2zV5uqNYd1kKL1KzhzG3XCQYAAgHBApgv3FDj/xz8yvmIH38G3WDBE3no/8IVZ95yte49ad+frbn1d+NeFfkfFmQCA58+fm8X8tWvXOg0SJUoUmT59ujRp0sTfexo3biyzZ892qk3NMvDrr79KsWLF/K3fs2dPGTp0qFPt+VTSMTZt2jRI91AZAQQQQAABBBBAAAEEEEAAAQQQQAABBBBAAAEEEHAkMKhQfbl7+YZ5qevWqZIyazqgXESAAAAXeRAMwzUFVvSeJDtmrTSDy/1xMWk8vZ9rDjSSjmrTpk3y7bffyoYNG+TFixcBKjgTAPDFF1/IpEmT/LQTLVo0efPNN+XBgwdy8+ZNh6/v379f3n77bT+vaYaAzp39Zo/QVP2amv/SpUuiGQJsS9q0aeXo0aOSJEkSP+1poEPdunUdjiFNmjTmWIE7d+74eT1mzJii2RHSp08fSd8tTBsBBBBAAAEEEEAAAQQQQAABBBBAAAEEEEAAAQRCQ+DS36dlzEdtTVPZShaQlguDtmkxNMZAG/4LEADAuwOBAARuel2WMR+3lacPHptan0/qIW9XKYWZiwgEZWd9YAEAZ8+elSxZssirV68ss2vWrJnZbZ8iRQpzfdeuXSad/unTpy31GjZs6GeXvwYL6DEBGjhgW7766isZMGCAxI0b1xxT0KhRI9mxY4elTvv27WX8+PGWa7q4r+3dunXLcr1evXoyevRoSZUqlQkmWL58uclIoPVtS69evcwxBBQEEEAAAQQQQAABBBBAAAEEEEAAAQQQQAABBBBAILgCP/f9XrbP+NncXmNIOynWsFJwm+K+MBAgACAMUGnSswTWj5orG8bON5PKXDSvtFk20rMm6MazcRQAoGfea7HfqR9YAMCECRNEF91tS7ly5WT9+vV+hLZv3y4lS5a0XE+XLp2cO3fOcm348OHSvXt3y7Xy5cvLL7/8Yrl29+5dyZEjh1y5csX3evz48eXChQuSKFEi32szZswQDUiwLUWKFDFBCXoUgW3R4IEvv/zScq1EiRKiY6cggAACCCCAAAIIIIAAAggggAACCCCAAAIIIIAAAsEVGFqskdw6f9Xc/tXmyZLqrQzBbYr7wkCAAIAwQKVJzxJ48fSZjCjVXG5fuGYmRiST6zxfnwAATZlfrVo1qVGjhpQqVUoqVqwo69atsww0sACAjh07yrhx4yz3TJ06VZo3b+5wwrpA//DhQ9/X9JgA+2MIypQpI1u2bLHcr8cVfPjhh37a1N35Q4YMsVxftmyZ1KxZ0/eaZhmYO3eupY7+v2YksC8XL140xxbYFk3/7+Xl5ToPkJEggAACCCCAAAIIIIAAAggggAACCCCAAAIIIICAWwlc/cdLRpVpZcacuUheafMjG2dd7QESAOBqT4TxuKTA79NXyMp+P5ixpc6RUdqvHCsx48Z2ybFGpkGtXr1akidPLroL3nYHvO6yD2oAQFDcNM2+pu9/8uSJ7226U//OnTuWZlKmTCnXr1+3XHv8+LHEju33vfPrr7/KJ598YqmrO/jHjh3re02DG3777TdLncOHD0v+/Pn9DP/Zs2cSK1Ysy3UNlNCsAhQEEEAAAQQQQAABBBBAAAEEEEAAAQQQQAABBBBAIDgCqwZOkd+mLDe3VhvUVko0rhKcZrgnDAUIAAhDXJr2LIGx5b+Qi3+eMpMq/3VjKdu+jmdN0INmE9YBAJs2bfKzi79q1aqyYsUKi6JmBXj16pXvNT2e4MaNGw6ljx49Kvny5bO8VqVKFfn5Z+8zdIJa/vrrL8mTJ4/lttKlS8vmzZuD2hT1EUAAAQQQQAABBBBAAAEEEEAAAQQQQAABBBBAAAEjMLxkU7lx5pL57y4bfzAbZymuJUAAgGs9D0bjwgIHftwki770TmOSKHVyafvTt5I0XSoXHnHkHVpYBgDs2rVLateuLefPn/cF1oX+nTt3SuHChS3oceLEsWQJiB49uvl/rW9f/v33X8mWLZvl8nvvvSe///57sB5kly5dZPTo0ZZ7R44cKV999VWw2uMmBBBAAAEEEEAAAQQQQAABBBBAAAEEEEAAAQQQiNwC109fkBHvex+dnP6dHCZjNsX1BAgAcL1nwohcWGBKnR5ycvshM8JSrWpKpT4tXHi0kXdooRUAoOn1O3bsaCBfvHhh0ud7eXlZYPXogUmTJknr1q39gGfJkkVOnz5tua4783PlyuWn7okTJyRHjhyW6++++67s378/yA/y5MmTkjdvXnn69KnvvfHjx5czZ86YIxPsy+3bt2Xp0qUyb948SZw4saxcuTLIfdrfsHv3btPe4sWL5ZdffpGCBQs63ebDhw9lyZIlZhyaGeHq1auixy6kSpXKGFWuXNkEYSRJksTpNjVgY+rUqbJhwwbzTHTO8eLFE31GmhmhWbNmfvydbpyKCCCAAAIIIIAAAggggAACCCCAAAIIIIAAAghEAoG1Q6bLlklLzUyrDmgt7zWrFglm7X5TJADA/Z4ZI45AgWOb9sqMRn3NCGLEiSVtfxwlb+az7tqOwOHR9f8FQisAYPr06dK8uXckm6OSMWNG+f7770X7c1Tq1KljFsBtS9u2bWXixIl+qjvasV+oUCHZu3dvkJ6rLvqXKFFCDhw4YLlvyJAh0qNHD99rWm/16tVmkX7t2rXy7Nkz81rFihXN9eAUDTzQ9ubPny+nTnkfl6Fl3759TgcA6JEH7dq1M8EWARUNZBg1apQ0atQo0KHq3AcOHGgJiLC/SbMyaHYErRs1atRA26QCAggggAACCCCAAAIIIIAAAggggAACCCCAAAKRTWBk6RZy7aR3huRO6ydJmlyZIxuBW8yXAAC3eEwM0pUE5rUeIn+s/s0MqVDtj+Szbzu70vAYi4hZkF+3bp3FIiiL0D43Dhs2zLJobo/79ttvS79+/aRaNccRbrqr/rPPPrPcpscAzJ07VzQ4wKc4qqev6c70zZs3B+mZNmhAhHvFAAAgAElEQVTQwCzC2xYNJNAjCrRvzQKg89LAhLt37/ppO6gBANeuXZNFixaZPtXYUXHWXh3U5dWrV07PWQMwHGVf8GlAMziMGzfO6fYaNmwos2fPdro+FRFAAAEEEEAAAQQQQAABBBBAAAEEEEAAAQQQiAwCN89dlmHFm5ipps2TVTr+OiEyTNst50gAgFs+NgYdkQJeB47JhKqdfIfQYsEQeev9dyJySPRtJxBaAQBbt241i/CBlTZt2phd/XocgG3RYwPy5Mkjmt7fvuTOnVsyZ84sZ8+eNWnuHRUNLPjpp58C6973dd3hr4v7tiVlypTmGIF06dKZIIBatWrJpUuX/G3T2QCATZs2ybfffmtS6us8AyrOBACcO3dOsmfPLk+ePPHTlKb+1x36jsat1/WoBnW2L2vWrJFKlSr5uR47dmxznMDFixcdjl0DADQQgIIAAggggAACCCCAAAIIIIAAAggggAACCCCAAALeAr+OmCWbxi8y/12lXysp2aI6NC4qQACAiz4YhuXaAj/2+E52z11jBpmnfHFpNM37WACKawiEVgCA7Wx0kfvy5cvmPHvd9X/lyhXLZEeOHGlSyNuX3bt3myACRwvbgWl16tRJRo8eHVg18/rQoUOlZ8+elroJEyaULVu2yDvvvGMCDerWrSs6noCKswEAjRs3dnqnvDMBAL1795bBgwdbhqbBC8uWLZOSJUua6xrI8Omnn4qXl5elnmYA0EwA9kXnfejQIctlPV5AgyTixYsnjx8/ll69esmYMWMsdfRoBz3OQDMmUBBAAAEEEEAAAQQQQAABBBBAAAEEEEAAAQQQQEBk9Iet5fLxs4ai4y8TJG3erLC4qAABAC76YBiWawvcOn9FRpVuKc+feJ+bXn9SD8lfpZRrDzoSjS4sAgBs+XRHf/78+S1nyuti+9WrV0V3l9sX3S2vi+/Xr193+BQSJUpkUt9PnjzZ8rqzO9EnTZokX3zxheXeOHHimGMQdPFcU+rXrl1bli9f7pteX7MVZM2a1Sx025aQBAAkS5bMNHXz5k1Lm84EAHzwwQeybds2y30zZ84UDTSwLY529evuf/ssChosoEcf2JbChQubAAj7TA0fffSRyWRgWzZu3Chly5aNRH9qmCoCCCCAAAIIIIAAAggggAACCCCAAAIIIIAAAo4F7ly6LoMLNzAvps6eQbpssq5n4OZaAgQAuNbzYDRuJPDL8Fmy+TvvVCeZi+aVNstGutHoPXuoYR0AoHo1atTwk55//fr1Uq5cOYe4t2/flgkTJsjKlSvl1KlTZve57jSvWrWqdO7c2aTTHzFihOVe3bWfIUOGAB/W3LlzpVGjRvL69WvferpzXfv55JNPzLUbN25I6tSpzcL3+++/b8ZevXp10bT7xYoVs7Qf1ACAtGnTih5VoG2WKlVK9H4NPLAtzgQA5MyZU44fP265799//5UsWbJYrmkmBQ1usC0pUqSQa9euWa5pRoZu3bpZrmmghB7XYF8WLVpkAjRsS5cuXWTUqFGe/QeF2SGAAAIIIIAAAggggAACCCCAAAIIIIAAAggg4ITA+m/nyoYx803NSn1aSKlWNZ24iyoRJUAAQETJ06/bC7x6+VKGFGkod69473auMbS9FGtQ0e3n5QkTCI8AAE33r4v2tmXatGnSrFmzIBM+ffrUBAPYHiugu9X37NkTYFs//fST1KpVS16+fOlbTxf5NXNAgwbekXhaNPhgxYoVUqVKFfHZpa/XdTd8cAMAVq9eLcmTJ5ciRYpYdtQH175gwYJy4MABy3z/+ecfyZYtm+Xao0ePTPp+26J2Z86csVzTjAqLFy+2XFNPdbUvem/mzJktlzUrgH0gQ5AfLDcggAACCCCAAAIIIIAAAggggAACCCCAAAIIIOABAmPLt5OLf/5rZtJhzXhJl/8tD5iV506BAADPfbbMLBwEtk3+UVZ/M9X09EaOjPLl2gkSLSbnhocDfYBdBGcROlOmTKI77m2L7irX3eWOSpMmTWTWrFmWlxYuXGhS+Qe16G7z0aNHW24LLP2/pqyvVKmSPHvmfQyFT9EsAl27dnVqCCEJAPCvg+DYa1vt2rWTiRMnWpp1tGNfgx4024Bt0eMNdBe/bXnvvfdkx44dlmsXLlwQzVhgX54/fy4xY8a0XHZ0PIJTqFRCAAEEEEAAAQQQQAABBBBAAAEEEEAAAQQQQMCDBO5dvSXfvFvPzCh5prTy9e/TPWh2njkVAgA887kyq3AUGP1ha7l83HvhuPzXjaVs+6AvAIfjcCNFV8FZhC5durRs3brV4uPfYvqtW7fMznT9t23Rc+ffffddp4118b5Hjx5+Fv81Hb6eaR8tWjSHbenCtu5Q193wtqVTp05+2gpoMK4UAPD3339L/vz55cWLF75DTpIkidnF73Osgh4loIv/upDvUzTjwfbt26V48eKWqebNm1f+/PNPy7WbN29K0qRJHZJoAIAGAviUlClTytWrV51+llREAAEEEEAAAQQQQAABBBBAAAEEEEAAAQQQQMATBTaOWyDrRs4xU6vYq5l80KaWJ07To+ZEAIBHPU4mExEC+xavlyVdvHdvJ3ojubRfNU4SpU4WEUOhz/8LBCcAYNy4cdKxY0eLYfTo0WXo0KHSunVriR8/vnnt4MGD0qpVK9HFftuiKeRPnToV4DPQVP937tyRY8eOmWCDqVOnyqVLlyz3xIoVS3bt2iUFChRw2NahQ4dEgxXu3r1reV3PsJ8/f74lHX9gbwhNua+p921LxYoVRdP7B7cEx96nrxkzZkjz5s3l9evXlu51MV6fhb2VVho+fLh069bNz3AdZXTQoxASJ07scGqxY8cWfT4+RZ/3/fv3g8vAfQgggAACCCCAAAIIIIAAAggggAACCCCAAAIIeITA+EpfyvnDJ8xc2q8aK+kL5PCIeXnyJAgA8OSny9zCTeD7T7vJ6d1HTH+lWtWUSn1ahFvfdORXIDiL0LrYqzvQ7c+S19Z1d3iaNGnMgrDuIndUli5dKp9++qm/j2PFihVSvXr1AB+XLnLPnTvX32MEzp07Zxbsr1+/7qcdDUCIESNGoG8H3SmvC+1aDh8+7CfQICIDAHRM6qgBF/bZFewnpnOdMGGCtGzZ0uGcM2bMKF5eXpbXghIAEC9ePHnw4EGgnlRAAAEEEEAAAQQQQAABBBBAAAEEEEAAAQQQQMBTBR7evCv989c200vyZirpuXu2p07Vo+ZFAIBHPU4mE1ECf63bJbOaDTDdx4gTS9qtGCNpcmeOqOFE+n6DEwCgaLq7/uOPP3a4wB4Qas+ePWXw4MEBugcWAJAsWTKZM2eOVKhQwd92fv31V/nkk09C9HzLli0rGzduNG24YgDAggULTBaAx48fBzhPTf0/bdo0adKkicOsBwQAhOhtws0IIIAAAggggAACCCCAAAIIIIAAAggggAACCMiWiYtl7dCZRqJ8t0ZStkNdVNxAgAAAN3hIDNE9BGa3+Eb+/GWHGWyhOh/LZ6M6ucfAPXCUwQ0AUIrTp09L27ZtZd26dYHKpEqVSsaMGSOafj+w4l8AQJw4caR+/foyZMgQSZ48eYDNeHoAgKbyHzlyZGCUltfbtGkjkyZN8nMPAQBBYqQyAggggAACCCCAAAIIIIAAAggggAACCCCAAAJ+BCZU6yxe+/8219v9PEYyvJsTJTcQIADADR4SQ3QPgbP7/5aJ1Tr7DrblwqGSraTjc9zdY0buO8qQBAD4zHrfvn0yf/582blzp5w6dUru3bsnmhY+derUJg2/psqvUaOGxIoVyykoDQCoXbu2OYNez7R/5513pESJElKrVi1JkiSJU214cgDAvHnzpEGDBhaHdOnSmQCLDz/8UKJGjSpbt26VTp06medhW0aMGCFdu3a1XNMjEeyPcwjKEQAJEiQwz5yCAAIIIIAAAggggAACCCCAAAIIIIAAAggggEBkFHh894H0ze199HHCVEmlz4EFkZHBLedMAIBbPjYG7aoCS7uOlb0LfzXDy1O+uDSa1tdVh8q4EJCDBw/Ku+++a5HQwIbVq1cHWyc4wRevXr2SDBkyyIULF3z71cCKI0eOyFtvvWUZy/nz5yV37txy//593+u6WH/p0iWJHz++7zWt8/ff3lGJPuXmzZuSNGlSh3OLESOGvHjxwve1NGnSyMWLF4PtwI0IIIAAAggggAACCCCAAAIIIIAAAggggAACCLizwLbJy2T1N9PMFMp1+lw+6mLdxOfOc/P0sRMA4OlPmPmFq8CdS9dlWPHG8vLFS9Nv/e97SP7KpcJ1DHSGgLMCe/bskaJFi1qqR0QAgKNxVKpUSVatWuVwKo0aNZI5c+ZYXlu5cqVUrlzZ91qxYsVk9+7dljoaPPDmm2/6afPZs2d+MjnkzJnTTwCBs67UQwABBBBAAAEEEEAAAQQQQAABBBBAAAEEEEDA3QW+r9lVTu85aqbRdvm3kqlwbnefUqQZPwEAkeZRM9HwElgzeLps/X6p6S5z0bzSZlnQzjQPr3HSDwK6QK4L5bYlIgIAFi1aJHXr1rWMo3379jJ+/HiHD2nAgAHSv39/y2t6VEDHjh19r9WvX98c4WBbdL5FihTx06YeKZA1a1bL9Y8//lj0yAUKAggggAACCCCAAAIIIIAAAggggAACCCCAAAKRTeDZw8fSK3t1M+24SRLKgKNLIhuBW8+XAAC3fnwM3lUFBrxdRx7cuGOGV2NoeynWoKKrDpVxhbKAppF/8OCBSUcfPXr0UG49dJtzlQAAXajXBXvbUrt2bdHAAEelXbt2MnHiRMtL48aNkw4dOvheGzFihHz99deWOvZBAj4vLly4UOrVq2ep26dPHxk4cGDogtMaAggggAACCCCAAAIIIIAAAggggAACCCCAAAJuIPD7tBWysv8PZqSlv/hMKvRo6gajZog+AgQA8F5AIAwEtkxcImuHzjAtv5Ezk3ReP0kkSpQw6IkmXU1AAwD0fHo9l54AAO+ns2/fPilYsKC/j2rnzp1SokQJy+sJEyYU3ZmfPHlyy/VHjx5J9uzZ5cKFC5br9kcA/Pnnn5I3b15LnRw5csiRI0ckRowYlusfffSRbNiwwXJty5Yt8sEHH7ja24vxIIAAAggggAACCCCAAAIIIIAAAggggAACCCAQ5gKTa3eXf3ccNv1opmvNeE1xHwECANznWTFSNxMYWbqFXDt53oz6k68bS5n2ddxsBgw3OAIEAJSXdevWWegCCwB49uyZpEmTRm7evGm5T9P1z5gxQ3LlymWue3l5SevWrf2k5o8dO7ZcuXJFEiVKZLm/cOHCJvjAtjRs2FAmTJhgAjSePn0qepzA0KFDLXWyZcsmJ06ckCgE7QTnjwD3IIAAAggggAACCCCAAAIIIIAAAggggAACCLixwIunz6VHlspmBrHix5FBx39y49lEzqETABA5nzuzDgeBPfN/kWVfjzM9JXojuXT8dYLET5Y4HHqmi4gUIAAg6AEA+rxGjhwp3bp1c/joUqdObbIpXLx4UV6/fu2nTpcuXWTUqFF+rm/cuFF0d7/9PdpW2rRp5fr166IZBeyLHj2gRxBQEEAAAQQQQAABBBBAAAEEEEAAAQQQQAABBBCIbAI7Zq2SFb29j+F9v2UNqdy3ZWQjcPv5EgDg9o+QCbiywMTqXeTsvr/MEEu1/lQq9W7uysNlbKEgQABA8AIAdJG+cePGMmfOnCA9hQoVKsiKFSv8pPX3aaR3794yePBgp9ts2rSpTJ8+3en6VEQAAQQQQAABBBBAAAEEEEAAAQQQQAABBBBAwJMEpn7eS/7ZdsBMqfWS4ZKleH5Pml6kmAsBAJHiMTPJiBI4una7zGk5yHQfM04s6bBmvKR6K0NEDYd+w0GAAIDgBQDoo3n58qUMHz5chgwZIg8fPgzwacWIEUM6duxoUvjHiRMnwLojRoyQvn37mpT//hXNCqCZBPQ4AFL/h8MfFLpAAAEEEEAAAQQQQAABBBBAAAEEEEAAAQQQcDmBVy9fydcZKphxRY8ZQ4b8+7NEiRrV5cbJgAIWIACAdwgCYSwws0l/+XvDbtNL4TofS61RncK4R5qPSAECAIIfAODz3C5fvizLli2TtWvXyj///CNXr16VV69eScqUKSVz5sxSvnx5qVWrlmTKlMnpR3327FmZNm2abNq0SU6cOCH379+XRIkSScaMGaVs2bLSvHlzyZYtm9PtUREBBBBAAAEEEEAAAQQQQAABBBBAAAEEEEAAAU8T2D1vrfzYfbyZVonGVaTaoLaeNsVIMR8CACLFY2aSESlw/vAJGV/pS98htFk6QjIXyxeRQ6LvMBRwpwCAMGSgaQQQQAABBBBAAAEEEEAAAQQQQAABBBBAAAEEEHAzgRkN+8qxzXvNqFsuGirZ3ivgZjNguCpAAADvAwTCQWBxp29l/9INpqc85YtLo2l9w6FXuogIAQIAIkKdPhFAAAEEEEAAAQQQQAABBBBAAAEEEEAAAQQQQCCkAl3fLO/dRJQoMuzMaokWPVpIm+T+CBAgACAC0Oky8gncu3ZLvnmnnu/EG0zuJfkqlox8EJFgxgQARIKHzBQRQAABBBBAAAEEEEAAAQQQQAABBBBAAAEEEPAwgb2L1snSr8aYWRX5/BP5dPh/2a09bKoePx0CADz+ETNBVxFYNWCK/DZ1uRmOHgGgRwFQPE+AAADnn+mjR49M5bhx4zp/EzURQAABBBBAAAEEEEAAAQQQQAABBBBAAAEEEEAg1AVmNR0gf63fZdptMX+IvFXqnVDvgwbDR4AAgPBxphcEjEC/vLXk0e375r9rDG0vxRpURMbDBAgAcP6BPnjwQF6/fi0JEiRw/iZqIoAAAggggAACCCCAAAIIIIAAAggggAACCCCAQKgLdEv3ifnOXsvQ06skeswYod4HDYaPAAEA4eNMLwgYgU3jF8qvI2ab/34jZybpvOF7ZDxMgAAA5x8oAQDOW1ETAQQQQAABBBBAAAEEEEAAAQQQQAABBBBAAIGwEti/dKMs7jTKNF+wVjmpPaZLWHVFu+EgQABAOCDTBQK2AsNLNpUbZy6ZS590byxl2tUByIMECABw/mESAOC8FTURQAABBBBAAAEEEEAAAQQQQAABBBBAAAEEEAgrgTktB8nRtdtN883mDpIcpQuGVVe0Gw4CBACEAzJdIGArsGvOalnec4K5lOiN5NJl4w8SJ1F8kDxEgAAA5x8kAQDOW1ETAQQQQAABBBBAAAEEEEAAAQQQQAABBBBAAIGwEuieqZK8fP7CND/k5M8SI06ssOqKdsNBgACAcECmCwTsBb6r3FHOHTpuLpdq/alU6t0cJA8RIADA+QdJAIDzVtREAAEEEEAAAQQQQAABBBBAAAEEEEAAAQQQQCAsBA79tEUWtB9umi5Q7QOpN6F7WHRDm+EoQABAOGLTFQI+An+t2yWzmg0w/xszbmzptG6iJM+UFiAPECAAwPmHSACA81bURAABBBBAAAEEEEAAAQQQQAABBBBAAAEEEEAgLATmtR0qf6zcZppuOnug5CxbOCy6oc1wFCAAIByx6QoBW4HpDfrI8S37zKXCdT6WWqM6AeRmArOaegdx2JbXr1+LBgFEjx5dokSJ4uf1xjP6udksw264BACEnS0tI4AAAggggAACCCCAAAIIIIAAAggggAACCCDgjEDPrFXl+ZOnpuqgEz9JrHhxnLmNOi4sQACACz8chubZAheP/itjP2nnO8kvVoyWjAVzefakPWx2Mxr1lWOb9jo9q8xF8kqbH0c6Xd/TKxIA4OlPmPkhgAACCCCAAAIIIIAAAggggAACCCCAAAIIuLLAH6t+k3lthpgh5q3wnjSc0tuVh8vYnBQgAMBJKKohEBYCC9uPkIM/bTZN5/mkhDSa2icsuqHNMBIgACBksAQAhMyPuxFAAAEEEEAAAQQQQAABBBBAAAEEEEAAAQQQCImA7TpVk5n9JVe5oiFpjntdRIAAABd5EAwjcgo8vHlX+uev7Tt5TQ+f+6NikRPDDWdNAEDIHhoBACHz424EEEAAAQQQQAABBBBAAAEEEEAAAQQQQAABBEIi0DtHDXn64JFp4ptjP0rsBPFC0hz3uogAAQAu8iAYRuQV+Lnv97J9xs8GIEuxfNJ66YjIi+FmMycAIGQPjACAkPlxNwIIIIAAAggggAACCCCAAAIIIIAAAggggAACwRU4+ssOmdPiG3O77vzXDAAUzxAgAMAzniOzcHOBPjlryJP73hFWtUZ2lMJ1y7v5jCLH8IMaAJChYC5pt2J05MBxYpYEADiBRBUEEEAAAQQQQAABBBBAAAEEEEAAAQQQQAABBMJAYHGnb2X/0g2m5UbT+kqe8sXDoBeajAgBAgAiQp0+EbATWD96nmwYPc9cfSNnJum84XuM3EAgqAEAOqWo0aNJisxvSorMaSVFFv23938ny5hGEqRI4gazDr0hEgAQepa0hAACCCCAAAIIIIAAAggggAACCCCAAAIIIIBAUAT65aklj+7cN7cM/GuZxEkUPyi3U9eFBQgAcOGHw9Ail8DQYo3k1vmrZtKfdG8iZdrVjlwAbjjb4AQABDbN5JnS+gkOSJo+tSR5M1Vgt7rd6wQAuN0jY8AIIIAAAggggAACCCCAAAIIIIAAAggggAACHiDw94bdMrOJd8r/7KXelebzB3vArJiCjwABALwXEHARgV1z18jyHt+Z0SROk0K6bp0qMePGdpHRMQxHAkENAIgVL47JAPD47oNggWoQQIosGiDgnTlAswYkTZ9KkqZLLdFjxghWmxF5EwEAEalP3wgggAACCCCAAAIIIIAAAggggAACCCCAAAKRVWBp17Gyd+GvZvoNp/SWvBXei6wUHjlvAgA88rEyKXcVGPdJe7lw9KQZ/getP5WKvZu761QixbiDGgCQuUheafPjSHn68LHcPHtJbpy5JDfOXvT+9xnvf9+/fjtYdglTJfv/kQLeAQKaNcD8ky61xE4QN1hthvVNBACEtTDtI4AAAggggAACCCCAAAIIIIAAAggggAACCCDgV2DA23XkwY075oX+R5ZIvKQJYfIgAQIAPOhhMhX3Fzi2aa/oorIW3f3/1ebJHpn63f2flPcMbI9tcGZOPgEAAdV9/uSZ3Dp3RW56/T9A4P+BARogcPviNWe68VMnXtJEvsEBesRA0nSpfIMD4idPHKw2g3KT14FjcvfyDT+3PHnyRF7La4kTO46f13RcmYvmDUo31EUAAQQQQAABBBBAAAEEEEAAAQQQQAABBBBAAIFABI5v2SfTG/QxtbIUzy+tlwzHzMMECADwsAfKdNxfYGq9nvLPbwfNRArX/Vhqjezk/pPywBms6DNJdsxcGaSZORMAEFCDr168lJvnrsitc5fl5tnL3lkDTCYB7+wBr1+/DtJ4tHLsBPF8gwOSZXjDZAzwOVYgcdqUQW7P0Q0aADChatDex22WjSQAIFT0aQQBBBBAAAEEEEAAAQQQQAABBBBAAAEEEEAAgf8E9DhqPZZaS70J3aVAtQ/g8TABAgA87IEyHfcXuHzsjIwu18Z3Ih3WjJd0+d9y/4l50Ax+6jlBds5Z7Tsj3VUfL1miQGcYLVo0cwRAWBWTOeDcZe8MAj5HDPw/OOD502dB7jZGnFjmOIHkmdL4ZgzwOVZAswhEixHdqTYJAHCKiUoIIIAAAggggAACCCCAAAIIIIAAAggggAACCIS5wDfvfi73rt40/fQ7vEjCI1NwmE+KDiwCBADwhkDABQXmtR0qf6zcZkaW55MS0miqdyoWSsQL/Nh9vOyet9Z3IJ9P6iFvVykV8QMLZAR3Ll73zhxwXjMIXDEZA3yyBzy59zDI448aPZoJDjBZA9Kn9j5WwGQP0P9OLbHi/5fWnwCAIPNyAwIIIIAAAggggAACCCCAAAIIIIAAAggggAACoS5w8veDMqVuT9NuxkK55IufRod6HzQY8QIEAET8M2AECPgReHz3gfTN/anv9WZzvpEcZQohFcECS7uOlb0Lf/UdRYMfekm+SiUjeFQh714j/TQowDuDwP8DBP5/tMCDG3eC1YHJGvD/gICoUaNaMiY40yBHADijRB0EEEAAAQQQQAABBBBAAAEEEEAAAQQQQAABBJwXWNF7kuyY5X28ce0xXaRgrXLO30xNtxEgAMBtHhUDjWwCy3tOkF3/TzOfpVg+ab10RGQjcKn5LukyWvYtXu87poZT+0jeT0q41BjDYjAPbt7xDQ6wBghcFM0qEFaFAICwkqVdBBBAAAEEEEAAAQQQQAABBBBAAAEEEEAAgcgqMKRIQ7l98ZqZft+DCyRByqSRlcKj500AgEc/Xibn7gK9slWVZ4+fmmnUGfuVvPvph+4+Jbcc/6KOo+TAso2+Y288vZ/k/riYW84lNAf96M79/4IDzv+XPcD7iIGLIeqKAIAQ8XEzAggggAACCCCAAAIIIIAAAggggAACCCCAAAIWgVM7j8gPn3Uz19Llf0s6rBmPkIcKEADgoQ+WaXmGwPpv58qGMfPNZN7ImUk6b/jeMybmRrNY2H6EHPxps++Im8waILk+LOJGM4iYoT598Mj3OIFTO/+Q7TN+DtJACAAIEheVEUAAAQQQQAABBBBAAAEEEEAAAQQQQAABBBAIUGBl/8ny+7SfTJ1Ph38pRT7/BDEPFSAAwEMfLNPyHIFBhRrI3cveqdYr9WkhpVrV9JzJufhM5n8xTA7/vNV3lM3mfCM5yhRy8VG73vC8DhyTCVU7BWlgBAAEiYvKCCCAAAIIIIAAAggggAACCCCAAAIIIIAAAggEKDCsRBO56XXZ1Om9f54kSp0cMQ8VIADAQx8s0/IcgT0LfpVl3caaCSVOk0K675gp0WJE95wJuuBMXr96LfPaDpEjq3/3HV3z+YMle6l3XXC0rj+k4AQANJrWV/KUL+76k2OECCCAAAIIIIAAAggggAACCCCAAAIIIOjGsE0AACAASURBVIAAAgi4uMCZvX/JpBpdzCjfyJVZOq+f5OIjZnghESAAICR63ItAOAmM/qitXP77tOmt9BefSYUeTcOp58jXzcsXL2V+2yFydO0O38m3XDhUspUsEPkwQmnGwQkASJbhDak5rAPuofQMaAYBBBBAAAEEEEAAAQQQQAABBBBAAAEEEEAg8gqsHjRNtv2wzABUG9RWSjSuEnkxIsHMCQCIBA+ZKbq/wImtB2Ra/V5mIjHjxpavf5suCVMnc/+JudgMXjx9bnb+/7Vul+/IWi0eLllL5HexkbrXcIITAKAzjBI1ilTu01JKtqjuXhNmtAgggAACCCCAAAIIIIAAAggggAACCCCAAAIIuJDAiFLN5fqpC2ZEvfbMlcRpU7jQ6BhKaAsQABDaorSHQBgJ/PDZ13Jq5x+m9cJ1y0utkR3DqKfI2eyzx09kfpuh8vfGPd4AUaJIm6UjJHPRvJETJBRnHdwAAJ8hFKrzsdQY0k6ix4wRiqMK26b27NkjRYsW9dPJ7du3JXHixJbr5cuXl3Xr1oVoQFmyZJF///3X6Tb++OMPWbVqlWzatEkuXbokV69elSRJksiZM2ecboOKCCCAAAIIIIAAAggggAACCCCAAAIIIIAAAq4vcO7gcfmuiveaUsqs6aTr1qmuP2hGGCIBAgBCxMfNCISfwNV/zsmoMi19O+y0fpKkyZU5/AbgwT09ffBI5rUdKsc37zOzjBotmrReOkIyFc7twbMOv6nd9LocpM40CnHzhEWiZxL5lHRvZ5fKfVpIpiJ5gtRWRFR++fKlFCpUSA4dOuSn+4gOANi2bZt07dpV9u3zfq/blgwZMsjZs2cjgow+EUAAAQQQQAABBBBAAAEEEEAAAQQQQAABBMJI4JdhM2XzhMWm9cp9W8r7LWuEUU806yoCBAC4ypNgHAg4ITCn5SA5una7qZn3kxLScGofJ+6iSkACj+8+MIv//2w7YKpFixnD7PzP8G5O4CJYYGX/yfL7tJ98RxEjdiyp3LeFFGtYKYJHFnD348ePly+//NJhpbAKAMiVK5f89dd/ARP2nT9//lxatWolM2fO9HfwBAC49NuKwSGAAAIIIIAAAggggAACCCCAAAIIIIAAAsESGFWmlVz9x8vc22PXbEmaLlWw2uEm9xEgAMB9nhUjRUB0p3rvHP9FZrVcOFSylSyATDAFHt2+J3PbDJF/tx82LegCs+78T18gezBb5LbQFtiz8FdZNWCKee/7FA0A0CMBXLFcuXJFsmfPLvfu3XM4PEcBAE2bNpXffvvN6encv39frl27Zqnfr18/6d+/v8M2tH61atVk8+bNAfYRWBCB0wOkIgIIIIAAAggggAACCCCAAAIIIIAAAggggIBLCFw4clLGVWhvxpIswxvSfYf/m8RcYsAMIlQECAAIFUYaQSD8BJZ1Gyd7FvxiOsxSLJ9ZsKYEXeDBjTsyt/VgOb37qLk5Vrw40nrpcHkz31tBb4w7wlTA68AxEwTgdfCYbz96FIAeCaBHA7hSqVevnixcuNDfITkKAAjq+Js0aSKzZs3yvS1mzJji5eUlqVOndthUnTp1ZPFi7/ROtqVgwYLSokULKV26tGTMmFFixIgR1KFQHwEEEEAAAQQQQAABBBBAAAEEEEAAAQQQQMCFBdaNnCMbxy0wI6wxpL0Ua1jRhUfL0EJLgACA0JKkHQTCUaB7pkry8vkL0+PnE7rL29U+CMfe3b+re9duydyWg+Ts/r/NZGIniGcW/9Pmyer+k/PgGSztOlb2LvzVd4ZxEsU3QQCF6nzsErPWHfZly5YNcCwhDQC4fPmyWax/9uyZbz/169eXuXPnOux36tSp0rJlS8trcePGlcmTJ4veR0EAAQQQQAABBBBAAAEEEEAAAQQQQAABBBDwXIExH7WVZ4+fSrlOn8s7Ncp47kSZmUWAAADeEAi4ocDGsQtk3ag5ZuRv5MosnddPcjiLKFGi+LmuZ5OPHTs20FkfPHjQ7GTetGmTXLx4Ue7cuSPJkiUzu4xLlSollStXljJlQv7LIiRjDHQSDircvXxD5rT8Rs4dOmFejZs4gbReMtw4Ulxf4Lepy002ANtSskV1qdKvVYQOXhfk8+fPL8ePHw9wHCENAOjevbsMHz7c0sfevXulUKFCfvp98uSJZMiQwXJcgO7y1z/TJUuWjFAvOkcAAQQQQAABBBBAAAEEEEAAAQQQQAABBDxRQI+HTZQokZ+p/fTTT+ao1oDKy5cvZd26dSaj6/79+83ajH73nCJFCvNdb7ly5aRGjRqSO3dup+iuHD8jh1f+JmU71JUYsWOae86fPy+rV6+WX375Rc6cOSNXr16VmzdvyqlTp8zmM4pnCBAA4BnPkVlEQoGB79ST+9dumZlXHdhG3mta1aKwfPlyqVmzph+ZwAIA9Azzjh07OkwZbt+YLiJOnDhR8ubNG6wnENwxBqszEbl94ZrMaTFQLhz91zQRL2kis/M/dXZ+qQXXNCLu+2fbAVk1cIpcOeHl2322kgWkxtD2kjxjmogYkgwZMkR69erl27ceBbBnzx7zocm2hCQA4MGDB5IuXToTjONTihYtKrt27XI450mTJskXX3xheW3AgAHSt2/fCDGiUwQQQAABBBBAAAEEEEAAAQQQQAABBBBAwNMFOnToIN99952faQYWAHDgwAGTzVU3ZwZUdFNlo0aNZNSoUWbTZkDlwpGTJvNxlKhR5PTp09KzZ09ZsmSJvH792s9tGgxAAIDnvDsJAPCcZ8lMIpnA/iUbZHHnb82sE6dJIb32/pcC/OHDh5IzZ04TyWVfAgoAuHTpkpQoUULOnj3rtGbixIlly5Yt8vbbbzt9j1YM7hiD1IlN5VvnrsisZgPk8rEz5mqCFEnMzv+U2dIHt0nui0CBpw8ey9KuY+SPVb/5jkKfaeW+LaVA9dLhOjIvLy/JlSuXPHr0yPQbL148OXHihMmUEZoBAGPGjJHOnTtb5qZZOurUqeNwvkWKFBHNDuBT4sePL+fOnZNff/1V5s+fL/qB8tatW5I0aVKTvUA/NGpbjrJyhCsonSGAAAIIIIAAAggggAACCCCAAAIIIIAAAm4ocOjQIZOtVXfy25eAAgD0eNkKFSrI06dPnZ61rsno2oyu0QRWdLNYp06dLEfL2t9DAEBgiu71OgEA7vW8GC0CFoFRZVrJ1X+8d0F/9m1nKVT7I/Pf3bp1k5EjRzrU8i8A4MWLF1KwYEH5448//NwXJ04ck/r/2rVrZuHevuiuZE19rmeLO1uCM0Zn27avd+PMRbP4f/Wfc+alhKmSmZ3/KTK/Gdwmuc9FBDaMmS/rv/0v+EWHVfqL2lKhR5NwG2GVKlVk1apVvv0NGjTIZAPImjVrqAUA6J/PLFmymAV8n5ImTRoTrKNp/e2LppnShX3bD5rvvPOORI8e3RIUYH+fBi3oB9EkSZKEmx8dIYAAAggggAACCCCAAAIIIIAAAggggAAC7i6gu+qLFStmMsM6Kv4FAOjOfN2gpRlg7Yt+T5swYULRzZvPnz/387pmgV62bFmAdAGtxfjcqGtAusaTPj0bJt39fegzfgIAPOVJMo9IKXBy+yGZUqeHxE2SUOqM/Upyli0sf//9t9mN7+iXgSL5FwAwd+5cadiwocVRFwtHjx4tLVq0kNixY4suQi5atMikoXn8+LGl7owZM6RJE+cWXYM7xuA85GunzsusJv3l+umL5nbNlqA7/5NFUKr44MyBewIWOLp2u6wcMEXuXLzmWzHnh0Wk7riuEidR/DDl04V/DQDwKZkyZTJ/BvXPS2gGACxYsEA+//xzy1x8Ag0cTVDPb9KI0eAUzRywfft2EyxAQQABBBBAAAEEEEAAAQQQQAABBBBAAAEEEAhcYMqUKdKqVSt/K/oXANCsWTPR9RXb8sYbb8j06dOlfPnyJmOrbvgaPHiwjBgxwk/7moU2c+bMDvv9/vvvpW3btn5eS5s2rbn+0Ucfmey2QdncGbgENVxBgAAAV3gKjAGBEAh8/2k3SZUtnVQZ0Fqix4whH3zwgWzbts3fFv0LAPj000/lxx9/tNynv1D0TBj7oguPffr0sVxu0KCBzJkzx6mZBHeMTjVuU0mzI8xs3F9unrtsriZ5M5XZ+Z80XeqgNkV9Fxe4d/WWLP1qjBzfss93pPq8K/dtIXkrvBcmo9cgGP1wZHtkxvLly6V69eqmv9AMANDd+5o+yqfEihXLHPGRIkUKh3ML7MNmqlSpJGrUqHL5svefDfuiHyS7du0aJm40igACCCCAAAIIIIAAAggggAACCCCAAAIIeJLAjRs3JHv27ObIVf+KfwEA+h2v3m9bdIOWHtdsXz788EPZtGmT5bIGCjRt2tRP3aNHj0rhwoXlyZMnlte++uorE0wQM2ZMT3oEzMVOgAAA3hIIuLnArfNX5MXT55IyazqzAK/neAdU/AsA0KwB9un/T548aRYx7cv+/fvNOTa2pUyZMn5+8TgaR0jGGJRHdfnYGZnRuJ/vrvBkGd4wO/8Tp00ZlGao62YCqwdNk20/WFMeletcXz7qXD/UZ6LBMUOHDvVtt2zZsrJx40bf/w+tAAD9QKcf7GxL48aNZebMmf7OaciQIeYYAvtSrlw5GT9+vOTIkcO8dPDgQdHgHc1aYFs0AtTLy0uiRYsW6m40iAACCCCAAAIIIIAAAggggAACCCCAAAIIeJKALsAH9H2tztVRAMCdO3f8HMeq381euHDBIc+oUaP8bNwaOHCgnw2berP90bV6bdiwYfL11197Ej1z8UeAAADeGgh4iID+otAIs2vXvNOga/pu3cFru0Cp1/0LAAgKw+7du81ZNralatWqsmLFigCbCa8xXvrrlExv2FfuXb1pxpM8c1ppvXi4JHojeVCmSV03Fdi3ZL2sGjBFHt/978wkzQLQcErvUJvRiRMnJF++fPLs2TPfP2+HDx+W3Llz+/YRWgEAmuZp3bp1lrHrwn2BAgX8nY9/5zrp0SD2qf31jCn92aFHfNiW33//Xd57L2yyJ4Tag6AhBBBAAAEEEEAAAQQQQAABBBBAAAEEEAhVgZcvX5rvIxcvXiy6GfDixYvme1DdqZ4hQwbRTUY1atSwfBca2ABev34tmj11yZIlsnfvXrl69apoltN06dLJxx9/bHaw58yZM7BmAn1d1y7mzZtnxq7HpBYsWDDQe0JaYefOneZ7VJ2jFk3HX7x4cTMO2+JfBoCg9K8L+D169LDcMmbMGOnYsaPl2l9//SV58+b1HZO+WLp0adm8eXNQuqOuGwsQAODGD4+hI2AroOe16HkuPkUX+vWXm+7utS2hEQCg6f/1GADb4uiXjP0TCo8xXjhyUqY36CMPbt4x3WtmhFZLhkvClEl5w0QigeunL5gjAc7s/ct31imyvCk1h7aXLMXzh1hCd/vbflhq37692VlvW0IjAEDTNGmggW0pWbKk/PbbbwHOQdM4ffvtt5Y6+qHc/pgPnwr169eX+fPnW+prNGmXLl1CbEUDCCCAAAIIIIAAAggggAACCCCAAAIIIOAeAgcOHJCWLVuazKEBFT2XXrMR63eIyZIlC7Du8ePHzTqFBhP4V3TTUufOnUUzmwY1K6lmMtbFdv1+89SpU75d7Nu3L8wDAHRT1bvvvitHjhzx7VcX+levXi2amt+2hEYAwPvvvy+6ccu26NGxmuHZtugufz3m1bZoplkNutDjY/X75StXrkjcuHFNFmg9IrpNmzYSP35893ijMspABQgACJSICgi4voD+4ixSpIi8evXKDDZ58uSiv/T0l0xoBgBo5J/+Em3RooXvzmft78033xSNKEuYMKG/WOExxnOHTsj0Br3l0Z37Zhyps2eQVouHS/zkiV3/ITLCMBH4sft42T1vraXtCj2aSOkvage7vwULFsjnn3/ue79+wNU/b0mSJLG0GRoBAPohWo/NsC1Lly41H8gCKhoFqtGgtmX06NHSqVMnh7eNGzfOT5SoRo1qYA8FAQQQQAABBBBAAAEEEEAAAQQQQAABBDxfQDc8VahQQZ4+fer0ZHXhecuWLZI4sePv4DWg4KOPPpJbt2451Wbt2rVFv3+NGjVqgPU1E/KiRYvMwr8u9Dsq4REAoN+52m6i0qNcN2zYIM2bNw/VAICHDx+aI1/1e1zbUrlyZVm5cqWf6esRzrYBF3HixJHPPvtMZs+e7a+rZnfQIIWAMs869RCp5BICBAC4xGNgEAgEX0AX/XXx3/aH+eTJk02Unv7yC0kAwKxZs0T/0fLkyRMTPXfjxg3LYBMlSiTr16+XwoUL+zuJsByjT6deB47J1M97ydMHj8ylN3JmMjv/4yXxPygh+Orc6U4C22f8LKsGTpFXL176DrtA9dJS77ugn3V07949yZEjh1y+fNm3rQQJEkiaNGn8kOgxAfYlVapU5sNw6tSpZevWrQEyamqtTJkyiabt9ynp06cXTdkfWBTsyJEjRY8BsC3fffedtGvXzmGfGlSgHwBtiwb6aDQoBQEEEEAAAQQQQAABBBBAAAEEEEAAAQQ8W0C/c8yfP788ePDfsao+M9aNT7r579KlS5bvKn1er1mzpixbtswPkB4JrAECXl5efl5744035P79+w77053reryxo6K72DXzqS6y2x9pal8/rAMA1EO/K9Z5aNEsBj7HxIY0AEA3Z2lbWrT9Y8eOyePHjy1T1BT/GrShG0Jtiz5D/Q5aN3QGtehmN11rypgxY1Bvpb6LCRAA4GIPhOEgEFSBSZMmyRdffOF7m/5C1ag6jZALaQCAnlOza9cuf4ek6WamTp0qb731VoDDDssxasea5n1qvZ7y/Il3ZGLaPFnMzv84iUhXE9T3k6fW16Mh9EiAS3+f9p2iBonUHd/NBIs4WzQ1UqlSpZyt7m+9tGnTyoULFwJsRxfwdSHftuiufk3fFFjR6Ne6detaqmlWAE2h5ag4ygCg/dhnEQisX15HAAEEEEAAAQQQQAABBBBAAAEEEEAAAfcTaNasmcyYMcMycF2k1zT25cuXF035r5ujBg8e7Ce1vN6kmwczZ87s5/tI++8XdZe5Bgvo8cW6gK/t66Yl28V8TVN/5swZ0f7tS+PGjQPcxW5bP6wDAHRDlW6s8ikdOnTw3aEf0gAA9Q6o6PPS7AOOsjL/888/kj17dn9v102dGiCg3087ChLQLBBr1qxxvzcxI7YIEADAGwIBNxbQNDf6g1wj6XyKLlDqGeFaQhoAoL8E7t6966+QppfRX/gaaeZfCesxnt59VKbU7SEvn78wQ3gzXzaz8z92/Lhu/GQZelgJLGg3XA6t2OLbfJSoUaRyn5ZSskV1p7rUoy7y5MnjVN2AKgUWAKBRnenSpbP8+dM0TfqhLGnSpIH2r9Gn2odtKVGihGzfvt3hvfXr1zfHe9gW/fDdtGnTQPuiAgIIIIAAAggggAACCCCAAAIIIIAAAgi4t0CKFCn8ZP/V7xL1O0X7omnudSd+QN8lPnv2TLRNDRqwLbt37zYZjW3L8OHDpXv37pZrffr0kYEDB/rp21EAgO5a13Lz5k1L/bAMANAMBHq0gU/RXfi68O5zTGxYBwC0bdvW+PjM3XbiO3fudPjcNNusZnzV56flypUrou1o2n/7ohkHNLsBxX0FCABw32fHyBGQhg0byty5c30l6tSpIwsXLvT9/5AGAPTv318GDBgQoHSMGDFMlJ79UQM+N4XlGP/dcVim1Okhr1+/Nt2lL5Dd7PyPGTc27w4E/BXY9N0i+XW499EWPqVQnY/ls1GdAlXTgBZN4x/SElgAgKax+uqrryzdBDUlv36Q3rt3r28bGjWqGT3sP2D/+++/kjNnTj8ps86dO2eCECgIIIAAAggggAACCCCAAAIIIIAAAggg4LkCusHQZ+HaZ5YBfX85atQoPyn6dTFaF+19iqNMqv5tUNLNUClTpjTHEPsU3YR19OhRP+g+AQA6vmrVqkmNGjVMxtaKFSvKunXrLPXDKgDg6dOnZlPkyZMnffv74YcfpFWrVr7/H9IAgA8++EC2bdsW4JtOv6fW45nz5ctnqbd27VrjYV8cfd+rmRdy585tghdsyzfffCO9e/f23Dd9JJgZAQCR4CEzRc8UsP8FGjduXDl+/LhlwS6kAQC2cvrLV9Pu6C5h/QWvv+R8ih43oAuLhQsXtmCH5Rj/+e2gSfvvUzK8m9Ms/seIHdMzHzizClWBU7uOyNIuY+Tmucu+7aZ7O7s0ntZXEqb2jhgNacmaNatJfWVbbt++bdIrBVT0Q5emyzp//rylmn7gDUr2gR9//FE+/fRTSxtp0qQxmUFKly5trh86dEjq1atnfnbYlipVqsjPP/8cUgLuRwABBBBAAAEEEEAAAQQQQAABBBBAAAEPE9C0/nrcqG0ZM2aM6Ln1PsX+WGC9rrv8hw4d6lCjaNGismfPHt/XdDOT7ui3D0xYvXq1OfNeNznZpsnXYwrCKwBAgx369evnO1bbY5l9LoY0AMAWSQMk9Lvh7777TvToV9uixyTod7u2RwGokWZvti8+Gyntr0+bNk1085ltqVSpkqxatcrD3rmRazoEAESu581sPUTg+fPnUqBAAdF05D7FPsJOr4dmAIAt3ezZs0Uj7WyLprux/QUblmM8sXW/TKv/X/RZpsK5zeJ/tBjRPeQJM43wEpjZpJ/8veG/D5YxYseSmsPay7ufeqdBCkkJbgCAoz+3umC/efPmIA9HP+jpBz77oh+c9SwtTfNkXzSYSKNjc+XKFeT+uAEBBBBAAAEEEEAAAQQQQAABBAIW0POW9Tu0xYsXy/79++XixYvikypbz8YuV66c2dGqOzJDUjTttp7zbF801bPumg2s6MaEqVOniqa5Pn36tOimhnjx4kmWLFnMxgI9f5r00IEp8joCninw/vvvy++//26ZnG400oVwn2K/SK7XdQG7Xbt2DlFq1qwpy5cvt7x28OBBsw7iTAmvAAD9eag/n22zFehOfTWxLaEZAGDbbpMmTWTWLGt22yFDhpiAjNevXkmUqFHN7xj1sC2FChWyZIu1fe2PP/6wPDt9TZ+lPlOK+woQAOC+z46RR2KBESNGyNdff20R0PNbYsa07n4/ceKEQ6Xs2bOb64MGDfKzQ9gZVv2LSurUqS1nAkWPHt2cV66Lh1rCaozHNu2VGY36+g4zc9G8ZvE/arSozgydOgj4EVg7dIZsmbjEcr1Yw0pSY4jjD6POEgY3AEA/XOmHLtuyYsUKqVq1qrNd+9bTKFn94sDZD2v651gDEGrXrh3kvrgBAQQQQAABBBBAAAEEEEAAAQQCFjhw4IC0bNlSdFEroKK7Whs1amSycDo639kZ5w4dOpjFNvviTACALibp4p1tBlD7dqJFi2aOL9S6mh2UggACni/w8OFD6dWrl4wbN84yWd2EtHLlSsu14cOHmx3/tkWPG+7b97/v9m1fK1mypGzfvt1Sf+PGjVK2bFmnYMMrAEBT62uKfZ+iPwv1e2D7EtjajKbuT58+vVNzs6105MgRyZ8/v+W+4sWLy44dO+TF0+cSLUY02X/ggJ9szRpgsWzZMof9Xb9+3RzBYFuyZcvm51iAIA+WGyJUgACACOWncwSCJ1CmTBnZsmVL8G62uUujeDUSLTilYMGCon9psS16lrhGAWsJizEe37xXpjf87wNC1hJvS6vFw4IzfO5BwCLw98Y9sqTLaHl4867v9UxF8kjLhUMleswYwdIKTgCARtVrNg3bosE9+mcruH+Z1hRRbdu2Ncd3+JfmSftLly6dzJgxQz78MOTZD4IFxk0IIIAAAggggAACCCCAAAIIeLCAZvarUKFCgIvq9tPXTQL6HWBgxwna36cbAXS3p27isS+BBQBoCm/7xb2AHkvDhg1Fs4VSEEDA8wT058Hhw4fNxPQ7xmPHjsnjx48tE82bN6/JXKpp+W3L3LlzRX8+2JZatWrJkiXWjVg+r9um8/e5pinoNRW9MyU8AgD0u9UYMWI4/NnqzBht65w8edJh4EBg7Tx48EASJEhgqfbmm2+a42SfPX4q0aJHk+s3b4geDWBbihUrJjt37nTYvKMMAHrEwu7duwMbDq+7sAABAC78cBgaAv4J6C9K/6K1gqLmEwDg5eUlGTNmtNyq6b9tjxiwb1cXJc+ePWu5fPnyZZMZQEtoj/HOxWsy4oMW8vzxU9N+tpLvSMuFQ4IyXeoiEKDAi2fPZdrnveTUriO+9eIkii91x3eTnGULB1kvOAEAuvivQQC2RaP9u3TpEuT+7W/QtIK6u3/Tpk1y4cIF82FdP5hrxGiVKlXMzoLYsWOHuB8aQAABBBBAAAEEEEAAAQQQQAABq4CmjNa/f+vCjX3RY/r07OZLly6JHqlpXwLatenIWReodKHH9ixt23oBBQCsWbPG4WKbfl+QKlUqc1zBixcv/HSrAQD2C328BxBAwP0FHC3K285KjwIZPXq05fx5n9f1XPqcOXNaEHTx/MyZM5I2bVrLdf2e0iezsO0L+jNJA6ecKeERAKDjSJEihSUzsjNjc1THJwDA0XHLuplr4sSJDpt2tJajGZ/V+/Fd798x+p227uDXTWU+RX+OX7t2zU/wgL4+bdo0adGihaW/Bg0ayJw5c4I7Pe5zAQECAFzgITAEBIIqoL8Avv/++6De5qe+TwCA/uVCz/Cy/0vG3r17TbSwfdm6das568u26Jlit27d8t2lHNpj3L90gyzvOcEEAGT/oKA0nzcoxPOnAQQcCfzUa6LsnL3K8tL7LWpI5X4tAUMAAQQQQAABBBBAAAEEEEAAAQSCLKCLZJp1z7bo7szp06ebc5p1ke3evXsyePBgc6ymfTl16pRkzpzZqX6nTJkirVq18rduQAEA77zzjp9jBPW87mHDhpnvDnWRTtN/jxkzxtK+bizSxSw9WpAS/gKa6UHP/F68eLHoBhAN1Hj27JlZqMyQIYM5HrJGjRrmM9e7QwAAIABJREFU3HJny+3bt80547oA++eff5rvfePEiWMCQd566y1zVKUGpyRNmtSpJsNijE51TKUQCQQWAKBrAHpciH9HleTJk8fPJsNSpUrJjz/+6HuPHmGqAUS2afV9Br1t2zZ5//33nZpDeAUA6MZJzYQQ0uITAKBz/OCDD/z8ftAFfQ0Osy/9+/cXPUrBtmiWBM2WcNPrijx79FjeyJnJHCFt//tEj2Xo1q2b5V5dE9KfDToe26IZHOrXrx/SaXJ/BAoQABCB+HSNQFgL6G5fjdSyLV9++aWMHTvWT9fVq1cXPWfctuhu/kmTJpndwXqWjX5Q018k+pcIjRazLU2bNjV/aQlqcXaMWyYulnUj58pbpd6RprMHBrUb6iMQJIHDK7bK4i6j5cXTZ773ZStZwBwJQEEAAQQQQAABBBBAAAEEEEAAAQSCIuBox6iedV2iRAk/zejRfJq9z7bod2763Vtg5caNG6I7QXWx1r/iXwCALhzbbwQqXLiwSQFtvwjoKINhUM7qDmwevO68gB7R2rJlSzl48GCAN+kz1OyPmmnSv8VanwY0kEC//71797+jMh01ru3o98yBLRKGxRidF6JmSAR0YVoXqAMqGhSi59nny5fPTzVHxwBoJQ0o8vn5t2vXLnO8gKOixw/Yn3fv31jCKwDAWU89etl+vcTRz1/NqqIZEezXW/Tnr67NvPvuu6ZLzSCjm0J79Ojh5wgC3amv60DHN++T66cuSMkW1U1WGc3irMFAPkUzMHz33Xfm94n+95UrV6R169by888/W6al60KauUaDfijuK0AAgPs+O0aOQKACzi6ua0P6IbFo0aIOU43Fjx/fRIxev37dYaoy/YWtxwVoRGlQizNjvPTXKVnQfoQky/CGNJnZP6hdUB+BYAk8vHXPHAlw4eh/0Y8JUiSRxjP6SfoCOYLVJjchgAACCCCAAAIIIIAAAggggEDkErhz545omn/boos9ejyfo6ILtF27drW8pDts+/TpEyicLurMnDkzwHr+BQCMHDnSz85QXXxq06aNn/YWLVokdevWtVzX4wt17JTwE9Bz1zU9+tOn3kemOlPefvtt2bJliyROnNhh9Z49e8rQoUHbABNQgEpYjNGZeVIn9AV0kf7o0aNmAVl/BtgWzWji3451RxsPnR2d/vzUzMPOFHcNANC5TZgwQdq3b+9wmnqEq66/6PHLtov5PpX1z/S+ffskiois7D9Zzh86IR3WjDcvO/p9otf1uAUN4NEgAd30aV/090jjxo2dYaeOCwsQAODCD4ehIRBSAWcW12370LROGpnm6Ie+f2OJFSuWLF26VCpXrhys4QY0Rl34/7nvD+J14Jjk/LCwNJrWN1h9cBMCIRFY1HGkHFhmjbwv362RlO1g/YtuSPoI6F6NAtW/yOmfNVLphZUy7SKAAAIIIIAAAggggAACCCDgGgKabl93eNoWTbnfsWPHAAe4c+dOee+99+T169emnh4ZULx4cdHv3myLfwEAderUMSnkbcuePXtEd6HaFz3D2/5IAs0KoGnoKeEjoLtzdWe07gq2LxpwoqnDdXHP/shXraup+5ctW+bnPkeBHVpJM8OmSZPG7NLWBVn7EjNmTJM+PH369JaXwmKM4aNLL4EJNGnSxBwRYVuGDBni52eXvq7fa+pisn3QgO291apVM2n1T5w44XtZd6/re8jZ4s4BADpHRxkDApu7/pnTIJssWbLIvzsOy4J2wyVrifxSb0J3c6v+PtBnNXv27MCa8n1dAxHGj/cOIKC4twABAO79/Bg9AgEKBDUAQBvTXxh6do/tL1v/OtFzwSZPniwFCxYM9pMIaIz//HZQ5rUeIlnfe1saTukd7D64EYGQCuyZ/4ss+3qcpZmcHxaRprOs5y2FtB9H92sAgP4FK0GCBAQAhAUwbSKAAAIIIIAAAggggAACCCDgQgJ63vXvv/9uGdGhQ4dEd3n6V/S7A00TfeTIEd8qutC/evVqp1JQ600aPLBjxw5LF5qlQLMV2BddVNZFX9uSNWtWP2dIuxCrxw2lWbNmMmPGDMu8dBe27sbXhVBN+X/v3j0ZPHiwn3PA/8femcDNVP1//KSfXWSvLJFsiSwhyZK1lCJbWlRE0q5SoRDak0qpkPbtnwhRorK12rckUfqJREm2Nr//630ed5x7587MvTN3nmdmnu/39XpeZebcs3zOmXPvPd/P9/Plou+++85G4uDsqVKlSmHpIy655BI1ZswYhcw7zsR33nlHOxSdku1DhgxRo0aNsvUn6D5m3CSm8YDYa5zS/BCOnHuIOcQPP/xQr1nKIHfPWScEI9JNnH322VopxQxMZJ0513g0yNKdAMDYnnrqKa328ttvv8VcHd26ddOOeuT69//2h3qx771q0+erdQpbUtlaxu8WYhm/z/3790esF5UB1GYGDhwYs20pkB4ICAEgPeZJeikIxIVAPAQAGuKlYfbs2ZoJinwMD/sHDhzQcjvI/JMqgBsMOYAStVgEAHKxdx8jN51EcZbrE0fg1x9/VhMvHax+2bQ1VFnx8mVVvzfuV6UqnZB4AxFqEAJA0qCVigUBQUAQEAQEAUFAEBAEBAFBQBAQBASBlEFg3759Cifq44/bAxBQ3Zw+fXrUfuKgRYLfsjZt2iicbV5zUHNd7dq11Zo1a2zt7Nq1S5UoUcK1bQgAZnR5mTJl1M8//5wyeGZ6R0jXunPnTtswFy1aFMqrbn7Bepg3z65u6ZTtx9GKw960xo0bK/KzQyYwDafjTTfdZPuMfO60b1rQfcz0OU2n8aE8gQPftPLly6sff/wxrmGw7zlVTmbNmqXOPfdcz/VlAgGAwULcQY2F8UP+giwBMYK9uHr16pqsdfnll+v/x3DwT7p8qNowf5n+/4f/+74rZvh4UG2gXghAkAwgXaAeAM59+/bVZAKxzEFACACZM5cyEkHAFwI7vt2iylS1yzL5qiAbCiP9f2KDmtnQkjQhCHhH4MWr71Vr3v/UdkGXB25QZ1x2nvdKfJQUAoAPsKSoICAICAKCgCAgCAgCgoAgIAgIAoKAIJAmCODsWrFihe4t0dTIXxOAYxpOedQ6yQEdyZB5r1GjRigim/SB1FurVi1fBADktr///ntbMziIIuWKL1CggC33fJEiRcKiwtNkKtKum8jw47gzDaUGHHxu5pYHnEhfIo0t69Wrl3r55Zdtl/Pvyy67LKzKrVu3Kpy9piFF/sMPP4Q+SkYf026i0qjDSMQ7c76jEkxEupsx1yhGmIZDev369b5Hzb6DwjCEI8uqVq2q1q1b50sNNdUIAL6BiPMCzqk5r8ZOPedMSaMcJ46ZeJkQADJxVmVMgkAMBH777w41dfA4ddmzg1W+ggVSEq99v+5RhUsUTcm+SacEgQXPvaNm3PucDYg65zVTlz87JHBwhAAQOKRSoSAgCAgCgoAgIAgIAoKAICAICAKCgCCQ4wg4o6qdHSIam8h+crlHs+7du6v/+7//CxW58cYbQyoCfhQAcOaZDlwq9EMAQD7aLR99jgMtHdDy33fddZcNiccee8wWcd2iRQu1YMECWxmIJE6Zdwr89ddfKn/+/Lay0QgIXqbASx+91CNl4kNg/vz5YWq/pJTAoe+2Bw0fPlyNGGFPjXr++eerGTNm+OrAkiVLFHvY5s2bbde9/vrr6uKLL/ZVV24lALzcf7RaNTMrbUyfl0aqGq0a+sJNCmcuAkIAyNy5lZEJAq4IvHXrGLXi3U/U3wf/Us37XaQ63tMvx5FaPWuR+uzl97L68b//qcqNaqu2Ay/N8X5JBwSBaAhsW79ZTbhkiPpjx6+hYqWrlFc3TB+rChYrEhh4QgAIDEqpSBAQBAQBQUAQEAQEAUFAEBAEBAFBQBBIGQRiEQCIviVKu2TJkhH7jMx/u3btQt+jFLBhw4ZQdLgQAFJmunO0I82bN1cLF2Y5CC1DWrxu3bpx9Wvt2rXq1FNPtV1LDnfUKuK1oPsYbz9y63WcP0LiQG7etEaNGqmnn35aNWjQQH8MyWf8+PGaUIIsvWkvvfSSlqaPZMjTI2+/fft29eWXX+r0wxAG+Nw0CAFI4Pu1TCYAHDp0SON09NFH22D556+/1d01L1L//Pm3/jyS/L9fLKV8ZiAgBIAI87hx40YtebJ48WLfMz1o0CA1cuRIRR6kWMaGyiY3d+5cnc/jm2++0Zcgl1KvXj1Fjidy9JBDyY+xYX/xxRfqvffe07l3YOshJUVeFm7sMPouuOAC3QayUGK5B4Hftu5Q9zXuFRrw4M9fVOQxj2Xc3LnJOHP7xLou1vefPPO2em/UxFCxhj3aqe6PDox1mXwvCKQMAs9dfJf6dtFyW39QAkARIAgTAkAQKEodgoAgIAgIAoKAICAICAKCgCAgCMSPAJGRr7zyivr000/Vli1btOw5jlZy5eL06tKlizrzzDM9N0Cu97feekvndV+9erXOm86ZS9myZbWUO+eBPXr0CJP4jtYAeZcnTJig875v2rRJR24TkU1uX/pINDl1i6UOAi1btlSsrWjGmpgzZ46qU6dOWDHWISkCvv3229B3zzzzjLrmmmtC/xYCQOrMd070hL1myJAhIUUIqw/sMew/8dqtt96q1SlMe/jhh9Vtt93mu8pk9dF3R+QCNW7cOHXDDTe4IsE9j3vKtm3btAKE0/A5ffXVV1F9TZRZuXJlVKS5l77//vtx+SAymQDAPb1gwYKK1CumEej56nUP6I+I/EcBQEwQsBAQAkCEtfDqq6+65rfxsnTOO+88nS/HmYfHvJZ8TjyQjRo1Sv3665HoUbf6S5QoodmePLA5pXXcyuPsJ3/PzJkzY3YXWRZuzvICEBOqjCrw0jWj1Or3FukxNejaWl089vaY40sGAeCjcW+q2Q9MDrXdqOc5qtvDN8fsixQQBFINgQ/HvKLmjHnF1q0zLjtPdXnA/aHZT/+FAOAHLSkrCAgCgoAgIAgIAoKAICAICAKCQHAI7Ny5U1111VWeztg6deqkoyIhBUSzd999V11//fURc3Vb1+JsIW/3FVdcEXNA9913nz47xCEcyYgaxDlH2Tx58sSsUwpkLwIEbkEGefLJJ9Ubb7xhazySDDdzPmzYsFBZnGtLly61za8fAsBJJ50UJsPtJwUAQUNE94rlHAI333yzDgTEWFNff/21wg9hGqQRIvXZY+IxCCfUYe43RYoU0WvHS53Z0cd4xiXXZCHgtmfEwqZixYp6TUE4i2axCACQ6VARKFSoUKwmXb/PjQSA165/QC2f9onG44qJ96hTz/FORowLZLkorRAQAkCE6UomAQBWGyoBSKf4scGDByv+YFpFMlijvBg48zVFa4c8PrygNGnSxE93pGwaIwCrfFCFc0MjuOm9J1T506pFHVHQBIC5Y19THzzyUqjNMy7roLo8cGMaoypdz+0IfL9knZpwyWD11/6DISiOr1lZDfxwfELQCAEgIfjkYkFAEBAEBAFBQBAQBAQBQUAQEATiQgBn1llnnaV++uknz9fXqlVLffbZZxEjF8nTTk5jpHy9Gmd2/fv3j1gcZ9rjjz/utTrVq1cv9eKLL3ouLwWzHwFIJy+88IKtYYgbZg53VB5YbwcPHjmD4FwYGXXT/BAAqG/dunW263ft2qUITnOzvHnzKs4sLDvhhBPU1q1bsx8waTGEQKy0EiiBELnvltPdC4w4/Zs2baqJJqY512e0upLdRy/jkDLREXjqqad0gCkEoFjWrVs39cQTT8Qkv1FPJAIAew+K2p07d47VXNTvcxsB4H+HDqmhNS4KnUWL/H9CyycjLxYCQIRpTYQAwOYI+9KZj4OmeCh64IEH9AYajz333HOaheV2o4TR17Nnz5gyKm7tIgWGagF5XsRyBwLTRzyrFk6Yqgdb4+zTVZ+XR0UdeJAEgDmPvqw+fOzVUHtn9jpfdb7v+twBvIwy4xF4suNNasvyrHQu2FF5jlLXvPGAqnLmaXGNXQgAccEmFwkCgoAgIAgIAoKAICAICAKCgCAQNwI4VQmUsSJpzYqKFSum+MPR6cx/TDnk11H9dBqpA0j5aTpsrTLIvHOO6EY24HP64cy3zbWk/kTd02lIBFMnfTQdtFY5CAAQAcRSE4FVq1YpArZMQxbbTFWLAu2sWbNCRVgnJ598ctiArHSzzi9YixjpBYjexVjzn3/+ua0oqSXKly8fVi8S4E6l2po1a4YRCFIT4cztVSzn+oABA7RaSMmSJeMCgfzupEMxrWHDhjo9itc0w8nuY1wDk4vCEEDN480339T7DKmrSWXNPQ9CEPsHBDnWg7WXeIGwfv366rvvvtPK2exXjRs3Vh06dNCkkiAstxEAVr23UL18zWgNXdVm9VS/1+8PAkapI4MQEAJAhMl0EgB46GLD87OhuVW9YMECzfQlV4ppSHDB2IUp+ffff2vJlDvvvDPMmc9myE22UqVKtuuR8rnlllvUs88+a/ucfkM4aNWqlYKVyYvE2LFjtYSY0/j8xhtvdCUXZNCal6EYCNxe/pzQv/q8PFLVOLthRHyCIgDMfvAF9dGTR6TMml51geo0coDMiyCQUQjMHDlBzX92im1MrW/sqc4ZFFu60QmEEAAyamnIYAQBQUAQEAQEAUFAEBAEBAFBIA0QGD16tBo6dKitpzg9Jk+erMidjQPr559/1pH506ZNs5VDupjzN0gCplEf9ZpWpkwZ9fbbb6tmzZrpj5csWaK6du0apuxJOygBOA1nCo4Z00gvwFkgCqKcF5L/+7HHHrOV4VwRGW+vDrs0mLKM6iJncMjpm4YTHmc8hrIn57xuBBS/QLAOLOLAZZddpjgTNw1CAE46p+HEcxIO2rdvr3N3i+UcAi1btlQoQUQzyEEQP+rUqeOroyhQsLc49zD2rQoVKniuK5l99NIJotpR2IBAtWbNGp2emdzq4FKtWjV14YUXKqToIylfxGoD387ChQvVjBkztCIM9wr+unfvHqbsEasu83v6jYoMvqFjjz1WTZ8+3c/lUjbNEWD+WacQ/Cx746aH1dIp8/Q/Lxs/WJ3W0a4Ak+ZDlu4HgIAQACKAmAwCANL/PIQ7JZxg3j300ENh0v7ciHnoJ1+PaRMnTlTI9Zg2b948LZFilj3xxBO1pFeLFi1sZWFv3XDDDTqfimlt2rTRn5FXSix3ILDguXfUjHuf04MtX6equmnWkxEHHgQB4L3Rk9Qn4/8v1EazPp3UBSMiy9jljlmQUWYqAhvmL1UTLh1iG17FejXUDTPG+hqyEAB8wSWFBQFBQBAQBAQBQUAQEAQEAUFAEEgYAc7UiNg3jSjIc889kk6R73Cw4wR1Ru5/+OGHinM209ycXhAKrrzySls5t6h+ov/JD28aTjcib01r1KiRjuB2Rti2a9dO0SfT5s6dq1q3bp0wVlJBbAQ4n3XOM+fByGy7GaldncFfBKWtX78+VLx06dJq586dsRuPUcIkAHA+fccdd9iugDxC0JrTXn/9dXXJJZfYPkbxluhysdRAAD8B+8aTTz6p3njjSDAWveP8n/XkNRXA/fffr1MTm8a1H3/8sYKIFK8F2UcvfSDAE5WW33//PWpxFBIIloQU49VI7YLf55577nFNhUHaZqdfKFbdpFyYOXOmdvpzD0J5A0MBhM/Fcg8CbgSAe07pog7s2adBEPn/3LMW/IxUCAAR0EoGAQD5Jhz6PFhZxs0WpjAP6E7jBnjddddpaX7TuEnx8AXjB4PtyQMWN2LTiObnwc0px0QZHvp5+DcNZuns2bMDk1zxsxClbM4hMKR6Z/XXvgO6AxePvU016Gp/QbV6ligBAKIBhAPLmve7SHW8p1/ODVxaFgSyAQFY+Y+2ukb9/O2Rg6O8BfJrEsDxNSt76oEQADzBJIUEAUFAEBAEBAFBQBAQBASBEAJEP3JYjiQxTlwO0EuVKqXz05ICkcg+5LRjGXLbSNz6NdQY3aTjY9XzxRdfqDPOOCOsGIe+RPuJZQ8C5FavUqWKrTH+vXHjRtcO9O3bVxGsY9rzzz+vyONuGvLopgOX76jT2RYpAqwzP+t6nL3IL5v28MMPq0GDBtk+e/rpp9W1114b1k+cf6QNNe3WW291VQjNHpRzVyvsSRBATIvmgB0+fLgaMWKErTypHogotuyUU05RpINN1EwCANHQtWvXtlVZo0YNxZk2igOmuZFKcAY7x5lo/+T6YBBgP3I6n++77z5FVH8sY1/BR2Eae9QHH3wQUi+JVYeX7xPpo5f6ITA4/Sexrps0aZLq3bt3rGJa7RnlgK+++ipiWa8EAM4SrecYFGLcyAqZQgCwCA358uWLiXFuL+AkAKx5/1P14tVZhKuTGtdW1055OLdDJON3QUAIABGWRTIIAM46aZq8JDj4eRF1Mxz9AwcOtH3FS+prr72mYCNjsD3Jt+KUWOJl99JLL3WtFyYpLE1ehk0bM2aMTiUglnsQWDVzoXq5f5YEXfHyZdTgz+3KEBYSiRAA3r1nvFr0/LshUFv276rOG3p17gFZRprrEZhy5xPq81eO5OYDkI7D+qnmfS+KiY0QAGJCJAUEAUFAEBAEBAFBQBAQBASB0PkIDgQvUXGdOnXSkuqQAiKZW4SrF6jjIQAQ3EE0t1POnfaEAOAF9eDK4MQklaZprJepU6e6NuLmVJowYYK6+mr7ucfpp5+uli5daqtjw4YNqmrVqrbP9u/fH6YSSjT45s2bbeVIMUo0q2mQSNyCjLj2pJNOspXFgYsDTyz5CPBeX65cuTASB3OFc7VBgwa6E5y9sS/hlHXK+6PayvmvX2Md4sQ0jbXMmnYz+uR0Yvbq1UuNGzdOpyWAUAU5welIZR1/8803klrW7wRlU3lIHNybTMPHANEtmuG3wHGNU9oyUocgP+9UREl0KPH20Uu7biQorjv66KN1SmYCMXfv3h1WFY5pSDIVK1aM2AxEHHw8TtUY84I8efKofv36uaZyscqx9/Pbwu/z3//+N+qwMoUAAOENJZ3ixYt7mcZcXcZJAHjr1jHqqzfnaEx6Pn67qt9FFH1y9QKJMHghAEQAJmgCAGymO++8MyznFs52cudEYjlxM4U9ZhoMURif1sMhLw/kH4NpZpmzjHOYMMd4AIRFZlqs/siPKDMRGN24l9q9NYtJ3vGevqp5vy5hA42XAPDO4HHqs5eOSBKdfV131eGu2MzJzERaRpWbEVg9a5F6qd8oGwQ1WzdSvV+MLo8nBIDcvGpk7IKAICAICAKCgCAgCAgCXhHAwUm0vlOKPdr1tWrV0vl5nbm2rWsefPBBfZbj1+IhADzxxBPqpptucm1KCAB+ZyB7y3fr1i3sfI3ozebN7bl4SQvqlHx3i9jHOXvRRXayeI8ePcIkvFnvTucdTiMczU4jJ7Xz7JHUBaZKafailvtaw4FOSlY3IzCscOHC+mzXiog1y9WtW1c75XG8+jW/BABSQ0AOMR2+tEnbrK1ffvlF4ah0Gg5W1qlYaiLAua7zXle+fHn1448/RuwwexH7m0lGIb0IKS3iIaPEQiaePsaqk+9x7kOi+vXXX23FCY4kGLJs2bJ6vb/zzjtaucWZjnnIkCFq1Cj7eZ5VEWVJgeBUiAEn0jXzm2jWrJluAxJANPv+++9V5cre1EKFAOBl5jOrjJMAMLxOd7Xv1z16kA9tma2OynNUZg1YRhMIAkIAiABj0ASASA538iIh3x/JyNvFQ5fzxjNnzhzVtm1bfZkbSYCXTVjA5IdyM9hVSH3xomEaN29eRiK9/Aay6qSSlENgy7L16skLsvJ55S9cUI1Y83/q6Lz2l4p4CABv3/G4+uLV2aHxtr7xYnXOIHtuu5QDQzokCCQRgYN796tHzu6nft92JE9fwWJF1G3znlVFjyvp2rIQAJI4IVK1ICAICAKCgCAgCAgCgkBGIMAZR5MmTVxl94sVK6b427p1a1hELYMnzeIzzzzjigOSx85zE6IFYxnOOvKze7Xt27fr85s9e7IOcp0mBACvSGZ/OWT5cSwRwWgZkYzMqdPhvm7dOh2ByzueWZbzO+uMDycvzn8z+hNH0qJFi8LSViDVjmS7abt27VIlSpRwBYL+QASwrEyZMurnn3/OftBycYtuzvhYcBB5/NFHH4Wlioh1nfW9XwIA1w0dOlSNHp2lFurFkEh3qgx4uU7KxI8ATvgrr7SfsQ4YMCCMZGS1gBowe5Vp3HecaUms70kfTNoJJyGFdMO33367p44nu4+eOqGUIiVLnz59bMUbN26sCYDsr6a5kfGaNm2q92A3Q32ZiH3TcOL/3//9Xyh402s/3QgA9M+NrCUEAK+oZk45kwDw9dwv1PNXDtODq1i/hrph+tjMGaiMJFAEhAAQAc6gCQCwI2GVwaI0LZpMP+WQToIptnLlyojXIQGFFI9p7du3V4yhZEl3hxJlR44cqe655x7f1wW6AqWylEHgqU4D1fdL1un+uEXp+yUAmDI01Nnm5ktU+9t6pcx4pSOCQE4i8Nr1D6rl0z62deHisbepBl3bhHVLCAA5OVPStiAgCAgCgoAgIAgIAoJAOiCAowqHlWk4QSdPnqwVEzlAx9HZv39/NW3aNFu5QoUKadUASAJO41ozncCpp56qVq9eHTgknBeRbiCSCQEgcMgDqxDHJ+vMtDvuuEOrfboZjigcss7oapzxRFi7KVigRDFo0KCw6nAy4TAyLdpaKVCggJZvt6xIkSJhAUeBASMVRUSAwCuCwZirWEb0NQ7JaKlKYtURDwGAOnH0cm5srhlnW6xZAsxIB+B0pMbql3yfGAKojLRs2dJWCYrAOPSLFi0aVvnw4cO1vLxpOPhRGXYayiIEJDqVHlAOJmLeqyWzj177QDlSWJDKwDT+fdlll4VVA1kQZQTTIOFAoHDasmXLwpz8lIXIxZ7u1ywCAL8rFGQgg6EiQGoBSI6mCQHAL7rpX94kAJhBl90euUU1urh9+g9QRpAUBIQAEAFWJwGAiPj4zC78AAAgAElEQVTSpUurTZs2ha7gM1jd9erV05sxzLGCBQu61ujFke92oZfr4nXkx3tdUlaiVJrjCPy+fZcadfqloX7cvfRVVbTsEQKJHwLAGzc9rJZOmReqq92tl6u2txypO8cHKx0QBFIAgSVvfajeHPiorScnNqgZ9tD277+H1ME/D6oC+Quoo48Olwtr1POcFBiNdEEQEAQEAUFAEBAEBAFBQBDIOQROPPHEsNy7s2bNCstPTJQ2kXROJyuRjm3ahJNxOfMxAzIiOUsSGTmRva1bR8/bKgSARBBO3rVTpkxRXbt2tTWA04ezvGOPPTZiw0SGQkZxylE7L8ibN6/Ou07eaDcjmtfplPJDAEBynrMesexHALUPlB/Yp5YvX65QkkBmHeISUdmkd0ClNZKyq58ex0sAoA0ckhMnTlTz5s3T6xqFWshSrD32LequWrWqn+5I2YAQIFiElAysHdMaNWqklWus1MH8xsePH6/uuuuuMBUcggqdUv6sx7PPPluhZmxaz549dbChH6JHsvroF8IWLVqoBQsW2C5bsWKFVmRxGooH+fPnt30MzqYqi/Vl9+7ddaS/aW7pX7z2l/0bkuIFF1xgC+pEIVoIAF5RzNxyJgHg3vo91R87skhkD37/nsrzn9jqVJmLjIwsGgJCAIiAjpMA4GUZ8VAGM7JLly5hNwovjny3NniQhwn+6aef2r42UwfE68h/7LHH1MCBA231xkod4AUHKZO+CLw64H61Yvp8PQCYYzDILPNKAHj1ugfUinc/CV3X/vYrVJubeqYvKNJzQSCJCOzZvks93KqfOrhnX1ytVG1WX/V7/b64rpWLBAFBQBAQBAQBQUAQEAQEgUxAgECNKlWq2IbCv535eK0Cffv21Q4t04jKJu+v03DGmVG65HB/8sknA4MNRwPnMJEkmK2GhAAQGOSBVYTziLzOTgc6zpsLL7wwajvIReM4NdMGuF2Ao421ytp0c7oJASCw6ZSKBIG0RACC0A033ODa91KlSilIPtu2bQuT8ecCCG5EqhNtbhmR5qeffrpCydhpJ510koKUFMvOPPNMLblvWdB9jNV+ot+vXbtWofZjGoQIyHqmQYbhGcFM6cI94b333tNphaZOnapJM/v27dMKHkT0k3KIdAJ+TQgAfhHLzPIWAeCHz9eoiZdlqV6VO/VkdfP74zJzwDKqQBAQAkAEGOMhAFhVIamDNJepBhAvAYDcXeSS+eCDD2w9DYIA4DZGIQAE8rtK60puL38kmviWOU+rE045SY/HCwHg5f6j1aqZC0PjP/fOq1Sr63ukNR7SeUEgOxCYfNVwte7Dz303JQQA35DJBYKAICAICAKCgCAgCAgCGYbAxx9/rFq1amUbVadOnfThu5sNHjxYy1WbNmHCBO2QNY1DeyTSTXvkkUe03HVQdt9996khQ4aEqiMA5IsvvlDfffedrQkhAASFeDD1QDrB0eNUkiDCljmNZpwXPvzww746cu211+qIXqcJAcAXjFJYEMhIBNwUHmINFJl6HNpO8tz7778fppwTqy7n9yhDOFMgB9lHv/3xW557vDPNAXv2bbfdZqsKRz+qQKbx7IGzfvv27a7NQuSCsDF27FhfSgpCAPA7i5lZ3iIAzB45UX364kw9yIvuu0E16XVeZg5YRhUIAkIAiAAj0kbI+sPmisfII4Pj3mLoCgEgHhTlmpxAYOaoiWr+M2/rpmu1O0Nd+fxw/f+xCAAvXn2vWvP+EaWK8wb3US0HdMuJIUibgkBaIrB48nQ17e7wQ51ogxECQFpOtXRaEBAEBAFBQBAQBAQBQSAHESCn9ttvZ73zWuYm2btu3TpVq1YtW7nRo0ernTt3qjlz5ugUkZz5ENmHXDe5hNu2bet5ZCg+nnLKKaEcy0RqcnaEVLEQADzDmO0Fcfoz35s3b7a1jYz2iy++GNWp88orr4TJbVeoUEGh0EkKijx58qhPPvlEkWfbuQbIx3777bfb2iQi19kPPykASG2KFL2YICAIpDcCTz31lLr77rttijWRRsQ98IknntD3LqcliwBAO0H1MZkz9e2336ratWurP//8M9QMRED2WRQVTLvjjjsU+3I8hiLzo4/aU4JGq0cIAPGgnHnXWASAR5pdrX7ftlMP8P5NM9R/8sVW5sg8NGREXhEQAkAEpA4dOqRz3fBfpHCKFi0aeohHom3r1q06VxMMMLecXTy4k0fn+OOP1y3ESwBAcgcGuJM5BxONFwIs3hQA9O+KK66wIYBMD1Jk5M8Ty70ImCoA/V6/X1VtVi8qAWDylcPUurlfhAA7/+6+qsU1XXIvgDJyQSBOBMZdeIv6YenXnq8WAoBnqKSgICAICAKCgCAgCKQwAjhfcYyR+g75WQ5eOWjlcBrZVdLs8a6aiHFoRp5W2iE39/Tp031V9+OPP6o33nhD52vG8UvO3QIFCqiyZcuqhg0baslvIr9MKV1fDUjhbEGAeSNq2pReL168uI7Wy5cvn60P8ThCOnbsqHMk41iNZeT4nTFjRqjYqFGjtBrAySefLASAWODl0PeQP5Bx/vpr+zsbv31IJUcfHTkHL+eLnLWZeaTJM71q1SpVrVo124jYbyCfmEFJrCnIB6YqBWUgqpiGkiiy1G6GfLcpV33CCSfo802xzESAe+m///6rFWr95G1PNTS4f7/wwgtaWn3NmjX6HJ4xcf/lt8P9l+eESOvebTxBP3f873//U++8846aMmWKjgDnXsNvrUyZMqp+/fqqa9euinzxzvtMkFhD5sFXwXPK8uXLdR+Yf3AhbTHEJYhK/H8ki+e+56zLTQHAKhNEH4PEzKyL3wvy/EuXLrU1gaoL6i5Ow1/z+uuvu3aHewH7K3v47t27w8rwe2SdNGrUyNNwhADgCaaML8Re+NPyDeqFXsP0WI+rfqK6dd6zGT9uGWBiCAgBIDH8dK4c8setXLkyrCYY4Rb7O14CgJfr4iUAxHtdgpDJ5WmAwKLn31Xv3jNe9/TEBjXV9e8+FpEAMPHyoeqbj5eERnXBsGtUs76d02CU0kVBIPUQeK7nXerbhcs9d0wIAJ6hkoKCgCAgCAgCgoAgkIII4Ewjt/XMmVkyltEMB9v48eNdI9YiXcdhLnXj9OdAHDI/dt5553lqk7Ic6iMXj3M2Vr5ucsaSr7tx48axhiPf5xACvXv3VpMnT7a1ThTfAw88ENYj0gL069fPd08hq+BcikYGwfEPAcCyypUra0cupBIhAPiGPFsuwHEFIWnZsmW29kg/wf6CMz+akdrhjDPOsBVBPtokgZhfErBD4I5pEJcgmVjWpEkT7UQyDfJA+fLlw7rC/ufsY82aNcMIBNkCpjSSLQhwD9y/f78mvaUrAQCHNnnTCdKLZiVLltSy6iixRLNkPHds3LhREVW/YsWKqG3zeyPorm7dutky/9KIPwQgR/C8aBoET8ipbvfzdu3aqQ8//DCskZtvvlmT+SCyQvwiHRHPuk6V6R49emhiqRcTAoAXlDK/DASAjx55VX1+WP7/whH91Vl9OmX+wGWECSEgBICE4Ms6DECqyy0H3DPPPKMfUjAeBi6++OIwFhk3FlIFRLJIBIB333039LLIYQQ57Exr3769Zp3zABTJ3AgAMBI5sChWrFiCyMjl6YrA1tUb1eevzlJfvv6+OvTvIT2MqmfVVUXLldb/D2Pcsq/nfRmSnOGzC++9Vp3V+8J0Hbr0WxDIcQSEAJDjUyAdEAQEAUFAEBAEBIFsQgA5VaLRnDm0ozVPtOtnn30WNbqad3Qrso+IXDengR8CwI033qiefPJJz6gQnUteXQ6NxVILASIzOfMwjehMzl1wkDkNOWWIH6YR1YeDHwcrUX0LFixQ+/btC7sWQgHEAjeDSIL0//fffx/6mshR0lBiQgBIrXVDb3Cics62aNEiW+fq1aun9xsvig84enr27Gm7nlzQSHG72YgRI9Tw4VkpGS3j/BHnkmU4Ozn7Mw1HkRsJiZQCrC3TGBMRv2KZiUC6EwA46+bM249NmjRJQfRys2Q8dyAZT9Q4Cr5eDIVh9gwhAXhBK/vKEOHvJALyfLBkyRJFmhY3I3qfwFDTUKOYNm1aWHE3FWZULHhGNc/ZI41YCADZtxZSoaU5Y15RX73xQVhXIJTs/eW3kL+m2PGlQuSuIV++nApdlz6kIAJCAAhgUnjhI0eb0+69916dfwdDggtH/wcf2H+8Zhm3riA7A7t327Ztoa95sUBdwGIO87DvZDiedtppWvYnkqwPzN8777xTkxdMGzBggM5BA+tcLHciAAFg7LnX+x5851HXqTOvPMJE912BXCAICAJKCACyCAQBQUAQEAQEAUEgNyBw8OBBReSqW7QcZHT+kKVGutZpkOwh2zsNBx0OM6LrTIltNzy9EgDeeustRYSW08jTjQOYiGA3adeKFStqp7K8V6fOamatNWvWTCvbmcZBPQf2boZD5+OPP9ZO/oULF+pIPtJI1KhRI1QcKWoitZ0qFqSD/OGHH1wP9p1OLadcshAAUmfd0BPOz1BrcJ7nnXTSSToyFBlyL+Z2dhctAvT666/XObNNe/zxxxWkJMvIP+0kmjhJAlZZpKqRrDaNM0vOJcUyE4F0JgC4EWaYpVjS6kjs45TnPmxaMp47uCfg/HeqcNAuKYz+/vtv7Q9wGmf1q1ev9uT4TbWVaaUQyaR0R26BlRA1uP+TviGSnX766WGBnhAC+NxpPM9WqVJFPxeYBsGgQYMGMadZCAAxIcqoAhAAPhxjV6OINsC8BfKp+zb6S22WUYDJYKIiIASAABbI4sWLdeSC00znPocRN910k46uN+2WW27RDLNIOYCQkkFSxjRuDDwIWcxdNwICL5vIiEW6iSA7c91116mXX7azgyLltQkAJqkiTRCIhwBA1D/R/2KCgCCQGAJCAEgMP7laEBAEBAFBQBAQBNIDgdGjR6uhQ4faOkuOWqTZIcAjVfzzzz+r/v37h0VSFSpUSKsGOFXriKZGRt2LeSUA8J7P+75pEPF5HyeXN2oD/P+VV14ZSi9gleVzN/KAl/5JmWAR2LRpk3b+O9UmiPjjDCRRg1SAQ8dZP6QB51kRxJA6deqE1gtOFMgJqFtYJgSARGckuOtx2vA7Rj3CtNKlS2vnvzOiPlrLlMdZaBpOJiLzkYo2jTNE1pSTzORMAUA+9Nq1a9uuhaCyatWqMOeim1w1Dq6WLVsGB5jUlFIIpCsBgDPrSpUqKQhWpkFgGTNmjCbdcP9FOcVNWh35dad6SzKeO1DnJT2RaeR9R30IkiOGahEBgagPmIZ/oE+fPim1Xrx0BiIFKjbFixf3Ujzlyzz99NPaP2IakfkQvnhuiGZuKVggn0S6L6Dy41QHiEZCNNsWAkDKL6VAOygEgEDhzPWVCQEggCXg5qSnWlPenwcTohH4M42DB5zwkW6cMHcHDhxou4acNLCALYmx9evXq+7du2v2oGnRDhxgnPHgxAuIaSgLtG3bNgBUpIp0RSAeAkDf1+5T1ZpHZkWmKxbSb0EguxEQAkB2Iy7tCQKCgCAgCAgCgkBOIIDzfMuWLbamyaF97rnn2j7jkJmDVKdjlXfwNm3a2Mq6EQAgEnA9B7LO93BnxLYTByL3ChcurCP4LKM+0vsR+Wva7bffrh555BHbZ0Tv+kkdkBPzkBvaZO3ghHc6XzhXefHFFwPLi40sO9HZpj388MPqtttus31GtD8pIixzk4AXAkBqrEzO8XAusk5MI80HjnO3KM9oPUdJAOegMyIYuf7nn39ep4XAOK+D/OSU5kdRZPv27WHkJzcZ6l69eqlx48bpc0OcwJxFOqXUq1atqpVKgs4NT47iF154Qb333nsKggJOXBxqOG2rVaumFTe6dOmiIH15tR9//FFNmDBB59uG0EMb7M9E1J599tnakWoqc8Sql/o4M4VQwb1jx44dCjIGxA7mlbNa+pnuKi7pSgDg9+B0jvM7wZnuXK+k0CDgzjSINs50Hcl47jj//PP1OjeNf3fo0MH2mRv5h/sSJLF0s0wiAOCPQcGHvd4ySHnsC87nUbd5Yp/g2dU0fDOnnnqq67RCNIBwYBrKME5lFreLhQCQbr+UxPorBIDE8JOr7QgIASDBFQEbmAfpkSNH2mpyi8DnBuKUlosWqc8DLQ88U6dOtdUN2xHlAMvIF3P11VdrhqFp0dQFYEnywG0aeeyQS+ShSCz3IiAEgNw79zLynEdACAA5PwfSA0FAEBAEBIH4EOBgCgI0achmz57t2zHyxRdfaGI0jjGk35EY5V2JA1LSnTmdvbF6SU5uosmJrPn666/Vzp07NekaZwHRWjh1nBGXseqU74NBAOcN82Aa/8ax7mZ9+/YNU9LDOcAcmmYRADi8bd68ubrooot0TnWIBlYknlXeiwIACgRI+JqG7D+OI6fhqHMeFnfr1k2RQkAs5xDgd89aYA8wjT2A8xOkpIMytyhCzmQ4v7GM8xYiQS0rWbKkJqc4A0KEABDUrCRWD9L6SOw7DUcx9ycvxpybEtKQQgYNGuR6KfsN+xf3QNMhZRW+9dZbw4hGfDd37lytHOq8hrrKlSunc5OjKOC0ZKiU8AxAmhbOKaMZa3/s2LFh6UzdrkGlA4VVnNmRjN8yZBvKkqIlkkHCoAxKrNHq43oi0AnKckZ4e5n3VCmTrgQACCxOxVr+7Ux/C878Xrg3m4b8vym1noznDuT/jz32WIVagWXkjIek40aqgaAC4cYy1ixkIKeaUaqsnUj9yBQCAL4WntPMVFPMG4QvCIJeDKLWs88+ayuKcoBTydkq4KYAwDvTOeecE7M5IQDEhCijCggBIKOmM8cHIwQAlymArceBAg/mTma/WZyHa1i/vXv3DsvhwqY+adIk24scjPOePXsqDrdMI/8bJAJn/hykhLjpmA8TNWvW1DnnTHk4+sFDKS8DplGWB3rk5UyDWMADOfWYRu6vYcOGBfoSnOMrXDrgGwEhAPiGTC4QBAJDwC8B4Oi8/1EPbJ4ZWPtSkSAgCOQeBFLFWesmx+llFoj04eBYLGcRwHGF05/oFSSMLYuU/9Ktt7zr8G5CbuJoRpQVDn0vTntSoXEo54waN+sn8pCoMdMZl7No5p7WeYdu1aqVbcA4WJzEd6uAM186nxMJCgne+Z4L4YNc3TiXLIv30BRZd0t1z6qL6F2cDU4jAgxSgWmkBWDNiuUMAnv27NGRwcuWLbN1gLXHfOXPnz/Qjrnlq2aNslYx+oMDaNu2baF2WV+sKaeZTiLrO6KncTbhJP7kk08C7btU5o4A6T6c53d+sXKmgeD8jr3hpZde8lUVEcXsb3nz5nW9jpQqPFN5Nc4xObMM0tz26lj10wf6EsnclDWi1Ynj2KnYYJVHzYV7jTNiN1p9OATpo5NwFmtcqfJ9uhIAWrRooUh3axqpUk477bQwaCF1OPdziC9m+oxkPHegxsu5u2kQASOtLyLNnb97lAGcBMVUWTuR+pEJBACURHivYO2YBuELRSevxvuPk5Tiln6C+iAaQHY1iSl8zvtTNN+T1Zd4n2W9jiUny2XCmooXv/8dOqT27vxd7d21W+3defhv1261etYitfnLtZ6rzVsgn7pv43TP5aVg7kJACAAu840sFg+uvIzhyCfioG7dugqZL4wbBFEEMHmReHPmJOI6mInOaP9IagGUv+eee3S0P8xvolU4/OAB3nljwMnPQ73z4Wbt2rWaueZktsM6I+9RvXr1NAuWGwtOfucBG1H/MOD9Spjlrp9L7hitEAByxzzLKFMTAb8EAEZRqnI5dcfCYA9vUhMd6ZUgIAgkikAqOmtx/D733HO+hyYEAN+QBXYBMrk4unD84+h3M68EAIjJOOM41PVikKBRCCDCKpJxUN+vXz9FZFYs42AfiXZn7s9Y18n32YsA77lOtbv58+fryG4vlsihKTKuvGubxr8tqW7rc/YkCCWmjR8/XhNRxLIfAaKd27dvHyYBzbkIa8dJ7Aiih27pG82IbZxZOLUSNadjK9H65PrICCSDAEBrnA0++OCDOhKd879ohsMfJzhBQ8joRzOcV5wtRotsJ/CIdcm5Z5DS/24EGPpKlDMkF8h+u3fvDut+vnz5tAoGEdtOIzgLJ53TkOWHEGOpBTm/hwAAEcBpbvLbVh+JIIf05UzPYH2/ZMkSfS6cbpauBAA/OHNPdkquQ/4yU634qY+yXp47UN5wptA1SV/ONt1IOmbqYL99zKny6e6sXbx4sY7Qd6qiOBV7vODLflGhQgVFuirL2Js2bNigU4qYRloUJ5EomvqVs/1EnmW9jCW7yhzcG65G8+fBg+rAgYPq2OLHunajQJFC2dW9wNrZtyvcqa8d/Tj5Dzv7/+D/f/lN/bnvyPqJtwNCAIgXudxxnRAAXObZ7cXNz3JASooHamdEP3XwYEtUfzwsYvIdQSwgT5fTeIFAWi6SlFis/vOiMHDgQIn+jwVULvheCAC5YJJliCmLwP7f9njq27cLl6tXBtwfKluhbjV140z7obOniqRQ2iCQKtHaFmAcVqKWRIQDee6Q2OWAkkNpohh41nFGd6YN2BnW0VR31hIp48xx62UKhADgBaVgy8ybN089+uijOv8u8vzRzCsBAMI0adKcRpQrewqyxU6LJt3+5Zdf6pQBZs52rscBQdQs9TmjffiOCM10i8AKdnZTtzb2MGSYzcNVSPNI7OI48mKJHJpCUIKoZBoRiBASkGknmpcIMCJYzXVHHmne/bND2hciDep+OBL47bj9pqLhRNABSgU420ijgKMOkg1KgjhByE0bKeo4Ur1WSg8i1XHS8dxA33DSsO8nMwUHv3FUIJDhNY0IO6ItOZz3YkThO3OKk2s90lkOzz7MgWmkBbj22mv1R25OKi/9cJYRAkA8qMV3TbIIAFZvUINgL+F5GocRaUcgr/H7Y70iC81vsHLlyp4HwG944sSJins2a5jfM/sQ+2jr1q21corbmaLnBlwK0gb1O4Oj2Ds4p+Q3x15JKlJ++6bKKdVFipgldcLy5cttLV5//fVavr9w4cL6vsC1nOGaRl/Yf80zWXDB2eYkBxKIBRmCPRsjxzwRvUjGmxZNWSAR7JJ9bW4gAHD+bqZaAVMUfUkJEY95fe6YMmWK6tq1q62JG264IYwMaBWA8MN6jXSPiKevOXFNOhMA2E8ghzhTlKDWzLNcPKQo5nzcuHG2qeBdhOcq6zkx0t7nTPEcbT4TeZbNiXUSqc07TuygDv0bm6RtXX/OoCtV6xsvTokh7N/9x2Hnvd2RH4rc3/mb+uMX/narP12IDskchBAAkolu+tctBACXOUQaiJu48+E11nTDIscBz8NHNGYujHOkf5zR/dHq55CBCIJoB1O8VNM+L5l+DLUD/niAFhMEhAAga0AQSA8EVrw7X7163RESQLXm9VXf1+5Lj85LLz0hkIrR2nQcBwGHZRxSRjOcdMgcIrMtlv0IpIOzFlSI6F63bl0IIA5eouVutQpCAMAZLZZ9CCBZHElW19kLLwQAnHPOnJeonBHBj9OAtcB7GQfxTil/Dl3J7+60M888Ux/em9amTRu9F5GvmQM/cjo783Xi6Fy5cmX2gSkteUYAx7pTRp85xAHk1RI5NMVphcPKufZZn1bEKA540zgLwKHXsmVLr130XQ6nzsyZM7XDmbYsYks0goyzEcaGQwLFQA70IxlqBwQimHnMI5XlTIJnBPKARzNIHJxbXHxxsIe6BEb06NFDsUeYhnMP5z+H8V4NTIngM6OpuT+xVzijTTk7Yj2YRBXaQaHRIhHgVPJKPojWRyEAeJ1BKZddCEAK5ndvGgFM3I+dDjWUUniGM61p06Zhah1E3Dds2NBWDgIO+7mzTqJ5ISeaRnQ2hAfLcNDhqDON6O05c+aEwbRo0SLVrFkz2+dE+aIEm26W6QQA3pdr165t26dR7yUFr5eUUW7z6fW5g+cCno1Ni0ZQ5rnlrrvuspV/5JFHwtL5pvoaS1cCAL9fVI/dyMUQrrwQHXnPYL8zjWdAfDY//vhj2NTx7sFzgZv6Cekjli5dGlPZxao0kWfZVFpTqUYAOPjHfltUvhWhjyN/7y+7sxz6O/n/3xRlg7a8BfKrY8oUV8eUOlYVKVVcFSl9rP7//67aqNZ/7K6059YHIQAEPTOZVZ8QAFzmkxfhVatWaUmuWLkorcuRl+MgAkk3L4eW5KHDWc/hbCzr3r27ZqR6yQnDjYV8qDxExCIwIPuPjBgv3UHnv4s1Jvk+dREQAkDqzo30TBBwIvD5q7PUlDuORP7XOb+ZuvwZO6tcUEsvBFI9WpsoJZ4bOGD3YhyQc+CeDKldL+3n5jLp4KxlfnCumJFgRHYhyS6Wegi4rSkrz7pTMtcLAcBN/YHDUd6pTOPAiwM33tEs42DemRuWqFyiNU3D6UcUn5XKzfqOXMqzZ8+2leW9TJRLUmvduUXXERlLVCvR5F4t0UNT7nn33nuv/otlOJg5HHY6j2Jd5+V7fgMEE+D0537sjGCjDj8EAD/3CfZq1FqiBSTgaOI8xKvaIU48IpWj5f/2gotVJhJZg98/ZKJ40h1CRnKeCXEuAyGCfQkjzzTR/6gdmObm1PQ6HtYR6RtNw8ngZ917bUvKCQKJIkB0PL8J0/i3Mzc236MIAlnGNOT/nQFSRHA7FU5NRQ3zerf0A2b6DcqSRoEUrqZNmDBBKyK4GfuGmZ4BtaBY6keJ4piM6zOZAMDY2GdxopoGsc3paPeKrZ/nDjdJd78EgESUCryOKehy6UoA4BmGd49EDFIR5CKn8d4DqTmWH8a6jmdZnhkgAXi1RJ9lvbaT7HLZQQD4a/9Bu9T+L1lS+zjysxz7WVH6/P/BP6Kn4YkHj6Py5Mly6pc+/IdjHwf/Yee+dvRrh/+xuoybzRnzivpwjF1VKlpfhAAQz0zlnmuEABBlrnmB5CF02rRp+oURprf1UFq9enW9UfOCi/Off3tx/LxcBYgAACAASURBVJvN8fDIy/Fbb72lkKtkM8c4JCe3FHXDXodx77duHAj0myg9Z7/Je4fcJgdfzpw0uWfpy0gjISAEAFkbgkB6ITD/mbfVzFETQ51ufMm5qutD9qiK9BpR7uxtOkRrc2CHQ9/JYOcZhagY2PTOXHrMJpGTTqZ87pzl7B11qjtrQYO1RBSoaekYCZO9M5tzrVlriujTTp066Qh83ldwODqltmMRADi0Ze7NaFnUyNhn3CTTOeCFTGQae44Z3YVzdtiwYbYykWSFiRQkYtA0IZ/k3Npya3nFihXaiU5OZtN4x+Vd1o8lemjKeiVKnr9YxhkBaQOQfw3KuLdC3H/ttde0szmaeSUAREp7iHoByj2obpikG9rkt0/aH+e+bfXn9ttv14EITuM3jTON37fTyOXNXHOekqhBHiK1odM48yAKz4uBsal0QHQpZzNuzzfsP+xbRP05ZcV5NuIMqXnz5l6aDSsjBIC4YEv7iywlDyJR45GizikAeBZwkvL4XRMV6zTG6AxAclO1gHDsVBLh/BQVAKcR7e0MmOIe73w28YoPe1+hQoVsyijsY25RvF7rzKlymUwAcEu7gmoEz4tuKXljzYHf5w4hALg7LmPhnFPfJ5MAwJjWr1+vFSFikSAhUvKsQaoSP5bos6yftpJZNl4CwD9//qWd+n/wF3LiZzny94ak97Oi9g/ssb87BDWewsWLGo79Eocd+qZz/4hj/+i8/0moWSEAJASfXOxAQAgAsiQEAUHAhoAQAGRBCALph8AHj7yk5o59LdTxlv27qvOGukczpN/ockeP/UThxXKsgVgypLVvueUWrTJkGs4Z8uVBAOCwjGgfciWbUsIcgiOBW61atdwxmSkyylR31gITilvOw2GiWrt06ZIiKEo3TASQG8fhhayv6Zgg4sUvAYC0D6R/MI3ofad8v/X9nXfeqdXZTJs6daomIliGahp50E3jsA+yttNw5kG6Np12rEUOf8VyHgFUG7i/OFM/ENFHZJ9fS+TQlAjQ888/Pyy6O1ofuO9xbwxK3p7c1V5zgHshAKDYwcGzk1xBvmSIBji+iD4nbeHixYttQ42U3xhCDlG9lgOTi3DAEGGLk4boWcgLkAKd0XNECTujh/3OMeWTla8d0gmBGebYYvUPBUf2rXhNCADxIpfe12Wys9aambVr14al0CAn90cffWSbPEhUzv2HPQSygNP+/vtvlS9fPtvH/IYg8MRjELNJH2QaxDP2gnSzTF1TPA84UwERVU3qCN5L/Vo8zx1CABACgHOdcR4yffp0/T7Cs+f27dv1Gclxxx2nVYN4V+nYsaPf5anLJ/IsG1eDSbrILwGgcMli6tA//6oDvyfHqZ+/cMHDTv0SWRH7hyP3idLXsvylsyL1+Xe+gvmThEp4tUIAyDaoc0VDQgDIFdMsgxQEvCMAAeCla2JHt5g1dnngRkX+cTFBQBDIOQTeHfaMWjTpyKHEOYOuVK1vDDavas6NLvNbTvVobQ69eXE18xwT9UbEDRLbpuGcIerWtKFDh6qRI0dm/kSm0AhT3VkLVPTReQjCwV2DBg1SCEnpSiwE4iEAEClIxKDtebJLFy1r7makhbjxxhttX40ZM0ZBTLIM+X4ibk0jWtmZq9v6nvQFplQnUcJukuqxxi/fB4sATn8cP9xfTMOJTL7deKJiEzk0RR560qRJtr4Q1Y2DF2U9Upig6IczwnSo4/xmnUeTzPeKnBsBABzcHFxeCACQaZzOaX7HzrQY/B7IX88BtmVE8uOEcyp1EPmPAoBp/NsZkQ9ekBnMtCFEA/NvnisSsWQRAOgTa6hv375qzZo1UbsILmARSVbc6/hymgDA8x4ODNJNkHYAh0Ykc8tr7XWcZjmUFJzS8DhOUInwQ76w6kzHlAmZ6qw15xlpfu7fprnJoJPX3fl7Y59AocTNIABABLAMZ/DPP//seylCRITwY+bzhsBEVLmb+oDvBrL5gkxcU9x/Bw8ebEOSZzieAU0FF69Qx/vc8dJLL2minGl+UwA8+uijauDAgV67mhLl0jUFQEqAJ51QfgkA8UBG9H2WI/+wU99w7OPkN537BY5J7Nkznv55uQYCwP5f93gpGirTadQAX+WlcO5BQAgAuWeuZaSCgCAgCAgCGY7AW7eOUV+9OSc0ys6jr1NnXhEfwzjDoUq54aV6tDaqA85DLxjsTmlOgMVR4JTaxaGLY1cs5xFIFWctSJDL9brrrrOBgiNtxowZOs81a4lIVBwCRGL1798/EJnonJ+FzOpBPGsKeUycdaa5RQBa3z/11FMKiX7TnMQi8noS8W8a6yiSBLebIxnnQTyysZk1ozk3mp07d+r5QjXGNJQeIIfghInH4iUAbNiwIWzPwSG+fPly7ZQ0jcjQzp072z5r2bJlGCklnv5bBADWJviQfoO2tmzZEkYw8EIAcCPLkBbDGfFKXyH0OVUX3JRaaHfWrFm24aH04Zbflr382WeftZVl30dpIRFLJgGAfqEYwhitFI6kNMAxjTIKKkfsQb1797alJol3PDlBAMBRCDEPpz/jtJzusdZUMgkA27ZtUyeccEJcMAoBIC7YknoREfk49llrlkEqgvBlpvThO4hC7H2mRZtT9mRnvRCOohmqPzfffLMuQopWyE1W2lfrOp4VeF5l30pHyzQCgNu7A6lrUKJCOcivJfLcAUmK92HTIqnkUGb06NGKZ1fTSBkEuSydTAgA6TRbqdVXZPwHV71Q/e/Q/+LqmHbe48y3/g5H6x9x9GdF6hcuUTSu+uUiQSBTERACQKbOrIxLEBAEBAFBIFci8FK/UWr1rEWhsV/y5CBVr3OrXIlFOg061aO1n3nmGXXttdfaICWCcNCgQa4wn3jiidoxYRmHcsgoI4sslrMIpIqzFhTcZN2joYPziyhbcr2LpQ4C8awpIusqVqxoGwQqIxy+uzl5ORydOHGirTxRhGa+8T59+qjnn3/eVgbiwIAB7tEQbgQAnAU4I8SyH4E9e/YoSCDLli2zNY6zGmekM2e0nx7GSwBwi5RnzbH23AxZfdN5xBrDYeWMlvfTd8pSBwSDCy64QKFcYVm84yIyFsl+0w4cOBBGauB7t5y5bhGO/H7NaFvIW9z33Wzy5MnaUW4aJAP2d7HsRYAIe4hSOP0hdripoGQXAYD1w9o0zY0s5hUhIQB4RSp7yuGIbtq0qVq6dKmn375zP7X2QhQp3MxJAEBRxJnmxHkd6i7R1Drow/jx4xXPOelqmUQAIFUMEffsW5bxboBCCQQsv5boc4dbyj2eRZ3Pq1a/UC1AvcA0yPROEoHfcWR3eSEAZDfi6d3e/w4dUiumL1Arp89Xa+d85nswTa/sqFrf2FM79o/Kc5Tv6+UCQUAQUEoIALIKBAFBQBAQBASBDENgwiWD1YYFRw7Qe794r6rZulGGjTJ3DCcex1oypLWJViBqwTQOiy+99FLXifCTtzN3zGTqjDKeNZUMZy2IsH5ee+013+BAPHHmg/ddiVwQGALxrCkaRynElBbnMyJru3XrFtY3N2e9U17cjahUq1YtRRoA5/V8VqdOnbB2cFjiuBTLXgT279+v2rdvrxYtOkJgpAdI7OOcPOaYYxLqULyOcrdI9SlTpugIfDeDwPDJJ5/YvkItoG7dugn1P9LF8Y4Lkg3R7JZBKiAK0s3cfisQEd59991QcSJn8+bNa7s8Wv7tuXPnqrZt29rK44SbMGFCUnCSSsMR4Dc3YsQIfQ+GeBXNYhEAUHNAwt2rsV6cUdakhHH+dqjPLcLWqxIIcvGJkm+8jimocpnkrHViQhoX3h1Ma9iwoZbWd1PeyQ4CQCz1CvbuYcOGKVRo0sHWf/RVWDdRNmJdQYhwe5aq0aphOgxNTZ06VT8f/vvvv6H+Mh5SA7G2/FoQzx0bN25UVatWtTXtlk7HKuD2GyDlhFMRy+9Ysru8EAC8Iw4RDYUKp2qU9xrStyRBSSumz1erZi5MaBCS2jQh+ORiQUAjIAQAWQiCgCAgCAgCgkAGIvBkx5vVluXrQyO7buqjqlLDWhk40sweUjyOtWRIayNnOG7cOBvY0Zwg7dq1U8gJmxZJCjizZzD1RhfPmmIUQTtrqROpTqfDj+hrPifCC+IBB2PmYZ9+gTnqKLV48eJAcmun3gylX4/iXVOkf0DK1TTWGRHHlnOeub/nnnvCJMi5BucV31mGVDTqI2YOYL4jWpmobcvBsGrVKtW1a1eFFLFpKJTgmIonx3z6zVrq9BiZcRzKRNKZdtJJJ2nHUNmyZRPubLyOcjflCaJBI0lBn3rqqWrt2rW2/q5cudKVbJLwoA7npW/SpImtqljOWgpzGM0BvmX8Nvi3m2PVzcEByW/hwiMHujhanfLdyHzzW3Mz5pVIYNMipRUKAqdk1cF+gbF3pJvCkZVWwgs2XtaUl3qsMjjsSH1lWqRnSvJj33bbbbaykFVMJQw/bad62UwlAKDugbPdNNQeSA9WoUIF12nJDgIApBOIW7EMFTQUhVL9+WDYqd3U/t3R0x6YYz17QHfVYbBdjSUWFjnxPe+UpIix0pJYfXjooYcUZFC/FtRzB8+ovK+YShPsTaiZuN1Pq1evrkgtZBnEOVQI0s05LAQA7ysutxEA1n34uVo5fYF2/B8yyDo2xAji95EBQAgA3teblBQEIiEgBABZG4KAICAICAKCQIYi8HDLvmrHxh9Do7vlg6fUCbWqZOhoM3NY8TjWkhGtfdVVV6kXXnjBBjKRGJEiYtz6zSFfgwYNMnOi0mhU8awphhe0s5Y6ccB+/PHH2pGEckX9+vX1OjMj9sgF3rFjR/Xdd9/ZUO7SpYuWKxbLeQTiXVM4FnGYmjl7GQ2ONKKhSpQoocjPGyk6dezYsdq5b5pbGgC+J4c00eS7d+9WkKQsx515LYe4HNSJZR8CHJ736NFD4fwzrXTp0tr5TxR5EBYvAQBZ+iFDhti6gPOb/crpCMLZfdppp9nKBpUCIBIG8Y6rSpUqatOmTbZqIS6ccsopYU198803qkaNGrbPuZdzT7eMaG6cdaaBBb9fN3PrN86dGTNmBDHd2VYHTiRUQ7hnZQIBgPXqptwQNAEAghfKEpZB3OIe7+YwIz/7448/HioLSTBWXvdsWwBJaCgTCQBIniN9blrRokX18x/PfZEMEtjmzZttX0dL6+BMAYByDM5Vr8ZzAUTC2bNn66h/p0IRKhdOMorXurOrXCYSACD8QiwnYt+0W265RY0ZM8Y3tEE/d0AodT7DkKrgsssus/XNjfgWSfnE96Cy+QIhAHgHPDcQAL75ZKlaOWO+dvr/feBPV3Aq1K2uTuvYXP/d3+QKdejfIypUsdAUAkAshOR7QSA2AkIAiI2RlBAEBAFBQBAQBNIWgVGnX6p+374r1P9BCyaq0ieVT9vx5LaOx+tYCzpam0gtIrZM80sA+Oqrr9Tpp5+e26Yw5cYb75pKhrPWKzjkBHeSR4hgJVexU3baa51SLjgE4l1T9AAnPoe48RgS5ESOm8ZBG2vF6TTwUj8EAWf+eS/XSZn4ECCHL+Qy570FBx+OoSDvF/E6yt32HkZL/nqiWSEqYBzs9+rVK4yoBJEFFZNkWbzjuvjiixV5h00bMGCAjnB12q233hrmZEG2+8svvwwVdYsm90sACNrJnCzMzXozgQCA+kPz5s11WovOnTurLVu2hKnrBDk3KLw4c3VHi+KlXzxvWgZpzCQPZMc8Z2cbmUYAQOUHAqlpPL+h+ILaUzQjhQ/qYaahNgI50M14HjTJfRD/tm7dGtf0QXxiDzMJipAWiOxO5WjtTCMAkEIHhQae903r2bOnevXVV30rMiTjuWPWrFmKPdI0FHHeeOMN1bp1a/0xSkDsr85n02jp9OJauEm4yE1Rgt/FgQMHtPqBmxU6NrG0TUkYRo5VmakEgO8+Xakd/kT7H9iz1xXfcrVPDjn9S1Q4LlTmjhM7CAEgx1akNJxbERACQG6deRm3ICAICAKCQK5A4N9//lHDanVTf+47EBrvkC9fVseekHVoLZbaCMTrWAs6WlsIAKm9Tvz0Lt41RRtBO2v99Js8rBygmSakEj8IJq9sImuKXiHPT3SgU7rf6nHNmjV1jtXp06fbBkHUccWKFcMGhgMLYoBzvVgFiTKFdEC7puGMfv7555MHlNRsQ+COO+5QOP6chpMFEpsXI395tAhSq454HeVcz8E+B/xOYx2VK1dORyUiSe5mRLQT2Z4si3dcbnnVcQQTtQg5wDK3cnyHQ+ajjz4KlRMCQPopAOCUmDZtmt4rTTn9eNeU1zWOQ8xcO4UKFdIqL8WLF3etAiLQ0qVLQ9+lo1KEV2wol0kEAPaTK664QuF0tYx9hnu5kwTihhHpTViPpqFyVr58OJEdMk7+/PltZXl2cBII/MyFk3zCtXPmzFFt27b1U022ls0kAgDPcvz+f/nllzAMUYfwQgA+88wzbc91yXrucEtpRqchq0B4cSOioISCko6XcWTrInI0NqRaJ/XX/iMpg2L1pc3Nl6r2t10eq1iu+T6TCADff7VWrZi+QEf7792523UOjz/lpJDTv1SlE1zLfPbSe77nv0kvO8nGdwVygSCQyxEQAkAuXwAyfEFAEBAEBIHMR+Dgnn3q7lO62AY6fPVbqnDxopk/+DQfYbyOtaCjtYUAkOYLyeh+vGvKqiJoZ61XZMkPjTPKNLcIcK/1SbngEEh0TdGT9evX6+hj8rziDEJOGznySy+9VF1zzTU6UtCMOK5cuXKYhLk5IqIAiSwnAotoUQ7gyDeM8wnn/08//aQ6dOhgA4HyRHEn2+gLa5nIL6KnnMSGSO3jdJg7d67v7kVSa8EpQySjM6eulwaiyTB7uZ4yRMeTjiERI30IkvyxLBGnJmNt2bJlxHz2kdoeNWpUWPqAWP30+3284+L3QSQ1Ua5OI+oW5wpO/UiR1qT/MaOyhQCQfgSASGst3jXlZe0Szesk7LC/P/PMMxEvZ982HYCXXHKJwnHG/Z+0FUhRE22LggupgS6//HKFkzldLVMIAOwP3bp1U8itW0aKCe6zzJEXQ0KdKG/TWJ+NGzcOu5wUEs6UMe3bt1coTsRryP0/+uijtssnTpyoSDWUqpZJBAA3tRC/uPPMZz43Jeu5A7ICdZNCwovx7Ecqodq1a3spnqNlhACQGPzpTgD4ceUGtXJ6lrz/79vcya7HVT9RO/3rdGyhylQRpdHEVoxcLQgkBwEhACQHV6lVEBAEBAFBQBBIKQT2/LxLjWxwaahP+QsXVMNWvKHyFrRHS6RUp6UzKhHHWpDR2sgdT5482TYjflMAEMHlJVJTpj25CCSypqyeBe2s9TLi/v37q2effdZWNB2kM72MLd3LBLGmomFAJD8KEKYNGjRIPfjgg3FDhxQr0a+W5cuXT0v7RpIzjbuhwxfi1Jk5c6Z2+hNNbjnd/UhrV69eXW3YsMF3VyLt1RxUI5Ecj+UmAgD4EOGPM+ill16yRbO6YUdaANIDcN9MtiXirOVaIvlxoPo1Z+5lnB/kcTfNbwqAjh07eibD+O1vssqncwqASJgksqZi4Yzz/vXXX7cVW7NmjYJ04masTaJn/ViNGjX03s5+mY6WCQQAiHwoNTjJZdFSPbjNFeWJ2DbtscceUzfffHNYcdYV68u0u+++W917772hjyAOQlYybceOHaFULs5KUQV64YUXbB/TjqmSkmprTAgA9hnJLgIArUJC6dGjh02xxG19sEdBAoWElw4mBIDEZikdCQA/rduknf7I++/a4k5qKXNyhVCkf9lq9ue/xBCTqwUBQSAZCAgBIBmoSp2CgCAgCAgCgkAKIrBz80/qwWZHDqSLHV9KDf3qlRTsqXTJQiBRx1pQ0dpuKQWmTJmic8a6mVukKo4rZLzFchaBRNdUrN4nw1lLmxdeeGGYcyjZ8tqxxirfZyGQzDWFA4HoazOPOtGdkFCqVKkS1xQQcU8EsylLnAz5f+qfP3++dvq//fbbYTls6bwfAgBS2eRc9WuRCABE3xOxFo/lNgKAhRER8dz7cHDh9CYyGdlpopSJ5GM+iUJOFpHEOVeJOmvnzZunyKXsJrFMW8WKFdPOLif5yqmWwfVgYBp4rFq1ynV5LV68OEy5AeedM9o3nrWZndcIAcA72vxe2LPNHO1t2rTRv6VI9u2336pq1ap5b+RwSVIaoDZQoUIF39fm9AXpTgDgt92uXTudGsU0J2nIC86QQ5wR0jhP2Vecsum06VxLH3/8sX5+sAzC0yeffGJrOhIp4ddff9XvLPzXNCTbGzRo4KX7OVLm7hoXqYN77dhH60iVJnXUJU/dqYqWKZEj/Y3WaDopAFjjQPECAhLqU6yV7du366+4P5LOgGdP7nWkEEoXEwJAYjOVLgSAHd9uUStmLNCO/x0bf3QddKnKJxx2+rdQx9esnBgwcrUgIAhkKwJCAMhWuKUxQUAQEAQEAUEgZxGA0ftYuwGhThxXvZK6dV5k6c2c7a20HoRjLYho7bvuuktHNJpGbk/kOd2MnIumw44yRNc6HQQyw9mPQBBrKlKv/ThrcSgR1W9apKhuHKmVKlXSDjfTyO1KjlexnEUgWWuKPYM9xil7H0syOhoa7FusO9M5gQOXfZI1FoRR94gRIxT56UlnEM28EgDcHKykSUBSOZa98847Os+309zyu3s9lN61a5d2DovlLAKJEgDoPYfT48aN0wQrIhghmfBbgHQ1cOBALYGNk8w0omjNiH+clqSTMA1nL+mI3Iw82shzm3bttdeqp59+OmcB9dm6EAC8A4YDGGUq01hzKD9EMggqkASchlOYez9kAp413WS3uS/Nnj3bewdTpGQ6EwAgXeBk//33321oQjKC3OPlfuWchkaNGqmvvvrK9jGpetizjjnmGAVe3G/vv/9+Wxmc96Q4Mdt8/PHHw9QDIBRyLc8FRYoU0XUsW7ZMpx7CgWsaqVHYI1PRlr3zkVo4aZr670r/KkGMp2qzeqpBlzaqQdfWqTg86VMOIiAEgMTAT2UCwK4ftoXk/bd9vdl1oCUqHheK9C936smJgSFXCwKCQI4hIASAHINeGhYEBAFBQBAQBHIGgR+WrlPjLhwYarxyo1pqwDv2HIc50zNp1YlAshxrVjteo7XJedm3b19b9yAEOKU5rQJEXZmOr8KFC+sDQa/OJVkJyUMgWWvKr7OWyGgzMosR41D6+uuvwyR/3aKAypYtG4qsSR5aUrMXBIJaU/v27dPRdjgRcNwgt+6MIiTHL+lEihYtGrNrRGLt3r1b/fDDD+rTTz9Vzz//vK7baTgdcT4GZW750CPV7ZUAwJiJHjMNVQGizeM1HLvI2puG1D3Rs2LpgUAQBIBoI8W5BhnAimKkLA451COcVr58ebV169bQxyhW/PHHHwqiitMmTZqkrr76atvHOOHuvPPO9AD+cC+FAOBtutiHK1asqNeDZThTifB3Wx9WGcgo5Mnmb+HChToFCuRByCmWQQIYOXKkTerd+g7FjnSR2bb6nK4EAAia3KPc1ESYa2fEvtvKgTzMfdo0CIBE95uKPXyP475cuXK6PedzAt8TgY0cu2msP1KTbN4c7ugiDRApcSgDwc3NIM117drV26LPhlJ/7T+oFk6cqhZOnKb2/WonXSTSfIMurTURoGqz+olUI9dmCAJ+CQBNr7xAdRp1JNgkQ2CIexipRgDY/dMvWU7/GQsiEoaOLVdandaxhXb8VzjNvwpP3GDJhYKAIJA0BIQAkDRopWJBQBAQBAQBQSB1Efh24XL1XM+7Qh2s2aax6v3CiNTtcC7tWVCONTf4/ERrf/nll6px48a2ajiANXNoW1+65ZVu1qyZPsAVy3kEglpTiTprcc7iWHJGSHPQ+9xzz4WiS4nu6969e1i5IUOGqFGjRuU8oNKDQFIAkNOX6Lxodtxxx2k1gEj5os1rcTgVL1485uzccMMN6oknnohZzk8BNwIAUYiQF3B4meaVAMBe27lzZ9u1iUoROzEn+tF00PkZs5TNGQSSTQC49dZb1ZgxY2yDc8r/W1926NAhLOIawk3dunXDwCG6ln3eNKK9W7VqlTNAxtmqEAC8AQdhFCUp0yLlcvdWY3gptzRBEAOGDh0ab5U5cl26EgCSIdduTQBzOHr0aM/z0bt3bwXJyM3Yk1AfiZT2JFIjgwcP9tUHz52No+D2b35QiyZNVV+89n4cV9svKVnpBLXr+59c6zmmTAllkQFQDMwNxrsJJoT1rNnes+NXdd8ZV6h///rb1/TnLZBPHV+jsjquZmV1fI1Kh/9bWRUuEZu866uhNCicCgSAvTt3qxXT52vH//dL1rmiVrRsyVCk/4kNRF0vDZaWdFEQ8IWAEAB8wSWFBQFBQBAQBASBzEFg7ZzP1Au9jzj961/USvV8YlDmDDADRhKUs9YJhd9o7UOHDqnjjz9e7dixI1QVstnk58SpZRqHdM4D12HDhqnhw4dnwIyk/xCCWFNBOWuRhHVLI4GzlMguIvvMyFMLfRzBRPaVKlUq6RPCwQ1RX+RxJ683ksWJWqTc6/HmVccJRcQ8fSS/rd+D7UTHkx1riihOnODIinuxWAQAogfZkyCSBG0WAYA2mjdvri666CLtvCdCskmTJrbmvBIAICncdNNNtmsTjdanX1OnTg3VCcb8rjLV+J3wR2R6tKjjdBp/sggA4ITD1un8R3adNeLmHEGSG0KNaX369FEoCJkGyQTyl5lbG5Ug9npLgjtd5kAIALFnCowqV66sfvrpiJOReYb8F2QaETeSlNf9NfYosq+EEADmuoJNGpJ77rlHS/5HMu65kJZQE4mWbmDTpk1qwIAB6oMPPog5sahNQVYhjUFO29fzvtQR/5D4nZa3QH51Vp8L1ecvz1IH9uz13NWzB3RXLQd0U0unzFNL356rtq52T9uC9DeqABACChXPXCcuz4683xYsWNAzhplWcOf3P6k1sxerNbM/MEYJGQAAIABJREFUVT8s+zrQ4RUtUyJECiCH/HE1Kqvja1ZSeY4+OtB2UqmynCIAHPh9b8jp/91nq1whKVLq2FCkP4qgYoKAIJC5CAgBIHPnVkYmCAgCgoAgIAjERIAX/jduejhUTmTbYkKWrQWCcKzR4USjtamD/OwPP3xkrfAZcp/IbOKUQ55zypQp2qFrHtDhaEFuE/lXsZxHIIg1FYsA4MdZSxoJZ37paChxKDdz5sykRoqyfmkDh/qsWbO00xALwplAdFHDhg1dpej9EAD4vS1evFj3EYKC5UzDkbZ3r/fD3yBWZDLXVJkyZRS5oznU9yIhbI0nEgEAp0Dbtm3VI488osgjnQxjHnFGXXDBBTY5/USctUj1I9lvGbmP9+zZk1D32b9JLWDZ+eefr2bMmJFQnal8sThrI88Oex6/GVKwQCKaMGGCzWHLlThFUGSpV6+ea0UQUkjjYspx83sj7/v111+vSReQCMnf7XS8kQ6ANtPNZE3FnrHJkycrIrJNu+6663QO9yBt3bp1YeowrFXyuaeqIcXsNNYUqQ9Ic+PmxD72hNIpOZxkKgBYA4ZcB6EItZBvvvlGK9ZAIoFQ1Lp1a51WpGrVqp7x+eqrrxREVFIEfffdd/qeyjMUJFPujzzzQZRj78tJ+/TFGdrxv3NzeKT+cdVPVGf16aQaX3Ku7uKwU7up/buPpNqI1W8IAB0GH/l9oi6wdMpctfTteeqPHb+6Xl6jVSNNBqh7QYtY1afd97mVAPDTuk0hp/+29e654L1OZvk6VdV/8uVV1EmaCi9WtmpFdVyNSsokBZSocJyXS1O+THYSAMB75Yz5asX0BWrD/CPP9yZIhYsX1ZH+dTo2V1Wa1El5/KSDgoAgEAwCQgAIBkepRRAQBAQBQUAQSFsEPn1hhpo69KlQ/1vf2FOdM+iKpI8n0ahVDvVef/11fRBE3lle2sldzMFNixYtVMeOHT05CXGkFShQIOTk8zNwPw47P/VaZZPpWDP740Vam4N7ov/MqD2rDqK1ObB0+65///5q/Pjx8QxfrkkCAslcU/E6a5GUxsEbKe+qBQNqE+SFd0ZRBwET+8D8+fO1Q53c6r//Hp5PNQgCgFskt9V/L/sJDjr6+NprrykOw52WrgQAnPzkdka2n1zi5Bk/++yz9T7ux/Fv4cH9AIUInAMlSpTQeaDPOOMMnb/Xq4pAEOvKrCMRAgBpMCB6WFa9enWtXgABCycG40WhAucH65R9l3FHM36vplrEJZdcourUqaPeffddtXbtWnXw4EGNIU60Ll26qMsvv1znXU5XE2et+8y5RU47SzLvL7/8srr44oujTv/dd9/tmpoF4haRtER9o+xiGnvWqlWrFHnC081kTUWfMe6rEK3YTyzDqc19jD0sSENBAqUq09zSrgTZZqJ1jax/iZbY9mrNru6kLhje32txKZfGCPy+fZdaNHGqWjhxmvrXsWcyrFPanaGa9e6kTj7LnmJl+/rw58JYMOB4dbMNC5ZpZYBlU+a5fn903v8cVgVoo046IzmEylh9D/r73EQAQAreivTftWWbK5SVTj9F/bhyg/r3b/t9OxrubW6+VLW/7XJdZNcP29S2dZvUT19vVtv4W7dJf+bF8hcuGFIIyEonUEmnFShYrIiXy1OmTLIJAP/+86+W9udv3dwvXMddsGiRkLy/c89IGaCkI4KAIJBUBIQAkFR4pXJBQBAQBAQBQSA9EPho3Jtq9gOTQ509f+jVqkX/roF3PoioVQ75iEB+8803Y/aP3PNPPfVU1EhPt5z1MSs+XMCLw85rXW7lkumstdrzE61NNHSnTp3U3397ywWIM4nIGg74xVIDgSDWVNDOWpAhah2n9nvvvaej43FMEjGKkxIHJNHUl156aVzO4GjIE606YsQI3TbOqWiWKAGAvQunR6TI7Wj7CSQaIt9iRTPmBAEgNVZ26vciEQIA5AVSR3g1yABE3rJfuxnOfb8StzVq1NDKBkE77ryOKdFy4qx1RzAWAQBiJcSrDh06xJwCng3atWunVQS8GM5g1ukVVySfdOqlP37LyJqKjhjPjNw3TeMZhJQ1QRvPDfXr17dV26BBA7VkyZKgmwqsPiEABAZlxlSEU5Zo/1UzF4aN6ag8R6mzenfSEf8lKpTNtjHz7o4iACkCNi5e4dpu8XJlNBmgfpc2qvRJ5bKtb0E3lOkEAEgdOP1Xz/5U7d35myt8J595mqrd4SxVu0NTdUyZEmpItU6eI/mp0CQAuDVAlDrqABYhgP/6UQtABUWrBRikAJQDUtWSRQBYOWOBjvZfPWux69AhUBDpz1+1Fg1SFR7plyAgCGQTAkIAyCagpRlBQBAQBAQBQSDVEZh1/2T18VNHnOrdHr5ZNep5TiDdDipqlRyiTZs2dY18jdRRHCEff/yxqlvXHiVhlY+Uj9vLwNOZABBvtDbSvVdeeaVrbnYTMw59rbzpXrAMokyi+dqDUpWwxkKkI1G7pEZAahsHMA4PsK9QoYJ2qHTr1k0RpSaWMwhY+dq9tJ4oAYAIa1RLIlm0/QSJ2x9++CFmN4UAEBOiHCuQCAEAlRUzh7aXQUCgIZofaX+nffvtt6patWpeqrGVwRmMo439K91MnLXuMxaJAABBhJQ+9913n1aC8GqQqvr27atJVdEMtY9nnnlGoW6RriZrKvrMoeLiJINACjj33Cy58lhGRD/PTZaxp6HOU6RIeATopEmTtAS8aawtL2ThWP1I1vdCAEgMWVIqYUdnQP7w5VM/1o5/oq2dVqrSCdrp3/SqCxIDLICrf9++M0QG2LHxR9caK9avoRp0aa0adGmj8hcpGECr2VdFJhIA1rz/aZbT//3F6q997pL81VueHnL6Fzr2GBvgQRMAIs1mImoB1GmRArLSCGSlE0iFlClBEgDWfvCplvcn2h9ijtPyFsgfcvrXaNUw+3440pIgIAikPAJCAEj5KZIOCgKCgCAgCAgC2YfA1CHj1Kcvzgw1eMmTd6h6nc+OuwNBRq3iTCUn48qVK8P6w0E1MvbI1JPv3mk4K9avX68KFSoU9h0OWucBtNfDJCTLkZhOlqVqtDYRzMi2ky8a6V6k/0mjcMIJJ6izzjpLR2pz8JsdFkS+9qBVJRj3ihUrtFwyeUqjGdLKt99+uxo+fLjKly9fdkAmbRgIuBEAIGm4SQcnQgD46KOPdI7aaOaXAEAfN23apA4dOhSqVggAqbu84yUAEFXN/mrOM6OEFMA9ke+Q2F6zZk3Y4EuXLq1zGx9zjP1Al9Q5bdq0CSuPXDepXrjfku8dhRynJSuCN9kzJ85ad4QhAPTo0UOnkICcRhQ1REvIaTjp4zXWO9H9ixcv1uQl7tUQSFhfrKF+/frpNtPZZE1Fnj1Ij+xPpkE64lncLbe9W01uBIKnn35aXXvttWHFSQ3EmjONdxDSoaSqCQEgsZlJd2ftXwcOaol/pP737gpPO0XU7lm9L1Q1WzdKDKgkXQ1ZAVUA1AEO/hH+7k2zp55zpiYDnHpu0yT1Ithq031NgQbras3sI05/Fe4n1qDVat8ky+l/blOVr1CBiEB+8Zp/xZbGl3gjecWavUTVAgoWLayOq1lZqwUcX6PS4f+vpPIXCT8PitWXeL9PlACw/qOv1Aok/mfMV//8Ga7ASCoOK9L/lLZnxNtNuU4QEAQyHAEhAGT4BMvwBAFBQBAQBAQBvwi8fuNDatk7H4Uuu2LiPfoFPh4LMmqV/LO9evWydQPn6ZgxY3S0GU4QnBbkROZgmZz0pj3//PPqqquuChvGo48+qm677Tbb5zt37tQH1WKpiUCQ+dqToSoxffp0TSrB4eHVWNuQKsSyFwGLAMBe0rx5c3XRRRepzp07qy1btigcCqbFSwDASXTaaadpx0c080IAwEFLH/kjxQb7nrnOMoUAgNMbMheOa6+ErOxdOf5bi5cAwH6HUs3ChQvVggULtGP+hhtuUORbJyLWMqL9e/bsGXbve/LJJ9X1119v6zD3R+rij3o3bNignn32WXXhhReGynE/HTlypLr33nvDBrt69WpF+ph0skx01qYT/pnY10xcU/HuU875hQDpjL5324uirYvnnntOXXPNNbYiEH7Zq9jruG9znxgyZIh6/PHHbeW4F5LWJ5VJJkIASGxXSFdn7c8bftCO/0iO1SaXn6cj/sucnD5KO2vnfKaJAKtnLXKd1HyFC2hFAMgAJzaomdjEJ/HqdF1Te3ftDjn9v5m/1BWhPEfnORzlnyXvnyeNlTMSVQsoXqGsgxRQWZWtVjGhlUU6TVJ4OI33maPz5HHFu/cLI1zb/HbRch3lT7T/n3v3h5U5Kk+ekNM/3jO6hAYrFwsCgkDaISAEgLSbMumwICAICAKCgCCQfAQm9x6u1s05Eklz9SujVfWW/vOHuREA4o1a7dq1q5ZSN2306NFq8ODBYYCMGjVKO0dMu/zyy3UeW6fdfPPNtoNDpEX/+OOP5IMsLfhGIOh87clQlcCR1rBhQ9c870RX4sx0i6oFDOThOTRPN+NwAyc0B/Pp5qzF6U4E7AUXXGAj/QTlBGEukdDGQWEZqQBw6BKZbVo0AgAEphYtWqgqVarYrslkAsDevXtV0aJF025NRfr9BrmmIrXx2GOPqYEDB9q+Rnli7ty5cW8rkAIgNZkGMWDo0KFx15kTF2aiszYncJQ2jyCQiWsqiH0KYh3P+pZEO4ixl2/dutVVvj/SmuK5AhUBN3UTntVROOF56uDBcFnrdNijhACQ2G6Sbs5aInmR+ScPu9OKHV9KNevTSTv+iehNVyNie+mUeVoZ4IelX7sOo1TlE7LIAF1bq+Lly6bUUNNpTf364/aQ03/zV2tdccxbML92+tfp0FTVah9fMEdKTVCUziSqFgBB4jiUAmpW0uQA6/+LlvUWEAIBYPYDkz3DdVSeo9RDW46oK2z6Yo12+vO377c9rvXUOb+ZOq1jC1XnvLM8tyMFBQFBQBAAASEAyDoQBAQBQUAQEAQEAVcEnuk2SH332arQd9dOeUSd1NhfxJ9FAAgiarVu3bph8v/kMXbLn75kyRLthDWtVatWCtljpxFJO3Xq1NDHRDUS3ZipZuaM8yrDmipYBJ2vPRmqEm3btg1ztrF2IZ/wO8BIY4Gj3xkRjuzyokXu0TOpMgdu/YAAIM5a9xlC+vqUU05RkFcwohJJC4Ez3w8BINL8CwEglX8Z9r4F4ViLNVoOr52y7YmS2txyxMerhhGr/8n8PhOdtcnCy3pOSLdnhGThQb33nXGF+u2/P3tuokmv89RF993guXyqFAxin7rpppvUE088YRsSZFsISn4NUiUkJqL5vVqHDh00aSnVCYnDa3eP6OhxG2uRkseqhj3aqqrN66uqZ9XzCkfGlksXZy2p9RZOmqp2btoaNhcnnVFbO/2RYc8027n5J7V0SlaKgEh7Z+XGp4bIAP/JlzfHIUj1NbX9m++103/17MXqp7V2ErEFXsFiRQ5H+jdVNc6WPPCJqgUUKl40jBQAQQByhWnxEACun/aYWjEjy+m/5+dfXdc/e0Odjs11xL88k+X4FiEdEATSFgEhAKTt1EnHBQFBQBAQBASB5CMw9tzr1dbVG0MN3TTrCVW+TjXPDedU1KrbASZRjDgynEZ0EblKLTv//PN1bvtMtXR21gadrz1oVQnysTsjtIl6w+F73HHH2ZbUqlWrtCy8abzYE8mWL1++tFp+6bymIgEdhBOEulEWMPcT1ElQA4C4JASAyMtc1lT8WwBKI7/88outgt9//11H4MZj69atU7Vq1bJdWq9ePbVsWXgUYzz1Z9c1QgDwjjTrJW/evKpQoezLk+u9dzlTUggAMz0Bj5JNxYoVNSnQMlKV4Mh3Ph95qlAprRxw3XXXKdKcRDMc/tdee61ODcb6TUX7++BfWvr9i1dnK5x58RrPixABqh3+O75m5XirStvrUtlZu+fnXVrmn4j/f//+Jwzjht3bqbP6XKhOqGVXdUrbyYjR8U2frw4pA7jhweU4OFEGqNmmUY7BkIprasvy9SGn/87N4SQSwDqmdPGQ0//kpnVzDL90aThRtQDGWbLSCer4GofVAmpW0ooXC557JxAIarU7Q0f685vI85+jA6lTKhEEBIHcjYAQAHL3/MvoBQFBQBAQBASBqAj889ff6pFW16hd3/8UKnfbR8+qstVOTAi5ZEetIv+Po800Io+IQHKa01mCPDe5tTloXLt2rXbIlipVSuHw6NKliyKVAHlH09XS2bEWdL72oFUlILz06dPHtjT498SJE12XS9WqVdXGjUcINhSCRFC5cnod5Kbzmor0Ow6CAIDjHwKAZcwrzlT2PyEARN9BZU3Ff4epUaOGJh2ZRvRsuXLl4qp0+/bt6vjjj7ddy/pFgSedTAgA3mdLCADhWAkBwBsBwJnyBiSDItZCOnrxxRe1UhLPSpAMUDypUKGCatOmjerVq1cYWcn7qk9uyU1frNZO/2XvfJSUhoqUOjZEBoAYULRMiaS0k0qVpqKz9ocl69TCSdPUyhkLwqAqXKKYdvoj9Z+/SO4lV6149xNNBiAlgpsVOvYY1aBLa1W/a2tVvnbVbF1yqbKmNi5ekeX0f3+x2rN9lysGxcuVCTn9KzW0kzSzFbQMaixRtYBEoKjZupF2+PP3n/zpFQiQyLjlWkFAEMgeBIQAkD04SyuCgCAgCAgCgkDaIrB/9x/q4RZ91d5du/UYyJF2x6LnVYkK9ohmPwNMFgGAfKOvvvqq6tu3r+Kw37Ly5ctrZ74zAhLnPnnL/RjOFZQEqlev7ueylCmbzo617MjXHmmivKhKDBs2TN177722KsaOHauQw3WzM888U3322We2ryKltUiZBeTSkXReU37m24/s+YEDB7T0P6QVy9555x3VuXNn/U8hAERf0bKm4v/FFytWTO3ZY88f+scff/jKvW22vnz5clW/fn1bhxo0aKBItZNOJgQA77MlBIBwrHILAcD7KpGSsRA4+Mf+rGj/12arX74LT2FwVJ486n+HDsWqJvT9Ke3OUMdVr6S2LFuviAomijWSUQ51gCyVgHoqz9GZF0WaKs5a5mD5tI91xP+PK+zkO76rWK+GdvzX63S257nODQX3/fq7Tg9AmoCf1m5yHTIBB5ABGnRtrbzmYk8Eu5xcU+s+/Dzk9D+4Z5/rMEpVLqdqd2iqHf8VTvOuyJgIJrn92iDUAiJhWL3l6SGnf75CBXI71DJ+QUAQSCICQgBIIrhStSAgCAgCgoAgkCkI/L5tp3rgrN7qnz+znOrkQ0MJAMm5eCwoAsALL7yg+MNw5iOpvXPnTluXcIbMmTNHNWoULimIs7VaNf8v0CVLllQ4RYg6SjcTx1p8M+ZHVcJLC+RYJi3Ajh07QsX5XViHT17qSJUysqbCZ2Lw4MHq/vvvD31BDuO5c+eG/i0EgOirV9bUEXx69uyp3njjDRtgs2bNUueee24YiNwDWVumlS1bVhHFbxoR/eZnSHTj9C1SpEhYnZMmTVJXX3217fPu3burN998M1W2IE/9EAKAJ5h0ISEAhGMlBADv6ye3l/x20Qrt9Cevs5tVbVZPnXrOmerDx15Ve3dmkau9WLOrO6kLhvfXRXds/FGTACAD/LBsfcR84Fa9Jzc9TVVtlpUyoHyd7I2q9jK2eMrkpLOW/v594E+1cNJU7fh3m8d6nVqqs3p3UhXr14hneLnqmm1fb1ZL356rlQEi/SaqnlVPEwHqd2mdtFzo2bmmUFlcM3txyOl/6J9/XeccMo/l9M+NqT5S9YfgVAvY9NkqRdCMVzsqz1HqoS2zvRaXcoKAICAIJISAEAASgk8uFgQEAUFAEBAEcg8CRK881OKIE6DkicerWz54Ki4Zw6AIAG4R1OaMNG/eXE2YMCGik3/evHlaNtRptWvXVjVr1lT//POPjtDetm1bWJlzzjlHzZ6dfi9u4ljz95v1qyrhtXanPDzX+Ykw99pOdpSTNWVHGfl10ohYKiSkDFmxYoVNmlgIANFXpqypI/iMGDFCDR8+3AZYJAf8nXfeqR588EFb2R49eoQRCM4++2z1ySef2Mo9/fTTOn+205o0aaJQQDFt/Pjxqn//LEdUupgQALzPlBAAwrESAoD39ZMbS+7/bY/6nGj/V2erX7fYCVfgUey4Uqr2eWdpx3+VJnU0RCPrX6L27PjVM1wmAcB50fdL1oUIARADfvvvEXKpsywS61oZoFk9TQg4tlwZz31IpYLZ6aw1x/3zt1vUoonT1OevzgqDI3/hguqsPp30X5GSxVIJrrTpyzefLNHKAKgqRLL6F2WpArB+g7RkrykcxDj9V8/+VK3/6MuIXSf1geX0L12lfJBDlLqShMBH495Usx+Y7Ll2IQB4hkoKCgKCQAAICAEgABClCkFAEBAEBAFBILcgsHXNRjX2/9k7D3ApinQN/xxyFpAgOadDzjlIEEHEsKbFFdE1r2Fds645rHHNXjGBaxYjqKAIKojkDJIkowgSBQQk3Oerwwxz5nScru7pnvPV85zLXae6uuqtv7ur6k8D/hEfLjaoV495UrIKuQstqcsA4LjjjlOeamZl8ODB8sADDwgU+kYFYbq/++479Td58mRZvny5vPjiizJkyJB4dRgB3HfffXlCu6PCwoULpVmzZpGafirWrKfLa1QJJ8IARVTLli1l6dKluarDoASGJVErlKncMwZv/4kTj+X5vfrqq+Xpp5/OVYkGANZSTpk6xgcGJUg9k1xuvPFGueOOO1Rqm8OHD8sbb7yhPPXBLrF89dVXeQzdRowYIZdddlmuekiHg+8fIg7AaGXPnj1y++23y1NPPZWrXsmSJWXDhg2C72+UCg0AnM8WDQByWO3fvVdWTVsoyN8+5ZVPBB6bTkv9rq1k2Mv/lmKlSzq9JKPrZapMLZs0S3n7L/zie8P5Q4hnKP2bndxFSlXI/c6c+5G5gtNMGFqfbh9GHiGrf5o6XxkEIDoA/t2/+w9T+YKCEYrUht1zUgYULhaN/NN+K2uTgS2dNFN5+y//dnYellWb1lVK//bn9M/o5zjIwR0+dCgnRcDoCfLTDwsMb41IhDAEaHtmX6nSuLbn7vkhUzt+3hJX+q+aZjwOdLxW26ZK6d9iYDcpV6Oy57GwgWAJ0AAgWN68GwmQgDsCNABwx4u1SYAESIAESCDfE1g9c7E8f/q/4hzqd2sll73zH1dcdBkAwCsS3pFWpXDhwoIQxn/7299c9TG5MowCPv3001z/GYYBUMBEqVCxZj1bXqNKOJEFKISfffbZXFX79eunUlVEsVCmjs3aW2+9JUOHDo3/B6QLQaqRcuVyp0uhAYC1pFOmcvO55JJL5OWXX84DrUiRIlK1alXZvn27oTEcItzAACC57N+/X9q1ayeLFi3K8xvSAFSsWFFFvkFqneQSxe8exkADAOdfl0xV1toR2LN9l1L4rz6q9N+46Ce7S2x/r9elpVIAZ5/UWcpF1NPadpAOKmSSTP2+eZtMf2ucUvxDuZdcyp5wvMrr3GxAV6nTIdsBHX+rbN+4WVb9sDAeIWDDwhWWN6zToZk07NFapQyo1baJv53z0Lofylqj7vzw+lil+N+yakOen5ud3FW6XTQkHtXBw3B4qQUBPGcqRcDorw3nAZdWza4XNwYoWb5MSjx1yRRSdMQ8/TcsWG7al3pdWkjzgd3UX5lK5VPqMy8KBwEaAIRjHtgLEiABYwI0AKBkkAAJkAAJkAAJuCYA74eXht4evw4W6xeM+LfjdnQZACTeEIqK1atXy5tvvimPPfaYQMERK8hvjFD+HTp0cNzH5Ioff/yxnH766bn+cxRDtlOxZi0CXqNK2AkYlHhQ5iWWsmXLyoIFC6RmzZp2l4fyd8pUzrTs2rVLeWonpgwpXbq0UtAmF3h1Jxfkaof8ValSJU94drOJ9+NdGgYho0zlngV44yOizaRJzj1G69SpI1OmTDGUP7SOiDeIVgFvfqdl4MCByhCuYEF3UX+ctu9nPRoAOKebScpaq1Hv+nWb8u5XXv7TFsqvy9c6h5RCzWrN6kuzAZ0l+6Qukt9yOWeCTC35apoK8b9kwnTD2W/St2OOt/+ALoIw+2EtiOa2avoiWYfoAHOWyrb1eVMWxPqOkPaIDqBSBvRoI0j/FpaiS1lrNB6kZpj88kcq1H9y5I+ChQsppT88/o+rWjEsOPJNPyCzsz/IiQywf49xZIvGJ7aXtmf2kVZDerni4kWmNixYkaP0H/e9bF6x3vS+jXq1jSv9w/yecAWOlYUGABQCEiCBMBOgAUCYZ4d9IwESIAESIIEQE1g0bqqM+vu98R52OPckOeuxfzrqsd9Kq1GjRsmFF16Yqy/9+/eX8ePHO+qfUaUlS5bkyuGNOq1bt5Y5c+ak3GY6LqRizZq6n1Elxo4dq4xIkFYiVmCcgv9+8sknp0MctNyTMpWDEalEevbs6ZlptWrVHCtl/X6Xeh5Mig1QpvKCg1HbnXfeKU888USud4gRYij2kRIAxiRWZePGjXLVVVfJJ598YlkPCv8rrrhC3RtRdcJepr4+Nk8XDx08KPsPHJDixYoLcq8mly4XnBL2YQXWv0xQ1hrB2r7h16Mh/Repf39bvdGSaZnK5aVupxZSt1NzmfDUW7Jr01bHc3BctYqyY2Ne7/BYA1CkIipAs5O6SJ2O0Uol5RhCQsWoyhQ8j6H0h7f/71u25xk6FMCtT+ulvP1rtsmbqiUVVkFfs2LyXFk9Y1FOuoA5S2Xf73tMu1C+ZpWcdAFHjQKKlSoRdHfj9/OirDXr9NrZPyrF//wx3+WpglQJ3S8+TTrzW5G2OU++MRTuMAbAmYRRKViokIoK0ObMPrmiNHw34kP57IG8UZWOHBEpkHd5oJp+8KdPBe0lFnxHYkp/q/d9dv9OcaV/kRLFQsOPHdFHgAYA+liyJRIgAf0EaACgnylbJAESIAESIIF8Q2DOhxPl7WseiY8YeWSNAAAgAElEQVS3xyWny+C7cucVNoLht9Lq0KFDSvHx22+/xW+PnMY4gCxRIrXDqk2bNskJJ+T2fEEYb4T3jlKhYs35bOmMKgHPXXjPJofUfumll1Te7igXylTO7C1evFiaNfOuyKEBgKg89rt371b57aPobW70PE+bNk06d+6c66dUosjAY/+1116TiRMnCgzTEP6/ZMmSgggS3bt3l7POOktg8OamwJANhnOIGLBq1SrFHmkratSoIUgjcMEFF+QxgHPTftB1H+n5d9nyk/PIBsjbfPbj1wfdzdDeL6rK2mSgUPDHvPvh6b99w2ZL5lDm1u2co/Cv16m5HF+nWrz+g52GCQwInJbOFwySU++6XBaNnyqLx01VCqpkT+JYWyXKlVaGAIgM0LRfR6e3iFS9qMnUws+nqDD/y76ZZcg55umPf4umUQmuWwj27vhdVnw3R5DuDcYA6+ebhy/HvWu2bhw3BqgbsCGLTgOAeZ98oxT/6+bmjc4Eb/JuF50m8NxmCSeB/bv3qvQAsz+YYDiH6DWMstqe2VdFBvjx6xky5t4RrgbznzVjlQHA0okzZeEX38uicd/L3u2/G7ZRICtLEB0xFt6/YKHoRU1yBYeVVQQAyIabcuWHj7mpzrokQAIkkDIBGgCkjI4XkgAJkAAJkAAJgMC0Nz+XD25+Og6jz9XnyoCbc3vfJ5Py2wAA90N+49mzZ+e69cqVK6VevXopTdzcuXOlTZs2ua5t27atzJplfDiY0k0CuIiKtdQge4kqMX36dKVEg1ItsSBVxb/+9a/UOhSiqyhTOZOxefNmpYT1WmgAkJkGAF7lgtc7J0ADAOesjGpGTVkbG8OmZWtVSP/VR0P6I4y3VYE3c72jHv5Q+uN/m5VUDADOePDqXM0tnTRTGQIsHveD7N66w/BWWQWzlCEAFMuIEIAQ7JlQoiBTW9f+ojz94fEPRXhyOa5aJWl75onK2796iwaZMC22Y4ARzfLJc2XNUYMAMDIrhYoWlobdj6ULqFS/hm37Xip4NQD4c9+BnDD/r3xsGN2h64WnSreLh+QyBPLSX14bDAEY/yE9ACIDIIKHUSlXrZJs32htEJZ8XcvBPWXxl1Pl4P4/DdssXKxIXOGP9zcLCZAACZAACYSFAA0AwjIT7AcJkAAJkAAJRJjA5Jc+kk/veTE+ggE3DZM+15xnOiK3BgBr166V2rVr52qvadOmyuPWrCD/8Zo1a3L9jNzciSGR4dEPz/5YQTh2HFKWKlUqT7OvvPJKHk/ts88+W959991IzRyVtalNV6pRJRYuXKjCwsNLN7Hcfvvtcv/996fWmZBdRZlyPyGIHvLTTz/luhAyctxxx7lqzO271FXjaayciTKVRpz57tY0APA25VFQ1mKEKpf5tEVK6Q9P/73bd1kOvGLd6sq7P/bnJn/3pOffcw2195Vnm16zZtaSo8YAU+W3NT+b1mvQrbVkD8hJFVD2hONd9yEsF4RZpuZ9+q1S+q/8fp4hrmYnd5UWg7opo4zCxYqGBWla+oE0ASsmz5G1s5aolAF/7Mxt2JrYKTxfDZAuoHtrFSWgRLkyWvucqgHA5pXrleJ/2huf5+lPueqVldIfof7hxc0SbQI/TZ0fjwxw+NBh7YMpXqZkXOmPSBEsJEACJEACJBBGAjQACOOssE8kQAIkQAIkEEECXz/9tox7ZFS854PvulR6XHKG4UjcKq2gDEKIY/ybWGbMmCHt2+fdcH/zzTfSu3fvXHXLli0r27ZtEyj5YwV1UDexPP/88yrXcXJB6GaEcE4sL7zwglx++eWRmq1MVKzpCq1tN5Fuo0ogPQRCcv/6a+6wwRdffLG8/HLe3JN29w/r75Qp9zNDAwBrZpkoU+6lxNkVBw8eVBWR5oYlhwANALxJQliVtevmLs0V0n//7j8sB1q5Ya24sh8h/UtXKu8NjE9Xb1q2Jm4MsGHhStO7VG/ZUJqd1FlFCKjSqJZPvfGn2bDJFJTAytv/rXGC8OHJpVz1StLurH7K279qdl1/oES8VaS0WDF5rvpbO/tHwfNpVao1r68MARAloH63Vp5H79YAYNmkWTL5lY9k2Te5o8OhI/W7tlKK/+z+udP0eO4kGwgNgbkfTVKRAZZ9m3f+3XSy1PHHKaV/i4HdtMixm3uzLgmQAAmQAAmkQoAGAKlQ4zUkQAIkQAIkQAKGBL54eKRMfOad+G9nPHS1dP7boDx13RoAoIHTTz9dPv7441xtwZsfCvtTTz1V5YmGl/aYMWPksssuU+G4E8tFF10k8OJPLCNGjFB1E0vx4sXlxRdflPPOO08pVPbs2SPw1n7qqady1YNBAnIxu/XYTbfoZKJiLRUDAL+iSsTmd/369dKtWzdZt25drikfPHiwfPTRRxmT1xyDo0y5f6ppAGDNLBNlyr2UOLti165d6n2CbxJLDgG3BgDtzu4n5zwR/XQsuuY/LMra1dOPeffDwx8KR6tStWndXB7+JcuX1YUksHZ2bNwii8ZPVQYB8F41K8fXqaqiAmQP6CK12zUNrH+p3igsMoWw4FD8Q7aMSvOTu0rLU3sqb/+ChWlU5Wa+d/26TUUHUAYBc5YK0geYFXjXK2OAHq2lQfc2ckKTOqZ1p44aI1/8Z2Se348cOSIFCuA/q/+Tq9wx8w0pWionfcYP//tMefwjNHxy6fjXAdLtotOkSuPcUebcjJt1o0Vg92875P0b/ytLvpruquPdLhoiLU7pIXU6ZLu6jpVJgARIgARIIN0EaACQ7hng/UmABEiABEggwwh8ctf/qXyKsXLukzdI27/0zTXKVAwA5syZI506dcoTBQANI2R/xYoVZcuWLXnyrON3KEaQLqBWrdweU/v37xd4dS9alPcgMNYm0gbs27cvzyzdd999cscdd0Ru9jJRsZaKAYBfUSUgEDA+gef/8uXLc8lHly5dZMKECQIjk0wqlCn3s0kDgGPMXht+dx6AONiHZ3uhwoWkQNLhPnJi//XZm91Dz9AraACQd2L/0224bF1jnqvaSBTKVK4gx1WrKMgNfFzVSsf+/2oVBbm/S2oOXx1mcUyHsvbQwYM54fynLZTVR0P64z1gVZCH/VhI/xaCcMyZVPbt2hM3Blg8/gfToZWqUFZFBYDSOqxhqNMhUzFgm5aukWnw9n/zCzm4/0Aejgj73uG8k5S3f9QiK4RZ3hHZYsV3c2XFlByDAKsUHaUrllMGATkpA9pI6Url4kODAcBHtz/naqi3THlVpr89Tin+k3O2417dLj5N/RUpnr9TOriCmkGVvxvxoYy5d4SrEf1nzVgpyEhLrpixMgmQAAmQQDgI0AAgHPPAXpAACZAACZBARhEYfdOTKqxmrPzt/26XFqd0j//vVAwAcPHIkSPl73//u/L0d1qKFi0q77//vsDz2qhASdunTx/lze+0DBw4UD799NNIenFTWXtslv2IKoGQpL169ZL583N77jVt2lSmTJki5codO9R0Km9hqvf9yE/zdAfP44H9BwTPdYGsvJ5YXS88NUxDcNSXVIxKHDV8tBINAI7ReqLfFfLLj6sd42t9Wm8aACTQogFADgyEoF46caYsnThDrMKoOxa0pIpFihdTRgEwBiiHf5WRwNH/H0YD1SpmjHIgCGXtgb37ZNVRRT+U/pg/u1KzTWOl8Ec4/7qdWkiREsXsLsmc34/IMWOAcVNln0HYegwWXuswBMg+qbOKEFA4JArOIGQqebJnvjNeeftD+WxUEMa79em9Fa8COa7kLD4SwHO+fPIcWTllnqybs1SsDHxOaFw7xxigRxv5bc3P8vEdz3vuGSJlQOnfcnAPz22xgWgToAFAtOePvScBEiABEnBHgAYA7nixNgmQAAmQAAmQgEMCb1z5kMz/9Nt47WvGPiU1WjVS/ztVAwBcO3HiRLnyyitl2bJltj1p06aNCucPL3+rsnHjRrnqqqvkk08+sayHMMtXXHGFPPHEE1K4cGHb+4exAg0Ajs2K7qgShw8flq5duwqUx8kF6SrKlrUPR4y0E0YRKcIiS08PukbWz88d2cCqbzhgv2BE9CJlhIV3fugHDQC8zXJ+NQDYu+P3owr/mbJ00kz5Y+fulEFmFSoohw86Nyw0u1GZSuWVUYBZJIGohKT3Q1mL+YECMKb037Bghe181WmffdTDv4X6t1DRaK67bAeaQoWV389TaQLwt/OX30xbaNizrTQ7qbNKFQD5TFfxQ6aMxrJx4Uql9Mff4UOH81QpX6OydBw6UBDqv2K96unCke/vu3/3Xlk+ea5KFwBZNgrPrwtSmzP7SPeLhkj1lg11Ncl2Ik6ABgARn0B2nwRIgARIwBUBGgC4wsXKJEACJEACJEACbgi88rd/q4N5lMa928vwkfdIVsEsTwYAaAuhob/44gsZPXq0zJw5U3nv//HHH0rBijD/SBVw1llnKU9sNwUK4VGjRilP7VWrVql0AvDYrlGjhvTt21cuuOACyc6OTu6/58+4IU+4U3jcHDp8WAoWzMoTWrtUxXJy0ch73CALRV0v3to6o0ogVYTX8P4wMoF8h7XQACCsMxPdftEAwNvc5ScDgA3zl8uPk+DlP1N5kJoWOPNaR4/PdWn7c/rLafddKds3bJbtG39V/+7YuDnnf2/4VbZv3GypZHU6g/DGLnc0vYBZJIEg847P+XBirpRNsXEgqgs8orOysvIMbdgrd0nZKhVsh4w8y0rhf1TpbxflA/dLDOeP/x/rRRZ7AjCmiBkD/Lp8rekFNVs3iqcKqFS/hn3DGmv4aQBw5PBhFXUMSn8zw5IWg7pL27/0kab9OmkcFZvSRWD7+l9VdAAYBPw0db7s3rrTU9NIBxIL81/iuNKe2uLFmUeABgCZN6ccEQmQAAmQgMXW+IhdYjXSIwESIAESIAESIIEUCfy5b7+MOO82WTNzsdRs3VgufPUuQe5FlmAIwABg9YxFjm/WpG/HfGcAADi6okrQACCvqDECQG4mBw7k5B8uUqSI4+cy0yvSAMDbDGeyAcD+PX8c8/KfOMNSKVSxbnVp0KO1NOzeWsbe/4r8tnqjY7AwADj78ett6+/c9Jvs2LjFwFAgx2gA/fVakPsa6QXKHY0kkGwogHzvugoMAN6+5hFXzd0x601DA4AdP2/JFdLfzqMXhg4xhX+9Ti2kTsdmrvrBysYEIPcxYwCrtArwfs9JFdBFarVp7DtOPwwA1s1dKtPf/EJmvDPesP/la1aRTkMHCpT/FWqf4PsYeQN9BGDIAWOAFUgZMHW+HDnswqJLRO5f+pEULVVcX4fYUkYRoAFARk0nB0MCJEACJGBDgBEAKCIkQAIkQAIkQAK+EtizbZf839k3ydY1P0ufa/8qva88S7IKFvT1nmw8hwANAMY6FgUdUSVoAJAXNw0AcjPJZGWt44ctqSINAFIll3NdpsnUz0tWxZX+dgZsjXq2VXmiG3RvLVWb1o2DfKTn312FlHZqAGA3UzAAUJEDNm45GkEgJ3pALKIAlOReS+FiRXLSDCgjgYqGKQcKFXEWKt+LAcDWtb/kCum/bd0my6Eh+kG9Ts2lbqeccP612jbxioLX2xBAFIaYMcCyb2aZ1oZhbo4xQGdp1Ms6ZVaq0HUZABzc/2c8xL9ZVIkWp3SX9mf3l8Yntk+1u7wuRAS+HzlGPr7jOVc9ogGAK1z5rjINAPLdlHPAJEACJJCvCdAAIF9PPwdPAiRAAiRAAsEQwAH4C2feoA7BETq2ZpsmMuTey6VsleOD6UA+vUt+MQDIp9OblmEzBYA37JmmrPVGQwR5gB/vc7lSkjotx1WtKF2GDZYarRtJzVaNpEiJYk4vzch6UZepg/sP5Cj8J82UHyfOlF2btprOEzx6kdMcXv4NureRYqVLGNZNlwGAEwFDvnbIOwwFVDQBZSBwzFAAz4TXAoXucTAOMIkkUOr449QtUjEAgKJ4/fzltikRMDc5Hv45Cv8azL/tdVo9Xf/n/gOyeNzUHIOA8VPl0AHjVEOFixaR7AFdpNlJndW/To1J7Drn1QAAxkAI8z979ATDW1WodYJ0HHqytDq1l5SrXsmuO/w9QgSmjhojH91OA4AITVnouwoDgD/35UTkclp6XfkXKViokNPqrEcCJEACJEACoSFAA4DQTAU7QgIkQAIkQAKZTWDzinXy7GnXyx87d6uBVm5QUy55+0FtRgB79uxR7ZYsWTKzQboYHQ0AXMBiVUcE3BoANOnTQS4ada+jtvNDpagra3XMkRsPbyf3q9ywljIEqIG/1g2levMGTi7LmDpRlKlfV6yLe/mv/H6e5VzAux9/Dbu3kWrN6zuat/273YfiD0u4aBgAxCIIqGgCP8eiCeQYCuiIIlCoaBEVPQBh+DctM88Z7wj20UolypWOK/vh6V81u56by1k3YAIwuolFB9izzTzfeuPe7VVkABh+xAxHUulqKgYAiKgx/a0vVJj/zSvXG9625eAe0uG8AdKwR5tUusVrIkCABgARmCR2kQRIgARIgARIILQEaAAQ2qlhx0iABEiABEgg8wggp+PTp1wrRw4fVoNDCFgoB0scV9rzYH///XcpUKCAlCpVynNbmdIADQC8zeShQ4dUAwWZskJ5qS78bIqMf/x1ObBnnyuwJzStK416tlGeu/AGLVgo/6YAiaKy1tVkG1SGhzc8u6FwQhhqeED7WbIKZiljgGNGAY3k+NpV/bxlWtuOgkzhmx+TAcgBFNlmBREeGvVqqzz8ofjXsT5I6wT5cHMYASB6wI6fkW7gWCQBZTCwYbPs+z3HINLPAmVwvaPe/fDwr9K4tp+3Y9s+Elgzc3HcGACpHcwK1uw5qQK6SMW61QyrzXh7nKyavijPb38eOCAFsrKkkIEH7eA7L5WS5cvEr1n5/Xyl+J/3yTeG94C3f6ehA6X1Gb21GRH7iJdNeyRAAwCPAHk5CZAACZAACZBAviZAA4B8Pf0cPAmQAAmQAAkET2DV9IXywpk3xm8MpeDwV+8SeKR5KTQAyEvv8b6Xy6alaxxjxSH+FaMfdVw/0yvmd5lCTucFn02WBZ9NkfXzlmmZ7qysrJwQ3uqvjYoEkp9KFJS1Oubj1+Vr42HdV01bKIcP5Rh9GRWE8D+w17lRSf2uLaV+t9ayfu4yJZe7Nm+z7TKUyCpCQMwwoHVDKVUhJwx61EtYZeq31RvjMrDsm9mWmPHtadQTSv/Wao5YvBHY9/venBQDykDgaASBo4YCykjARcqN5J4MvO0iye7fWSrVr+Gtk7w6lAR+Wbomnipg46KVpn3EtzuWKiDxmYUBwPs3PulqbHcveE8KZBXI8fZ/a5xsXfOz4fXw9ofiv363Vq7aZ+VoE6ABQLTnj70nARIgARIgARJILwEaAKSXP+9OAiRAAiRAAvmSwNJJs+SVv90RHzs8ioa9fKcnFvldWQt4ONhXXpbIpfzVdDly5IhrpvCswuF+0/6dpF7nFq6vz6QL8qNMQWkHhT8U/xsXmh/+65pnePvCGADKvzodmwlyV2dyCauy1itzKPjx3oF394rJcwVyZFZKli8rSA3R+MT26t9nh/xTfvlxteMutD6tt/z12Zvj9eENDUOAdfOWxY0CDvyx37a98jUqJxkFNNKW79r25horhEmmoOiPyYGVDOA5x/zDy79h99ZSskJZjUTYlBMCeG6gcJ3w5FtOqsfr3DHrTSlbpYKra1g5mgRgKLJ43FQVHeCnHxaYDqJMlQrS7CREBuis1qFuDQCa9Ouo1qxGBdFbOg49Wdr9pa+UyvD1QTSlxP9e0wDAf8a8AwmQAAmQAAmQQOYSoAFA5s4tR0YCJEACJEACoSaw8PMp8vql98f7mKzUcdv5/KisBaOfps6Pe1nqyuUbY1+0VAnJ7t9JmvbrpP71GqXB7Zymu35+kSnk1o15+v+yZJUpdoT/Rfh2NzmoG/Vqp0IGL/9ujvpDfmurUqtNY2UQAMVgzTaNMy5dQJiUtV6fr0QP79Uzl8iBPeZ516u3bChNjir8kz28n+h3hScDAKNx4F2YaBRg5cmaeH3VpnUTjAIaCtJXhL2kU6YQyh9GH/iD8VksvY8Rs1rtmkrjXu2Ulz/eJSzpJzDnw4ny9jWPuOoIDQBc4cqYyn/s2i2Lx/2gjAEWf/mD6bgKFSksBw/86XncrU7tqRT/9bvS298zzIg3AAOAnZu2uhrFiVedI0VLFXd1DSuTAAmQAAmQAAmQQCYSoAFAJs4qx0QCJEACJEACESEwe/QEeee6x+K97XDeADnr0etS6n1+Udbu+nVrXOGyaPxUOXLY3Mu/RNnSsnfn7455Fi1ZXPZbKPGgmM3u10lFB4DndqaXTJapTcvWKE//hZ9NFivDEYTmbj6wm7QY2E3g5ff0oGtk/fzljqce114w4li0j3VzlsaNAVbPyJsnOLFhyGMsVUCdDs0yIl1AOpW1jifNouKyb2ap9w+8Qa289gsXK5rj5d+nvTQ5sYMgX7hZee706111rVy1yrkiADi5+PDBQzkRAo7+rZu7TKxyXcfaLFS08LG0AUgf0LqRlKte2cktA6sTtEyt/H5e/Bv064p1puNE2gV4+eeE9m8jpStldnSPwCZc441oAKARZj5qCtGllCEAogOMnyr7d5sbf7nBcnydatJp6MnS/pz+UqJcGTeXsi4JkAAJkAAJkAAJkAAJkIABARoAUCxIgARIgARIgATSSuCH/30mH976TLwPXYcPkdPuu8J1nzJZWQtFqfKwnDBDfllqHir7+DpVpXHv9tKodzv17/Nn3CB2StZE0E36dpQh91yuvLuWfDnNMuRrtWb1VGSApv07S/Xm9V3PVxQuyDSZ+nnJKuXpv/CzKQKvf7MCD10o/JsP6iYI155YvBoAJLb1574DsuJoZABEB9iyaoOlWFSsV10pE5H/t2brxpFMFxC0stbrc7Z9/a/y46SZap5Wz1wse7buNG2yUoOacS//el1aer2179fv3b5L1s1bnssoYM828/HFOgRjBkQxqNmqUc6/rRtK8bKlfe+v2Q38lqldm7bGU8vgO3Rw/wHTsdZo2TAe2r9Oh+y0MeGNnRGgAYAzTqxlTWDFlHlxYwBECXJbmp3cVboNP1Wi8N1wOzbWJwESIAESIAESIAESIIF0EqABQDrp894kQAIkQAIkQAKKwLcvfiBj73spTqP3lWfJwNsudkUnk5S1u7fuiHtYIlUC8mublUSFPwwAEksqBgAXjbwn3gTCtS/+cpos+Wqa+tdM8VO2yvEqKgDSBCDke6aUTJCpDQtWCGQIiv/fVv9sOjXw1oa3fvOBXaVY6ZKm9Q7s3ed6eouUKObomu0bNqvoACsm56QL+GPnbsvr6ndtKQ17tJXa7bMjky7Ab2WtI9A2lWIe3qtnLJZ1c5da1m4MY6M+HZSXf/maVXTcPq1tbFu3KU+kgEN/HrTtE969iUYBNVo3kqysLNvrdFTwQ6ZiRmdQ+MNwyKwgTQy8/FVo/x6tBd8ClugQoAFAdOYqKj0d98go+frpt1119+4F70nJ8vT4dwWNlUmABEiABEiABEiABEjAAQEaADiAxCokQAIkQAIkQAL+E5jw5Fsy/rHX4zfqf/350u/68x3fOOrK2rVzflRK/8Xjf7AMrV2+RhVp2q9j3MvfCtDrl97vmF+sYmK49uSLl387WxZ/NU1FBzDLA1+wcCHJ7t85xyCgXycpVsZcmey6cwFfEFWZQnhzhPZHiP9t6zeZUms2oMtRpX83KVysSMB07W+HVAPKIOC7OZbRKNBSqQrHScOebVS+4JptGoc2XYAfylp7ktY1kFt36cQZ8tPU+QKlv9mzjVaOq1ZJefnHlP4Fsgp4vX3or/958U+5IgVYpT5IHEz1Fg1yGQVUbljT01jNDBHsZArvZLuye+tOJQP4BuHPKhVM1aZ1c0L792ordTu1sGuav4eYAAwAEMrdTRly7xVStkoFN5ewbj4iMOPtcfL+jU+6GjENAFzhYmUSIAESIAESIAESIAEScEyABgCOUbEiCZAACZAACZCA3wQ+f+hVmfTce/HbDLr9Yul1xVmObhs1ZS28m1VY/6+ny/yxkwU5qs2KlZe/Izg+VNq46CcVGWDJlz/IhoUrTe+AHPJIFYDoAMjvGqUSJZlaO2uJUvjD099MgZtVMCuu8G8xqJsUCMhDWcecQ/kJY4DY32aL3OO4X9XseipdQK12TUKVLsBOWauDlZM2Vk9fJMu+nS1rZi5Wof2t3j91OzaLK/yrNK7tpPmMroPUFevnLVN/647+i+gVdqVIyWLH0gYcTR9Q9gTnHvMLxk6W/13+gN1tcv1+69SRppEZ1s1ZmvMNmjRTNsxfbtpuoaJFcow+TmwvDXq0kXLVKrnqAyuTAAnkHwI0AMg/c82RkgAJkAAJkAAJkAAJhJ8ADQDCP0fsIQmQAAmQAAnkKwIf//t5+f61T+NjPu3+K6XrhafaMoiCshbh2KFwQUh2q7DKx1WtKPDOboTw2r3b24493RV2bvpNRQVAmoBl38wy7Q5yhCMqAKID1G7XNN3dtr1/2GUKSlwo/KH43/XrVsPxFC5WVJoP6iYtBnaT7JM62445KhWQZzjRIAD53M1KVqGCyhigXucWUrNNk7SmC0iXAcDu33bI0kkzZdX0RbJmxmLZsmqDKa8S5coc8/Lv00GKliweFbFIWz9/37L9qFHA8rhRgF0KC3S2TJUKeYwCipYy5u3VAEAZnU3K8fDH394dv5vyqtywVk5o/97tVFQNFhIgARJwQoAGAE4osQ4JkAAJkAAJkAAJkAAJBEOABgDBcOZdSIAESIAESIAEXBB474b/ysx3xsevOOuxf0qHc0+ybCGMytr9u/9QCpfFX/4gC8ZMlkMHzXNJN+zRRpr07agU/sgnHdUCT22MVxkEfDVN9u3aYzgU5HvNiQzQWf0bxlDiYZQphGmPefpDqWtUkHYBCv/mA7spJV5+KIhCgVQBMApADnurUu1BqeIAACAASURBVK56JWmI6ABHjQEqN/AWmt0N3yANANbOWSorp8w96uW/RPbv3mva1erN68e9/JFCgcU7gS2rNuaJFHDk8BHbhis1qBE3CqiBSAEtG6prUjEAuPC1u+WXJauUwn/t7B9N743oIPj25IT2b2caNcC286xAAiSQrwnQACBfTz8HTwIkQAIkQAIkQAIkEDICNAAI2YSwOyRAAiRAAiRAAjkE3rzyIZn36bdxHEOfu0VaDelliicsytqfF0PZMkOF9UfuaLNSplJ5aXFK98h4+acql6umLVSpAhAd4LfVG02badq3o4oMAGOA0hXLpXo7rdeFRaZWTJ6rPP0XfjZF9ph4upeqUDYnvP+gbtKgW2utHKLW2OFDh5UhQI5BwGzZtGyt5RBqtWsq9To1V5EBarZu7Kv8+WkAAA9vROBASH94+VtFGYmHde/TQZr06eDrmKMmP372F6H2c9IG5Pxrl8oCfSlQoIDUaN1ISpQtrQzKdBWkZIHCH+H9Edof92EhARIgAS8EaADghR6vJQESIAESIAESIAESIAG9BGgAoJcnWyMBEiABEiABEtBE4MiRIzLyonuU8jhWLnzlLtMw5ulS1iIfNJQyi774XuaP+U7gAW9W6ndtKdkndYm8l3+qUwxlF6ICIDrAmllLTJuBEhbGAEgXkM6c4+mSKYCBIhee/gs/myx/mERRKFvleKXwh+IfedpZjAkgPUIsXQCMAnZv3WmKqlipEtKgZxup1bqxL+kCdBsAIK0IjGzWzFysFP9mUSEw4Ir1qitlf5MTO0j9bgzrHobnZf+eP2T93GXxtAEwCti1yTidh47+wrs/FtofBgAsJEACJKCTAAwAvnvpI1dNXjH6UUFUKBYSIAESIAESIAESIAESIAG9BGgAoJcnWyMBEiABEiABEtBI4MDeffLa8LuPhfQuIHLJmw8KwuUnlyCVtfAohmHCgrHfycZF5l7+JSuUlZan9JAmfTsopT/LMQJ7tu06GhngB/WvWWjs8jWrKEMAGAQEnYs6SJkCmR+/nhH39Idi0KiABxT+CPHPUO2pPVGIzBE3CJg817KRSvVrSN2OR6MDtGksTtMFmCnif9/9uxTMKiglSpQwvG+p44+z7A/eiYgIEfPyXzvHPKw7GmrUq600PjHHy79CrRNSA8arAiWwc9NvCUYBy1UaAbP3gV3Hyp5wvHp/xkL7ZxUqaHcJfycBEiABEiABEiABEiABEiABEiABEsgAAjQAyIBJ5BBIgARIgARIIJMJQJH22kV3y7o5S9Uwi5ctJcNfu0fqdMjONWw/lbWHDx5SOZQR1h9K/4MH/jRFDmUhvLKh8D++TtVMnhqtY1syYbqKDABjgN+3bDdsu2jJ4ipFgIoO0L+TFC5WVGsfkhvzU6Zi90JqBHj5I8Q/okkYFXhuQ+EPuarWrL6vY853jR85EjcGgFHALz+utkRQr0tLqYVUATbpAiDHMF5yU26c9JIg/3tyQZ9iHv74d/uGzabNQuEb8/Jv3KeDILc7S/QJ/LpinUwdOUamjhrjajC3Th0pMBpiIQESIAESIAESIAESIAESIAESIAESyF8EaACQv+aboyUBEiABEiCBSBLYtn6TSgcQU85ByTX81bulWvNjylDdytotP22QReOmynx4+S9cacoNBgktB/dQqQno5a9HvNbNXaqMAZAuYNPSNaaNNujeWrL7d1ZGAeWqV9Jz84RWdMtUrOmFX3wvCz+bopT+ZikjTmhSR3n6469Ko1rax8YGjQnA+ARpAmIRAsyMUXB16YrlpHaHbMN0AV4MAGBg9NMPC5TSf82MnND+VqlFYAwV8/KH3LBkJoEFYyfL/y5/wNXgaADgChcrkwAJkAAJkAAJkAAJkAAJkAAJkEDGEKABQMZMJQdCAiRAAiRAAplNAGH3R150t2xd+4saaOlK5aTHJWdImcoV1P/et2+f+rdYsWJ5QMATH3nl7cqSr6YrD394+h/cb+yNjTZqtWuaE9q/Twd6+dtB9fj7tnWblCEADAJWfj/PtLWqTevmRAbo10mqt2zo8a45l+syADhy5Ehc4b/gsyly5PBhw/5Vb9EgrvSvWJf5ubVMosdGYHQEY4AVk3OMAsxSVeA2UL7XatNERQf4c99++ej251zd/eSbh8vWdb8oxf/mletNr4XREd49OUr/9lKsdElX92HlaBKgAUA05429JgESIAESIAESIAESIAESIAESIIF0EKABQDqo854kQAIkQAIkQAIpEUAu5JfPv0P27vjd1fVXj3nS0AAAxgTwwoZiZcOCFaZtFi1VXCn8Y6H9Xd2clbURQB5seFar6ABfTlNKVqMCo5CYMQByX6davBgAHDp46Gho/ymy8PMppl2o1baJUvq3GNRNylWvnGpXeV1ABFZMmZtjEPDdHNm46CfTuyLXOlKH6CrVmtWLe/lDZljyHwEaAOS/OeeISYAESIAESIAESIAESIAESIAESCBVAjQASJUcryMBEiABEiABEkgLgckvfyyf3v1/ru6daADw44TpysMfyhQzBTIar9GqUU5o//6d6eXvinZwlVdMniuLv/xBGQWY5UWHIhZRAZRBQP/OAu/p5LLs29nyv8vuz/PfjxzJ+U8FCuQd05UfPC5Vs+vm+gFRI+DhD6OSxeN/MAVRr3OLo57+XeMRLIKjxjvpIrBn2854qgAYBezatFVX01KwcKFcXv6xSCfabsCGIkeABgCRmzJ2mARIgARIgARIgARIgARIgARIgATSRoAGAGlDzxuTAAmQAAmQAAmkQgC5sf/vrJtcXdp1+Kmyds5S2TB/uel1hYsVUQr/FkdD+7u6ASunncDPS1blRAb4aprlPNfp0Eyy++cYBFSsW131GwYALw+93dUY/jn+eWUAcGDvvpwoEp9NERiXmJWGPdrEw/uXLF/G1b1YORoEfl2+Nm4QAJk6csg41YPZaMrXqCzZJ3VRiv8G3VtHY9DsZWAEaAAQGGreiARIgARIgARIgARIgARIgARIgAQiT4AGAJGfQg6ABEiABEiABPIXgVQMAMwIVWtePye0/8Bu9PLPIDHa9evWuDHA0okzTUdWsV51FRWgdMVyMubeEa4I9Lv+fFk3d6ksmzTL9DoocpE2osXAblK0VAlX7bNytAkgKsVrw+92NYgbJ70klRrUcHUNK+cfAjAA2PnLb64GnH1SZylfs4qra1iZBEiABEiABEiABEiABEiABEiABEgg+gRoABD9OeQISIAESIAESCBfEfBiAFCwUCFpMbh7PLR/vgKXTweLPOyICqCiA3z5g/yxc7evJJqd3FUp/JsP7CqFihbx9V5sPLwEaAAQ3rlhz0iABEiABEiABEiABEiABEiABEiABEgg0wnQACDTZ5jjIwESIAESIIEMI5CKAUDnvw2S7pecIRXrVsswGhyOWwKrZyySxV/mGARsWbXB7eV56mcVKnhU4Q+lfzcpkFXAc5tsIPoEaAAQ/TnkCEiABEiABEiABEiABEiABEiABEiABEggqgRoABDVmWO/SYAESIAESCCfEkjFAODqMU9KzdaN8ykxDtuMwJafNqioALNHT5BNy9a6AoXw/h2HnqxSCLCQQDIBGgBQJkiABEiABEiABEiABEiABEiABEiABEiABNJFgAYA6SLP+5IACZAACZAACaREAAYAW9f+kufaHRs3S8nyZaRw8WJ5fqvSqBYNAFKinT8uWvbtbNm+/lfZu2OX7N3+u/o7Ikfk8OHDCkBWVpYULFhQSpQvIyXLlZXix5WS6s0bSNXsuvkDEEfpmgAMAHZv3enqutptm0qlBjVcXcPKJEACJEACJEACJEACJEACJEACJEACJEACJJBMgAYAlAk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shwArt27ZLJkyfL559/LnPmzJFp06bFR9ypUydp3LixnHTSSXLiiSdKpUqVUqZx4MABmTdvnowfP17dY/HixbJ27VrVXq1atSQ7O1twvwEDBkjr1q2lUKFCKd/LjwsPHz4sy5YtU/2fNGmSzJ8/37f+//HHHzJ9+nT58ssvZcqUKYrb77//roYFNo0aNZJevXrJwIEDpXr16lKgQAE/hpxym0HJVModDMmFQcoUhrx582YZM2aMTJgwQcny3LlzFYnSpUtLq1atpHnz5jJkyBDp3r27FC9ePCSUgu3GkSNH5Ndff5VvvvlGPet4zmOc0BO8o9q0aaOePXAqU6ZMsB0M0d3wnsI3Y+LEiXne6cnvKrzXa9SoIVlZWSEaAbsSZgKx78i3334rs2bNUs/itm3bVJfLly8vLVu2lHbt2knPnj3z/bMY5nlk36JBIOpr9CApR32NHiQr3ssZAaw9sSf++OOPBd+8H3/8Ua3TE793WH8OGjRIOnbsGLo9srNR5q6V+M75/vvvZebMmfFvPM4F8I3v3bu3OoPAvje/rh8hGxs2bFBnNV999ZUsXbo011lNbD0E+ejfv7+0b99eSpYsmcqU8Jp8SCB2FoGzgalTp+Y6H0jcy3Xp0kX69u2br5/FfCgeHLJmAnje1q9fL+PGjVNnTWbncTxnEgn6nFTzVLO5kBLAHg7rqU8++UQWLlxoqGfBt27w4MGedF8hHb5tt2gAYIuIFUggegSwmcQG8tFHH5XRo0fHlctWI4GS8Morr5R//etfUrFiRceD3rp1q4wcOVKeeeaZuMLc7mJsXh988EFldJDuDf+ePXsUo8cff1x9JJyUVPu/bt06ef755+Wll16KH4LY3e+CCy6Qe+65R2rXrm1X1dffg5Qpo4FgkQhF5L333qs+6rECuT333HPlscceC42yNkiZAoctW7Yo+YVsxQxJrIQBB2133nmnnHnmmVK0aFFf5SaVxtesWaPmOfndhUPRESNGSIsWLVJpVszaNWsMh2533HGHXH755aE0mNi/f798+OGH8tBDD+V6d6Hf11xzjdx6661SpEgR16wgv+D81FNPOX6n4yann3664gUjprAZLemSqVGjRsnVV1/t6DlzCh7zhW8oNiLpLn7JVOK48L568skn5f/+7/8cfwehLHjzzTela9eu6Uak7q/7e4TNKt7JL774oifZAp833ngj7esFJ/ON7xDeMVD+6CwwIsH7C0avicaVuEfMGA4Hb5deeqkyNAlL0S1TsXFFfY1uND9m7xCvMhXlNXq6181BfDv8fFb9kin0GeuPu+66S15//XVHQ0h1j+mo8QAqmcmC1a1POeUUue+++5Sxcn4p2FfDAPn++++Xjz76yPGwsR669tpr1TcsUw0BYKh94YUXKiWazjJ06FB1XlWuXDmdzYayLbM1hV1n//GPf8gjjzwSyn2vXd+d/P7DDz/IZZdd5vjMz6xN7GOw1w7bftcJAx11Dh48KJ9++qlgX5zoNBVrG2cBbdu2VYzggJLpBd89GNk8/PDDuc4prcYdO2fK5He50fiDPifNNNnTdaaVaVzwDH7wwQfqDDlmYGs1xlR1X1HnRgOAqM8g+08CSQRw+ImFu1NlYDJAWOS/8MIL0rlzZ0u22Fh88cUXymDAyUs2uTG8dKEswiY2HUpIbLzh6X/LLbcor4RUym233Sb4s9uA43Afyg5s8mMejm7uh83+E088oRRs6dhoBCVTZkzsDs+gQIByqEKFCm6waq8bpEzFOo+N7BVXXKE2X24LDH5w4BYWJUhM8Wz1nCBihlslIN5VWBDeeOONrhTaMZ5/+9vflIGFG8Mot3Phpn7s0BAHymPHjjW8FIcb//3vf10f4KxYsUJw+IPoJKkUyBLeVThkC0OUF50ytW/fPvW9w7dVd8Fm5d///rfuZh2356dMxTqB5xAGK/jup7JmSDej2Dj8+B6BxznnnJPSezx5kuFd2qNHD8dz71dFJxtxGCvgXaGrHDp0SK1/sS6zK6l8S+zaTPV3P2Qq6mt0I5Z+yVTU1+hGrPyQKaP7BPHtSPW5cnKdXzKFe4MNFLvXX3+967Un9sg33XSTWnNEKWLXpk2bVL//97//OcGfq06697quO+zhAijPcC6Ab5UTw22jW+FMAOt8cMu0gkiSiHaQKhszHjjjevfdd5WXeyYXPIe33367vPrqq66HmemMcO4Bg1uv5e9//7syYi1RooTXpiJ5/XfffacccH755RfL/odl7+Yn5FWrVskNN9zgypArsT9nnXWWepdXq1bNz26mve10nJOmfdAaO6DzTEtjt0LRFIx4sV5OZe2Jc+Wnn35aRYDND4UGAPlhljnGfEMACxAoA1NV3sRAwdP2tddekyZNmhiywyErFr133323580ZPLWwiA5SsY3+474333yz5/7/5z//UR8cM2UXvK/wOyxkvRRs8NEGwiEHWYKSKaMxOVno4LowGAAEKVMxVlD0DBs2zPXBYiJrGAFAYWJnxOKnzMW8FHAQZmeM41Zpg83G22+/rbz4vRwkhYET5sBptIdUDAAQknb48OEqPYmXgoNrLMCRbiJdxQ+ZgpLon//8p/LS1l0g+zgkKViwoO6mbdvzU6ZiN8dhNw43cPCW6nOY7kMkP79HOg0AdCvVbQUoqYIThWDsEt19XbBggTqQxLvMrrj9lti1l8rvfslU1NfoySz9lKmor9GTWfklU0byHcS3I5Xnysk1fsoU7q9r7Wm3x3Qy1qDqwGsba0+EXU21pGuvm2p/U7kO6yEYFcMBwWuB4ghr0kzzaEfKiG7dunnFk+d6nGu999570qxZM+1th6VBrCcvvvhiAcNUCg0AnFELw9mTs57qr4UUboiG5ySqTbr3bvpHn7tFPGd43lIxbE9sCRFfEZ0kU1NPpuOc1O+5D6p9P860gup7EPfRsfa0030FMY6g7kEDgKBI8z4kEAABHLDD00BHsVIg4cAMXlvIoe21pGOjgTyMf/3rX1UuNK/lhBNOkHfeecfU4w7hsXQpwk499VSVPqBSpUpeu+34+qBkKrFDbhY6uC4Mm7AgZQpjhnU/DGc+++wzx3NpVhHKWjzPQRrhxPpi56WW3Ge3ShtszDA2zI/Xkg5jpVifnXipJY7PrQEAlNvw2nr22We9YlLXI7cWDgbwfgy6+CVTfhoApOOAxG+Zis27LkVIOhhhDEF8j3QaAKQzAoBThWBMNnQaAECe4fEGxYqT4vZb4qRNp3X8lqmor9ETOfotU1Ffo8dY+S1TiXMS1LfD6fPktp7fMoX+wAjpvPPO8xzVBWsovCeRMi/MRecasnfv3sqINFO9IXXuSyATL7/8slJAZVLxywAgHWdOQc6LDkVIpjNiBADvEgkjL0RHdGLQna69m/dROmtBlzzhbjr3RM56H1ytoM9JgxuZv3fy60zL314H1zoMKmEoqyOK5iWXXKKcVdLpFBcEORoABEGZ9yCBgAjoXITg0GHMmDEqf1NyMTpchBIWXrIIoxILKY6NCDbxeDFbhb5HGDworIIqOg/b0Wd4hWKMRvm2EZr+/PPP1zY0LLphCBBUCUqmYuNZv369ChHtxKo4dk0YDACClCm7MMfIJYboFrVr11aINm7cqEIbPfbYY4Zikw5lbaohd90obbZv367eK++//77huPHcItw9OMH4Ae8rRNl44IEHDDe16cqvjTzWWNiahfs3GpxbA4AZM2bIaaedZhjKD/lokW4A3jhly5ZVnm1O3u2IRNOvX7+gXlUShEzB2AvPl5NDDzcDD/obGIRMxcY/a9Ys+ctf/mJohINoEfgNETqQIzIW6hgbOhg5zZkzR0aPHq0MnfAO0xku3sn8BPU90vX9SNc7CvOF9+w999zjygtG52EX3jeQJafPpptviRNZcVonCJmK+hodLIOSqaiv0cEqCJmKyXeQ3w6nz5TTekHJlJWxIL55WHsiWl/lypUF63lEWkNEPUSrMirIhQ7jzDAfSlophKBQxF4SRgwYw4EDBwQh3rHWNotYmKn5tWE8A2NbrGeSC2QDa3eshxAJAZEFY6weffRR0z0AFHHPPfec4PpMKTDSAQuk0NBZevXqpVIGVq1aVWezoWjLzggSa2yk3Tz55JOlSpUqkpWVpfq9e/dutW77+uuvVZouRJPA2d3xxx8finHp7oSuc61MfUfZ8caZEt45SKPqpOQ3AwCkF8G7Cylaqlevrt7jiMz0zTffqD2SVaTLTHyXx2RE1z431p7V2bsTuQx7nSDOtMLOwEn/rFKR4EwE73v8Cx3Nzp07lW4LegYjxzCsobDm6NOnj5NbR7YODQAiO3XsOAnkJZC8qDVa7DtdhKB1M6VE4uEilEMPPvig2tjHNhPJPbMLVR50Hq3kRYiREgLeNLC6e+GFF1R4PatDZasNZfLhIjb1MJQ4++yz4wtDJxv8GNNbb71VfcyCChUdlExhfPgwQxag8HFTwmgA4KdMrV69WnkWGYVqNwtVj4NPKHHxrBqVDz74QM444ww32D3VTTWyhBulDQ4zsAEzenbNwqriuUd6E7NIKkF72qRqMe3GAAAKfRzEGlnP4uAWh9JG6WBw3bhx41TuciPGkDW8r4IqQchUqmOxCpcItlCeZmdnp9q8q+uCkKlYh6wUIfgW4vs6YMCAtEQfsYMW5PfI7GBEp4Lcbrxefk/Vi1rX+IyMvfANRqQns5Qdbr4lXtgkXhuUTEV9jQ5mQclU1NfoQckU5iTIb4euZy6xnaBkysqg0mztabVGgEH+xx9/LB06dPADi+c2ca4AY9qRI0fmAwId0QAAIABJREFUacsqrOrKlSsFxg1GocrTYZjsGYSDBqyUINhvIy2AUUrBHTt2yDXXXGOY3xaOGjBOrV+/voMeZH4VK2NA7HOwFw7qDCVI2laKEHg24t0Tc9AJsl9hu5eRAUAYzpHCxsmoP9j3w3jpuuuuy/UzzjSxPjA6l8ovBgB4tqBYhJOAmbGeXYQOnNsjRUnjxo2jIA6u+hjk2burjoW0cpjPtMKCzMqg0mrtabVGwDoLqXGLFi0almFq7wcNALQjZYMkkD4CsUUtFiGwFoeSMOZRl9wrJ/mezazrsNnHCxIWxNis2lmdW72g0a+gF96JixAoCB9++GG1cTYKge4kV59VtITY4SIY3Xjjjcr62iy/k93CEKzg4QYlJDxxgyhByRTGYnYw0r17d7nhhhuU1R7GnlyClh8j7kHK1CuvvKIMJZKLXdi+xYsXC/JFGuVHdqMw9ip3ZkpBKATxfJQoUUJ5wBgVp0obeFXhoOehhx7K04xdeNFffvlFkIttwoQJea4N2hPLLAwm3ltghPe8UT/dzOfevXsVd6Nny87gyEr5AGMUhOMuVqyYV5GxvT4ImbLthEUFK2OUoDcbQchUDIXZgWQUwhoH+T2KugGA0YEq1qF4R0E5ceaZZxo+HToMAHAgiXUWPGcSC97hME4aNGiQp2+Jl+c++dqgZCrqa3RwC0qmor5GD0qmMCdBfjt0PnextoKQKaw94eWHeyUXuzRuVusEtIcUJ+lI1WU3FwsWLFB70xUrVuSpapc6y2w/k6meWFgT9ezZMw+nBg0aKOP3Fi1amOI2M2ABKxxod+rUyW6qMv53K2OUsBvSeJkcK2Pb/BLW2Ck/GgA4JZW3nlFqGxixI3c9ziOMUsNmugEAvmEw0MP4nSjuEWXDbE8E4k7PuVKfxfRcGeQ5aXpGqO+uYT/T0jdSby1ZnWtbnS9YrRPsztK99TgcV9MAIBzzwF6QgBYCCJOLzTYU2naLEByawrrsX//6l+m93SiR7Abw7rvvyrnnnmtYLWgFLjwtoJzq3LmzUqTaWXlZeVzHBmS2YEO4TFjKwhsW97M7vLFbGAbNKkiZSj7IRBitO++8Uy2U4ZkNgxQjb76gmRgJcVAyBU/rq666ytALxC4cltUBQZcuXeStt95SYSf9Lsn9wOEVnke8iypWrKiUOWZpM5xujOARCoUQ5De52Cm1rTzig+SEficfuCdGXMEYERLdaMPt5t1tlS/aLjS9lUy56YNXmQtCplLto13I16DDjQUhU2CFyDYwEMQ6I7ncdtttSkli5OmWKmfd1wX5Pco0AwAo3zG/SK9ilctXhwEAIjXhe5HoRYqDfnhEwssPqUuMitNviU65ClKm3PY7TGt09D35kN4vmYr6Gj1ImQrq2+FWdp3WD0Kmfv75Z7UuQ7jf5PLEE0+ofYxZ+e2339S6FZGVkkvQxt9OmaKe2bvDiVLbyiPejpebPoalrtn+xkloeqtvaTq+Z2FhmtgPq+gbQRtwB8ln9uzZMnjw4Dxp3KCcxVrIyrAkyH6G4V40AEhtFsxSTOB88+KLL1aOE/nRAMAtTUS+wXk4ntmw7E3cjiGV+kGdk6bSt7BdE+YzrTCxgk7AyGHMyVmt1Vlz0OmWg2ZKA4CgifN+JBAiAmaW6LEu6lTgWG1cw6DAtZoWKw/Z2HW6Nt9Lly5V6QEWLlxo2KWws/IiU8j5h5C9yPuMMFrYUMSiJVgpGsPOxGgiU5Upq8MyJ8oUs8VSkB4kULBDOYQ/bBgRjrFOnTpx4xgdBgBeOX311VfSv3//PFMXJCfcPPY+gDIVzwSMYWJRXawU927e3Vbt2IXxt3ouMa/4szN60vFJDEKmUu3nrFmzlHecUb4xRHKA9wBybgZVgpApjMUsXHRUvLCC/B5F3QDg9ddfl2HDhskpp5yinvk2bdrEU0L5aQAAb1uE6oNBSWKBMRnSmuDZC5MBQJAy5fZ9ErY1erpkyo5b2NboQcpUUN8OuzlI9fcgZArPEXJsJ6dFwtrxiy++ULlIzYpV5Kowh3k3y6ntZG9mZdQcZBSpVGXK7XVm+xsn82v2js7ksNFu+JopKGNtBJ3qzk3fvdY1CxcddIQxr+MI4noaAKRG2SiiG75nOHvC983MISHTIwC4pWl15oK2dJ0nu+1X2Oqnek4atnGk0p8wn2mlMh4/rvHqgGQVucru7NOP8QTZJg0AgqTNe5FAyAhYHfihq3aesm6GY5V7ER4Pzz33nG0qATf301nX6iOD+zjxcnDaHyvFJdoIOysvMoUFz/Lly6VSpUp5FGKZZgCQqkyZGVg4VUybKbYhW04MCJzKsV09pLvYt2+f1KhRI64oil2jwwBg2rRpSoFvlJv+22+/lR49elh20WphGCQnpCBBWNWaNWvmySmnywDA6gAWG3q8m81SjlilSwj6sM1vmbKTaaPfrcIBoz7SLsDQKcgShExhPGbvmrB/w2JzEeT3KOoGAEgFsnnzZmXIlRzVwU8DALyn4UmTmNYm0eMtbB6TQcqU23dK2Nbo6ZIpO25hW6MHKVNBfTvs5iDV34OQqZiRQXIfnSh4cY2ZkS5+C6NiAOt4GFw9//zzeaYFEfaeeuopldbLrFgZPTgxIEhVFtJ1ndUe7PPPP1fGI2bFLF1COgxJ08XP6r5W4YD79u0reDZhgJppxWoPh9QQ/fr1y7QhexoPDQDc44P39tVXX62eocQSS/Gybds2GgA4xGpmHI/LdZ4nO+xOaKulek4a2gG57FgYz7RcDsHX6jHjZ6M0qE4U+FbRutw4Ufk6SJ8apwGAT2DZLAlEgYCdt7aTF6iTcdopQcKc2xDjs7NCdHqw44SVnXdR2D0i/JKpTDMASFWmzA4HneYsioLFow4DAK+KH6sNWljCkuoyALBKeQDDEqQBOO+88/J48uM6KLAvvfTSPK+2mFcAQoCHoeiQqVTGYaUs6tixo7z99ttKaRqWokumMJ6HHnooj2c2/nuQkSH84qr7exR1AwArzn4ZAJjNAdatN910kwr/7/U74Jf8GLWrW6bc9D1qa3S/ZMoJsyit0YOUKZ3fDifzoLuODpnSocy2UhAjlPc555yje+ie2vPqhYWbm3kvOwnj6qnzabjYak04ZMgQZQBSuXLlPD3buHGjcgCYNGlSnt+efPJJgad3ENG20oDM0S3NogHFLn788cdV+o1MZGQWUpyRIYxFhwYAjh6pXJWM9tCnnnqqvPTSS8ppx+r7zwgAuXl//fXXAqMtIweVAQMGqBSfxx9/vPtJyrArUj0nzTAMhsNJ15lWmNh6ddSyMpwbNGiQeg6DjM4ZJFsaAARJm/cigZARsPI0QFd15UCBdxYUSPPnz89DAAqmoHMgu50GKysxtKUzN6PV4Q/uFRbloxlDv2QqyINMt/KRSv1UZcos1Ca8G9566y2pWLGiZXesDp/CopjTsbC1Osx18l6LwmZW54G7Vd5MvKMRThuK/qJFiyr5gvIf7+3rr7/eMLR9zCsgLIdtOmTK7XMORjjYhnecUQnjgaQumbJ6XwcZQcPtnDmtr/t7RAMAp+SP1YNnG9ZeiYdoyYZHNABwxjVqa3QdylpnZPLWitIaXfd7yoqZrm9HqvPi9TodMmXF24k3PMZg1Y9Ro0aptFlhKlZjdro3NlufOTVsDhMPu74gTD0M1J5++mnDqohchqgJjRs3jv8OTzesI3EgnVx69+6t/nu1atXsbp3Rv69evVqdM02fPj3POMNobKtzMszeGZkYQUMHNxoAuKNoZHyEcwG8d2C0hBKFMxN3o/an9p49e5QhEgwnjMq///1vZSQPA+b8XlI9J80P3NJxphU2rlZrZSeRXq3Wrk7P1MPGxGl/aADglBTrkUCGEbALraNrw4SFIxY777//viHBKIRZMcvpGBuQLkWOlScu7hX23Ml+ylSQB5lBPOqpyJQOBlYhk8LyLOpY2Fp56cGjHWO1KlabWbzP/vOf/0iRIkWCEBXTe+g8cLfLnYlOIL/3Pffcow4mX3jhBfX/G1mwI0oJ8nKXLFkyrXwSb65DptwOxio9AsKU45uYnZ3ttllf6+uSKat2YmGMETJ+4sSJMn78eGUcOHfuXDW28uXLS/v27VWuZHhJNG3aNE+aEF8hOGhcx7s48TY0AHAAPaEKvmN4h8MIKbEkGx7RAMCeaxTX6DqUtfZk8taI2hpd93sq1TVTWNaWVv3XIVM6vp9Wa9cwelIm5qpN5turVy/B2qtq1aqWj5vZ+gx73jFjxgii7GVSmTVrljJeQ6Qxo4I10B133KGMbpEC7OabbxYYvCWXWrVqCYxCevbsmUl4UhqLWXoENJbpSjWz5yf23i1cuLBaX48bN04ZGM2cOVMQsh2ldevWAkObgQMHCgwGypQpkxL/KF1EAwDns4XIGnA8gtFSYoEh2jPPPBOXFxoA2DPFOQuMu+6//37Ds5NMNHizp2JeI5VzUi/3i9K16TjTChsfrwys1q6Z/izSACBs0sz+kEBABIxypybe2suGCXkiN23apA5nkT8ah9tGBUYGr732mkAZEtaCscAaE2FljYpORY5ViD/c+8ILL5Rnn302VIq1RCZ+ylSQB5l+y2KqMmUVDstpuCIdB5R+8/G6qEP/rEL4O3mOosBJdx+RbwwHRoiQYFZg9Y8oE6tWrTKscskllyjjCBxghqnokCm347E6kES4VhhJxCIquG3br/q6ZMrq+cOBNQ4g8a+RAUny2GAEgO9vokecX+N32q7u75GZAQBCuCL3ZqKiAM9gq1atpF69eurAFkoWhAwOS7SNZIY6FGuJbZqlHkkMRxqrTwMAY4mO+hpdt0w5fe6jtkbX/Z6y4qTr2+F0LnTX0yFTVga2TtO3WUXpCqMBAObBLIS/0wh/6Vif6ZYfN+3hG4b0T5dffrnlGqhGjRoCj9GYsjbxHlD+wxAXIaPD+u13w8RLXStj27A7TngZd+xas+cPKSP69OmjzuGw5rYrkCkYm1x00UWh25vY9d3N70YGANizIh3b7NmzczXVqFEjqV+/vuC8EuttrL3TbfzvZqxe6xqd6+GZQjqaHj16xJunAYAxabzrd+zYIdOmTVPKfxi8GxWrdIte5zCK16d6ThrFsabS5/y2ZjJi9Prrr8uwYcPy/IRnCQaTnTp1skVrFlWXBgC26FiBBEggagTsvD2h1MbirkWLFrZD+/zzz1VeOqMNqtXF8CaFVWmDBg1s75HOCnaW+rfddpvyhC1UqJCnbmKRiJCA1113nenicPTo0YLwgGEsOmXKaHxBHmT6zTdVmdJxwGrVhtMQpX7z0bGwtcrthM0rwpCfeOKJhkM5fPiwTJgwQT2LCI2cXMLizaZDHpLHBsMtWPobhRq1mncsuHEdwpQWL17cbxFx3b4OmXJz0+3bt8vFF1+cx0MZbTg9FHdzP111dcmUlRIjlb7iEA7e3YkHTqm0o+sa3d8jr7wQ+hYHt1izhU0ZoEOxljhva9askfPPP195ssVKcjjS2H+nAYBIJq7RdcuUk/dCFNfout9TVpx0fTuczIUfdXTIlA7lfRTSdCXzt0qLAaNQKCjNIkLBaAIGfshjb1RiEYP8mPN0tol9xgcffCA33nijaSQAs/4hOhLOC9q0aZPOIYTm3h9++KGceeaZhv1xYvAdmoGk2BEzJUaKzcm1116r0r6FKYpbqmMxus4LL+xFrr76auWQk6l8YszMzvWwz4d8JBqw0wBAZP369TJ8+HD5+uuvXYkrZOqhhx6S0047LXT7N1cD0Vg51XNSjV0IdVNBn2mFEYYO5b1ZG3C+eO+990LleKJzDhgBQCdNtkUCESGAsLs4QIXVtNni+JZbbnGk1HazkMYhLayRoUBD3rqweT8ms7DL1QQLMVjx64hgYJWDFf2yO0RJt+jplCmjsQR5kOknSy8ypeOA1aqNsOQL1LGwtcu/jg0XFGbYcJUrV07ltI9ZaT///PMyduxYUzHIZAMADBrPGtIkIEydE8OuSpUqCbzdEYUibMrH2CTqkCk37wWj/OSx6+HRDl6Qu7AVHe8YjAleIwhxi/C1ukpyfndd7abSju7vkVcDAIwBHkwwqhw6dKijtVsq407lGh2Ktdh9zbxCksORxurTAEAkE9foOmXKqUxHcY2u+z1lxUrXt8PpfOiup0Om/DYACMvaM5m9Vf511MX7+YYbblB7ZRjLHzhwQNatW6f2z1gLmYXCx7WZagAQYzhv3jwVot5qz5HIGw4X8CQN4/pR9zPppD1ESIJCFt6ARgVGFmeccYaTpiJZByHaIT9QIOosMMhBpLKw7um8jNXNmsjsPtjHwbAJURMytRjtY80cxGgAIMoouVu3bo7FAVElcBYPA+4KFSo4vi7TK3o5J810NrHxBX2mFUaufhoAZPrakwYAYZRo9okEfCRgF+YZSpyXX35ZqlSp4qgXbhfSULxB0YjFc+fOnUNrBOAkRB+8ZHHY7nWDhMUOvGeheDQqOg0NHE2qy0q6Zcro9kEeZLocvuPqXmVKxwFrfjEAwKQsXrxYzjrrLEMvfseTZlAxLIewOuTBjAOeN3hcm0UkSb4uMWdpGL0igtws4X3+j3/8Q0aOHGmIF99XRAcIY9ElU24PQpyygKcgvpUFCxZ0eokv9XR/j3QYAGCgYQwjqUOxFptEI68Qo3Cksfo0AHBnAABuUVij65QpJy+IqK7Rdb+nrFjp+nY4mQ8/6uiQqfxqAAAlJCLh4TxAd8l0AwDsC5cuXSpIEfHNN984wocIiuCN/O1ezx8c3TDEleBti/Mko3RSffv2VYYBWCNkarF6x3sZcyaHQHZ7bmnGcciQIfLiiy+qFFyZVhDFDmcd77//fq6hme3BaADg3gAA5yZwioMjCs7FaQQgyhnHLj2OrrP3KD+zQZ5phZUTDQBSnxkaAKTOjleSQOQIwHsK+ZlhLWxUYMmKvLw9e/Z0PDYvC+n27dursH8wBAjbJtbO2webdeRw9qrswmIHH3JY9RuVMB7oJ/bTD5ky4hDkQaZj4XdZ0atM6ThgtWoDxj9YWKfbs0TXwhaHkvCIhcJQZ7nrrrsEf+l+Z+mQh2QueB/NnTtXbr31VpVDy23BweSjjz4aurBZumTKCY8ZM2aoDb1RhB1Y/GNzi1yTYSy6ZMrOAAAHH/jmIdco0gAhbQS+JXhHwpMJjIxKly5d5K233kq7143u75FVDlu3chK2g1sdijUwMGMOLzWsxYwiStEAwL0BQKK8hXWNrkumnDxbUV6j635PWfHS9e1wMid+1NEhU34bAGDf+fjjj0uxYsX8QOCpTUT7wTd9+vTpntpJvDjTw7DCsOiFF16Qe++911CBbQUSayhch9RtYY+mqE0gkhpCiHLs75AOwajgWfnnP/+Z9r2aX+O3Whcl3rN79+5y+eWXS79+/ZSSMSsrS6Dg/eijj5QMmUXgwP4Z/DKtIOoInhsdJSxGyTrGktiG0Z7Zav9KAwD3BgCJvPk+z6Hh9ZxU93MQ1vaCPNMKKwM/DQCge8EZaKdOncI6fE/9ogGAJ3y8mASiQ8CJVV0qIb9SzS8aI4dFz3PPPSfnnHNOaDZpdh7tOkMRf/vttzJs2DDTDZhRrq2wSJ1fMmU0viAPMv3gq0OmdByw6mjDDz52G8/Y7269gew891IZCw5MzIyoUmkv1Wt0zyUUsNhUXH/99aah/+FJY5Y6JjYOHBLgnd62bdtUh6b9uqA2S3YHkpAbGI+k24PdDLAumbJSpiDcIQ7NateubdgNu5Cu+Gb26NFDu4y4adCP79Hu3bsF8oOCA9qyZcuqf1HwrQUXKJhgpAVDTSOPt9gYwiRnOhRrGNcnn3yiFEyJ44bR6ujRo6Vdu3aG00cDAJFMXKPrkiknz3yU1+h+vKf8/nY4mRM/6uiQKb8NAMKy9jTjb/esuJ23sBmzue2/VX0oXaFchRLWqOAAGoaRmzdvtrzt3XffrZTgqJvfipWxLUKVw3s5Ozs7o7FYveOxPkIqN0TCMzMSsUpXBiU50k2UKFEioxhir4t15OHDh9W4ML7E5wcpSvDcTZo0SZ555hmZOXOm6fgzUc7WrFmjQtPjm5hYrM6IaQAgsn79ehk+fLggKkmq5dprr5UHHnjAs3NZqvdP53U6zknT2f8g7x3UmVaQY3J7Lz8NADJ57QnONABwK22sTwIRJIDDYyxk4W1nZumry6MdeBIPq3Foi3zSVrmksUnBxwyK9XQXbAqQGxxW+UYllSgJZmNatGiRskI285gIc3ixoGUqyINM3TKoS6ZgsQ8FyGeffZaniwgfhmfILoSYLgWfbkaJ7ele2EKphrDrd955p6Oc9giBjBDt8IQ38kTG+wyh8dJddM4lDkTgLXPLLbcYDgtM8DvkbNq0afLwww9b5izVaSSlg7NumTLrk1XaiSgcFOmSKa/KlK+++kr69+9viDkMz186v0f49k6dOlWuuuoqmT9/viGjMIW+9SoLGCC+fXgnJytLbrvtNhUKGXmljQoNAIzfVFFeo2NEOmTKyXclymt0jC/I95Sub4eTefGjjg6ZWrlypZx77rkye/bsPF10mjpKhxGBH3yctolw9jfeeKPjnPYwCEQUQERySS69evVS+5qqVas6vX0k6sHLEYois70/zmOg2IcB4KuvvqoiN1qdoaTivBEJUBadtEs7ESYjSD9Ze33H43wCa0kYluaX58/NfIAPDJbxDJqVMKd1czNW1MXa8L///a/A+Six9O7dW8lItWrVDJukAYA5aTyjmzZtknHjxslrr71maVCCVhDRDI4YYXUUcCtTTurrOid1cq9MqBPUmVaYWSFaJM4AjIpTZzEdRgRhZmTWNxoARHHW2GcScEnAziof1sGwcvUrj9WqVavkhhtuMLV0x3AuvPBCefbZZ9Nq9WjnLawzWoHdAQAUaAhTBsVbGEvQMuV1k5suhjplSgcDq00awr5jMZTuTYdfC1t40I4fP155ROKQEopsFHjatGrVSrp166aUjvBgR4F3DvL7JZd33nlHRSxJd9F54I4xXXrppYZexfg+4EAgcePvxKgiTNFL/JKpRBnAgSQ27mYbEqtQ5emWpdj9dckUFCCDBw82jBbxxhtvyNChQy2HbKVICYMXpI53sdc5t5JpROoYM2ZMKKJw6FCsoY2TTz451/vJiYU+DQCcSVlU1uix0eiQKTsyUV+jY3xBvqd0fTvs5sWv33XIlA4GVgYAYTB+c8IfnrVLlixRe36ss2EYGXM+wJ4Wueuh3B84cKBUr15dGbRh/Z1cwpKWzMmYndbZsmWLMiA28vzHGQPOYmBEEov+g3btjCrsIuE47VuU6lk9J1j/fPzxx9KhQ4coDSmlvsJbHYbb2KMlF6eOAWaKFCdrrJQ6HbGLEA3gkksukU8//dSw5zgrgIFAkSJFIjayvN397bfflKMJlNWJxW7fRgMAZ1OPM0Gk1kCqRLMoblFwFnA2Wme1dJ6TOrtj9GsFcaYVdko6GJgZAGSq8WlsTmkAEHbpZv9IwCMBHMTDujfdXuYbN25Ui0pEIjAqyAOMUK4tWrTwOOLULsdBGZQ3sLo3KlAS4vAF3gpec3/jIARzYuTJjXtDAQkrUSwCw1jSIVNBHmTqYq5bpvbt26essp9//vk8XYTHJ3JjV6xY0bL7YVesofM6FnVe59BsMxsmxZqOw2Zwsno3W0UhgacADgmuuOIKw8gyYdrEBiFTq1evVt8Ho28tvh848O3Tp49X0fT1el0yZXU4a3eQhAGG/TApDN+jn3/+WRlSfPPNN4YyEYZUCeiYDsWa1fOr44GAkROMvcqVK6ejuZTaSLdMhX2NnghVh0xZTVLU1+ixsQUpU7q+HSk9PBou0iFTVlG6nIbThsIchqhGygEn304NKAJvwuz9nkmKNUDFmhnewjC2TS52ZwyIAABF70svvWQ4P/nF4z3G0chLOQYmDA4lQT5EZkoMpwYAZs8fDQCOzSLWh5dffrnhtDp9twcpE6ney2rvlmqbidflR2OlZG6IuIhUgIgsYVaiYuznVSZ0n5N67U9Urg/iTCvsLN59911lLGlUnJx/WJ2pO/12hp2RWf9oABDVmWO/ScABgbB5sFgtoDGcdHnW2oW/xsYcm2scRpiFmnUwHaqKXY4jeEeMGDEi7TmOzcaTLpkK8iDT6Vxa1fNLpryGK4Inydlnny0LFy7M0/2wHC6GYWFrxilMVqG6DtzNeDvxosGB5tNPPy3XXXed4eMQlk1sEDKFiC04CDIqp59+uorokk4Fo5P3mi6ZsjI0gvcDvqVWhQYA9rNl9U3E1WF5n+tQrPltABAGw64wrHHCukZPfhp0yJTZExb1NXriuIKUKV3fDvs3nz81dMiUDt7fffed9OzZ03CQTsOa+kPIn1axhkQaF/wll7CsH3WN3My7Fu07iRBllpsb14dpb6KLl1k7v/zyi1xwwQUyYcIEwyoffPCBnHHGGX53IzTtm3nwd+nSRTkGQOlqVWgAYD+VVt+HTFIW+W0AANJO9oD2MxLtGgsWLJC//OUvsmLFCsOBIA0M0i4WK1Ys2gO16L1f56QZCyxhYEGcaYWdo9c1+969e+Xaa69VRpnJxWnKrrAzMusfDQCiOnPsNwnYEMAiDjlT8YI0KunwMrc62EAf03FgjQUILMmhWDULx4TQXvC81qH8v/rqq+X99983nBNs0kaNGmV6+JNuoU+nTOk4WAuKn58y9frrr8uwYcPyDAVGKl9++aV06tTJcphmz6DT64NgGIaF7YcffihnnnlmqBeFOg7crcJHImLLc889p1IkWJUo5Kz1W6bsDiSjkiNSh0xBVqzagecD/qwi6dAAwP5Na2cAgO9Bv3797BvyuYbXTTq657cBAO6RbuVaGNY4YVyjG4mnDpkyahfK/yiv0ZPHFKRM6fp2+Pw6Mm1eh0xZKbPbtm2rjNzr169vOUSzNb7T69PFL9X7ImoCziqSQ+Jj3fnFF18I0uE288o+AAAXlElEQVRlSrFKjeTkew35euCBB5RDQnLJT97aVsa2iIaHZwhGffmlmK2PmjdvLu+99540btzYEgUNAOwlxer74HSvbH+X9NcIwgAgDGnc0k0aqWD++te/mhoxZboC0s9z0nTPbRD39/tMK4gxeL2HlUMbomsgra1VsXoGnVzvtf/pvJ4GAOmkz3uTgE8EEMoTIeY/+eQTwzukQ/mPjlgtoPF70AYAyFMI62hYWvqt/Ef7N998s7zwwguGcxJ25X+6ZSrIg0wvj6XfMmV1QO8kgoaZh59TTwEvbJxem+6FLfLb33TTTcqzPbmESZGr48Ad7yV8K/73v//lGavTDWjYlbUYmN8yZWYwgnvje/v2229LnTp1nD4CaaunQ6bQeSvLaieHZQjBjcMR5AZOLmHwCgzD98jq2QWzdCu0Y/OmQ7HmtwEAIwDkzFbY1uhmL0IdMpXcdtTX6EasgnxP6fp2pOvjp0umvBjpHjp0SCl34dGbXOAtiPVn2bJl04XIl/vOmDFDTjvtNIERZWLJREXuV199pdI7GBWn3+v8rqw1MxiJMYXXLCJMeU3V6Iuw+9So1bmAE8MSOMFcf/31eXqXn6JK2E2N1bPrdK9sd48w/B6EAQAjAFgbyUMOMkmmkuXa73PSMDxHfvfB7zMtv/uvo30rBb6TCBpWUTigPzv11FN1dDOUbdAAIJTTwk6RQOoE7MJXQhmBQ4RmzZqlfpMUr7TK14Img3zhwpIeShnk9DJT/sMCDJuiokWLpjjinMv27NmjFIpGudvxO5T/r776qvTu3TuUm9YwyFSQB5mpTnYQMmUVWhvWjohkUbBgQcMhWDEM02Yj3QtbHKYgr1TygWTYPGx0HLjraMNqER4WS38/ZQoHknh+zCK7RCk3qw55iL18zMKSOjGIgDLm5JNPNvw2O8ntluo73Ol1YfgerV69Ws477zyZPn16nm6HyVtUh2IN3z3k9TWLaOV03szqnXXWWQLjuHSm6AiDTIVpjW41pzpkKrH9qK/RzVgFKVM6vx1en+dUrtclU9OmTVNKXqN9pZ3xmlWIeKztb7/99lDuEVPhjWus5DMTx6tjHWpmYBK2/UmqMmF3Hc6JYERq9Hw1adJErcOzs7Ptmsmo363OBewMIqyewUzKbe9lwnG2AyMJRAI1KpnkLQp5uO222+TJJ5/0gsz0Wpx3jh49Wtq1a+dL+1Fp1OqZxRhgxITos0WKFInKkBz1M4hzUkcdiXglHWuJiCOQffv2qXeykW7FifFafjampAFA1KWf/SeBBAJQxOBlaOTNiWo4eEdIZxwOB11wwIYFzUsvvWR46wYNGqhFYYsWLXzvGhYgCDcI5T48DY3K3XffrZT2xYsX99QfjBubA/wZFSyGERVgwIABoTzYCYtMBXmQmcqEByVTkKd//OMfMnLkyDzdtFOswdoRiu0ff/wxz7Vh8mxP58LWytgFm2LkKfWaCiQV+TK6RseBu9Vz5dQDy8yDC322O/DWxcKuHT9l6uuvv5bTTz/d8EAyaocdOmQqNhdWHjNWOVoRGhApAoy+mU42dXayoOP3dH+P8L1BhJLrrrvOcDhQlj/77LNSsmRJHcP11IYuxVoqnbC6t1OPy1Tum8o16ZapMK3R7fjplKmor9GtWAUpUzq/HXbz78fvumTKKh0Q1gkIX25maARvXXj6Jys3EQ4fe9Y+ffr4MfS0tGmlCIAiFxHNgjgPCHLwVjLmZA9mFZ0sLGsjP3la7X9xX5x/IUWCV6cNP8fgR9tW0aDs3jlW5wJh2b/5wcxNm2vWrJHzzz/f0AA1E9/NbtjE6kYhEmAq4/LjGnz7cCYBQyazkonPXlDnpH7MWdja9PNMK2xjteqPVTogq3OmXbt2qXRvMKhMLmE6P/FrLmgA4BdZtksCAROwOjRHV2AdDkVz586dPfcMB8tjx46Va6+9VrDptFOSY9M6YsQI5b1g5m0f5AvXasMDOFD04c/r4TkWO9jUX3rppYbMoRxCKCxs0MIYri5ImbITyiAPMu36YvR7UDKFe1steGAxjEOQZCW1lYebneFAKjy8XKNzYbt7925lQe3EihrGQDBSSs5FirGEUZGr48DdKmctxm0mT7H5tQqbjLDaH3/8sXTo0MGLOGi5VqdMJXbI6kAW9a655hp55JFHInMgqUOmYnyswvgPGjRIfRurVKmSZ37h4T9s2DBD47ywRFPQ+T2aN2+eSsOBP6wF7NZTCJ+I3Miob2bAaLXx1fJAuWhEl2LNxS3jVfOrAUDU1+h2c61LpqK+RrfjpPM9ZXcvnd8Ou3v58bsumUIYfxiKwoM9uUBZhIN9RG5J3vNZGZ/aKfH84OG2TewXIW+lSpWy3c+iLtZkMMLftm1bnltlqiLXKmetXWpGvKsmTZokF110keF3P2prTbfyhfpWxsZh2m+kMjav15iF8Ue7cAoaOnRonufS6lwgE6MpHDhwQBkX4117xx13qLRsdmdvcILB2aWZ81IU3s1eZcvJ9fnVAAD7N5zxQpl/zjnnSKVKlSxx4T2O1HbYv82fP9+wbiY+exhokOekTmQ2ynX8OtOKGpPFixcLIvgZObYNGTJERfarXLlyrmHZRaEI0/mJX/NBAwC/yLJdEgiYgF95m2655RaBN3zMojr5QAmKMeRJOeOMM6R58+bKsyErK0vwgt2xY4fMmTNHhZKCwYBZwaEIvP/NcuPpRIl+wUIcigSdpVGjRupAIzG6glU4Ry/3xkbumWee8T1cbVAyFWOBzRkOzsyiJbhlhgMVbHwRXcLPEqRMYRx21ujIfQTLxqpVq6rn8KeffpL777/f0NIR7eH5xOGR3UZYJ8PPP/9cbZiMDv/c3gfvDxgYIbpBYtm5c6cghOHEiRMFCkdE2YABFJSOMSUbZG7jxo0qbCTCSJkp1KDExWGlWXoFt312Wh9Wqoj4YBbVxWk7sXo4rMCCuGLFivFLrTzYUemCCy5QRiV4jmLcwHbWrFmW7/agw2oHIVPJvK0OJMPqGRKETIGTlSIEv+N7DyVJq1atlIEOUinA+AZpI4yew6C9AoP6HiVu5LGegqcR1lRYU5QpU0a9l2PrKRwYvfbaa4qTmTFl0M8d5hKHYHj/Ys2go+h634bNACAImYr6Gj0mP0HIVNTX6GAVhEzF5iSob4eOd4hRG0HIFO6LtRE8+Y2+Y+XLl1fKJxi9Y78MZfjcuXPVd89on4x1BNZ/OMwMc/n0009VH7Hvwnr7xBNPlMaNGxueCSASoZGhLcYX1L4tHSztPNjxzb/55pvllFNOkQoVKqizFMjHhg0bVESERx991HDPFBUZ8cLcztg2SCcSL+Pw61orRQjk484775Thw4cL3j9Ym0NhgjRdSIVpVMIW8U4Ht2QlNZ4zGGP16NFDKW5jjgKxcwG80+BwsXDhQsPb54fnzin3/GoAkLh/gzwgSg/2YMkyhXU5zuJGjRqlzmDM9m/gnYnPXtDnpE7lNsz10nGmFWYeRn3DugAGWkh1Y1Twjse3r3Xr1soxDudMiKCLM3Gj8+d0nJ+kgzkNANJBnfckAR8IWB10erldly5d5K233lIesChWHiWp3ifIxY4f/Y+NG9788CCOFb8U6LB0HzNmjO+pHIKSqRgvqw1EqrKFQxNY5fpZgpQpjMPOa83NWM0sJN20kUpdKP6wKNNVYPSABWCxYsXiTeqSJyOlua5+27Wj+x2CDSrCzHbq1Cl+a7sc9nZ9NPo9SKOu2P2DkKnEsdopuMPqGRKETPnxDQzaUEnX+yNRZoy+R1aW/G6fPazT0F7Xrl3dXuqpvs4xoCNQIEHpZRYq22lnw2YAEIRM+bEeCXKNHpvbIGRK97sw1veg1ui4XxAy5cf7HG0arUecPtup1AtCptAvu+hpbvqOtS0MorxGpHNzz1Tq6mBrZsybSn/Ceo1VDvtU+wwjXTgFwGAwU4uVghtjzg9ee1Zzi/0I3hP4VnstWD++8cYbUrt2ba9Nhep63d9KGOeDuV3UrlBB8KkzNADQA7Z3795q71OtWjU9DYakFT/2JbGhJZ+9h2TInrsR9JmW5w6nqQG7yBJOu4XzExjo9OzZ0+klka1HA4DITh07TgK5CfilrEXqgHfffVd5o6FgkwHveVgO6yhXXHGFPPzww+ogKIji5yIEHhyJkQX8OlwEpyDy1wYlU7F51705Q7vYxCJigp8lSJmKjcMqdJ/TseLZRli79u3bO71EWz3dC9vLLrtMEAIxcSOuQ55gDYqDteQQUtpA2DT0/+3dz8sNXxwH8FmxtPMHIKUoZKuEUso/YCulbKSwUfgXZM0fwJaIEOX3zxQLbFDK0h+gb++pq+t+n+eZuc+998zc+7ymbDxz75x5nXPPnDnzmc+ZRR+yVN+xUtr11Zxr09IBq/nOps+UaFPDZWiqmzZrujad0yz+3lTu1RxzuetRU6q1tsfKckPJ3FPyIcg0+o/R81vqepTx1Wj2krYuw/vl5jXLPCXTSclsLinDNB7+DJ/LoUOH6u/MW5CTbGshAGC0Tc37GH1Q3yXa1Cz6wkH5S4zRc6xS/VSONQuvUk6l+6mVUvq37dOSJSd9+qZNm9p+pLP9Jv295s3kZAZIwHbp61dJtGncuw2Xt2npgJLnNqtjNT3cPnjwYJ3hLoFXa3mbRp+Tub5k1MsbzIu2Jdg9mQdv3rw58akdP368XiIv/ZZt5XHI6NzoInndvXt3atlr05dn3mD79u2LRFSfSxfzpPOOWHpOa169pjHPlGdQeRaV5TxKZ3rtwl0AQBfqjklgBgKvX7+ujhw5Uv38+XOq3z6aASBfnknVPFRdLl12mwKksz179mydWrpk9GxSe2VZgzwsnPY2GoW40hrIkxy71NtFJdtUPGYxkVkiA0DJNjXcbrI2XX4/q0kPn4f/mVhMSvwutmkPbJfKADDJzX76p3xn+qgub/CnPeG+3Bt3GUAnCODEiRMTpfGOVVJrZXIk6bZKbiXa1PD5rLTmZm7kk1oza0z2bSvVpgbnnbchs+5x3kxaKe3hUk5djRNKXo8+f/5cT0o+f/581U0lb2xdvny52r1796q/Y5IPTvrwZ/TYMgC0r42lxjjzPEYfnHmJNjXvY/SS/VSOVfra0f5X0G7PEm1quCTp2/OWaLIujbvl4f+VK1dmvoTZuOVabv9JAtkShJyHaXn7cZEf/g/sMg5K2toEF0+yJb1t5h1mvczdJGWcxmeb+ulkf0v2xbXQdpo8J+lzuh5HNp3bpH9PIEl+L7mvX+3W5T3Jastc4nNrNQNA5uHyAspyS9q0tU/GwMwpDLLttv3cvOzX1TzpvPgsVc7Sc1rzbDXpPFOWHs78Z+l5y67MBQB0Je+4BKYskKjypNTOG73jTrKvVJTlUlx9+/atXjM7xxtnHe8MnrM24pkzZ+r1Abu4YXv8+HF18uTJZdf1Wk3VLJV6NxekTMrnzcVxjJqOXyoleek2lZuzWF24cKGJoNXfS64lWapNjZ541j+6evVqHbnYJiBn8GA7gQPD68C3Ap3iTg8ePKj7gWn8LpZLG5qH2tevX69v9tvYDE4vv688rMzDtKzB2eWW32AmttLPTmNr6jtyM5tU63lgO07d9KFfL9Gmhusg60Omf3/x4sU/19ykDzt16lS9Hm4X17emdlK6TaU8+S2mfi5evFilr2yzZXI7v8MsV9GFY8nrUSbPsi5dHgiM01ft2LGjDgJLX1oyO8Jo/X38+LE6evRo9f79+zZV27hP0qqePn164kj8uKbNZcmkgWvGagkwyP+XvgaWbFPzPEZPAynRpuZ9jB6nkm2qi2tHY2cxxg4l2tRocXI/nrXb83Z7mzFVgijPnz9fv4nUZZ8+Bmu9a94+zrUoQRZtt/TFye5z7NixhU5fv5THnz9/qvv371d5O7btmGjwPX257ret50n3y3X80qVLdSBNgpAGW5fX8knPaZafTz+ToIi293Hpc/JiTPqcDRs2zLJonX93fndPnjypAwHGeWjbh3vczvFWKEDGIdeuXavnhd++fVvvGbMElWROb3jZwT6fx2rKlnHRjRs36t/chw8fxvqKvXv3VufOnauSxWT9+vVjfXbedu5qnnTenAblLT2nNa9Og3Jnnunp06f1taztmCrzTBlb7Nq1q5N5pq7MBQB0Je+4BBZEIFF9GfBkQJ1/uTkbDP5yikkntmXLlmrPnj3Vvn376nTj8zSpsSDV5DQWXOD379/1gOfWrVvVmzdvqmfPnv094wxs8sZ/0irv37+/2rhx44Jr/Ht6ST0Wk7wVmcHhp0+f/k4i5QZ1586d1ebNm2uf9FFJ99/FA8c+VUpuaF++fFk9fPiwevXqVfXly5f/TbzlraO0rTzwTqaYSdfr7tP5K8tsBPLALeOD27dv17/HtLHBQ5FM5qafyluA+S1m7NB1AM5sFJb/1vhkPbtHjx7VGTmG+6p8KpNoWZc1/VT+pd9aKxHrpetiUY5njL4oNek85lng169f9QPfO3fu1IFSw/fJ6dcTcHr48OEqDwTmdS33TMD++PGjvhfJ9T1zA+/evfsbIDmYD0hwdq7xGXuvW7dunqt14rLngeT379+re/fu1Uv7ff369R+z4et+xtkHDhyotm7d6ro/sfzif8Fa6HMmqcX4ZK4kffJoX5X7kdzjZs5yMHfpHncS7cX/7KAvz7VvqetfAm1yj7tt27b6Om++afHbhDMsL2CeqdlcAECzkT0IECBAgAABAgQIECBAgAABAgQIECBAgAABAgQIECBAgEDvBQQA9L6KFJAAAQIECBAgQIAAAQIECBAgQIAAAQIECBAgQIAAAQIECDQLCABoNrIHAQIECBAgQIAAAQIECBAgQIAAAQIECBAgQIAAAQIECBDovYAAgN5XkQISIECAAAECBAgQIECAAAECBAgQIECAAAECBAgQIECAAIFmAQEAzUb2IECAAAECBAgQIECAAAECBAgQIECAAAECBAgQIECAAAECvRcQAND7KlJAAgQIECBAgAABAgQIECBAgAABAgQIECBAgAABAgQIECDQLCAAoNnIHgQIECBAgAABAgQIECBAgAABAgQIECBAgAABAgQIECBAoPcCAgB6X0UKSIAAAQIECBAgQIAAAQIECBAgQIAAAQIECBAgQIAAAQIEmgUEADQb2YMAAQIECBAgQIAAAQIECBAgQIAAAQIECBAgQIAAAQIECPReQABA76tIAQkQIECAAAECBAgQIECAAAECBAgQIECAAAECBAgQIECAQLOAAIBmI3sQIECAAAECBAgQIECAAAECBAgQIECAAAECBAgQIECAAIHeCwgA6H0VKSABAgQIECBAgAABAgQIECBAgAABAgQIECBAgAABAgQIEGgWEADQbGQPAgQIECBAgAABAgQIECBAgAABAgQIECBAgAABAgQIECDQewEBAL2vIgUkQIAAAQIECBAgQIAAAQIECBAgQIAAAQIECBAgQIAAAQLNAgIAmo3sQYAAAQIECBAgQIAAAQIECBAgQIAAAQIECBAgQIAAAQIEei8gAKD3VaSABAgQIECAAAECBAgQIECAAAECBAgQIECAAAECBAgQIECgWUAAQLORPQgQIECAAAECBAgQIECAAAECBAgQIECAAAECBAgQIECAQO8FBAD0vooUkAABAgQIECBAgAABAgQIECBAgAABAgQIECBAgAABAgQINAsIAGg2sgcBAgQIECBAgAABAgQIECBAgAABAgQIECBAgAABAgQIEOi9gACA3leRAhIgQIAAAQIECBAgQIAAAQIECBAgQIAAAQIECBAgQIAAgWYBAQDNRvYgQIAAAQIECBAgQIAAAQIECBAgQIAAAQIECBAgQIAAAQK9FxAA0PsqUkACBAgQIECAAAECBAgQIECAAAECBAgQIECAAAECBAgQINAsIACg2cgeBAgQIECAAAECBAgQIECAAAECBAgQIECAAAECBAgQIECg9wICAHpfRQpIgAABAgQIECBAgAABAgQIECBAgAABAgQIECBAgAABAgSaBQQANBvZgwABAgQIECBAgAABAgQIECBAgAABAgQIECBAgAABAgQI9F7gPzsCnsnZl8uD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19" name="AutoShape 19" descr="data:image/png;base64,iVBORw0KGgoAAAANSUhEUgAACAAAAAHhCAYAAAD6J17EAAAAAXNSR0IArs4c6QAAIABJREFUeF7s3Qn8VdP+//FPuJEhQ8rYLWOlKxJFGaIQDagoQqUkqVQyD91MpYylkCEyNZEmlEIkhW7oj0jXnCHD70qGDP0f731/p9853+/Ze+199jnf7znn+1qPR4/rfr97r732c629z/dxPp+1VqUNGzZsMAoCCCCAAAIIIIAAAggggAACCCCAAAIIIIAAAggggAACCCCAAAIIFLRAJRIACrr/aDwCCCCAAAIIIIAAAggggAACCCCAAAIIIIAAAggggAACCCCAAAKeAAkADAQEEEAAAQQQQAABBBBAAAEEEEAAAQQQQAABBBBAAAEEEEAAAQSKQIAEgCLoRG4BAQQQQAABBBBAAAEEEEAAAQQQQAABBBBAAAEEEEAAAQQQQAABEgAYAwgggAACCCCAAAIIIIAAAggggAACCCCAAAIIIIAAAggggAACCBSBAAkARdCJ3AICCCCAAAIIIIAAAggggAACCCCAAAIIIIAAAggggAACCCCAAAIkADAGEEAAAQQQQAABBBBAAAEEEEAAAQQQQAABBBBAAAEEEEAAAQQQKAIBEgCKoBO5BQQQQAABBBBAAAEEEEAAAQQQQAABBBBAAAEEEEAAAQQQQAABBEgAYAwggAACCCCAAAIIIIAAAggggAACCCCAAAIIIIAAAggggAACCCBQBAIkABRBJ3ILCCCAAAIIIIAAAggggAACCCCAAAIIIIAAAggggAACCCCAAAIIkADAGEAAAQQQQAABBBBAAAEEEEAAAQQQQAABBBBAAAEEEEAAAQQQQKAIBEgAKIJO5BYQQAABBBBAAAEEEEAAAQQQQAABBBBAAAEEEEAAAQQQQAABBBAgAYAxgAACCCCAAAIIIIAAAggggAACCCCAAAIIIIAAAggggAACCCCAQBEIkABQBJ3ILSCAAAIIIIAAAggggAACCCCAAAIIIIAAAggggAACCCCAAAIIIEACAGMAAQQQQAABBBBAAAEEEEAAAQQQQAABBBBAAAEEEEAAAQQQQACBIhAgAaAIOpFbQAABBBBAAAEEEEAAAQQQQAABBBBAAAEEEEAAAQQQQAABBBBAgAQAxgACCCCAAAIIIIAAAggggAACCCCAAAIIIIAAAggggAACCCCAAAJFIEACQBF0IreAAAIIIIAAAggggAACCCCAAAIIIIAAAggggAACCCCAAAIIIIAACQCMAQQQQAABBBBAAAEEEEAAAQQQQAABBBBAAAEEEEAAAQQQQAABBIpAgASAIuhEbgEBBBBAAAEEEEAAAQQQQAABBBBAAAEEEEAAAQQQQAABBBBAAAESABgDCCCAAAIIIIAAAggggAACCCCAAAIIIIAAAggggAACCCCAAAIIFIEACQBF0IncAgIIIIAAAggggAACCCCAAAIIIIAAAggggAACCCCAAAIIIIAAAiQAMAYQQAABBBBAAAEEEEAAAQQQQAABBBBAAAEEEEAAAQQQQAABBBAoAgESAIqgE7kFBBBAAAEEEEAAAQQQQAABBBBAAAEEEEAAAQQQQAABBBBAAAEESABgDCCAAAIIIIAAAgggkCTwxx9/2IwZM2z8+PG2aNEi+/77773f7rDDDta0aVPr3bu3nXjiiVapUqW0bnHPpzMQyAeBzz77zG6//XZ74YUXbNmyZRub1LBhQzv22GNt8ODBVr169XxoKm1AAAEEEEAAAQQQQAABBBBAAAEEEEgSIAGA4YAAAggggAACCCCAQJLAhx9+aJ07d7alS5emdTn++OPt0UcftWrVqqX9fdzzK0pnfPzxxzZ69OiUALOCy0cffbT169fPateuXVEocnKfa9assfvvv9+mT59uixcv9q5Rp04dO+KII6xv377WoEED3yQWHTts2DC74oorfNv2yCOPWJcuXXLS9opa6YYNG+ztt9+2O++8015++WV7//33PQo9F6eddpr16NGDpIuKOji4bwQQQAABBBBAAAEEEEAAAQQiCJAAEAGLQxFAAAEEEEAAAQTM1q9fb8uXL/dmx+ufArmJAKN8atWqZfXr17dDDjnEmjdv7v3vVlttVTB0Crp16tTJ3nrrrbRtdiUAxD2/YKBiNFRj5swzz7RXXnklbS1KAnj44Ydtt912i3GVinvqDz/8YOedd55NmTIlLUK9evVs4sSJXhKAX7nuuuvsmmuu8f09CQDZH18K/iv56L333ktb+amnnmr33HOPbb/99tm/ODVmTUCfkatWrfI+HxcuXGiff/65rVy50j755JON19hmm23swAMP9N5xBx98sDVq1MgOOOAA+jZrvUBFCCCAAAIIIIAAAggggEDFFiABoGL3P3ePAAIIIIAAAgiEEtDM1BUrVnjBJwVmE8vihzlZgY5TTjnFLrzwQi/gsckmm4Q5rdyOiRvAj3t+3BvXFgRTp061G2+80UvUiFo0S1xJHLvuuqsXINbs4/3339/bAsFv24Oo19AKCkoACCqaud6uXbuoVXO8mZdYccIJJ9jatWt9PW699VYbOHCg7+9JACj7oXTbbbfZoEGDfC+sd+ncuXPt0EMPLfvGccVAgb/++sveffddu++++yJ/RiZX3KJFCzvnnHOsTZs2VrVqVdSLUEB/P40bNy5ldRbdpj53lQTStWtX77Nvs802y+ju161bZ3fddZe3ldGbb7658XMgsY1R9+7dY9WfUaM4CQEEEEAAAQQQQAABBMpcgASAMifngggggAACCCCAQGEJaLb2kCFDbMKECbEbfvbZZ9v1119vNWvWjF1XriqIG8CPe37c+9LWBW3btrUvv/wyblUp5zdp0sTat2/vLUWuQEWcZABXcFkXVgLD5ZdfntV7qCiVhUmw6NOnj91yyy22xRZbpGVx9RErAGR3NP3yyy9eQoaSrIIK7tl1j1ubkuOWLVvmfa5NmzYtbnUbz1cillbg6NChg22++eZZq5eKyl9g0qRJ3koffsW1ypDrDpQAdvjhh/sepiQDtUFjjIIAAggggAACCCCAAALFK0ACQPH2LXeGAAIIIIAAAgjEEtBM8smTJ3v7gCcvXRyrUjNvhptmpx122GFxq8rJ+XED+HHPj3tTruBC3Po1C7ljx45ecKp27doZVecKLqvSa6+91q6++uqM6q/oJ4VJANAWAZpxXqVKlbRcrj4iEJ3dUUYCQHY9y6I2zbTWShojR44MXG0jTlu0EoDqr1u3bpxqODePBFzvZxIA8qizaAoCCCCAAAIIIIAAAgUsQAJAAXceTUcAAQQQQAABBHIloGDUiBEj7J///GdOLpHPe1nHDeDHPT8uuCu4ELf+xPlaTviqq66y3r17+waR/a7lCi7rPNcS9dm6D1c9iS0VtLT3a6+9tjHQp0SIZs2a2bnnnpt3yymHGQOabT58+HCrXLlyWgJXH1X0BAC9I++99157/PHHbfHixRsN9VxoGfcLLrjAjjzyyNArZZAA4HoS8+v3X3zxhbdiw5QpU3LesHxPmss5QJFdwPV+JgGgyDqc20EAAQQQQAABBBBAoJwESAAoJ3guiwACCCCAAAII5KuAZjVq+XX9y1XRnvJaXSAfZzXGDeDHPT+uuSu4ELf+kuefddZZXrLIzjvvHLpqLXOuxIGgMn36dC+wXt7lu+++sy5duticOXPSNiVusCYX9/fcc8/ZcccdF1i1K8GCBIDgnnE9564VFtLVPmzYMG/FFb+yyy672MyZM61Ro0a5GDbUGVLg66+/NvWv3lFlVbQFy/jx461evXpldUmukyMB12d03M8UtgDIUcdRLQIIIIAAAggggAACBSZAAkCBdRjNRQABBBBAAAEEcimg2c7aF/yyyy7L5WW8uhcuXOjNoM634grsub6cj3t+XA9XcCFu/enOb926tY0ZM8Zq1aoVqvqVK1eaEgeWLFmS9vhTTjnF2wu9evXqoerL5UGFmACwZs0aL0Dptye5gokPP/yw7bPPPr50JAAEjyrXc55JAsAbb7zhba/ht+XK2WefbaNHj7aqVavmcshTd4DADz/84D1bZTHzv2QzTjrpJO+9uNNOO9FHBSzg+ox2/Y3hunUSAFxC/B4BBBBAAAEEEEAAgYohQAJAxehn7hIBBBBAAAEEEAglsGDBAuvatatvACq5Ei2BrkBt9+7dTUsUb7fddt5y13/99ZcpSLJ8+XJvxqKCkGvXri11fRIAqoXqk6gHuYILUesLe3zU4JTGx6hRo+zll182BVNVGjZsaEom6NWrl9WsWTPspXN6XCEmAAjks88+s9tvv91eeOEFW7ZsmWdUp04dU3CpZ8+eplU4ggoJAMHDKhcJABs2bPC2mdDWAvPmzdv4Hj700ENNz1ePHj3yIikmpw9cHlceNUFOz5j6TCuZaIWUKlWqeHeX+IxcsWKFPf3003b33Xfb999/H+rO9VwqQW+zzTYLdTwH5Z+A6zOaBID86zNahAACCCCAAAIIIIBAIQqQAFCIvUabEUAAAQQQQACBHAh888033n7mM2bMcNau5cW1XLUCtgr6B5VPP/3Um7WqmYvJiQAkAJRPAkBQcEH7kP/444/23nvv2fz5871ZrongvHNQmFkxBqcKNQEgTH8FHUMCQLBgLhIA4vYZ5+dWQDOrtR2I3woNiavvsMMOdvPNN9sZZ5xhm2++ubNRWrFD26joHFfRKitTp061gw8+2HUov89TARIA8rRjaBYCCCCAAAIIIIAAAkUmQAJAkXUot4MAAggggAACCGQioJmn9913nzfz2lWUJDB8+HBTkCNsUf2vvvqqDRgwwF5//XVv9vHkyZOtbt26Yasos+NcgT3X7Ly458e90WwGF5QQ8MQTT9j1118fKhFAe5RPnDjRjjzyyLi3kTfnkwCQviseeeQRLxhaUYvrOc9kC4CKalkI963EqH79+tmECRMCm6vVcO666y477LDDIt2WVhd46KGHbODAgWlXzEmu7Oqrr7YhQ4bYpptuGukaHJwfAtn8jE53R2wBkB/9TCsQQAABBBBAAAEEEChvARIAyrsHuD4CCCCAAAIIIJAHAl9++aVpf2ktOx1Uoi7zXrKur776yq688krbcsstvRmPiSWR84BgYxNcgb2KlACQQFG/XXLJJd6+8a5SbPuUkwCQvsdJAHjfOnXqZG+99VZaIBIAXG+Kwvq9VkTRljfptrNJ3Ilm5yuIf9RRR2V0c2G3GGjSpIk9/vjjtscee2R0HU4qXwESAMrXn6sjgAACCCCAAAIIIFBRBEgAqCg9zX0igAACCCCAAAIBAk8++aR16NAh0Kg8lx5WYGTVqlWmbQP0T//95ptvpgRjtE+29lnWzMtmzZrZQQcdlFGCAQkA6YfBunXrvCSAsWPHBo6TbbbZxqZNm2YtWrQo02du/fr13piYM2eOLV682N55552NS3WrTQceeKDttddedvjhh1vLli2tZs2atskmmzjbmA8JANozfMGCBd7MYgUitV+4xrvuQ3uM165d23kfUQ+IugWA2qhnZ+bMmfb88897K30k9jVXWxs3buwFUPV8hlkWPWp7y/p413siHxMA1EefffaZl+gV9B7VeGratKn3T6u1VK5cucx4tRXNU0895Y2jRYsWpR1DCoCXZfLYb7/95r37Ro0aFehw++23W//+/Z3b4gRVomSrnj172uzZswOvVagJOPos/+CDD2zu3LneO03bKSxbtmzjvWpboTp16ljz5s29f/vss0+o93ScAVrW79diSABI9KM+j/Scfvzxx97nbqKU/MzV564+fzfbbLM4XVWQ58pG22Dpmdbnhsa3Pge7detmRxxxROD41upZX3/9tb344ove3zYrVqxIcVZde++9t7cliJ6XQw45xLbaaquCdKLRCCCAAAIIIIAAAtkXIAEg+6bUiAACCCCAAAIIFJSAArt9+/a1Bx98MLDdZb3ssL74VHBAs87vv/9+577LJRuvLQq0nLICcdWrVw/dJ67AXkVcASCBFzY4JXdtE+EXOFTwYMaMGTZ+/PiUIJ/6TEHH3r1724knnhgqkKbxq7GrL9jVd2GLvii/7LLLrF27dilBiaVLl3pL20epy++aClRq/CqIVbKsXr3ahg4d6n2pn9hTXPev8aWfJ85REF3Pnl/ihYIId955Z8qX/np2XnrpJe+cJUuWpCRCKBCv+zvrrLMCgzFhEwB0LQXwtE2EEj9cRe433nijHXPMMaEDe+pjJT9oO4rkIFMm40Xtffrpp+3uu+9OGXtqtxIVlAh1/vnnlwqiKCAt60RSg+s+s/17BYq0aoraGLVoK49Zs2Z5z8jLL78c6XQlfmlrmO7du5u2+IhSwo5x1blmzRq75ZZbvDEbNMtex2YyhqK0u+Sxrs8EHa9kHG0PENUoXbv0eackgKCSLsFEQcKbbrrJtAR8sqGChBo/l19+ue25556RKIKeFwXr1Q4lIbkCu3qGp06d6vXx8uXLQ7dB7b700ks93yiJQ2HHXibv19CN9zmwkBMAtBWG2q/3cZR+FIWSifRu1edP1apVIzEqoezmm29O+TxTBRqDxx57rA0ePDj033l616iu5557LiX5RO86fWarLr1j/IoSgu6991574IEHUs7Xyh/a5korZVWqVMn0d46sBg0alPZzo169ejZlyhSrX79+qUvpuXv77be951mrfYQtSrzo2rWrl7CkJEcKAggggAACCCCAQMUWIAGgYvc/d48AAggggAACCHgzpU899VR77733fDWCvqjMBaFmTF177bVewMAVDHJdX8EPzcxUYFVfyrqKK9hTkRMAZKeZmx07dgzsFwXxH3vsMdMX6unKhx9+aJ07dzYF29MVl3HiHM2Gu/DCC702ZVL0Zbm+XG/duvXG04cNG2ZXXHFFJtWlPcdvpm5QEChxjmb+ad9xBQn8SjqrH374wQvw+80i1j7lkyZN8mYi+pUwCQAaB/fdd59dc801kQLjcr/qqqu8vgsT1HM9k1Fm2ysYrgSVe+65J+2tp7P59ddf7aKLLnKufpG1QeNTUZ8+fbwA6hZbbBHqUgoivfrqq15QSgG0OEXPshI3TjvtNGewN3GdMGNcbdSKEfL1204hXbs1hpQYo750BZ/j3LfOVbKSgnpBRQklGofZKB999JGdfvrpXrDTr2i2r3x33XVX75AwYzSTJD4F0hWwVXJBpu9qrcyiIH6m72ld95xzzrEbbrjBW+UnTAkz9jJ9v4a5ftAxhZgAoFUStFKU3ttxk+P0jtV7TElgYf4mk6Xr80grmmjlpzBFCTJakcCv6G9PPSt+JejzKPFZ9Le//c1uu+02r91Bf8Oma7cSDMaNG+dtl5Xp37/ankZ1RE20COPHMQgggAACCCCAAAKFI0ACQOH0FS1FAAEEEEAAAQRyIuD6MloXTTfLOCeNMfOWBdYMpsSs6GxcJ8rezK5goys4Hff8uPfr6k9X+13XD7tihII9mpmXrmTDSAkrmpUcFCRz3Yt+r6CmZsYmiivQEKbO5GNK1p/4nStAdfLJJ4faciFdf7q2LchGAoBmgGo5ed1fpkWrRCjw6wrgusZLrhMAXEkDmd5/1POi3KdmnyoorWSWTINI6dqn+vQvzDLTrjGuIPfEiRO9JJdMVlZQEoCCbAoOhw0kRjX/888/vWCgEoP8ilbrULJagwYNolaf9vgw4033rnds8ooQstBsY7/SqlUrb0WSHXfcMXQ7NUv6uOOO8z1eiUZjxowxtadkUXKHVgVRm7Lxea4Ar1ZHCEpcKov3a2g8nwNz/RntCnCHef8nN12f+XrPx3nXl6TQeFF9Wu3H9f7Xua7P5XxKAFByw/Tp0717c717S7Zb722dr9WJ4pRGjRp571ZtD0BBAAEEEEAAAQQQqLgCJABU3L7nzhFAAAEEEEAAAQsT3BBTNmc3BrH/5z//8ZY+VjAl2+Xoo4/2gh+77bZbYNWuYKMrgB73/Lj3nevggtrnuoaOufXWW73ZuelKXCPN3FQwVF+yxy3Js/30PGg2ezYDHX6zCYMMNU4VxNfMbVcprwQALXX+5ZdfupoX+HsFgTRLUatBBBXXeIkSGHcFV9MFx3766Sdvm5SHHnoo1v3GPTnsfSqIFGb2aabtCZu44Rrjm2yySaggWVA7ldylzwvtgZ2L4lpNQ9dMrISx7bbbZq0JWqFCAcSgogCfZvomigK/J5xwgm/QUc/bM888E3qmtAL4mnUfNBs66D2fi2Q+rcQgm5122inQxjX24rxf43ay6/PT9TeG6/rZTABQ8F8z0e+44w7XZSP/XuNRf1sqEciVwFNICQBnnHGGnX322aGSXpITAPS8aUWiMIkDLuyoSR6u+vg9AggggAACCCCAQGEKkABQmP1GqxFAAAEEEEAAgawIhAm4p5tpmJWLp6nEFeiLe10tV679ioOKqw2uL+fjnh/3HnMdXFD7tDetgl4rV670bW7QcuVxjPQlufpR+5Jno5QM0LsCDVGvmckKAFpmXSsbhJk1W14JAFEd/I4Pk5jjGi9hA+NqQyYJAK5zsmXhqifsfSowrOfDNfvUdT2/34dN3Ah6F2nmurafyUYbtYqEAtVhtpOIes+u7UpUn1YQ0Xtj0003jVq97/EvvfSSaU/xoFIy+P7tt996W388++yzvqdpdrESs1wBV1Xgqk9JQE899ZQ1bty41PWytUJLuhvRChRDhw4NnDkeNPbivl/jdnKuP6OzlQCghDiNMe0nn6uiBB55uJbvd30u58sKAPo803YJSn4JU5Lb/cUXX3jP7wsvvBDm1MBjSACITUgFCCCAAAIIIIBAUQiQAFAU3chNIIAAAggggAACmQkowKjZSosWLfKtwLWfe2ZXTn+WX7BFAacWLVrYqaeeakceeaTVqFHDKleu7FWyfv160xen2tN85MiRgUtJh5mp6Qo2kgBgFmZWbOvWrb0VF7bffvtSnR3HWNdWEoeWlk5XNFYUKNUsOgUXtLywvpDXecuXL/dmC2uWXWLJ8ZIJAK5ltKOO95KzdBPnu4JAYa9T6AkAuk9XYo5rvIQNjOtarmB+usCJ3jFaklljozxLmPtUUo6CSK6tMTRD9YILLrD999/fqlSpYkqs0TMxZ84cu/322+31118PvNUwiRvZGuMu81wGuxYvXuwtgR+UqJCLFXLCJFkNGTLE9C8RzA8zYz/MZ2DC+7XXXjNtReK30scpp5ziLclf8h3vesZUv5bx1/jr0KGD7bzzzqbVIHSe3tHaUmDChAm+3R5m1YdsjT3X571rbKb7vattca+ZrQQA1dOlS5fARLTE5622bdp33329v8v0efvVV1/ZE0884fWl3t9BRe+i0aNHB+5XXygJAFHHQ3ICwJNPPuk9D37lkEMO8Z73ww8/3BKrjeiZkbWSfvR3zcsvv+ydnst3YtR75HgEEEAAAQQQQACB8hMgAaD87LkyAggggAACCCBQ7gIrVqwwzYbTl+5+Je6X0VFusmRgWV/0a39oBbQU9A8qCn7Mnz/fW3rVL2ChYNfkyZOtbt26vlW5go0uj7jnR/FKd2yugwu65q+//urt3T527Fjf5rZs2dIee+wxq169eqlj4hi5AmNhlif/8ccfvQQCLWuswIKSFRJl6dKlXtDDFbQI009NmjTxkiC0R3jJ4uqnMPXrmHR7cGt5a92DgrnpSpjggCvgklyvgkAKAGnWeb169bykCz3LMlaChWslA79AYuIarvESJjCeqMsVnPSzmTlzpnXr1i2jverD9qXrONd9asauZkar7/yK+krPrRK/FHRNV9asWeM93xq7QcWVuBF1jOvdPXjwYG8MaTa9tvrQtgua3e9aKUDbgbRr185FGPn3M2bMMC07H1T8knwiXyzpBNeY16HpxoNrGwDN2tdY1h7hruJKhvJbTUCfw3qm/fpMCRV33nln2vei2hRmH3RtS6BgqN+qC1HHnp9Fuvery831+2y1zXUdv9+Hef9r6X9te/Lggw/6XkZ/nz3wwAOmZCC/FSWUkKR65s6dG/hO0meFkjz9iuvzKF9WAIjSJ/q7QAmJDRo0cG7Hpb8lxo8f770b/YoSL959911v1Qb9jabEpKpVq0ZpEscigAACCCCAAAIIFJkACQBF1qHcDgIIIIAAAgggEEXANVNMdbmCTlGu5zo2sQeqvtzXl8aa6R3lC8zffvvNW6521KhRvpfS0qxaRcCvuAIvJAD8V871hXxQkCGOcdDS2MlfqLvGWtjfu4LprvHgd50oQSAFbbWlgpJhdt11V/v9999NyTsKmshZAcrkAIyrzWECQK7+TdyXgkBaeUMzF9MFlMPsA+7am9w1XqK8ozJNACjZj9lsU6LuuHV+9NFH3n7aQbP/R4wYYYMGDXIuV69ZpT179rTZs2f7PiquxI2wYzxoDIXdF7vkSh5hn2/XcWHuIUrw0XW9xO9dz7DfZ7Nr2X6dF2bFAtf2QH6JBK7P4DCz99VGBaC1VcG9996blsy1MlGYfktUHPX9GrYPs/Huj3utdOeHef+7Vn8Iuw2Irq/tIPReeuutt3xvp3///qZ3k982Hq7PoyjPoOvvXte7xPWeLnmTbdq0sWuuucYaNmzofUbq3Tpr1iwvSU5/52611Vb2888/24UXXuithpOu5GKbkVyMLepEAAEEEEAAAQQQyC8BEgDyqz9oDQIIIIAAAgggUKYCri9C1ZgowbUybbzPxbR0sGYj+5VHHnnEmx3tV1xf7roCvnHPj2voCny42h/2+sOGDTPtxexXcpUAEHR/xZgA4Aqwp/N3BQ/DBIBcARddV23TDO2gvcoVwFVQQ6sDBJWS+5knH+t6pqK8o4o5AUDLsSto71c0Q14BVddqKonzXUtSu2aTu95FiTF01113WatWrXxnEWvFDiW/BC0LH2UMhH3H6bgw9xAl+Bj22q5n2O+zOcw2AFrJQjPwFXj0K66VVvy2EnjnnXe8rXoU9E1XXDP3k8957rnnvO0X/EpQMl+YfkuMv6AEprD9FeW4sG2LUmeUY13v/zAriUR53jQY7wViAAAgAElEQVQmtZqEVhXxK66EDtfnUZRn0PV3bzYTALR1jP5OUsJEUHE97yQARBnhHIsAAggggAACCCCQECABgLGAAAIIIIAAAghUYIFJkyZZ586dAwWifNGbD5SuoAEJAMd7Qa1q1arF6i5XECNXCQBBKwDohhQo0JfuWoY+G8X1xXymCRUuP7VdQQPN1tXsSb8lltPdo6vNrgBQwlGzFv1KlLZ9/vnn3pLzif2J09WpFQ60pPgWW2xR6tckAPyXJOhdHGbJ7jAzv5PxV69e7SVLvfjii77jIKhO1xiPMobuuece6927t287crFUe5jnQMdECT6GfSe5nuGg8eDaBiDM8+9KJvFL2Anqc9dKHyVttHWI3huLFi1KyxaUNOQae3Her2H70O+4MG2Le42g8139ry2UtB3HvHnzfKvRkv7HHnts6Ga6EkpUUVCdhZgAoM80rWoQlGiTAHStAKA+e/zxxwO3AAjdGRyIAAIIIIAAAgggUGEESACoMF3NjSKAAAIIIIAAAqUFwnwRXWgJAK7ZXSQAZCcBwLXSQq4SAJYuXWpt27Y1BSn8ivYR11YQ1atXj/3YuwJxuUwAyDSZwdVmVwBIaK6AS5S2aUapZv5q1Qi/EuRIAsB/1YLexa5gqWu2frp+Wb9+vZdMo9m7fiVoZqrr80XP6A033BAqWWfx4sXebHC/feUzfQ5dLwjXc6Dz8y0BIMw2AEGfg65VMvzGkmu8NGrUyCZOnGh77723i937ves9FmfsJd5x2UwWC3VTIVeVCFtXJse53v+uz1jXbP10bXJtKaFzgpKJXM9hlGfQ9TdiNlYAaN26tbfyzc477xyqi1zPjipRv2m1ihYtWqTdbifUhTgIAQQQQAABBBBAoEIJkABQobqbm0UAAQQQQAABBFIFinEFANeXuyQAZCcBwPWFfK4SAMLMTtQo1/L0PXr0MM0M1n9HmUGf/JS4glCZBh5dwdGTTjrJNOt5p512ivzacrXZFQBKBMeCVgBwPUclG+161wQFB0kA+K9mUAKA673XsmVLe+yxxyInxcSZee8a465AW/IYco2BTJ9D18Pl2upE50cJPrqul/i96xkOGg9htgEI2nPdZe23/L8ryBu1j1yzooOeB9fYi/N+DduHfse52ha3ftf5rve/q33aZuSOO+6wLbfc0nWpjb8PkwQWlNDh+nsjyjPoele63kuu5yPM1jjp4FyrbiTOadOmjWl1gebNm1uVKlVC9wEHIoAAAggggAACCFQ8ARIAKl6fc8cIIIAAAggggMBGAdcXoUFBhrJk/OOPP0zLiC9btsw0O+3NN9807Qut//WbEerXPlfg0vXlriuIEff8uK6uL+9d7Q97fdcX8vpyWm3ZddddS1UZxyjMfsIlLxjnC3NXIC5TT1c/uYIQQf3karMrAKS6Xf3reo5Kts/1rtl///1t8uTJVrdu3cjjJcoqJa7ZzWFs1EDXGI7SpsQNx6nTNZ4yCdqpXTNmzDAFS/1K0Ph3tSnKGHfZZPocut53rnvQ+VGCj67rJX4fZvsFV0LICSec4Pv5GDSL29Xnfkvvu1ahCHvvYY/TLOuHH37Ytt9++1KnuPotytgL256wx7naFraeTI9zveNc7/4hQ4aY/kVNqtNKIoMGDfJtdtB4drUpyjPo+ixyjY1cvYs++ugjb7ufJUuWhOrabCU5hroYByGAAAIIIIAAAggUpAAJAAXZbTQaAQQQQAABBBDIjoDri1BdxW+2X3Za4F+LAr0KKOgLfs2M0n9no7gCl3G/3I17ftx7dAUXshEocwVRdQ9xlnR3tfHjjz+2M8880zR+o5Q6depYv379rFu3bqH25VXdrmC6q61+7XP1kysIEXTfrja7AkCq2xVwcT1HJdvnei50vF8Qx3VulGC7a+yGsVFbs9mmhFWcOl3BtYEDB9rw4cOtcuXKUR4Z7xk7/PDDfc8JSvTJ5hh32WT6HLowXPeg86dPn27t2rVzVRXp9677VWVB74gw2wCka7drKfKgrSTCtDkSguPgsko+yWabVZdrTMUdy65nNugd5+p/td8vAcTl5LpvrdYzZswY22abbUpV5fo8KoYEAP3NO2rUKBswYICLstTvlThw6aWXWoMGDSInZkS+GCcggAACCCCAAAIIFIwACQAF01U0FAEEEEAAAQQQyL7A22+/7QX4V65c6Vt5pktHx2nt999/byNGjLCxY8dGnuHvuq4rcOkKYri+nI97vqv9rt+7vmR3td9Vv37vCjDrmKCgbDaMXnrpJevVq5cXiI1alAhw/fXXW/v27Z176bruNVNPVz+RAPB/veoaLyQAuBM2Mh1PcYKJ2RzjrjGQ6XPoenc899xzdtxxxwUe9tBDD9nZZ5/tqirS7xcvXuxdN2iFm6A908NsA5BuyXXXygNBCYFh2hwJwXEwCQDpgeI8s64EKV3R9TeUX7e53gdB/VkREgDktm7dOrvyyiu9LRYyKeecc47dcMMNtvPOO2dyOucggAACCCCAAAIIFJkACQBF1qHcDgIIIIAAAgggEEXgww8/tM6dO3vL6vuVffbZx6ZOnerNLCqLopn+F1xwgc2ePTsnl3N9eR030BT3/Lg3HedL9rDXDpM4ErRMcLaM/vWvf5n2so66EoDuU7MMr7rqKrvwwgtt88039711EgDS07ieo5Jnufpcx7MCwPvWqVMne+utt9Kix1kimwSAsG+31OPCBLUztQ1q0aRJk7zP5qDiWnlA78WgbQDSrd7gSngImv3tCjxn1gP+ZxXrFgBxk1lc/RC0AgAJAMEra2g0uj7L4vaf+uCWW27xkmCjbnGl9jVr1szuueceq1+/frYfOepDAAEEEEAAAQQQKDABEgAKrMNoLgIIIIAAAgggkE2BH374wbTsqivY7go0ZKtNX3/9tTdzXNfLVXEFLuN+uRv3/Lj3XRYJANqSQXuKB5WJEyd6wcx0JZtGmjE3btw4b0a/Vo6IWvQlu/Yl3nTTTdOeSgJAelHXc1TyLFef63gSAAovAaBRo0amZ33vvfcuNVBc76IogXPX+IkbdPN7b7iuq/P0LtSM3S233DLq6yft8WFm74dJzHNtA6AkqGnTplmLFi28dvz55582dOhQb/uPdCVo+X8d7wo8ZwUnqZKrr77a24s+3bs7m2Mv2+12tS3uWHb1Q74mAAQldFSUFQASY03vgGXLlnnje9asWZGHYJMmTbzts/SeoCCAAAIIIIAAAghUXAESACpu33PnCCCAAAIIIICAhdnvVUzplgrONl+c/U+jtMUVuHQFfFxfzsc9P8q9pDs218GFH3/80fr162cTJkzwbaorOJULIwXqH3zwQRs9erRpFYmwpVatWt4KFwcffHDaU0gASC/peo5KnuXq86Ax4zqXLQDcWwAMHDjQhg8fbpUrVw77aHjHuYKJZbUMu2sMuN7LkW466eAwSXJNmza1xx57zPQuyUb5z3/+4yUV6L3kV1q1auUF+HbccUffY8IkEiiwqiXHK1WqZK6EgaA92tWIMCvDZMNHdZx22mneDGk/c9fnYJTkk2y1OVGPq21xx7LrmY2bABC0CkSQleu+46xw4pc8lq49Lh/X2CjLd9Fff/1lixYtMpkrWSdKueiii7ztAIJWOIpSH8cigAACCCCAAAIIFJ4ACQCF12e0GAEEEEAAAQQQyKqAlgrt3bt3YJ3plgrOaiPM7Msvv/T2UZ43b15g1aeeeqqdeeaZdtBBB1mNGjVKBbRcX+66Apdxv9yNe35cV9eX7HGDC3PnzjXtAx20NG3QPtG6v1waafncl19+2UsG0My5MEvoBs0kJQEg/Yh0PUclz3I9l0FBKdd4iTID27XEdVA7ku/J1aYoSQmJeuPU6XqPZ9IetWvGjBl20kkn+b6Wgp5117vIFWiL4h33veZ3g2GT5PRePPbYY+O+vr3zX3vtNTv55JO9z0S/EjYpz1VXciKB69i7777bW6HHr7jGb676KF17sjn2stKpSZW42hbXKc67VqtA6PNw2LBhvrcd5blNruS2227zVtvxK0FJSq4VABYsWGBHHnlkqK5y+bjurzzGuZJ5lNg4efJk02fv8uXLnfdar149mzJlClsBOKU4AAEEEEAAAQQQKF4BEgCKt2+5MwQQQAABBBBAIJTA0qVLrW3btoHBBlUUNeAX6uJJB7n2HtZMvzFjxnh7Gm+yySa+1bu+3HXdR9wvd+OeH9Wt5PG5DC6E3aLBNUOwLIz0hflHH31kCjo89NBDgYkAQQkuJACkH5Gu56jkWVoxomvXrr7Du2XLlt4s6urVq5c6JpvjpVgTAFx7xmcaVHQlFgQF7VzvIlegLXkgZHMMRH3HugxUX//+/b0Z6XFn2/7xxx/est833nhjYDPDbsujFQx69OjhO3tYy/o/9dRT1rhxY+9d6Regda3qosauXr3aunTpYi+++GLatgc941H7xHV8Nsee61pRf+9qW6bPaqIdrr+BXElOCv5fccUVvreVSTJRmMSCoL8bXAkAUT6PXD6u91J5vovUKfoMU3LjyJEj7fXXXw8cfq6knahjl+MRQAABBBBAAAEECkuABIDC6i9aiwACCCCAAAIIZF3AFSBIXPDoo4/2lhzebbfdst4GVegKstxyyy2mYJOWKg4qri93XV8Ux/1yN+75cXFzFVxYt26dXXLJJTZ27NjAJoaZdVaWRlpCV4HlPn36+CYBBAW3SABI390aB1o5xPU86uzffvvNGzujRo3yHTtBs/hd4yXKCiUff/yxt4KI3hPpiis4ljjH1aZMgmRx6ly8eLEdd9xxGY1xv04JM/s9KMDkehe5Am3J7XLZxA2aBr3Uwixt79pKJOx7XeNSQfSgbUwUSFdCjYL3rqJEKAX2tRy4X1Hg9ZxzzgncdsC1/L/qdm1dsP/++3szmOvWretqduzfZ3PsxW5MiQpcbYs7ll1/A7neca5koijv28Stu8aGjgtaRcOVABA20B1mqynXe6k830XJQ+mLL76wCy64wJQM5FfCrhSS7TFOfQgggAACCCCAAAL5IUACQH70A61AAAEEEEAAAQTKVeD+++/3vvx3Fc0KGzp0qG222WauQyP/3vUFb9g9Xl1ffpMAcLwpAFGtWrXQffT99997ywK7gv+qMGg5/cQFy/oLdM2q1T7XmqHrV/zGlysBwBVM8bueKwjkCkIEdV422ux6HhXw1MoKRx11lHMcvfPOO6atO9577z3fYzXjWcGKdMU1XhQInTlzpjVq1CiwLWGSWML2p6tNmQTxXHUGJRUoYHzGGWd4+0X7Fde7r+R5WkHj9NNPtyVLlqStcptttrFnnnnGmjVrlvb32RzjLptMvJ0D938P0Ljp27evt61IUNEWNqNHj7aqVauGrTrluLArrIRNhktU7lraX9s49OvXz/sbYOXKlWnbHibAGmaW9xNPPGHt27fPyCfKSdkce1GuG+ZYV9vijmXX30Cud5xrVSjXc5/OwDUGXW1yfR4FrUSS3B5tFaCVaIISbFyfveX5Lippu2zZMuvUqZPvc5tJIlqYMcwxCCCAAAIIIIAAAoUhQAJAYfQTrUQAAQQQQAABBHIq4Ar0JF9cgTotE5zJUsfa0/iOO+7w9jhWMOXvf//7xqpdX/CGTQB46aWXAoOSriBY3C93454ft6OzGVzQzO158+Z5SR+upWbVbteX+Il7Kw8j1xL0mSYAhA0+l+xXVz+5ghBB46QsEgB0/TBJAGGXNA+a/blmzRovuK2x6Ff0XtIqA5tuumnaQ8IE/7M5hps2beqtPCGjsMX1XAQFc1xbG6gNUQPUrsSw5P3j091jNse4yyZu0NTVR08++aR16NDBdZi3dLr+bbXVVs5jkw/QGNcsfa2yE1TCvmOT63Ct8qMVULTCz7hx49JeOszy/4kTXX3erVs3u/POOyP7RMI085LctNKHX4nzfo3alqjv/rhjOW4CwLfffmta8eHZZ5/1vdUoyaBKDNHfEPobz6+4AtWuz+8wz0WY4L/a5xob5f0uKvneCPpsdLnGHcucjwACCCCAAAIIIJDfAiQA5Hf/0DoEEEAAAQQQQKBMBMIsi5rcEAWS9IVu7dq1Q7VPgX8Fk7QUsWaTq5QMuLoSAMLseawvZrXfsd/y3rouCQD+KwBoyW8FizRTe/78+TZlyhSTaZiiWYGaJaoZw65l4eN8gf7GG294y/kPGDDAC8iFSUTR+NZ41b90JWhpalcwXfVFnZGrc3IZoHK1OUywxPU8Jhzr1Kljt99+uyloVbLfw2y/oHpcS0qvXbvWW+o4KDgalIwQZQWLMDZqs2sM65ios51ddbqCOa6AfZRnVO+A7t27+87+DzPusznGXTZxg6aud9w333xj5557rs2YMcN1qPcOVEJKmM9HvZs041rvs6DPrcRF9az179/f+Y5NbmSYbQCCbirM8v+J8139FGUMOqEDDsjm2IvTjnTnutoWdyzHTQAIE7APk/yVuPcwgXfXu/K5557ztjgJKvq7QKv8lEy+0fifM2eO94yF+XumPBIAlGypVYqUCBTlb+sVK1bYaaedZsuXL09LM2TIENM/199k2R7j1IcAAggggAACCCCQHwIkAORHP9AKBBBAAAEEEECg3AW++uorbwng2bNnh2rLDjvs4M0S09Le++23n2233XYbv2TUbFTVpyC/Zk4qmKwgXnIpGdB37TurZYrvuece03VLFn3Bq6WvFSR86623Attf0RMAQnVuBgf5ffmeripXkCgoAJI8E1DHXXrppd6KD5tssolvqxXMVFDOb2wEzWT++eef7cILL7T77rvPt34FQ66//no75ZRTvOCDxr+Cek8//bS3t/bee+9d6lxXEMgVhAjqorJMAFA7FNRTcPr888/3gp4KNqxevdpbDl3bRpR89ku23bVthCuBI1GfkhE0Hk4++WTbfvvtvX54/vnnQ69goXrCJgCEWZVAdSkgdcwxx3jbpmgfbL2n9F7UKiolt+FwPReuBIAwK7lorD7wwAPejG+/oJCWx9a7NOizoEmTJvb444/bHnvs4TsUsznGXTZxg6ZhXnn6zNJnnms8J54JvQ+6dOnijSn1dWLrHK2KoWdUWyvce++9NmvWrDCX994v+gysXr16qOOTD3ItwR5UYZjl/xPnK5CplThGjRoV+L4cOXKkl8AV9N5OrkDJaboHeb366qs2fvx4360ndF42x15kbMcJrrbFHctxEwDU/DDjRe8AfS7+4x//8L1jfQ7qXeK3jYhO1LhW8pLe2X7FFehOnKfk1MGDB1u9evW81WD0LhszZoz33IR5blWP67M3F++i5M8T/Y2rLQ30vg961vUeGT58uLftkl9x/b2b7bFNfQgggAACCCCAAAL5JUACQH71B61BAAEEEEAAAQTKVSDMTK1sNbDkF5OufWd13TZt2tjFF19shx56qFWuXNkUFNAXwwoKaD/yMF/wur4Qjfvlbtzz4/q6ggtx6093fpTgv86PY5RuZvoRRxzhzc5VUHPnnXf2Am2afa4gm4JrN910U+DMv6AAdJh9rYNM/cabq59cQYiga5Z1AkCcMaVAzcSJE61BgwaB1YSZARqnHYlzwyYAhFmVwK89fttGuJ4LVwJA2JVcEgkb2gt733339d6lel6UtKWZuAqYuWbKhpmJns0x7rKJGzQNM3aUUKLgtpawL+uiYKuC3npeMimubQD86oyy/H+iDq3SooS9oH3WE5/nem/r3pITJDQWlSyj8ag9zrUUvZJREqsH6VzX53g2x14m3kHnuNoWdyxnIwEgMSNdq9sEFQWr9TdZ586dbffdd/c+exWYVt/rPrXlU3K/laxL7yKt7HLSSScFXifO+zZq/7k+e3PxLkpXZyLJVkv8K8l266239m5F76GVK1d6Kw8pIdKv6F2hVZzq168flYDjEUAAAQQQQAABBIpEgASAIulIbgMBBBBAAAEEEMiGgAJImtXZu3fvUMH0ONcsuQKA9uju27evPfjgg3GqdZ7rChzE/XI37vnOG3Ac4AouxK2/5PmZ7Hkdxyjs0vRh71MzoqdOnWoHH3yw7yla9tsVoPA7WUuBX3755aV+7eonVxAi6P4KKQFA/XnZZZdtnB3td1/aRkSzO+fNmxe2a32PU8BRs03T7XEdNgFAlWtLE83kz6SU3AJFdbieC1cCgOr4+uuvvZmjer/mqqgftLpD1apVAy+RzTHusokbNA1rVRa+JdsSZbl1v/vIdBuAKMv/J66tALCCk3quc1Vcn+PZHHvZvgdX2+KO5WwkAOiew2wDEtdGfz9oyfvE6hhB9bm2OInSlvbt23vL5iuQXrK4Pntz8S5y1Rnl3hLHXnTRRXbDDTeE2iYpk/o5BwEEEEAAAQQQQCD/BUgAyP8+ooUIIIAAAggggECZCujLe82m1xKkYWbUZ9q4dAGwuXPnejMH4163YcOG3uxBBQ1LFlfgwPVFrOvL+bjnZ+qZOM8VXIhbf+J8LbeuZe/1RXrYZZwT58YxSt4CIBv3oiV09UV5UADi448/tjPPPDPUHt0l2+QXTHD1kysIEXTvuU4AuOuuu7xEnaBlncP0jZIqtDTzTjvtFOZw57LeYSrRuB03bpxptZNrrrmm1ClREgDCznRO165cJQDoWrkM3Gkfbs2A18xwV8nmGI/zznC1M+rvv/jiC29Z81wmWSS/Z7UEv7Y5ibuPd5hl3UtaRFn+P/lcJUr069fPm4Gci+L6HM/m2Mt2+11tc/2N4WpPthIAdJ1crgql5BIlioTd0uKbb77xVvpRQl6coi19dO0ePXqk3RbI9dmbi3dRmC1lotxz3BVDolyLYxFAAAEEEEAAAQTyV4AEgPztG1qGAAIIIIAAAgiUm4BmC86ZM8cGDBjgXAo6k0a2bNnSW7pUS2Enl2zMHNQXxN26dTMtS59uz3dX4CDul7txz8/EM/mcSZMmecvx5qqE3Z826PpxjObPn+/tGRw3SUTtC7t1gZ4H7XXcq1evyKy33nqrl0xTsriCQK4gRFBDcp0AoOD1Flts4dzbOaiNmQQotEqIlmAfO3Zs5H7QCQruK3nhsMMOM7+VJKIkAOh9NWTIENMqD1FLLhMA1Bbtk37++eenfQdGbWvi+NatW3vbA2hGepiSzTEe550Rpq1Rj9Gy5sOGDbObb7456qmhj9d7TvXvueeeoc8JOjDqNgBxlxBXUFPJVVriPdvF9TmezbGX7ba72pZPCQD67Js2bZq30olrS4coTvo7Tcl3+nsiSombkJBYsejzzz+3Tp065U0CQDZXwMrGiiFR+oRjEUAAAQQQQAABBPJXgASA/O0bWoYAAggggAACCJS7wGeffWYjRozwVgTIRsBVN9SmTRsv+HbggQemvT99EaqAWtSgmvaSVTBOQd1PP/3U98tdV+AgbqAp7vlxO33p0qXWtm3btKsfZFq3bFu0aOGZnnjiic6lv13XiWOk8aHAgfYWznRM6n4USFZwqkqVKq7mer/Xda+88krvulFKya0uEue6gkD5ngDQrFkzb/lkbduhlTuiFJ07atQoO+igg6Kc5h2baVBR752RI0da3bp1vXqykQCgejKZ6ey3r7rruQizBUAyqN7fV111VeA+0WE6QM+LZnNrSXf9d9iSzTHusokbNA17T8nHaa/6559/3hRUfP311zOpIu05WqVCq1N06NAhq8t3R90GQIl0Wu1hq622yvje9N5U0o3eZ5m+r0teXMlDSioIWoUim2Mv45v3OdGVpBd3LGdzBYDELbz55pt29dVX26xZs2JxKOCvsdCzZ8+MxnamCQklrxv0PnF99ubqXbR48WLr379/rHdJnM/WWB3LyQgggAACCCCAAAJ5KUACQF52C41CAAEEEEAAAQTyR0BfuH700UdeIODJJ5/MaBaYZiRpqfguXbqYlud3LRkfNbCi4J72kVXdWiZZQQfNnBw/fvzG9ipwpS9HFfgL2u9ds3oVXFAAQUsmJ4IWOr9x48beF9fapsBvyfi458fteV1fe9orgUJ73EYp+pJcM6C33HJLL0Fjv/3280xr164dOlAe5npxjTQ+FJBQMF6zE8MGltSHmlWr2YwNGjSIvKT2L7/8YloSW1sfaAawqwQtca9Atsboc889Z8uWLdtYlZ6Vww8/3AYPHuybJOO6rp7Zp59+2mvrokWLUtp66KGH2umnn+4tpRyU/PCvf/3Le1a04kLCV23TLPB//vOfG5dt1rOmJfXDmGh89e7d20u8iDrzM/meo/SD2qwVGLR6Q/L9Ktiid4aCZYn7U+BV7yiNjyhBT40FJUppZYIwY1FJEzq+pH8iWPrEE0+Y2pcosmratKlnpwScKEvB61nRrFmtRBE1eKfraqlsBaX22GOPSNdV27M5xl3vDCVH6DNm0003dT0eWf+92qYVHfQcyDjMGEjXCH2OKYGtefPmWX3fJl9LY1Wfi3rvKGkh3XtM7wiNN60AVLNmzax4aRuV22+/3ftsDfPuLHnR5CQ0Jbi5ns9sjr2sACRVovvXWFFyWLrnvHv37tauXbvAbWmC2pSoX58B+pxMjMfEeyTT+n/77TdvfOtz9+WXX47Eovew3sG6dsmVnyJV9L8HR0lI0Ge+EmqSk071rtU7UX/nKaCvkvgbUYmkegb8iutd5PobMeh+f/zxR69NSpqJ8vfb/vvv7634cvbZZzufjUy8OQcBBBBAAAEEEECgMAVIACjMfqPVCCCAAAIIIIBAuQisX7/eVq1a5QUVFfDQfyd/waxGKYimL3sVSNYXrgok7L777hl9ma0vWhUcffbZZ71AXXLAQl/QaiuBk08+OVRSQbmAcdGcC2hZa41HBTm1J7u2fUgEmBIJDUr40B7aGovbb7997DZpL2LN/NU2GbpeIoCvAILGvAL42itdM1XDrjAQu1HlXIG2HZDHzJkzPY9EUEXvAyWRKGin57VGjRpZa6mCJbqmAl3J/aBrapl/Bcs1m7Zq1apZu2Vd3EAAACAASURBVKZfRUq60LLSCpBpRYT33ntvo4Heh/Xr1/eCSq1atfI8/BKIctVQtU+rFSipSe9u9ZFWcEhe1lvtUltlp2QpjWVXoDVX7S3UepWc8u6779qSJUu8zyuNiZLOifdEtWrVPGsllunzMhvvpnx3098QCmzqna1/SgxIDoKn+xsiF0lo+e6Uz+1TUpFWF9HfZPqnd13y567arnedEgf1mat/ClBXrlw5q7elduhZUxJg8t+HiWRNfeYr+K9ERlfSaVYbloXK9LfvBx984CXg6TnR52lyoqCeCX3OyVarM+27775l/pmShdukCgQQQAABBBBAAIEcC5AAkGNgqkcAAQQQQAABBBBAAAEEEEAAAQQQQAABBBBAAAEEEEAAAQQQQKAsBEgAKAtlroEAAggggAACCCCAAAIIIIAAAggggAACCCCAAAIIIIAAAggggECOBUgAyDEw1SOAAAIIIIAAAggggAACCCCAAAIIIIAAAggggAACCCCAAAIIIFAWAiQAlIUy10AAAQQQQAABBBBAAAEEEEAAAQQQQAABBBBAAAEEEEAAAQQQQCDHAiQA5BiY6hFAAAEEEEAAAQQQQAABBBBAAAEEEEAAAQQQQAABBBBAAAEEECgLARIAykKZayCAAAIIIIAAAggggAACCCCAAAIIIIAAAggggAACCCCAAAIIIJBjARIAcgxM9QgggAACCCCAAAIIIIAAAggggAACCCCAAAIIIIAAAggggAACCJSFAAkAZaHMNRBAAAEEEEAAAQQQQAABBBBAAAEEEEAAAQQQQAABBBBAAAEEEMixAAkAOQamegQQQAABBBBAAAEEEEAAAQQQQAABBBBAAAEEEEAAAQQQQAABBMpCgASAslDmGggggAACCCCAAAIIIIAAAggggAACCCCAAAIIIIAAAggggAACCORYgASAHANTPQIIIIAAAggggAACCCCAAAIIIIAAAggggAACCCCAAAIIIIAAAmUhQAJAWShzDQQQQAABBBBAAAEEEEAAAQQQQAABBBBAAAEEEEAAAQQQQAABBHIsQAJAjoGpHgEEEEAAAQQQQAABBBBAAAEEEEAAAQQQQAABBBBAAAEEEEAAgbIQIAGgLJS5BgIIIIAAAggggAACCCCAAAIIIIAAAggggAACCCCAAAIIIIBAxgJ//fGn/XvJ/4t8/t7NDoh8TiGfQAJAIfcebUcAAQQQQAABBBBAAAEEEEAAAQQQQAABBBBAAAEEEEAAAQQqgIASAC6t3TrSnba5+lw76rwOkc4p9INJACj0HqT9CCCAAAIIIIAAAggggAACCCCAAAIIIIAAAggggAACCCCAQJELkAAQroNJAAjnxFEIIIAAAggggAACCCCAAAIIIIAAAggggAACCCCAAAIIIIAAAuUkQAJAOHgSAMI5cRQCCCCAAAIIIIAAAggggAACCCCAAAIIIIAAAggggAACCCCAQDkJkAAQDp4EgHBOHIUAAggggAACCCCAAAIIIIAAAggggAACCCCAAAIIIIAAAgggUE4CJACEgycBIJwTRyGAAAIIIIAAAggggAACCCCAAAIIIIAAAggggAACCCCAAAIIlJMACQDh4EkACOfEUQgggAACCCCAAAIIIIAAAggggAACCCCAAAIIIIAAAggggAAC5SSgBIAnLh/tXf27j1fbqlff9v57p33+brUO3i9tq2rsXdOOOq9DObW4fC5LAkD5uHNVBBBAAAEEEEAAAQQQQAABBBBAAAEEEEAAAQQQQAABBBBAAIEMBO7qMNj+veT/eWeeefcVdkCbIzOopThPIQGgOPuVu0IAAQQQQAABBBBAAAEEEEAAAQQQQAABBBBAAAEEEEAAAQSKUuDi3Vt596XZ/72njLCtd9yuKO8zk5siASATNc5BAAEEEEAAAQQQQAABBBBAAAEEEEAAAQQQQAABBBBAAAEEEChzgTenL7BHLxjmXfews1pb+2H9yrwN+XxBEgDyuXdoGwIIIIAAAggggAACCCCAAAIIIIAAAggggAACCCCAAAIIIIDARoF7Ol1mH77ypvf/u4y53A486Sh0kgRIAGA4IIAAAggggAACCCCAAAIIIIAAAggggAACCCCAAAIIIIAAAggUhEBi+f/qe+3uLf9ftcYOBdHusmokCQBlJc11EEAAAQQQQAABBBBAAAEEEEAAAQQQQAABBBBAAAEEEEAAAQQyFlg+e6FNOO967/wmXU6wjjddmHFdxXoiCQDF2rPcFwIIIIAAAggggAACCCCAAAIIIIAAAggggAACCCCAAAIIIFBEAvd2udI+WLDUu6MzRl9qDU85uojuLju3QgJAdhypBQEEEEAAAQQQQAABBBBAAAEEEEAAAQQQQAABBBBAAAEEEEAghwKJ5f933GNX6z15hG27y445vFphVk0CQGH2G61GAAEEEEAAAQQQQAABBBBAAAEEEEAAAQQQQAABBBBAAAEEKozAO3NetQd7DPXut/HprezUkQMqzL1HuVESAKJocSwCCCCAAAIIIIAAAggggAACCCCAAAIIIIAAAggggAACCCCAQJkLPND1Gntv/mvedTvfcbE16tCizNtQCBckAaAQeok2IoAAAggggAACCCCAAAIIIIAAAggggAACCCCAAAIIIIAAAhVYILH8f7W/72K9p9xk2+1WowJr+N86CQAMCwQQQAABBBBAAAEEEEAAAQQQQAABBBBAAAEEEEAAAQQQQACBvBXQzH+tAKBySKfj7LRbBuVtW8u7YSQAlHcPcH0EEEAAAQQQQAABBBBAAAEEEEAAAQQQQAABBBBAAAEEEEAAAV+BB3sMtXfmvOr9vtNtF9nBpx6Llo8ACQAMDQQQQAABBBBAAAEEEEAAAQQQQAABBBBAAAEEEEAAAQQQQACBvBVILP+//e47ecv/71Bz57xta3k3jASA8u4Bro8AAggggAACCCCAAAIIIIAAAggggAACCCCAAAIIIIAAAgggkFbggwVL7d4uV3q/a9SxpXW+fTBSAQIkADA8EEAAAQQQQAABBBBAAAEEEEAAAQQQQAABBBBAAAEEEEAAAQTyUuDh8663t2cv9Np22s0D7ZDOx+dlO/OlUSQA5EtP0A4EEEAAAQQQQAABBBBAAAEEEEAAAQQQQAABBBBAAAEEEEAAgRSBxPL/2+1a3XpPGWHVau2CUIAACQAMDwQQQAABBBBAAAEEEEAAAQQQQAABBBBAAAEEEEAAAQQQQACBvBP48JW37J5Ol3rtOqj9MXb6qEvyro351iASAPKtR2gPAggggAACCCCAAAIIIIAAAggggAACCCCAAAIIIIAAAggggIA9esFwe3P6i55ExxEDrMkZrVBxCJAAwBBBAAEEEEAAAQQQQAABBBBAAAEEEEAAAQQQQAABBBBAAAEEEMg7gcTy/1V32sF6Txlp1ffcLe/amG8NIgEg33qE9iCAAAIIIIAAAggggAACCCCAAAIIIIAAAggggAACCCCAAAIVXOCjJf/PxnYY7Ck0PLm5nXHnZRVcJNztkwAQzomjEEAAAQQQQAABBBBAAAEEEEAAAQQQQAABBBBAAAEEEEAAAQTKSODxC0fav56Y712tw/D+duiZJ5bRlQv7MiQAFHb/0XoEEEAAAQQQQAABBBBAAAEEEEAAAQQQQAABBBBAAAEEEECg6AQuqXmCbdiwwbbcvqpdMO0Wq7F3zaK7x1zcEAkAuVClTgQQQAABBBBAAAEEEEAAAQQQQAABBBBAAAEEEEAAAQQQQACBjAQ+Wfqe3XnSQO/cA9odZWeOvTyjeiriSSQAVMRe554RQAABBBBAAAEEEEAAAQQQQAABBBBAAAEEEEAAAQQQQACBPBWYfNGt9vqkuV7r2t/Y1w47u02etjT/mkUCQP71CS1CAAEEEEAAAQQQQAABBBBAAAEEEEAAAQQQQAABBBBAAAEEKqzAZXu0sT9//8M237qK9Ztxu+20b60KaxH1xkkAiCrG8QgggAACCCCAAAIIIIAAAggggAACCCCAAAIIIIAAAggggAACORH47K0PbFTr/l7dDVofYWfdc2VOrlOslZIAUKw9y30hgAACCCCAAAIIIIAAAggggAACCCCAAAIIIIAAAggggAACBSYw9dI7bMmjz3itPvm6Ptase7sCu4PybS4JAOXrz9URQAABBBBAAAEEEEAAAQQQQAABBBBAAAEEEEAAAQQQQAABBP5X4Iq9T7Lff/3NNqv8N+v/9Cjbpe4e2EQQIAEgAhaHIoAAAggggAACCCCAAAIIIIAAAggggAACCCCAAAIIIIAAAgjkRmD1O6vstuMv8Crf/4Rmdva9V+fmQkVcKwkARdy53BoCCCCAAAIIIIAAAggggAACCCCAAAIIIIAAAggggAACCCBQKALTrrzTFj00y2vuSUN72+E9Ti6UpudNO0kAyJuuoCEIIIAAAggggAACCCCAAAIIIIAAAggggAACCCCAAAIIIIBAxRW4qm57++2nn80qVbKBz46xXevvWXExMrxzEgAyhOO0zAX+/PNPmzNnjk2aNMneeOMN++KLL2z9+vVWvXp1q1Wrlh177LHWvn17q1+/fuiLrFu3ziZPnmwzZsyw5cuX29dff20bNmywnXbayerWrWtt27a1Tp062fbbbx+6znQH9u/f30aPHp3yqwMOOMDefPPNyPV+9tlnNmvWLHvmmWfso48+8tr83Xff2apVq6x27dqR6+MEBBBAAAEEEEAAAQQQQAABBBBAAAEEEEAAAQQQQAABBApV4Kv3P7FbWpznNb/+8YdZt/uHFOqtlGu7SQAoV/6Kd/GlS5dar1697F//+lfgzVeqVMm6du1qN998s1WrVi3w2OnTp1vfvn3t888/Dzxuxx139OpTvZkUBez//ve/lzo1agLAv//9b7viiiu8hAUlKZQsSgYgASCTHuIcBBBAAAEEEEAAAQQQQAABBBBAAAEEEEAAAQQQQACBQhWYPuRuW3j/U17z2w7pZUee275Qb6Vc200CQLnyV6yLP//883biiSfab7/9FvrGDzzwQHvhhRdsu+22S3vOlClTrHPnzvbXX3+FrvOuu+6y3r17hz4+caBWJZg2bVqp86IkAIwdO9YGDhzorXjgV0gAiNw1nIAAAggggAACCCCAAAIIIIAAAggggAACCCCAAAIIIFDgAkP+car9/D9rvbsY8Mydttv+exf4HZVP80kAKB/3CndVzXpXoPynn34qde9alr9q1aq2evVq+/3330v9vkOHDjZ16tRSP//000+tTp069uuvv5b6nZb+33TTTb06Sxb9XEv2/+Mf/wjdD1qmX8kL6UrYBIBLLrnERo4cGXjNKlWq2IoVK9KuNBC6sRyIAAIIIIAAAggggAACCCCAAAIIIIAAAggggAACCCCAQAEJrFn1uY04qqfX4v2ObWLdxw8toNbnV1NJAMiv/ija1vTo0cMeeOCBlPvbZZdd7P7777dWrVqZlvz/8ccf7YYbbrARI0aUcli1apXtueeeKT+/6qqrvOOTS40aNbxkgSOOOML78RtvvGEdO3a0Tz75JOU4rQCglQDCFCUY1K9f35TEkK6ESQDQtfr06VPq9N122837+XHHHWf77befbbnllmGaxDEIIIAAAggggAACCCCAAAIIIIAAAggggAACCCCAAAIIFI3ArOvutQX3POHdT5urz7WjzutQNPdW1jdCAkBZi1fQ61WvXt2+/fbblLtfuHChNWvWrJRIy5Ytbf78+Sk/V6LAOeeck/Kz5s2b24IFC1J+Nn78eOvWrVvKz2bPnm1t2rRJ+Zlm/y9fvjxUb1xzzTV23XXX+R7rSgDQdRo3blxqpYLBgwd7CQyVK1cO1Q4OQgABBBBAAAEEEEAAAQQQQAABBBBAAAEEEEAAAQQQQKAYBYYe2Nl++vZ/vFvrP3uU1Txg32K8zTK5JxIAyoS5Yl/kf/7nf0zL/CcXzXz//PPP08LcfPPNdvHFF6f87tprr7Wrr7465Wf16tXzlstPLh9++KHttddeKT/TDH4trZ9clJDwzTffODtm5cqVtv/++9tvv/3me6wrAaBdu3Y2c+bMlPOHDx9ul156qfP6HIAAAggggAACCCCAAAIIIIAAAggggAACCCCAAAIIIIBAMQt898mXNrxZd+8W6x7T2HpMuLaYbzfn90YCQM6JuUBUAQXHL7/88pTTbrvtNhswYEDKzw4++GBbunRpys8++OAD22effVJ+9vPPP9tWW22V8rPatWvbRx995Gza8ccfb3Pnzt14nFYDUDJCcglKAHjnnXe8BIINGzZsPOXoo4+2559/3nltDkAAAQQQQAABBBBAAAEEEEAAAQQQQAABBBBAAAEEEECg2AWeHvaAvTBmsnebra/sYc3PP7XYbzmn90cCQE55qTwTgSOPPNJefvnllFOXLVtmBx54YMrP+vbta2PGjEn52dixY+38889P+dm0adOsffv2KT/r1KmTTZw4MbB5kydPNh2XKA0bNrSnnnrKatWqlXJeUAKAZvmPGDEi5Xhtb7D55pvbuHHj7KWXXrKvvvrKttxyS9t7772tY8eOXvu33nrrTOg4BwEEEEAAAQQQQAABBBBAAAEEEEAAAQQQQAABBBBAAIGCEriuURf78evvvDb3m3m7/b1h3YJqf741lgSAfOuRCtyedevW2ZVXXml33HFHikLbtm1txowZpWTeffddU/D9jz/+2Pg7bTUwadIkO/bYY72fvf76617wP3m7gUqVKtnChQutadOmvtpr1641bTHwxRdfbDxGSQlaOaBmzZop5wUlABxyyCH2xhtvbDxeWxGcdtpp9tBDD/leWwkGSlpQwgEFAQQQQAABBBBAAAEEEEAAAQQQQAABBBBAAAEEEEAAgWIV+OGLb+zGJmd7t1en+cHW85Hri/VWy+y+SAAoM2ouVFJAS/q/+eab3o8VcH/vvffsl19+STlMy+drufwdd9wxLeADDzxgPXv2TFliXwfWqFHDNttsM1u9enWp82666Sa75JJLAjtk0KBBpm0HEuX000+3xx57zEskCJsA8NNPP9l2221nf/75Z+TOr1atmpc4oIQDCgIIIIAAAggggAACCCCAAAIIIIAAAggggAACCCCAAALFKPDsiIds/qjHvVs74bLudkzf/1uduxjvtyzuiQSAslDmGmkFNBM/qPTo0cNuvfVWq1q1auBxU6ZMsd69e9v3338feNzf/vY3u/POO61Xr16Bxy1fvtwOOuigjSsLaHn+999/33bfffdICQAffPCB1alTx/da2267rZcgoKSCdEkCJ554os2ePZvRgwACCCCAAAIIIIAAAggggAACCCCAAAIIIIAAAggggEBRCmj2v1YBUOn71K1W6+D9ivI+y/KmSAAoS22ulSLgSgDo06ePXXvttabZ8EFFM/O1CkDJ1QNKnqPr3Xfffda9e3fzu/aGDRvsiCOOsFdeeWXj6dddd51dddVV3v+PsgLAokWLrFmzZqWavscee9i4ceOsZcuW3u+++uor071q2f+SRasi1K3LPic8OggggAACCCCAAAIIIIAAAggggAACCCCAAAIIIIAAAsUl8OPX39l1jbp4N7XvkQfZuY/dWFw3WE53QwJAOcFzWbPmzZvbggULAil22mknmzt3rjVo0CDtcVrKf+TIkZE4zz//fBs7dmzac7SlgFYeSBQtwa8g/BZbbOH9KEoCwNNPP22tW7cudZ1PP/201DYCf/zxh9WvX9+0akBySU4+iHSTHIwAAggggAACCCCAAAIIIIAAAggggAACCCCAAAIIIIBAHgs8d+sjNvfWR7wWtrqkq7Xof3oet7ZwmkYCQOH0VVG3dO3ataal90ePHm0TJ05MuddddtnFVqxYUWorgEceecTOOuuslGNr1qxpt912mze7fpNNNrEXX3zRBg4caKtWrUo5bsSIEXbxxRen/ExbCGjJ/m+//Xbjz5944glr3779xv8fJQFg1qxZ1rZt21L9plUG0hWtTnDuueem/KpNmzY2c+bMou57bg4BBBBAAAEEEEAAAQQQQAABBBBAAAEEEEAAAQQQQKDiCQxv1t2+++RL78b7PHmL7dG4fsVDyMEdkwCQA1SqjCegJfoffPDBlEpuvPFGu/zyyzf+7K+//rJatWp5M/ITZfPNN7e3337b9t1335RzP/vsM292vZIMEmWbbbax1atX29Zbb73xZ7169bJ777134/8/5phjbP78+Sl1RUkAmDNnjrVq1Srl/EMOOcRee+21tEBvvfWWHXjggSm/0/9ftmxZPFDORgABBBBAAAEEEEAAAQQQQAABBBBAAAEEEEAAAQQQQCCPBH767j829IBOXov2PvxAO2/i8DxqXWE3hQSAwu6/omy9gvgHHHBAyr01bdrUXnnllY0/W7JkiR166KEpxwTNlu/atatNmDAh5fgZM2ZsnKGv+g477DBLnp2v7Qe22267lHOUALBu3bpS7lo5QKVdu3am1QVUXn/9dWvcuHHKsR06dLCpU6em7bc1a9ZYjRo1Un63zz77lNoWoCg7nZtCAAEEEEAAAQQQQAABBBBAAAEEEEAAAQQQQAABBBCoMALzR020Z0f8d0Lw8YPPspYDulSYe8/1jZIAkGth6o8s8NNPP5lm6CeX3Xff3TSTP1G0TcDpp6fuA9KvXz8bNWpU2usNHTrU/vnPf6b8TlsFDBgwwPvZtddea0OGDInc1pIndOnSxbQ1gcpXX31l2r4guSjJYNGiRWmvk24FgCZNmtjixYtjt4sKEEAAAQQQQAABBBBAAAEEEEAAAQQQQAABBBBAAAEEEMgXgRFH9bQ1q/670vf5U0fanofuny9NK/h2kABQ8F2Y/zfw0EMPWbdu3VIa2qdPHxszZkzaxn/yySdWu3btlN9phv2KFSs2/uzRRx+1M888M+WYTp06mRID0pW+ffuWut4dd9xh/fv39w5XW3RM3JKcAKC6NIP/ww8/3FjtFltsYd98802pBAcdcN9999m5556b0oSzzjqr1MoFcdvI+QgggAACCCCAAAIIIIAAAggggAACCCCAAAIIIIAAAgiUl8Av//nJrqnf0bv8Xoc1sN5T/ru6NiU7AiQAZMeRWgIEFixYYM2bN085QjPjFdCvWrVqqTM1U18z9pNLyeX9NYu+WbNmKceorlWrVtmOO+6Y8vOff/7ZlECg5fuTS/IWAJMnTzYlEMQtJRMALr300o1bAiTqvummm+ySSy5JudTvv/9u9evXt5UrV6b8/OGHHy6V6BC3jZyPAAIIIIAAAggggAACCCCAAAIIIIAAAggggAACCCCAQHkJvDh2is2+8X7v8scOOtOOG5Q66be82lUs1yUBoFh6Mo/v448//rDddtvNm/meXBo3bmxjx461Ro0aeT/W0v933XWXXX755fbnn3+mHDthwgTTbPhEWb9+ve2666723XffpRynJfMfeOAB22+//byfazWB3r1727PPPptynGbia4n+bbfdNpKckghq1qyZcs4BBxxgb775Ztp6Vq9ebXvssYepvYnyt7/9zUaPHm3nnHOO6b/VDrVx+vTpKXXsvPPO9u9//9uqVKkSqY0cjAACCCCAAAIIIIAAAggggAACCCCAAAIIIIAAAggggEC+Ctx8zHn29QefeM07b/JNtnfTA/K1qQXZroJPAJgyZYoXPP3+++8jdYD2mH/88cetdevWzvM2bNjgBZKfeuope+GFF0x7tev/qzRs2NAUAO7YsaMdccQRaWe0B11AQfGZM2favHnzbNmyZfb+++97h2vGuupu27attWzZ0mrUqOFsZ/IBCrovWbLEZs+ebQsXLvQC1GvXrvWWnj/wwAPtqKOOsnbt2nnX2GyzzSLVncnBd955p/Xr1y/tqZqxv9VWW9mXX36ZEihPHKz2vv7666XaOXLkyFIz6RPnKHiu+/riiy9M/VeyXHTRRXbzzTdHvpWoCQC6gK5z8cUXl7rWlltuadWqVTMlCZRMeNDB48ePL7V1QuQGcwICCCCAAAIIIIAAAggggAACCCCAAAIIIIAAAggggAACeSLw27pf7Ko6p3itqX3IftbniZut0iab5EnriqMZBZ0A8Msvv9jAgQPtnnvuyag3brzxRm+2eVBRYsGIESO8meoKoAcVBe2vv/56a9++vW3iGKhq+9133+0d70pe2GGHHezaa6+1nj172uabb+68VwX7r776aps1a5bzWC2tr0B63bp1ncfGPUDtv//+/y7nEbb8/e9/t+eff9722muvUqcosN+tWzfT6gBRyoknnuglc2j2fdSSSQKA2tm9e3d76KGHQl9OyRKjRo0KfTwHIoAAAggggAACCCCAAAIIIIAAAggggAACCCCAAAIIIJDvAi+Ne9JmXjvOa2bLC8+w4y8+O9+bXHDtIwEgIAHg66+/tvPOO6/U0uxBvawZ9kos0KoEfjPr161b581cV1JBlHLFFVeY/mm2vF9ZsGCBde3adeMKBWHq1woGWnr/sMMOC3N4rGPGjBnjJSf88MMPznpOPfVULwiu2fx+RTPnb7rpJs9crkFFAf8BAwbY0KFDM15WP5MEALVJSQDDhw/3Ej5+/vln32aqb5XsMWjQIKcPByCAAAIIIIAAAggggAACCCCAAAIIIIAAAggggAACCCBQSAK3HdfHVr/7b6/JvSYOs30Ob1hIzS+ItlbYBAAF6qdNm2YtWrRI21EKJmt1gXvvvTdyR6ruqVOn2nHHHVfqXC3Nr0CwguCZlHHjxnkrAVSqVKnU6e+9956dfvrp3hYFUcvRRx9tDz/8sO22225RT418/I8//miTJk2yp59+2tv2QNsgKJCvlQ60isLhhx9uZ511lvffYYu2D5C56vzggw9MyRt//fWXt3XCnnvuaa1atTIlFOyxxx5hq0x7XKYJAInKdP6DDz7otXPVqlVeIsT222/vrXBwwgkn2LnnnhuY8BCr8ZyMAAIIYc8b7wAAIABJREFUIIAAAggggAACCCCAAAIIIIAAAggggAACCCCAQDkJ/PHbert8r3be1WsesK9dMP1W27QMtiovp9stt8sWXQKAZuzfdtttGc/wTvTEo48+ameeeWZKxyiwf80111iPHj28oK2SBJREcNVVV5Waca9gs7Ym0HHJ5aWXXrLOnTt7+90nl8GDB3uz03fddVf7/fffvWXvL7vsslLB/GbNmtkjjzxitWvXTjnfbzsEze5XwsExxxzjLXmv/eZvv/12b1/6kkU/79+/f9rkgnIboVwYAQQQQAABBBBAAAEEEEAAAQQQQAABBBBAAAEEEEAAAQQKXmDhA9Nt+jV3effRol9na3Vpt4K/p3y8ARIA0vSKgvNnn322zZs3L+W3CqRfdNFFKUv7a2n3++67z3r16pVybLoVBpQw0LdvX28GeHLp06ePjRgxotTS/nPnzrWOHTva2rVrU47X9ZSEkFzmz59vp5xySsqxtWrV8vadP+qoo1KO1Qx87TE/YcKElJ+3bNnS+9kuu+ySj2OVNiGAAAIIIIAAAggggAACCCCAAAIIIIAAAggggAACCCCAQIEK3HFiP/v87ZVe68999Abb96hGBXon+d1sEgDS9M9zzz1Xavn+Jk2a2OOPP552CXnNqu/SpYu9+OKLKbVdd911duWVV26cUf/22297Af2VK/87sFUUbH/qqaescePGpVqiwP8FF1zgLc2fXEqucqDl87WlwLBhw1KO02x+JRZsvvnmpepOd49KWnjmmWdMqwxQEEAAAQQQQAABBBBAAAEEEEAAAQQQQAABBBBAAAEEEEAAgWwI/PXnn3ZprdZeVbvst6f1n3mHbbb537JRNXWUECABoASIZvTfcMMNXkA9uQRtLbB+/XpvuX5tPZBcFOzXbP1tt93W+3G6bQW0N70C/DvuuGPawak6Bw0alPK7pk2b2mOPPWaa4a/y7bff2llnnWXPPvtsynHaKkCJCenKJ598YmeccYYtWrQo5de33nqrDRw4sMI8KEqe0PYJSpLQFgkUBBBAAAEEEEAAAQQQQAABBBBAAAEEEEAAAQQQQAABBBDIrsCrE2bZk1fc6VV69AWn2YmXn5PdC1DbRgESAEoMhv/85z/Ws2dPmzp1aspvXIFxV6DeL0lAwXZtLVC5cuW0w3LGjBl20kknpfxOqwbMnDnTGjX677IYS5cutbZt25q2LkiUkseUrNzvPl3tKbZnRwkA2hJh6623JgGg2DqX+0EAAQQQQAABBBBAAAEEEEAAAQQQQAABBBBAAAEEEMgLgdHtBtin/1rhtaXHw9db3aMPzot2FWMjSAAo0at+M+ODZtOrikmTJlnnzp1Tattnn328RIIGDRqYX8D92muvLbXaQHIlixcv9rYj0HYAyWXu3Ll27LHHej9KlyRwwAEHeG2qU6dO2nH766+/2kUXXWRjx45N+b1WEhgzZoxpO4CKUEgAqAi9zD0igAACCCCAAAIIIIAAAggggAACCCCAAAIIIIAAAgiUp8DFu7fyLl9j75o24Jk77W9VSm9hXp7tK6ZrkwBQojdXrFhhp512mi1fvjzlNwsXLrRmzZr59v0rr7xihx9+eKnfJ85bs2aNt+T+vHnzUo5xJRa8//771qlTJ3vrrbd8z5swYYJ17do15ffHH3+8t+VAtWrVfNt83XXX2TXXXBP5vGJ6AEgAKKbe5F4QQAABBBBAAAEEEEAAAQQQQAABBBBAAAEEEEAAAQTyTWDJY8/a1Etu95rV/PyO1vrKnvnWxKJqT9ElAGjpe5Xk5fBr1apl9evXt6OOOspbKl+z4jfZZJO0HekK5Pv1vuu8MIH8dHWHOS/TQH6m5xXTE0ACQDH1JveCAAIIIIAAAggggAACCCCAAAIIIIAAAggggAACCCCQbwJjT7nIPnr9Ha9Z5zx0rdVr0TjfmlhU7Sm6BIAwvdOmTRsbOnSoNWzY0CpVqpRyiiuQ71f/0qVLveSC5MQDHZuY4R8mkJ+ubr8tCZK3Dsg0kH/bbbfZoEGDUi7r2jogjG8hHUMCQCH1Fm1FAAEEEEAAAQQQQAABBBBAAAEEEEAAAQQQQAABBBAoNIHE8v/Vau1iA+eOtc23qlJot1BQ7a2QCQDqIa0KcNddd1mrVq1SkgAyTQBwBfhdv/cbNd9995116dLF5syZk3JINhIAtEXAmWeemVIvCQAF9fzSWAQQQAABBBBAAAEEEEAAAQQQQAABBBBAAAEEEEAAAQTyVuCNyc/ZpEG3eO07slcHa3vNuXnb1mJpWEEnAGj2tmbyawZ8JkXB7scff9zq1au38XQSAA6wSZMmedskVITCCgAVoZe5RwQQQAABBBBAAAEEEEAAAQQQQAABBBBAAAEEEEAAgfIQuPvUS2zVq297l+4+/p+237GHlkczKtQ1CzoBQD21fv16W7t2rddpW265pVWp8n9LRvz000/27rvv2pgxY2zChAlpO/bqq6+2IUOG2Kabbur9PtMEgBUrVthpp51my5cvT7nO9OnTrV27dpbpCgBr1qyxM844w+bNm5dS76233moDBw70fpbpFgAy6dq1a0q9TZs2tccee8xbIaEiFBIAKkIvc48IIIAAAggggAACCCCAAAIIIIAAAggggAACCCCAAALlIZBY/n/bXXa0wc/fY1tss1V5NKNCXbPgEwDC9NYff/xh48ePt169epU6vHnz5qal8HfddVfvd5kmALjOyzQBIMx5mSYAZHpeGPNCOYYEgELpKdqJAAIIIIAAAggggAACCCCAAAIIIIAAAggggAACCCBQSAL/evJ5e7z/CK/JR/Q8xdr987xCan7BtrVCJACod3744Qfr0aOHTZs2LaWz9tlnH5s6dao1aNDA+/nixYvtuOOO27iqQOLghQsXWrNmzXw7Ol0CwC677GIzZ860Ro0a2YcffmidO3e2pUuXptTxyCOPWJcuXXzr9UsASKwsoBOHDRtmV1xxRUodxx9/vJfYUK1aNd+60yUAdOzY0e677z7bdtttC3ZQR2k4CQBRtDgWAQQQQACB/8/eXYBJWXUBHD90dwrSIA2iNCICokiHSEg3CEgI0iUNUgJKdyMipTQo3YIKiMTS3Z3fc+5+u847O7s72zOz//s8Puo7973xe4fdYe655yKAAAIIIIAAAggggAACCCCAAAIIIIAAAgg4JzClbg85+fshU7nRtL6Sp3xx526kVogEIk0AwOvXr2XAgAHmH/tiu7jvzI57R+IrV66UqlWrWl7Shf9FixZJ1qxZ5ebNm2ahf926dZY6AwcOFD2GwL+iAQOVK1eWy5cv+1ZJkCCBrF+/XooW9T4jQxf669evb2kif/78snjxYsmePbvDpvXohO7du8uYMWMsr7dt21a+/fZbiR07dojeWO5yMwEA7vKkGCcCCCCAAAIIIIAAAggggAACCCCAAAIIIIAAAggggIA7Cfik/4+fPLF02zpV4iRO4E7Dd9uxRpoAAH1Cjna863XbAIDr169LvXr1ZOPGjZaHOnr0aOnUqZO/D3ry5MnSunVry+sVK1aUuXPnSpIkSeTRo0fy5Zdfmt31tkXbHDZsmMSMGdNh2xs2bDAZCWyLbWCBXv/tt9+kVKlSljq22QccNXz//n354osvzPhsy5AhQ6RHjx5u+4YO6sAJAAiqGPURQAABBBBAAAEEEEAAAQQQQAABBBBAAAEEEEAAAQQQCFjg8MptMr/tUFPpvaZVperANpCFk0CkCQDQhV7daa/p8m2L/U55/xbqA9oZ799uel1I16CDaNGiiX8ZCGyDBBw9c92h37lzZ8tLDRo0kIkTJ4pmAtBy/Phx+eyzz+To0aOWepp9oHbt2g7fSl5eXibQYefOnZbXNbNAuXLlwuntF/HdEAAQ8c+AESCAAAIIIIAAAggggAACCCCAAAIIIIAAAggggAACCHiWwLQGveXElv1mUg2n9Ja8Fd7zrAm68GwiTQCAptBv2LChn539js68d7ToXrx4cVmwYIFkyJDBz+M8c+aM1K1bV/bs2WN57eeff5YqVar4XnN0TEBAO/Vv374tzZo1k59++snSrn02grt370rz5s1l2bJllnoBZRdYvny51KxZ01I/oDm68Hs4REMjACBEfNyMAAIIIIAAAggggAACCCCAAAIIIIAAAggggAACCCCAgB8Bn/T/cRLGl6+3z5B4SROiFE4CbhsAoLvu+/XrJ3HjxjU75OPFi+cv2dOnT0UXzXv27Omnjp53rwvlUaJE8X1t7969Uq1aNdGgAdsyZcoUs9BuW1d39o8fP146duxoqfvhhx/KnDlzRBf4fYp/gQI6rgEDBkj06NEtbWgAge7213T9PiVnzpyydOlSyZ07t+81HYMGLXTp0sVyv9bVLAD58uWzXNfAglatWpl2bItmSFBTzVgQWQoBAJHlSTNPBBBAAAEEEEAAAQQQQAABBBBAAAEEEEAAAQQQQACB8BA4una7zGk5yHRVvHFlqT7oi/Dolj7+L+C2AQC6iK2L42vWrDG78nWnvO7CT58+vcSMGdNM78GDB3L48GGZNGmSLFy40M9DL1GihMybN08yZsxoee3hw4fSrl07mTVrluW69jNo0CCpXr26CTjQMUyfPl0GDhxoWaTXm8aOHSsdOnSwBAvoYrMu9OuxALZFU/n37dvXzCFJkiSi/euu/969e4um6rctusg/ePBgiRUrluX6X3/9JbVq1ZJjx45Zrn/00UdmzAUKFJCoUaPKqVOnzCK/vYfOTTMIFCxYMFL94SAAIFI9biaLAAIIIIAAAggggAACCCCAAAIIIIAAAggggAACCCAQxgIzG/eTvzd6Z05v8EMvyVepZBj3SPO2Am4bAOBf2ntnH68ueM+ePVtKlSrl8JYdO3bI559/7mcB3pn2NUBg8uTJkiJFCj/VT548aQIX7I8LcKbdIkWKyNy5cyVbtmx+qutCtmY56NatmzNN+akzYsQIk0nBk3f/b5++ws+8X716LU+ePpFYMWM6nPt7zaoFy5ObEEAAAQQQQAABBBBAAAEEEEAAAQQQQAABBBBAAAEEEIiMAj7p/2PEiSU9d82W+MkTR0aGCJuz2wYA6IK37oTX3exBLdmzZzc79D/++GPLDn3bdjStvu6Sb926tZ/d/QH1pzvuJ0yY4HCR3ue+bdu2SaNGjYIUXJA/f375/vvvpVixYv52r5kDNABAMx4EpegRBPpPQMcoBKU9V607p8U3cvSXHU4PL32BHNJ+1Vin61MRAQQQQAABBBBAAAEEEEAAAQQQQAABBBBAAAEEEEAAgcgs8Nf63TKraX9DUKxBRakxtH1k5oiQubttAIBqPX36VFavXi3Dhw+Xffv2BQqoqfZ14V3T6Nun/Xd0swYBrF+/Xrp27SpHjx4NsH1tu3HjxtKnTx+HO//tbz548KBZrN+0aVOg4/7ss89k6NChkjlz5kDrPn782AQ3jBo1Sm7duhVgfc2CoEcS1KlTx8+RAoF25IYVCABww4fGkBFAAAEEEEAAAQQQQAABBBBAAAEEEEAAAQQQQAABBNxGYHbzgfLnrzvNeD+f1EPeruI4G7vbTMgNB+rWAQA+3i9evDAp9desWSPbt2+Xw4cP++7aL1q0qOTIkcPs9i9TpoykTJkyyI9JF9V///13kxHgjz/+kEOHDpk2kiZNKoUKFTLt6iK9LqhHiRLF6fZ9xr1kyRLZu3ev7N6929yrwQRvv/22OZ6gdu3akitXLokaNarT7WrFa9euyYoVK4yJjtnLy8vcr9kPChQoIFWrVpUKFSpIwoQJg9SuO1cmAMCdnx5jRwABBBBAAAEEEEAAAQQQQAABBBBAAAEEEEAAAQQQcHWBrzNUkFcvX0nUaNGk1765kjBlUlcfsseNzyMCADzuqTChMBEgACBMWGkUAQQQQAABBBBAAAEEEEAAAQQQQAABBBBAAAEEEEAAATm+eZ9Mb9jHSBT9vILUHN4BlQgQIAAgAtDpMmIECACIGHd6RQABBBBAAAEEEEAAAQQQQAABBBBAAAEEEEAAAQQQ8HyBua0Hy5HVv5uJ1vvuaylQvbTnT9oFZ0gAgAs+FIYUNgIEAISNK60igAACCCCAAAIIIIAAAggggAACCCCAAAIIIIAAAggg0CNLZXnx9LmB6L1/niRKnRyUCBAgACAC0OkyYgQIAIgYd3pFAAEEEEAAAQQQQAABBBBAAAEEEEAAAQQQQAABBBDwbIF/fjsoU+v1NJMsXOdjqTWqk2dP2IVnRwCACz8chha6AgQAhK4nrSGAAAIIIIAAAggggAACCCCAAAIIIIAAAggggAACCCCgAgvaDZNDK7YajDrjusq7NcsCE0ECBABEEDzdhr8AAQDhb06PCCCAAAIIIIAAAggggAACCCCAAAIIIIAAAggggAACni/Q661q8uzREzPRXnvmSOK0KT1/0i46QwIAXPTBMKzQFyAAIPRNaREBBBBAAAEEEEAAAQQQQAABBBBAAAEEEEAAAQQQQCByC5za+Yf88NnXBuGdmmWl7riukRskgmdPAEAEPwC6Dz8BAgDCz5qeEEAAAQQQQAABBBBAAAEEEEAAAQQQQAABBBBAAAEEIofAoi9HyoEfN5nJ1h7TRQrWKhc5Ju6isyQAwEUfDMMKfQECAELflBYRQAABBBBAAAEEEEAAAQQQQAABBBBAAAEEEEAAAQQit0DfXDXl8b2HBqHHrtmSNF2qyA0SwbMnACCCHwDdh5/A8yfPAuxs84TFsnHsfFMnU6Hc0mLhUIkRO2b4DZCeEEAAAQQQQAABBBBAAAEEEEAAAQQQQAABBBBAAAEEEHAjgTN7/5RJNb4yI85f+X2p/31PNxq9Zw6VAADPfK7MKhgCzx49kdHl2shNr8vm7hpD2kmxhpWC0RK3IIAAAggggAACCCCAAAIIIIAAAggggAACCCCAAAIIIOD5Aku6jJZ9i9ebiX72bScpVPtjz5+0i8+QAAAXf0AML3wFds5aJT/1nmg6TZ0jo7T9cZTESRQ/fAdBbwgggAACCCCAAAIIIIAAAggggAACCCCAAAIIIIAAAgi4gUD/fJ/Jw1v3zEi775gpyTK84Qaj9uwhEgDg2c+X2QVDYHylDnL+8D/mzvLdGknZDnWD0Qq3IIAAAggggAACCCCAAAIIIIAAAggggAACCCCAAAIIIOC5Al4Hj8mEKp3MBPOULy6NpvX13Mm60cwIAHCjh8VQw0fg8M9bZf4Xw0xniVInkzY/jiJaKXzo6QUBBBBAAAEEEEAAAQQQQAABBBBAAAEEEEAAAQQQQMBNBJZ9PU72zP/FjPbTER2lSL3ybjJyzx4mAQCe/XyZXTAFptXvLSe27jd3l2pVUyr1aRHMlrgNAQQQQAABBBBAAAEEEEAAAQQQQAABBBBAAAEEEEAAAc8TGPhOXbl/7baZ2Ne/T5fkmdJ63iTdcEYEALjhQ2PIYS9wYtsBmfZ5L9NRjNixpM2PIyVd/rfCvmN6CFWB3bt3y7x582Tx4sXyyy+/SMGCBZ1u//z587Jo0SJZuXKlnD17Vq5duyYJEyaUFClSmHYqVqwoVatWldixYzvdppeXl8ycOVPWrFlj2rx//76kTJlS8uXLJ7Vq1ZJ69epJjBgxnG7v9u3bMmvWLNPen3/+Kbdu3ZI4ceJIqlSp5K233jLjq1mzpiRNmtTpNqmIAAIIIIAAAggggAACCCCAAAIIIIAAAggggAACCAQmcOHISRlXob2plqNMIWk255vAbuH1cBIgACCcoOnG/QQWtBsuh1ZsMQMvVPsj+ezbzu43iUg44pMnT5pF//nz58upU6d8Bfbt2+dUAMCzZ89kyJAhMmzYMHn69GmAghkzZpQxY8ZItWrVAqz3+vVr0+agQYPkyZMn/tbNlSuXzJ07V955551An5wGNbRq1Uru3r0bYN1kyZLJ2LFjpX79+oG2SQUEEEAAAQQQQAABBBBAAAEEEEAAAQQQQAABBBBAwBmBn3pNkJ2zV5uqNYd1kKL1KzhzG3XCQYAAgHBApgv3FDj/xz8yvmIH38G3WDBE3no/8IVZ95yte49ad+frbn1d+NeFfkfFmQCA58+fm8X8tWvXOg0SJUoUmT59ujRp0sTfexo3biyzZ892qk3NMvDrr79KsWLF/K3fs2dPGTp0qFPt+VTSMTZt2jRI91AZAQQQQAABBBBAAAEEEEAAAQQQQAABBBBAAAEEEHAkMKhQfbl7+YZ5qevWqZIyazqgXESAAAAXeRAMwzUFVvSeJDtmrTSDy/1xMWk8vZ9rDjSSjmrTpk3y7bffyoYNG+TFixcBKjgTAPDFF1/IpEmT/LQTLVo0efPNN+XBgwdy8+ZNh6/v379f3n77bT+vaYaAzp39Zo/QVP2amv/SpUuiGQJsS9q0aeXo0aOSJEkSP+1poEPdunUdjiFNmjTmWIE7d+74eT1mzJii2RHSp08fSd8tTBsBBBBAAAEEEEAAAQQQQAABBBBAAAEEEEAAAQRCQ+DS36dlzEdtTVPZShaQlguDtmkxNMZAG/4LEADAuwOBAARuel2WMR+3lacPHptan0/qIW9XKYWZiwgEZWd9YAEAZ8+elSxZssirV68ss2vWrJnZbZ8iRQpzfdeuXSad/unTpy31GjZs6GeXvwYL6DEBGjhgW7766isZMGCAxI0b1xxT0KhRI9mxY4elTvv27WX8+PGWa7q4r+3dunXLcr1evXoyevRoSZUqlQkmWL58uclIoPVtS69evcwxBBQEEEAAAQQQQAABBBBAAAEEEEAAAQQQQAABBBBAILgCP/f9XrbP+NncXmNIOynWsFJwm+K+MBAgACAMUGnSswTWj5orG8bON5PKXDSvtFk20rMm6MazcRQAoGfea7HfqR9YAMCECRNEF91tS7ly5WT9+vV+hLZv3y4lS5a0XE+XLp2cO3fOcm348OHSvXt3y7Xy5cvLL7/8Yrl29+5dyZEjh1y5csX3evz48eXChQuSKFEi32szZswQDUiwLUWKFDFBCXoUgW3R4IEvv/zScq1EiRKiY6cggAACCCCAAAIIIIAAAggggAACCCCAAAIIIIAAAsEVGFqskdw6f9Xc/tXmyZLqrQzBbYr7wkCAAIAwQKVJzxJ48fSZjCjVXG5fuGYmRiST6zxfnwAATZlfrVo1qVGjhpQqVUoqVqwo69atsww0sACAjh07yrhx4yz3TJ06VZo3b+5wwrpA//DhQ9/X9JgA+2MIypQpI1u2bLHcr8cVfPjhh37a1N35Q4YMsVxftmyZ1KxZ0/eaZhmYO3eupY7+v2YksC8XL140xxbYFk3/7+Xl5ToPkJEggAACCCCAAAIIIIAAAggggAACCCCAAAIIIICAWwlc/cdLRpVpZcacuUheafMjG2dd7QESAOBqT4TxuKTA79NXyMp+P5ixpc6RUdqvHCsx48Z2ybFGpkGtXr1akidPLroL3nYHvO6yD2oAQFDcNM2+pu9/8uSJ7226U//OnTuWZlKmTCnXr1+3XHv8+LHEju33vfPrr7/KJ598YqmrO/jHjh3re02DG3777TdLncOHD0v+/Pn9DP/Zs2cSK1Ysy3UNlNCsAhQEEEAAAQQQQAABBBBAAAEEEEAAAQQQQAABBBBAIDgCqwZOkd+mLDe3VhvUVko0rhKcZrgnDAUIAAhDXJr2LIGx5b+Qi3+eMpMq/3VjKdu+jmdN0INmE9YBAJs2bfKzi79q1aqyYsUKi6JmBXj16pXvNT2e4MaNGw6ljx49Kvny5bO8VqVKFfn5Z+8zdIJa/vrrL8mTJ4/lttKlS8vmzZuD2hT1EUAAAQQQQAABBBBAAAEEEEAAAQQQQAABBBBAAAEjMLxkU7lx5pL57y4bfzAbZymuJUAAgGs9D0bjwgIHftwki770TmOSKHVyafvTt5I0XSoXHnHkHVpYBgDs2rVLateuLefPn/cF1oX+nTt3SuHChS3oceLEsWQJiB49uvl/rW9f/v33X8mWLZvl8nvvvSe///57sB5kly5dZPTo0ZZ7R44cKV999VWw2uMmBBBAAAEEEEAAAQQQQAABBBBAAAEEEEAAAQQQiNwC109fkBHvex+dnP6dHCZjNsX1BAgAcL1nwohcWGBKnR5ycvshM8JSrWpKpT4tXHi0kXdooRUAoOn1O3bsaCBfvHhh0ud7eXlZYPXogUmTJknr1q39gGfJkkVOnz5tua4783PlyuWn7okTJyRHjhyW6++++67s378/yA/y5MmTkjdvXnn69KnvvfHjx5czZ86YIxPsy+3bt2Xp0qUyb948SZw4saxcuTLIfdrfsHv3btPe4sWL5ZdffpGCBQs63ebDhw9lyZIlZhyaGeHq1auixy6kSpXKGFWuXNkEYSRJksTpNjVgY+rUqbJhwwbzTHTO8eLFE31GmhmhWbNmfvydbpyKCCCAAAIIIIAAAggggAACCCCAAAIIIIAAAghEAoG1Q6bLlklLzUyrDmgt7zWrFglm7X5TJADA/Z4ZI45AgWOb9sqMRn3NCGLEiSVtfxwlb+az7tqOwOHR9f8FQisAYPr06dK8uXckm6OSMWNG+f7770X7c1Tq1KljFsBtS9u2bWXixIl+qjvasV+oUCHZu3dvkJ6rLvqXKFFCDhw4YLlvyJAh0qNHD99rWm/16tVmkX7t2rXy7Nkz81rFihXN9eAUDTzQ9ubPny+nTnkfl6Fl3759TgcA6JEH7dq1M8EWARUNZBg1apQ0atQo0KHq3AcOHGgJiLC/SbMyaHYErRs1atRA26QCAggggAACCCCAAAIIIIAAAggggAACCCCAAAKRTWBk6RZy7aR3huRO6ydJmlyZIxuBW8yXAAC3eEwM0pUE5rUeIn+s/s0MqVDtj+Szbzu70vAYi4hZkF+3bp3FIiiL0D43Dhs2zLJobo/79ttvS79+/aRaNccRbrqr/rPPPrPcpscAzJ07VzQ4wKc4qqev6c70zZs3B+mZNmhAhHvFAAAgAElEQVTQwCzC2xYNJNAjCrRvzQKg89LAhLt37/ppO6gBANeuXZNFixaZPtXYUXHWXh3U5dWrV07PWQMwHGVf8GlAMziMGzfO6fYaNmwos2fPdro+FRFAAAEEEEAAAQQQQAABBBBAAAEEEEAAAQQQiAwCN89dlmHFm5ipps2TVTr+OiEyTNst50gAgFs+NgYdkQJeB47JhKqdfIfQYsEQeev9dyJySPRtJxBaAQBbt241i/CBlTZt2phd/XocgG3RYwPy5Mkjmt7fvuTOnVsyZ84sZ8+eNWnuHRUNLPjpp58C6973dd3hr4v7tiVlypTmGIF06dKZIIBatWrJpUuX/G3T2QCATZs2ybfffmtS6us8AyrOBACcO3dOsmfPLk+ePPHTlKb+1x36jsat1/WoBnW2L2vWrJFKlSr5uR47dmxznMDFixcdjl0DADQQgIIAAggggAACCCCAAAIIIIAAAggggAACCCCAAALeAr+OmCWbxi8y/12lXysp2aI6NC4qQACAiz4YhuXaAj/2+E52z11jBpmnfHFpNM37WACKawiEVgCA7Wx0kfvy5cvmPHvd9X/lyhXLZEeOHGlSyNuX3bt3myACRwvbgWl16tRJRo8eHVg18/rQoUOlZ8+elroJEyaULVu2yDvvvGMCDerWrSs6noCKswEAjRs3dnqnvDMBAL1795bBgwdbhqbBC8uWLZOSJUua6xrI8Omnn4qXl5elnmYA0EwA9kXnfejQIctlPV5AgyTixYsnjx8/ll69esmYMWMsdfRoBz3OQDMmUBBAAAEEEEAAAQQQQAABBBBAAAEEEEAAAQQQQEBk9Iet5fLxs4ai4y8TJG3erLC4qAABAC76YBiWawvcOn9FRpVuKc+feJ+bXn9SD8lfpZRrDzoSjS4sAgBs+XRHf/78+S1nyuti+9WrV0V3l9sX3S2vi+/Xr193+BQSJUpkUt9PnjzZ8rqzO9EnTZokX3zxheXeOHHimGMQdPFcU+rXrl1bli9f7pteX7MVZM2a1Sx025aQBAAkS5bMNHXz5k1Lm84EAHzwwQeybds2y30zZ84UDTSwLY529evuf/ssChosoEcf2JbChQubAAj7TA0fffSRyWRgWzZu3Chly5aNRH9qmCoCCCCAAAIIIIAAAggggAACCCCAAAIIIIAAAo4F7ly6LoMLNzAvps6eQbpssq5n4OZaAgQAuNbzYDRuJPDL8Fmy+TvvVCeZi+aVNstGutHoPXuoYR0AoHo1atTwk55//fr1Uq5cOYe4t2/flgkTJsjKlSvl1KlTZve57jSvWrWqdO7c2aTTHzFihOVe3bWfIUOGAB/W3LlzpVGjRvL69WvferpzXfv55JNPzLUbN25I6tSpzcL3+++/b8ZevXp10bT7xYoVs7Qf1ACAtGnTih5VoG2WKlVK9H4NPLAtzgQA5MyZU44fP265799//5UsWbJYrmkmBQ1usC0pUqSQa9euWa5pRoZu3bpZrmmghB7XYF8WLVpkAjRsS5cuXWTUqFGe/QeF2SGAAAIIIIAAAggggAACCCCAAAIIIIAAAggg4ITA+m/nyoYx803NSn1aSKlWNZ24iyoRJUAAQETJ06/bC7x6+VKGFGkod69473auMbS9FGtQ0e3n5QkTCI8AAE33r4v2tmXatGnSrFmzIBM+ffrUBAPYHiugu9X37NkTYFs//fST1KpVS16+fOlbTxf5NXNAgwbekXhaNPhgxYoVUqVKFfHZpa/XdTd8cAMAVq9eLcmTJ5ciRYpYdtQH175gwYJy4MABy3z/+ecfyZYtm+Xao0ePTPp+26J2Z86csVzTjAqLFy+2XFNPdbUvem/mzJktlzUrgH0gQ5AfLDcggAACCCCAAAIIIIAAAggggAACCCCAAAIIIOABAmPLt5OLf/5rZtJhzXhJl/8tD5iV506BAADPfbbMLBwEtk3+UVZ/M9X09EaOjPLl2gkSLSbnhocDfYBdBGcROlOmTKI77m2L7irX3eWOSpMmTWTWrFmWlxYuXGhS+Qe16G7z0aNHW24LLP2/pqyvVKmSPHvmfQyFT9EsAl27dnVqCCEJAPCvg+DYa1vt2rWTiRMnWpp1tGNfgx4024Bt0eMNdBe/bXnvvfdkx44dlmsXLlwQzVhgX54/fy4xY8a0XHZ0PIJTqFRCAAEEEEAAAQQQQAABBBBAAAEEEEAAAQQQQMCDBO5dvSXfvFvPzCh5prTy9e/TPWh2njkVAgA887kyq3AUGP1ha7l83HvhuPzXjaVs+6AvAIfjcCNFV8FZhC5durRs3brV4uPfYvqtW7fMznT9t23Rc+ffffddp4118b5Hjx5+Fv81Hb6eaR8tWjSHbenCtu5Q193wtqVTp05+2gpoMK4UAPD3339L/vz55cWLF75DTpIkidnF73Osgh4loIv/upDvUzTjwfbt26V48eKWqebNm1f+/PNPy7WbN29K0qRJHZJoAIAGAviUlClTytWrV51+llREAAEEEEAAAQQQQAABBBBAAAEEEEAAAQQQQMATBTaOWyDrRs4xU6vYq5l80KaWJ07To+ZEAIBHPU4mExEC+xavlyVdvHdvJ3ojubRfNU4SpU4WEUOhz/8LBCcAYNy4cdKxY0eLYfTo0WXo0KHSunVriR8/vnnt4MGD0qpVK9HFftuiKeRPnToV4DPQVP937tyRY8eOmWCDqVOnyqVLlyz3xIoVS3bt2iUFChRw2NahQ4dEgxXu3r1reV3PsJ8/f74lHX9gbwhNua+p921LxYoVRdP7B7cEx96nrxkzZkjz5s3l9evXlu51MV6fhb2VVho+fLh069bNz3AdZXTQoxASJ07scGqxY8cWfT4+RZ/3/fv3g8vAfQgggAACCCCAAAIIIIAAAggggAACCCCAAAIIeITA+EpfyvnDJ8xc2q8aK+kL5PCIeXnyJAgA8OSny9zCTeD7T7vJ6d1HTH+lWtWUSn1ahFvfdORXIDiL0LrYqzvQ7c+S19Z1d3iaNGnMgrDuIndUli5dKp9++qm/j2PFihVSvXr1AB+XLnLPnTvX32MEzp07Zxbsr1+/7qcdDUCIESNGoG8H3SmvC+1aDh8+7CfQICIDAHRM6qgBF/bZFewnpnOdMGGCtGzZ0uGcM2bMKF5eXpbXghIAEC9ePHnw4EGgnlRAAAEEEEAAAQQQQAABBBBAAAEEEEAAAQQQQMBTBR7evCv989c200vyZirpuXu2p07Vo+ZFAIBHPU4mE1ECf63bJbOaDTDdx4gTS9qtGCNpcmeOqOFE+n6DEwCgaLq7/uOPP3a4wB4Qas+ePWXw4MEBugcWAJAsWTKZM2eOVKhQwd92fv31V/nkk09C9HzLli0rGzduNG24YgDAggULTBaAx48fBzhPTf0/bdo0adKkicOsBwQAhOhtws0IIIAAAggggAACCCCAAAIIIIAAAggggAACCMiWiYtl7dCZRqJ8t0ZStkNdVNxAgAAAN3hIDNE9BGa3+Eb+/GWHGWyhOh/LZ6M6ucfAPXCUwQ0AUIrTp09L27ZtZd26dYHKpEqVSsaMGSOafj+w4l8AQJw4caR+/foyZMgQSZ48eYDNeHoAgKbyHzlyZGCUltfbtGkjkyZN8nMPAQBBYqQyAggggAACCCCAAAIIIIAAAggggAACCCCAAAJ+BCZU6yxe+/8219v9PEYyvJsTJTcQIADADR4SQ3QPgbP7/5aJ1Tr7DrblwqGSraTjc9zdY0buO8qQBAD4zHrfvn0yf/582blzp5w6dUru3bsnmhY+derUJg2/psqvUaOGxIoVyykoDQCoXbu2OYNez7R/5513pESJElKrVi1JkiSJU214cgDAvHnzpEGDBhaHdOnSmQCLDz/8UKJGjSpbt26VTp06medhW0aMGCFdu3a1XNMjEeyPcwjKEQAJEiQwz5yCAAIIIIAAAggggAACCCCAAAIIIIAAAggggEBkFHh894H0ze199HHCVEmlz4EFkZHBLedMAIBbPjYG7aoCS7uOlb0LfzXDy1O+uDSa1tdVh8q4EJCDBw/Ku+++a5HQwIbVq1cHWyc4wRevXr2SDBkyyIULF3z71cCKI0eOyFtvvWUZy/nz5yV37txy//593+u6WH/p0iWJHz++7zWt8/ff3lGJPuXmzZuSNGlSh3OLESOGvHjxwve1NGnSyMWLF4PtwI0IIIAAAggggAACCCCAAAIIIIAAAggggAACCLizwLbJy2T1N9PMFMp1+lw+6mLdxOfOc/P0sRMA4OlPmPmFq8CdS9dlWPHG8vLFS9Nv/e97SP7KpcJ1DHSGgLMCe/bskaJFi1qqR0QAgKNxVKpUSVatWuVwKo0aNZI5c+ZYXlu5cqVUrlzZ91qxYsVk9+7dljoaPPDmm2/6afPZs2d+MjnkzJnTTwCBs67UQwABBBBAAAEEEEAAAQQQQAABBBBAAAEEEEDA3QW+r9lVTu85aqbRdvm3kqlwbnefUqQZPwEAkeZRM9HwElgzeLps/X6p6S5z0bzSZlnQzjQPr3HSDwK6QK4L5bYlIgIAFi1aJHXr1rWMo3379jJ+/HiHD2nAgAHSv39/y2t6VEDHjh19r9WvX98c4WBbdL5FihTx06YeKZA1a1bL9Y8//lj0yAUKAggggAACCCCAAAIIIIAAAggggAACCCCAAAKRTeDZw8fSK3t1M+24SRLKgKNLIhuBW8+XAAC3fnwM3lUFBrxdRx7cuGOGV2NoeynWoKKrDpVxhbKAppF/8OCBSUcfPXr0UG49dJtzlQAAXajXBXvbUrt2bdHAAEelXbt2MnHiRMtL48aNkw4dOvheGzFihHz99deWOvZBAj4vLly4UOrVq2ep26dPHxk4cGDogtMaAggggAACCCCAAAIIIIAAAggggAACCCCAAAJuIPD7tBWysv8PZqSlv/hMKvRo6gajZog+AgQA8F5AIAwEtkxcImuHzjAtv5Ezk3ReP0kkSpQw6IkmXU1AAwD0fHo9l54AAO+ns2/fPilYsKC/j2rnzp1SokQJy+sJEyYU3ZmfPHlyy/VHjx5J9uzZ5cKFC5br9kcA/Pnnn5I3b15LnRw5csiRI0ckRowYlusfffSRbNiwwXJty5Yt8sEHH7ja24vxIIAAAggggAACCCCAAAIIIIAAAggggAACCCAQ5gKTa3eXf3ccNv1opmvNeE1xHwECANznWTFSNxMYWbqFXDt53oz6k68bS5n2ddxsBgw3OAIEAJSXdevWWegCCwB49uyZpEmTRm7evGm5T9P1z5gxQ3LlymWue3l5SevWrf2k5o8dO7ZcuXJFEiVKZLm/cOHCJvjAtjRs2FAmTJhgAjSePn0qepzA0KFDLXWyZcsmJ06ckCgE7QTnjwD3IIAAAggggAACCCCAAAIIIIAAAggggAACCLixwIunz6VHlspmBrHix5FBx39y49lEzqETABA5nzuzDgeBPfN/kWVfjzM9JXojuXT8dYLET5Y4HHqmi4gUIAAg6AEA+rxGjhwp3bp1c/joUqdObbIpXLx4UV6/fu2nTpcuXWTUqFF+rm/cuFF0d7/9PdpW2rRp5fr166IZBeyLHj2gRxBQEEAAAQQQQAABBBBAAAEEEEAAAQQQQAABBBCIbAI7Zq2SFb29j+F9v2UNqdy3ZWQjcPv5EgDg9o+QCbiywMTqXeTsvr/MEEu1/lQq9W7uysNlbKEgQABA8AIAdJG+cePGMmfOnCA9hQoVKsiKFSv8pPX3aaR3794yePBgp9ts2rSpTJ8+3en6VEQAAQQQQAABBBBAAAEEEEAAAQQQQAABBBBAwJMEpn7eS/7ZdsBMqfWS4ZKleH5Pml6kmAsBAJHiMTPJiBI4una7zGk5yHQfM04s6bBmvKR6K0NEDYd+w0GAAIDgBQDoo3n58qUMHz5chgwZIg8fPgzwacWIEUM6duxoUvjHiRMnwLojRoyQvn37mpT//hXNCqCZBPQ4AFL/h8MfFLpAAAEEEEAAAQQQQAABBBBAAAEEEEAAAQQQcDmBVy9fydcZKphxRY8ZQ4b8+7NEiRrV5cbJgAIWIACAdwgCYSwws0l/+XvDbtNL4TofS61RncK4R5qPSAECAIIfAODz3C5fvizLli2TtWvXyj///CNXr16VV69eScqUKSVz5sxSvnx5qVWrlmTKlMnpR3327FmZNm2abNq0SU6cOCH379+XRIkSScaMGaVs2bLSvHlzyZYtm9PtUREBBBBAAAEEEEAAAQQQQAABBBBAAAEEEEAAAU8T2D1vrfzYfbyZVonGVaTaoLaeNsVIMR8CACLFY2aSESlw/vAJGV/pS98htFk6QjIXyxeRQ6LvMBRwpwCAMGSgaQQQQAABBBBAAAEEEEAAAQQQQAABBBBAAAEEEHAzgRkN+8qxzXvNqFsuGirZ3ivgZjNguCpAAADvAwTCQWBxp29l/9INpqc85YtLo2l9w6FXuogIAQIAIkKdPhFAAAEEEEAAAQQQQAABBBBAAAEEEEAAAQQQQCCkAl3fLO/dRJQoMuzMaokWPVpIm+T+CBAgACAC0Oky8gncu3ZLvnmnnu/EG0zuJfkqlox8EJFgxgQARIKHzBQRQAABBBBAAAEEEEAAAQQQQAABBBBAAAEEEPAwgb2L1snSr8aYWRX5/BP5dPh/2a09bKoePx0CADz+ETNBVxFYNWCK/DZ1uRmOHgGgRwFQPE+AAADnn+mjR49M5bhx4zp/EzURQAABBBBAAAEEEEAAAQQQQAABBBBAAAEEEEAg1AVmNR0gf63fZdptMX+IvFXqnVDvgwbDR4AAgPBxphcEjEC/vLXk0e375r9rDG0vxRpURMbDBAgAcP6BPnjwQF6/fi0JEiRw/iZqIoAAAggggAACCCCAAAIIIIAAAggggAACCCCAQKgLdEv3ifnOXsvQ06skeswYod4HDYaPAAEA4eNMLwgYgU3jF8qvI2ab/34jZybpvOF7ZDxMgAAA5x8oAQDOW1ETAQQQQAABBBBAAAEEEEAAAQQQQAABBBBAAIGwEti/dKMs7jTKNF+wVjmpPaZLWHVFu+EgQABAOCDTBQK2AsNLNpUbZy6ZS590byxl2tUByIMECABw/mESAOC8FTURQAABBBBAAAEEEEAAAQQQQAABBBBAAAEEEAgrgTktB8nRtdtN883mDpIcpQuGVVe0Gw4CBACEAzJdIGArsGvOalnec4K5lOiN5NJl4w8SJ1F8kDxEgAAA5x8kAQDOW1ETAQQQQAABBBBAAAEEEEAAAQQQQAABBBBAAIGwEuieqZK8fP7CND/k5M8SI06ssOqKdsNBgACAcECmCwTsBb6r3FHOHTpuLpdq/alU6t0cJA8RIADA+QdJAIDzVtREAAEEEEAAAQQQQAABBBBAAAEEEEAAAQQQQCAsBA79tEUWtB9umi5Q7QOpN6F7WHRDm+EoQABAOGLTFQI+An+t2yWzmg0w/xszbmzptG6iJM+UFiAPECAAwPmHSACA81bURAABBBBAAAEEEEAAAQQQQAABBBBAAAEEEEAgLATmtR0qf6zcZppuOnug5CxbOCy6oc1wFCAAIByx6QoBW4HpDfrI8S37zKXCdT6WWqM6AeRmArOaegdx2JbXr1+LBgFEjx5dokSJ4uf1xjP6udksw264BACEnS0tI4AAAggggAACCCCAAAIIIIAAAggggAACCCDgjEDPrFXl+ZOnpuqgEz9JrHhxnLmNOi4sQACACz8chubZAheP/itjP2nnO8kvVoyWjAVzefakPWx2Mxr1lWOb9jo9q8xF8kqbH0c6Xd/TKxIA4OlPmPkhgAACCCCAAAIIIIAAAggggAACCCCAAAIIuLLAH6t+k3lthpgh5q3wnjSc0tuVh8vYnBQgAMBJKKohEBYCC9uPkIM/bTZN5/mkhDSa2icsuqHNMBIgACBksAQAhMyPuxFAAAEEEEAAAQQQQAABBBBAAAEEEEAAAQQQCImA7TpVk5n9JVe5oiFpjntdRIAAABd5EAwjcgo8vHlX+uev7Tt5TQ+f+6NikRPDDWdNAEDIHhoBACHz424EEEAAAQQQQAABBBBAAAEEEEAAAQQQQAABBEIi0DtHDXn64JFp4ptjP0rsBPFC0hz3uogAAQAu8iAYRuQV+Lnv97J9xs8GIEuxfNJ66YjIi+FmMycAIGQPjACAkPlxNwIIIIAAAggggAACCCCAAAIIIIAAAggggAACwRU4+ssOmdPiG3O77vzXDAAUzxAgAMAzniOzcHOBPjlryJP73hFWtUZ2lMJ1y7v5jCLH8IMaAJChYC5pt2J05MBxYpYEADiBRBUEEEAAAQQQQAABBBBAAAEEEEAAAQQQQAABBMJAYHGnb2X/0g2m5UbT+kqe8sXDoBeajAgBAgAiQp0+EbATWD96nmwYPc9cfSNnJum84XuM3EAgqAEAOqWo0aNJisxvSorMaSVFFv23938ny5hGEqRI4gazDr0hEgAQepa0hAACCCCAAAIIIIAAAggggAACCCCAAAIIIIBAUAT65aklj+7cN7cM/GuZxEkUPyi3U9eFBQgAcOGHw9Ail8DQYo3k1vmrZtKfdG8iZdrVjlwAbjjb4AQABDbN5JnS+gkOSJo+tSR5M1Vgt7rd6wQAuN0jY8AIIIAAAggggAACCCCAAAIIIIAAAggggAACHiDw94bdMrOJd8r/7KXelebzB3vArJiCjwABALwXEHARgV1z18jyHt+Z0SROk0K6bp0qMePGdpHRMQxHAkENAIgVL47JAPD47oNggWoQQIosGiDgnTlAswYkTZ9KkqZLLdFjxghWmxF5EwEAEalP3wgggAACCCCAAAIIIIAAAggggAACCCCAAAKRVWBp17Gyd+GvZvoNp/SWvBXei6wUHjlvAgA88rEyKXcVGPdJe7lw9KQZ/getP5WKvZu761QixbiDGgCQuUheafPjSHn68LHcPHtJbpy5JDfOXvT+9xnvf9+/fjtYdglTJfv/kQLeAQKaNcD8ky61xE4QN1hthvVNBACEtTDtI4AAAggggAACCCCAAAIIIIAAAggggAACCCDgV2DA23XkwY075oX+R5ZIvKQJYfIgAQIAPOhhMhX3Fzi2aa/oorIW3f3/1ebJHpn63f2flPcMbI9tcGZOPgEAAdV9/uSZ3Dp3RW56/T9A4P+BARogcPviNWe68VMnXtJEvsEBesRA0nSpfIMD4idPHKw2g3KT14FjcvfyDT+3PHnyRF7La4kTO46f13RcmYvmDUo31EUAAQQQQAABBBBAAAEEEEAAAQQQQAABBBBAAIFABI5v2SfTG/QxtbIUzy+tlwzHzMMECADwsAfKdNxfYGq9nvLPbwfNRArX/Vhqjezk/pPywBms6DNJdsxcGaSZORMAEFCDr168lJvnrsitc5fl5tnL3lkDTCYB7+wBr1+/DtJ4tHLsBPF8gwOSZXjDZAzwOVYgcdqUQW7P0Q0aADChatDex22WjSQAIFT0aQQBBBBAAAEEEEAAAQQQQAABBBBAAAEEEEAAgf8E9DhqPZZaS70J3aVAtQ/g8TABAgA87IEyHfcXuHzsjIwu18Z3Ih3WjJd0+d9y/4l50Ax+6jlBds5Z7Tsj3VUfL1miQGcYLVo0cwRAWBWTOeDcZe8MAj5HDPw/OOD502dB7jZGnFjmOIHkmdL4ZgzwOVZAswhEixHdqTYJAHCKiUoIIIAAAggggAACCCCAAAIIIIAAAggggAACCIS5wDfvfi73rt40/fQ7vEjCI1NwmE+KDiwCBADwhkDABQXmtR0qf6zcZkaW55MS0miqdyoWSsQL/Nh9vOyet9Z3IJ9P6iFvVykV8QMLZAR3Ll73zhxwXjMIXDEZA3yyBzy59zDI448aPZoJDjBZA9Kn9j5WwGQP0P9OLbHi/5fWnwCAIPNyAwIIIIAAAggggAACCCCAAAIIIIAAAggggAACoS5w8veDMqVuT9NuxkK55IufRod6HzQY8QIEAET8M2AECPgReHz3gfTN/anv9WZzvpEcZQohFcECS7uOlb0Lf/UdRYMfekm+SiUjeFQh714j/TQowDuDwP8DBP5/tMCDG3eC1YHJGvD/gICoUaNaMiY40yBHADijRB0EEEAAAQQQQAABBBBAAAEEEEAAAQQQQAABBJwXWNF7kuyY5X28ce0xXaRgrXLO30xNtxEgAMBtHhUDjWwCy3tOkF3/TzOfpVg+ab10RGQjcKn5LukyWvYtXu87poZT+0jeT0q41BjDYjAPbt7xDQ6wBghcFM0qEFaFAICwkqVdBBBAAAEEEEAAAQQQQAABBBBAAAEEEEAAgcgqMKRIQ7l98ZqZft+DCyRByqSRlcKj500AgEc/Xibn7gK9slWVZ4+fmmnUGfuVvPvph+4+Jbcc/6KOo+TAso2+Y288vZ/k/riYW84lNAf96M79/4IDzv+XPcD7iIGLIeqKAIAQ8XEzAggggAACCCCAAAIIIIAAAggggAACCCCAAAIWgVM7j8gPn3Uz19Llf0s6rBmPkIcKEADgoQ+WaXmGwPpv58qGMfPNZN7ImUk6b/jeMybmRrNY2H6EHPxps++Im8waILk+LOJGM4iYoT598Mj3OIFTO/+Q7TN+DtJACAAIEheVEUAAAQQQQAABBBBAAAEEEEAAAQQQQAABBBAIUGBl/8ny+7SfTJ1Ph38pRT7/BDEPFSAAwEMfLNPyHIFBhRrI3cveqdYr9WkhpVrV9JzJufhM5n8xTA7/vNV3lM3mfCM5yhRy8VG73vC8DhyTCVU7BWlgBAAEiYvKCCCAAAIIIIAAAggggAACCCCAAAIIIIAAAggEKDCsRBO56XXZ1Om9f54kSp0cMQ8VIADAQx8s0/IcgT0LfpVl3caaCSVOk0K675gp0WJE95wJuuBMXr96LfPaDpEjq3/3HV3z+YMle6l3XXC0rj+k4AQANJrWV/KUL+76k2OECCCAAAIIIIAAAggggAACCCCAAAIIIOjGsE0AACAASURBVIAAAgi4uMCZvX/JpBpdzCjfyJVZOq+f5OIjZnghESAAICR63ItAOAmM/qitXP77tOmt9BefSYUeTcOp58jXzcsXL2V+2yFydO0O38m3XDhUspUsEPkwQmnGwQkASJbhDak5rAPuofQMaAYBBBBAAAEEEEAAAQQQQAABBBBAAAEEEEAg8gqsHjRNtv2wzABUG9RWSjSuEnkxIsHMCQCIBA+ZKbq/wImtB2Ra/V5mIjHjxpavf5suCVMnc/+JudgMXjx9bnb+/7Vul+/IWi0eLllL5HexkbrXcIITAKAzjBI1ilTu01JKtqjuXhNmtAgggAACCCCAAAIIIIAAAggggAACCCCAAAIIuJDAiFLN5fqpC2ZEvfbMlcRpU7jQ6BhKaAsQABDaorSHQBgJ/PDZ13Jq5x+m9cJ1y0utkR3DqKfI2eyzx09kfpuh8vfGPd4AUaJIm6UjJHPRvJETJBRnHdwAAJ8hFKrzsdQY0k6ix4wRiqMK26b27NkjRYsW9dPJ7du3JXHixJbr5cuXl3Xr1oVoQFmyZJF///3X6Tb++OMPWbVqlWzatEkuXbokV69elSRJksiZM2ecboOKCCCAAAIIIIAAAggggAACCCCAAAIIIIAAAq4vcO7gcfmuiveaUsqs6aTr1qmuP2hGGCIBAgBCxMfNCISfwNV/zsmoMi19O+y0fpKkyZU5/AbgwT09ffBI5rUdKsc37zOzjBotmrReOkIyFc7twbMOv6nd9LocpM40CnHzhEWiZxL5lHRvZ5fKfVpIpiJ5gtRWRFR++fKlFCpUSA4dOuSn+4gOANi2bZt07dpV9u3zfq/blgwZMsjZs2cjgow+EUAAAQQQQAABBBBAAAEEEEAAAQQQQAABBMJI4JdhM2XzhMWm9cp9W8r7LWuEUU806yoCBAC4ypNgHAg4ITCn5SA5una7qZn3kxLScGofJ+6iSkACj+8+MIv//2w7YKpFixnD7PzP8G5O4CJYYGX/yfL7tJ98RxEjdiyp3LeFFGtYKYJHFnD348ePly+//NJhpbAKAMiVK5f89dd/ARP2nT9//lxatWolM2fO9HfwBAC49NuKwSGAAAIIIIAAAggggAACCCCAAAIIIIAAAsESGFWmlVz9x8vc22PXbEmaLlWw2uEm9xEgAMB9nhUjRUB0p3rvHP9FZrVcOFSylSyATDAFHt2+J3PbDJF/tx82LegCs+78T18gezBb5LbQFtiz8FdZNWCKee/7FA0A0CMBXLFcuXJFsmfPLvfu3XM4PEcBAE2bNpXffvvN6encv39frl27Zqnfr18/6d+/v8M2tH61atVk8+bNAfYRWBCB0wOkIgIIIIAAAggggAACCCCAAAIIIIAAAggggIBLCFw4clLGVWhvxpIswxvSfYf/m8RcYsAMIlQECAAIFUYaQSD8BJZ1Gyd7FvxiOsxSLJ9ZsKYEXeDBjTsyt/VgOb37qLk5Vrw40nrpcHkz31tBb4w7wlTA68AxEwTgdfCYbz96FIAeCaBHA7hSqVevnixcuNDfITkKAAjq+Js0aSKzZs3yvS1mzJji5eUlqVOndthUnTp1ZPFi7/ROtqVgwYLSokULKV26tGTMmFFixIgR1KFQHwEEEEAAAQQQQAABBBBAAAEEEEAAAQQQQMCFBdaNnCMbxy0wI6wxpL0Ua1jRhUfL0EJLgACA0JKkHQTCUaB7pkry8vkL0+PnE7rL29U+CMfe3b+re9duydyWg+Ts/r/NZGIniGcW/9Pmyer+k/PgGSztOlb2LvzVd4ZxEsU3QQCF6nzsErPWHfZly5YNcCwhDQC4fPmyWax/9uyZbz/169eXuXPnOux36tSp0rJlS8trcePGlcmTJ4veR0EAAQQQQAABBBBAAAEEEEAAAQQQQAABBBDwXIExH7WVZ4+fSrlOn8s7Ncp47kSZmUWAAADeEAi4ocDGsQtk3ag5ZuRv5MosnddPcjiLKFGi+LmuZ5OPHTs20FkfPHjQ7GTetGmTXLx4Ue7cuSPJkiUzu4xLlSollStXljJlQv7LIiRjDHQSDircvXxD5rT8Rs4dOmFejZs4gbReMtw4Ulxf4Lepy002ANtSskV1qdKvVYQOXhfk8+fPL8ePHw9wHCENAOjevbsMHz7c0sfevXulUKFCfvp98uSJZMiQwXJcgO7y1z/TJUuWjFAvOkcAAQQQQAABBBBAAAEEEEAAAQQQQAABBDxRQI+HTZQokZ+p/fTTT+ao1oDKy5cvZd26dSaj6/79+83ajH73nCJFCvNdb7ly5aRGjRqSO3dup+iuHD8jh1f+JmU71JUYsWOae86fPy+rV6+WX375Rc6cOSNXr16VmzdvyqlTp8zmM4pnCBAA4BnPkVlEQoGB79ST+9dumZlXHdhG3mta1aKwfPlyqVmzph+ZwAIA9Azzjh07OkwZbt+YLiJOnDhR8ubNG6wnENwxBqszEbl94ZrMaTFQLhz91zQRL2kis/M/dXZ+qQXXNCLu+2fbAVk1cIpcOeHl2322kgWkxtD2kjxjmogYkgwZMkR69erl27ceBbBnzx7zocm2hCQA4MGDB5IuXToTjONTihYtKrt27XI450mTJskXX3xheW3AgAHSt2/fCDGiUwQQQAABBBBAAAEEEEAAAQQQQAABBBBAwNMFOnToIN99952faQYWAHDgwAGTzVU3ZwZUdFNlo0aNZNSoUWbTZkDlwpGTJvNxlKhR5PTp09KzZ09ZsmSJvH792s9tGgxAAIDnvDsJAPCcZ8lMIpnA/iUbZHHnb82sE6dJIb32/pcC/OHDh5IzZ04TyWVfAgoAuHTpkpQoUULOnj3rtGbixIlly5Yt8vbbbzt9j1YM7hiD1IlN5VvnrsisZgPk8rEz5mqCFEnMzv+U2dIHt0nui0CBpw8ey9KuY+SPVb/5jkKfaeW+LaVA9dLhOjIvLy/JlSuXPHr0yPQbL148OXHihMmUEZoBAGPGjJHOnTtb5qZZOurUqeNwvkWKFBHNDuBT4sePL+fOnZNff/1V5s+fL/qB8tatW5I0aVKTvUA/NGpbjrJyhCsonSGAAAIIIIAAAggggAACCCCAAAIIIIAAAm4ocOjQIZOtVXfy25eAAgD0eNkKFSrI06dPnZ61rsno2oyu0QRWdLNYp06dLEfL2t9DAEBgiu71OgEA7vW8GC0CFoFRZVrJ1X+8d0F/9m1nKVT7I/Pf3bp1k5EjRzrU8i8A4MWLF1KwYEH5448//NwXJ04ck/r/2rVrZuHevuiuZE19rmeLO1uCM0Zn27avd+PMRbP4f/Wfc+alhKmSmZ3/KTK/Gdwmuc9FBDaMmS/rv/0v+EWHVfqL2lKhR5NwG2GVKlVk1apVvv0NGjTIZAPImjVrqAUA6J/PLFmymAV8n5ImTRoTrKNp/e2LppnShX3bD5rvvPOORI8e3RIUYH+fBi3oB9EkSZKEmx8dIYAAAggggAACCCCAAAIIIIAAAggggAAC7i6gu+qLFStmMsM6Kv4FAOjOfN2gpRlg7Yt+T5swYULRzZvPnz/387pmgV62bFmAdAGtxfjcqGtAusaTPj0bJt39fegzfgIAPOVJMo9IKXBy+yGZUqeHxE2SUOqM/Upyli0sf//9t9mN7+iXgSL5FwAwd+5cadiwocVRFwtHjx4tLVq0kNixY4suQi5atMikoXn8+LGl7owZM6RJE+cWXYM7xuA85GunzsusJv3l+umL5nbNlqA7/5NFUKr44MyBewIWOLp2u6wcMEXuXLzmWzHnh0Wk7riuEidR/DDl04V/DQDwKZkyZTJ/BvXPS2gGACxYsEA+//xzy1x8Ag0cTVDPb9KI0eAUzRywfft2EyxAQQABBBBAAAEEEEAAAQQQQAABBBBAAAEEEAhcYMqUKdKqVSt/K/oXANCsWTPR9RXb8sYbb8j06dOlfPnyJmOrbvgaPHiwjBgxwk/7moU2c+bMDvv9/vvvpW3btn5eS5s2rbn+0Ucfmey2QdncGbgENVxBgAAAV3gKjAGBEAh8/2k3SZUtnVQZ0Fqix4whH3zwgWzbts3fFv0LAPj000/lxx9/tNynv1D0TBj7oguPffr0sVxu0KCBzJkzx6mZBHeMTjVuU0mzI8xs3F9unrtsriZ5M5XZ+Z80XeqgNkV9Fxe4d/WWLP1qjBzfss93pPq8K/dtIXkrvBcmo9cgGP1wZHtkxvLly6V69eqmv9AMANDd+5o+yqfEihXLHPGRIkUKh3ML7MNmqlSpJGrUqHL5svefDfuiHyS7du0aJm40igACCCCAAAIIIIAAAggggAACCCCAAAIIeJLAjRs3JHv27ObIVf+KfwEA+h2v3m9bdIOWHtdsXz788EPZtGmT5bIGCjRt2tRP3aNHj0rhwoXlyZMnlte++uorE0wQM2ZMT3oEzMVOgAAA3hIIuLnArfNX5MXT55IyazqzAK/neAdU/AsA0KwB9un/T548aRYx7cv+/fvNOTa2pUyZMn5+8TgaR0jGGJRHdfnYGZnRuJ/vrvBkGd4wO/8Tp00ZlGao62YCqwdNk20/WFMeletcXz7qXD/UZ6LBMUOHDvVtt2zZsrJx40bf/w+tAAD9QKcf7GxL48aNZebMmf7OaciQIeYYAvtSrlw5GT9+vOTIkcO8dPDgQdHgHc1aYFs0AtTLy0uiRYsW6m40iAACCCCAAAIIIIAAAggggAACCCCAAAIIeJKALsAH9H2tztVRAMCdO3f8HMeq381euHDBIc+oUaP8bNwaOHCgnw2berP90bV6bdiwYfL11197Ej1z8UeAAADeGgh4iID+otAIs2vXvNOga/pu3cFru0Cp1/0LAAgKw+7du81ZNralatWqsmLFigCbCa8xXvrrlExv2FfuXb1pxpM8c1ppvXi4JHojeVCmSV03Fdi3ZL2sGjBFHt/978wkzQLQcErvUJvRiRMnJF++fPLs2TPfP2+HDx+W3Llz+/YRWgEAmuZp3bp1lrHrwn2BAgX8nY9/5zrp0SD2qf31jCn92aFHfNiW33//Xd57L2yyJ4Tag6AhBBBAAAEEEEAAAQQQQAABBBBAAAEEEAhVgZcvX5rvIxcvXiy6GfDixYvme1DdqZ4hQwbRTUY1atSwfBca2ABev34tmj11yZIlsnfvXrl69apoltN06dLJxx9/bHaw58yZM7BmAn1d1y7mzZtnxq7HpBYsWDDQe0JaYefOneZ7VJ2jFk3HX7x4cTMO2+JfBoCg9K8L+D169LDcMmbMGOnYsaPl2l9//SV58+b1HZO+WLp0adm8eXNQuqOuGwsQAODGD4+hI2AroOe16HkuPkUX+vWXm+7utS2hEQCg6f/1GADb4uiXjP0TCo8xXjhyUqY36CMPbt4x3WtmhFZLhkvClEl5w0QigeunL5gjAc7s/ct31imyvCk1h7aXLMXzh1hCd/vbflhq37692VlvW0IjAEDTNGmggW0pWbKk/PbbbwHOQdM4ffvtt5Y6+qHc/pgPnwr169eX+fPnW+prNGmXLl1CbEUDCCCAAAIIIIAAAggggAACCCCAAAIIIOAeAgcOHJCWLVuazKEBFT2XXrMR63eIyZIlC7Du8ePHzTqFBhP4V3TTUufOnUUzmwY1K6lmMtbFdv1+89SpU75d7Nu3L8wDAHRT1bvvvitHjhzx7VcX+levXi2amt+2hEYAwPvvvy+6ccu26NGxmuHZtugufz3m1bZoplkNutDjY/X75StXrkjcuHFNFmg9IrpNmzYSP35893ijMspABQgACJSICgi4voD+4ixSpIi8evXKDDZ58uSiv/T0l0xoBgBo5J/+Em3RooXvzmft78033xSNKEuYMKG/WOExxnOHTsj0Br3l0Z37Zhyps2eQVouHS/zkiV3/ITLCMBH4sft42T1vraXtCj2aSOkvage7vwULFsjnn3/ue79+wNU/b0mSJLG0GRoBAPohWo/NsC1Lly41H8gCKhoFqtGgtmX06NHSqVMnh7eNGzfOT5SoRo1qYA8FAQQQQAABBBBAAAEEEEAAAQQQQAABBDxfQDc8VahQQZ4+fer0ZHXhecuWLZI4sePv4DWg4KOPPpJbt2451Wbt2rVFv3+NGjVqgPU1E/KiRYvMwr8u9Dsq4REAoN+52m6i0qNcN2zYIM2bNw/VAICHDx+aI1/1e1zbUrlyZVm5cqWf6esRzrYBF3HixJHPPvtMZs+e7a+rZnfQIIWAMs869RCp5BICBAC4xGNgEAgEX0AX/XXx3/aH+eTJk02Unv7yC0kAwKxZs0T/0fLkyRMTPXfjxg3LYBMlSiTr16+XwoUL+zuJsByjT6deB47J1M97ydMHj8ylN3JmMjv/4yXxPygh+Orc6U4C22f8LKsGTpFXL176DrtA9dJS77ugn3V07949yZEjh1y+fNm3rQQJEkiaNGn8kOgxAfYlVapU5sNw6tSpZevWrQEyamqtTJkyiabt9ynp06cXTdkfWBTsyJEjRY8BsC3fffedtGvXzmGfGlSgHwBtiwb6aDQoBQEEEEAAAQQQQAABBBBAAAEEEEAAAQQ8W0C/c8yfP788ePDfsao+M9aNT7r579KlS5bvKn1er1mzpixbtswPkB4JrAECXl5efl5744035P79+w77053reryxo6K72DXzqS6y2x9pal8/rAMA1EO/K9Z5aNEsBj7HxIY0AEA3Z2lbWrT9Y8eOyePHjy1T1BT/GrShG0Jtiz5D/Q5aN3QGtehmN11rypgxY1Bvpb6LCRAA4GIPhOEgEFSBSZMmyRdffOF7m/5C1ag6jZALaQCAnlOza9cuf4ek6WamTp0qb731VoDDDssxasea5n1qvZ7y/Il3ZGLaPFnMzv84iUhXE9T3k6fW16Mh9EiAS3+f9p2iBonUHd/NBIs4WzQ1UqlSpZyt7m+9tGnTyoULFwJsRxfwdSHftuiufk3fFFjR6Ne6detaqmlWAE2h5ag4ygCg/dhnEQisX15HAAEEEEAAAQQQQAABBBBAAAEEEEAAAfcTaNasmcyYMcMycF2k1zT25cuXF035r5ujBg8e7Ce1vN6kmwczZ87s5/tI++8XdZe5Bgvo8cW6gK/t66Yl28V8TVN/5swZ0f7tS+PGjQPcxW5bP6wDAHRDlW6s8ikdOnTw3aEf0gAA9Q6o6PPS7AOOsjL/888/kj17dn9v102dGiCg3087ChLQLBBr1qxxvzcxI7YIEADAGwIBNxbQNDf6g1wj6XyKLlDqGeFaQhoAoL8E7t6966+QppfRX/gaaeZfCesxnt59VKbU7SEvn78wQ3gzXzaz8z92/Lhu/GQZelgJLGg3XA6t2OLbfJSoUaRyn5ZSskV1p7rUoy7y5MnjVN2AKgUWAKBRnenSpbP8+dM0TfqhLGnSpIH2r9Gn2odtKVGihGzfvt3hvfXr1zfHe9gW/fDdtGnTQPuiAgIIIIAAAggggAACCCCAAAIIIIAAAgi4t0CKFCn8ZP/V7xL1O0X7omnudSd+QN8lPnv2TLRNDRqwLbt37zYZjW3L8OHDpXv37pZrffr0kYEDB/rp21EAgO5a13Lz5k1L/bAMANAMBHq0gU/RXfi68O5zTGxYBwC0bdvW+PjM3XbiO3fudPjcNNusZnzV56flypUrou1o2n/7ohkHNLsBxX0FCABw32fHyBGQhg0byty5c30l6tSpIwsXLvT9/5AGAPTv318GDBgQoHSMGDFMlJ79UQM+N4XlGP/dcVim1Okhr1+/Nt2lL5Dd7PyPGTc27w4E/BXY9N0i+XW499EWPqVQnY/ls1GdAlXTgBZN4x/SElgAgKax+uqrryzdBDUlv36Q3rt3r28bGjWqGT3sP2D/+++/kjNnTj8ps86dO2eCECgIIIAAAggggAACCCCAAAIIIIAAAggg4LkCusHQZ+HaZ5YBfX85atQoPyn6dTFaF+19iqNMqv5tUNLNUClTpjTHEPsU3YR19OhRP+g+AQA6vmrVqkmNGjVMxtaKFSvKunXrLPXDKgDg6dOnZlPkyZMnffv74YcfpFWrVr7/H9IAgA8++EC2bdsW4JtOv6fW45nz5ctnqbd27VrjYV8cfd+rmRdy585tghdsyzfffCO9e/f23Dd9JJgZAQCR4CEzRc8UsP8FGjduXDl+/LhlwS6kAQC2cvrLV9Pu6C5h/QWvv+R8ih43oAuLhQsXtmCH5Rj/+e2gSfvvUzK8m9Ms/seIHdMzHzizClWBU7uOyNIuY+Tmucu+7aZ7O7s0ntZXEqb2jhgNacmaNatJfWVbbt++bdIrBVT0Q5emyzp//rylmn7gDUr2gR9//FE+/fRTSxtp0qQxmUFKly5trh86dEjq1atnfnbYlipVqsjPP/8cUgLuRwABBBBAAAEEEEAAAQQQQAABBBBAAAEPE9C0/nrcqG0ZM2aM6Ln1PsX+WGC9rrv8hw4d6lCjaNGismfPHt/XdDOT7ui3D0xYvXq1OfNeNznZpsnXYwrCKwBAgx369evnO1bbY5l9LoY0AMAWSQMk9Lvh7777TvToV9uixyTod7u2RwGokWZvti8+Gyntr0+bNk1085ltqVSpkqxatcrD3rmRazoEAESu581sPUTg+fPnUqBAAdF05D7FPsJOr4dmAIAt3ezZs0Uj7WyLprux/QUblmM8sXW/TKv/X/RZpsK5zeJ/tBjRPeQJM43wEpjZpJ/8veG/D5YxYseSmsPay7ufeqdBCkkJbgCAoz+3umC/efPmIA9HP+jpBz77oh+c9SwtTfNkXzSYSKNjc+XKFeT+uAEBBBBAAAEEEEAAAQQQQAABBAIW0POW9Tu0xYsXy/79++XixYvikypbz8YuV66c2dGqOzJDUjTttp7zbF801bPumg2s6MaEqVOniqa5Pn36tOimhnjx4kmWLFnMxgI9f5r00IEp8joCninw/vvvy++//26ZnG400oVwn2K/SK7XdQG7Xbt2DlFq1qwpy5cvt7x28OBBsw7iTAmvAAD9eag/n22zFehOfTWxLaEZAGDbbpMmTWTWLGt22yFDhpiAjNevXkmUqFHN7xj1sC2FChWyZIu1fe2PP/6wPDt9TZ+lPlOK+woQAOC+z46RR2KBESNGyNdff20R0PNbYsa07n4/ceKEQ6Xs2bOb64MGDfKzQ9gZVv2LSurUqS1nAkWPHt2cV66Lh1rCaozHNu2VGY36+g4zc9G8ZvE/arSozgydOgj4EVg7dIZsmbjEcr1Yw0pSY4jjD6POEgY3AEA/XOmHLtuyYsUKqVq1qrNd+9bTKFn94sDZD2v651gDEGrXrh3kvrgBAQQQQAABBBBAAAEEEEAAAQQCFjhw4IC0bNlSdFEroKK7Whs1amSycDo639kZ5w4dOpjFNvviTACALibp4p1tBlD7dqJFi2aOL9S6mh2UggACni/w8OFD6dWrl4wbN84yWd2EtHLlSsu14cOHmx3/tkWPG+7b97/v9m1fK1mypGzfvt1Sf+PGjVK2bFmnYMMrAEBT62uKfZ+iPwv1e2D7EtjajKbuT58+vVNzs6105MgRyZ8/v+W+4sWLy44dO+TF0+cSLUY02X/ggJ9szRpgsWzZMof9Xb9+3RzBYFuyZcvm51iAIA+WGyJUgACACOWncwSCJ1CmTBnZsmVL8G62uUujeDUSLTilYMGCon9psS16lrhGAWsJizEe37xXpjf87wNC1hJvS6vFw4IzfO5BwCLw98Y9sqTLaHl4867v9UxF8kjLhUMleswYwdIKTgCARtVrNg3bosE9+mcruH+Z1hRRbdu2Ncd3+JfmSftLly6dzJgxQz78MOTZD4IFxk0IIIAAAggggAACCCCAAAIIeLCAZvarUKFCgIvq9tPXTQL6HWBgxwna36cbAXS3p27isS+BBQBoCm/7xb2AHkvDhg1Fs4VSEEDA8wT058Hhw4fNxPQ7xmPHjsnjx48tE82bN6/JXKpp+W3L3LlzRX8+2JZatWrJkiXWjVg+r9um8/e5pinoNRW9MyU8AgD0u9UYMWI4/NnqzBht65w8edJh4EBg7Tx48EASJEhgqfbmm2+a42SfPX4q0aJHk+s3b4geDWBbihUrJjt37nTYvKMMAHrEwu7duwMbDq+7sAABAC78cBgaAv4J6C9K/6K1gqLmEwDg5eUlGTNmtNyq6b9tjxiwb1cXJc+ePWu5fPnyZZMZQEtoj/HOxWsy4oMW8vzxU9N+tpLvSMuFQ4IyXeoiEKDAi2fPZdrnveTUriO+9eIkii91x3eTnGULB1kvOAEAuvivQQC2RaP9u3TpEuT+7W/QtIK6u3/Tpk1y4cIF82FdP5hrxGiVKlXMzoLYsWOHuB8aQAABBBBAAAEEEEAAAQQQQAABq4CmjNa/f+vCjX3RY/r07OZLly6JHqlpXwLatenIWReodKHH9ixt23oBBQCsWbPG4WKbfl+QKlUqc1zBixcv/HSrAQD2C328BxBAwP0FHC3K285KjwIZPXq05fx5n9f1XPqcOXNaEHTx/MyZM5I2bVrLdf2e0iezsO0L+jNJA6ecKeERAKDjSJEihSUzsjNjc1THJwDA0XHLuplr4sSJDpt2tJajGZ/V+/Fd798x+p227uDXTWU+RX+OX7t2zU/wgL4+bdo0adGihaW/Bg0ayJw5c4I7Pe5zAQECAFzgITAEBIIqoL8Avv/++6De5qe+TwCA/uVCz/Cy/0vG3r17TbSwfdm6das568u26Jlit27d8t2lHNpj3L90gyzvOcEEAGT/oKA0nzcoxPOnAQQcCfzUa6LsnL3K8tL7LWpI5X4tAUMAAQQQQAABBBBAAAEEEEAAAQSCLKCLZJp1z7bo7szp06ebc5p1ke3evXsyePBgc6ymfTl16pRkzpzZqX6nTJkirVq18rduQAEA77zzjp9jBPW87mHDhpnvDnWRTtN/jxkzxtK+bizSxSw9WpAS/gKa6UHP/F68eLHoBhAN1Hj27JlZqMyQIYM5HrJGjRrmM9e7QwAAIABJREFU3HJny+3bt80547oA++eff5rvfePEiWMCQd566y1zVKUGpyRNmtSpJsNijE51TKUQCQQWAKBrAHpciH9HleTJk8fPJsNSpUrJjz/+6HuPHmGqAUS2afV9Br1t2zZ5//33nZpDeAUA6MZJzYQQ0uITAKBz/OCDD/z8ftAFfQ0Osy/9+/cXPUrBtmiWBM2WcNPrijx79FjeyJnJHCFt//tEj2Xo1q2b5V5dE9KfDToe26IZHOrXrx/SaXJ/BAoQABCB+HSNQFgL6G5fjdSyLV9++aWMHTvWT9fVq1cXPWfctuhu/kmTJpndwXqWjX5Q018k+pcIjRazLU2bNjV/aQlqcXaMWyYulnUj58pbpd6RprMHBrUb6iMQJIHDK7bK4i6j5cXTZ773ZStZwBwJQEEAAQQQQAABBBBAAAEEEEAAAQSCIuBox6iedV2iRAk/zejRfJq9z7bod2763Vtg5caNG6I7QXWx1r/iXwCALhzbbwQqXLiwSQFtvwjoKINhUM7qDmwevO68gB7R2rJlSzl48GCAN+kz1OyPmmnSv8VanwY0kEC//71797+jMh01ru3o98yBLRKGxRidF6JmSAR0YVoXqAMqGhSi59nny5fPTzVHxwBoJQ0o8vn5t2vXLnO8gKOixw/Yn3fv31jCKwDAWU89etl+vcTRz1/NqqIZEezXW/Tnr67NvPvuu6ZLzSCjm0J79Ojh5wgC3amv60DHN++T66cuSMkW1U1WGc3irMFAPkUzMHz33Xfm94n+95UrV6R169by888/W6al60KauUaDfijuK0AAgPs+O0aOQKACzi6ua0P6IbFo0aIOU43Fjx/fRIxev37dYaoy/YWtxwVoRGlQizNjvPTXKVnQfoQky/CGNJnZP6hdUB+BYAk8vHXPHAlw4eh/0Y8JUiSRxjP6SfoCOYLVJjchgAACCCCAAAIIIIAAAggggEDkErhz545omn/boos9ejyfo6ILtF27drW8pDts+/TpEyicLurMnDkzwHr+BQCMHDnSz85QXXxq06aNn/YWLVokdevWtVzX4wt17JTwE9Bz1zU9+tOn3kemOlPefvtt2bJliyROnNhh9Z49e8rQoUHbABNQgEpYjNGZeVIn9AV0kf7o0aNmAVl/BtgWzWji3451RxsPnR2d/vzUzMPOFHcNANC5TZgwQdq3b+9wmnqEq66/6PHLtov5PpX1z/S+ffskiois7D9Zzh86IR3WjDcvO/p9otf1uAUN4NEgAd30aV/090jjxo2dYaeOCwsQAODCD4ehIRBSAWcW12370LROGpnm6Ie+f2OJFSuWLF26VCpXrhys4QY0Rl34/7nvD+J14Jjk/LCwNJrWN1h9cBMCIRFY1HGkHFhmjbwv362RlO1g/YtuSPoI6F6NAtW/yOmfNVLphZUy7SKAAAIIIIAAAggggAACCCDgGgKabl93eNoWTbnfsWPHAAe4c+dOee+99+T169emnh4ZULx4cdHv3myLfwEAderUMSnkbcuePXtEd6HaFz3D2/5IAs0KoGnoKeEjoLtzdWe07gq2LxpwoqnDdXHP/shXraup+5ctW+bnPkeBHVpJM8OmSZPG7NLWBVn7EjNmTJM+PH369JaXwmKM4aNLL4EJNGnSxBwRYVuGDBni52eXvq7fa+pisn3QgO291apVM2n1T5w44XtZd6/re8jZ4s4BADpHRxkDApu7/pnTIJssWbLIvzsOy4J2wyVrifxSb0J3c6v+PtBnNXv27MCa8n1dAxHGj/cOIKC4twABAO79/Bg9AgEKBDUAQBvTXxh6do/tL1v/OtFzwSZPniwFCxYM9pMIaIz//HZQ5rUeIlnfe1saTukd7D64EYGQCuyZ/4ss+3qcpZmcHxaRprOs5y2FtB9H92sAgP4FK0GCBAQAhAUwbSKAAAIIIIAAAggggAACCCDgQgJ63vXvv/9uGdGhQ4dEd3n6V/S7A00TfeTIEd8qutC/evVqp1JQ600aPLBjxw5LF5qlQLMV2BddVNZFX9uSNWtWP2dIuxCrxw2lWbNmMmPGDMu8dBe27sbXhVBN+X/v3j0ZPHiwn3PA/8femcDNVP1//KSfXWSvLJFsiSwhyZK1lCJbWlRE0q5SoRDak0qpkPbtnwhRorK12rckUfqJREm2Nr//630ed5x7587MvTN3nmdmnu/39XpeZebcs3zOmXPvPd/P9/Plou+++85G4uDsqVKlSmHpIy655BI1ZswYhcw7zsR33nlHOxSdku1DhgxRo0aNsvUn6D5m3CSm8YDYa5zS/BCOnHuIOcQPP/xQr1nKIHfPWScEI9JNnH322VopxQxMZJ0513g0yNKdAMDYnnrqKa328ttvv8VcHd26ddOOeuT69//2h3qx771q0+erdQpbUtlaxu8WYhm/z/3790esF5UB1GYGDhwYs20pkB4ICAEgPeZJeikIxIVAPAQAGuKlYfbs2ZoJinwMD/sHDhzQcjvI/JMqgBsMOYAStVgEAHKxdx8jN51EcZbrE0fg1x9/VhMvHax+2bQ1VFnx8mVVvzfuV6UqnZB4AxFqEAJA0qCVigUBQUAQEAQEAUFAEBAEBAFBQBAQBASBlEFg3759Cifq44/bAxBQ3Zw+fXrUfuKgRYLfsjZt2iicbV5zUHNd7dq11Zo1a2zt7Nq1S5UoUcK1bQgAZnR5mTJl1M8//5wyeGZ6R0jXunPnTtswFy1aFMqrbn7Bepg3z65u6ZTtx9GKw960xo0bK/KzQyYwDafjTTfdZPuMfO60b1rQfcz0OU2n8aE8gQPftPLly6sff/wxrmGw7zlVTmbNmqXOPfdcz/VlAgGAwULcQY2F8UP+giwBMYK9uHr16pqsdfnll+v/x3DwT7p8qNowf5n+/4f/+74rZvh4UG2gXghAkAwgXaAeAM59+/bVZAKxzEFACACZM5cyEkHAFwI7vt2iylS1yzL5qiAbCiP9f2KDmtnQkjQhCHhH4MWr71Vr3v/UdkGXB25QZ1x2nvdKfJQUAoAPsKSoICAICAKCgCAgCAgCgoAgIAgIAoKAIJAmCODsWrFihe4t0dTIXxOAYxpOedQ6yQEdyZB5r1GjRigim/SB1FurVi1fBADktr///ntbMziIIuWKL1CggC33fJEiRcKiwtNkKtKum8jw47gzDaUGHHxu5pYHnEhfIo0t69Wrl3r55Zdtl/Pvyy67LKzKrVu3Kpy9piFF/sMPP4Q+SkYf026i0qjDSMQ7c76jEkxEupsx1yhGmIZDev369b5Hzb6DwjCEI8uqVq2q1q1b50sNNdUIAL6BiPMCzqk5r8ZOPedMSaMcJ46ZeJkQADJxVmVMgkAMBH777w41dfA4ddmzg1W+ggVSEq99v+5RhUsUTcm+SacEgQXPvaNm3PucDYg65zVTlz87JHBwhAAQOKRSoSAgCAgCgoAgIAgIAoKAICAICAKCgCCQ4wg4o6qdHSIam8h+crlHs+7du6v/+7//CxW58cYbQyoCfhQAcOaZDlwq9EMAQD7aLR99jgMtHdDy33fddZcNiccee8wWcd2iRQu1YMECWxmIJE6Zdwr89ddfKn/+/Lay0QgIXqbASx+91CNl4kNg/vz5YWq/pJTAoe+2Bw0fPlyNGGFPjXr++eerGTNm+OrAkiVLFHvY5s2bbde9/vrr6uKLL/ZVV24lALzcf7RaNTMrbUyfl0aqGq0a+sJNCmcuAkIAyNy5lZEJAq4IvHXrGLXi3U/U3wf/Us37XaQ63tMvx5FaPWuR+uzl97L68b//qcqNaqu2Ay/N8X5JBwSBaAhsW79ZTbhkiPpjx6+hYqWrlFc3TB+rChYrEhh4QgAIDEqpSBAQBAQBQUAQEAQEAUFAEBAEBAFBQBBIGQRiEQCIviVKu2TJkhH7jMx/u3btQt+jFLBhw4ZQdLgQAFJmunO0I82bN1cLF2Y5CC1DWrxu3bpx9Wvt2rXq1FNPtV1LDnfUKuK1oPsYbz9y63WcP0LiQG7etEaNGqmnn35aNWjQQH8MyWf8+PGaUIIsvWkvvfSSlqaPZMjTI2+/fft29eWXX+r0wxAG+Nw0CAFI4Pu1TCYAHDp0SON09NFH22D556+/1d01L1L//Pm3/jyS/L9fLKV8ZiAgBIAI87hx40YtebJ48WLfMz1o0CA1cuRIRR6kWMaGyiY3d+5cnc/jm2++0Zcgl1KvXj1Fjidy9JBDyY+xYX/xxRfqvffe07l3YOshJUVeFm7sMPouuOAC3QayUGK5B4Hftu5Q9zXuFRrw4M9fVOQxj2Xc3LnJOHP7xLou1vefPPO2em/UxFCxhj3aqe6PDox1mXwvCKQMAs9dfJf6dtFyW39QAkARIAgTAkAQKEodgoAgIAgIAoKAICAICAKCgCAgCMSPAJGRr7zyivr000/Vli1btOw5jlZy5eL06tKlizrzzDM9N0Cu97feekvndV+9erXOm86ZS9myZbWUO+eBPXr0CJP4jtYAeZcnTJig875v2rRJR24TkU1uX/pINDl1i6UOAi1btlSsrWjGmpgzZ46qU6dOWDHWISkCvv3229B3zzzzjLrmmmtC/xYCQOrMd070hL1myJAhIUUIqw/sMew/8dqtt96q1SlMe/jhh9Vtt93mu8pk9dF3R+QCNW7cOHXDDTe4IsE9j3vKtm3btAKE0/A5ffXVV1F9TZRZuXJlVKS5l77//vtx+SAymQDAPb1gwYKK1CumEej56nUP6I+I/EcBQEwQsBAQAkCEtfDqq6+65rfxsnTOO+88nS/HmYfHvJZ8TjyQjRo1Sv3665HoUbf6S5QoodmePLA5pXXcyuPsJ3/PzJkzY3YXWRZuzvICEBOqjCrw0jWj1Or3FukxNejaWl089vaY40sGAeCjcW+q2Q9MDrXdqOc5qtvDN8fsixQQBFINgQ/HvKLmjHnF1q0zLjtPdXnA/aHZT/+FAOAHLSkrCAgCgoAgIAgIAoKAICAICAKCQHAI7Ny5U1111VWeztg6deqkoyIhBUSzd999V11//fURc3Vb1+JsIW/3FVdcEXNA9913nz47xCEcyYgaxDlH2Tx58sSsUwpkLwIEbkEGefLJJ9Ubb7xhazySDDdzPmzYsFBZnGtLly61za8fAsBJJ50UJsPtJwUAQUNE94rlHAI333yzDgTEWFNff/21wg9hGqQRIvXZY+IxCCfUYe43RYoU0WvHS53Z0cd4xiXXZCHgtmfEwqZixYp6TUE4i2axCACQ6VARKFSoUKwmXb/PjQSA165/QC2f9onG44qJ96hTz/FORowLZLkorRAQAkCE6UomAQBWGyoBSKf4scGDByv+YFpFMlijvBg48zVFa4c8PrygNGnSxE93pGwaIwCrfFCFc0MjuOm9J1T506pFHVHQBIC5Y19THzzyUqjNMy7roLo8cGMaoypdz+0IfL9knZpwyWD11/6DISiOr1lZDfxwfELQCAEgIfjkYkFAEBAEBAFBQBAQBAQBQUAQEATiQgBn1llnnaV++uknz9fXqlVLffbZZxEjF8nTTk5jpHy9Gmd2/fv3j1gcZ9rjjz/utTrVq1cv9eKLL3ouLwWzHwFIJy+88IKtYYgbZg53VB5YbwcPHjmD4FwYGXXT/BAAqG/dunW263ft2qUITnOzvHnzKs4sLDvhhBPU1q1bsx8waTGEQKy0EiiBELnvltPdC4w4/Zs2baqJJqY512e0upLdRy/jkDLREXjqqad0gCkEoFjWrVs39cQTT8Qkv1FPJAIAew+K2p07d47VXNTvcxsB4H+HDqmhNS4KnUWL/H9CyycjLxYCQIRpTYQAwOYI+9KZj4OmeCh64IEH9AYajz333HOaheV2o4TR17Nnz5gyKm7tIgWGagF5XsRyBwLTRzyrFk6Yqgdb4+zTVZ+XR0UdeJAEgDmPvqw+fOzVUHtn9jpfdb7v+twBvIwy4xF4suNNasvyrHQu2FF5jlLXvPGAqnLmaXGNXQgAccEmFwkCgoAgIAgIAoKAICAICAKCgCAQNwI4VQmUsSJpzYqKFSum+MPR6cx/TDnk11H9dBqpA0j5aTpsrTLIvHOO6EY24HP64cy3zbWk/kTd02lIBFMnfTQdtFY5CAAQAcRSE4FVq1YpArZMQxbbTFWLAu2sWbNCRVgnJ598ctiArHSzzi9YixjpBYjexVjzn3/+ua0oqSXKly8fVi8S4E6l2po1a4YRCFIT4cztVSzn+oABA7RaSMmSJeMCgfzupEMxrWHDhjo9itc0w8nuY1wDk4vCEEDN480339T7DKmrSWXNPQ9CEPsHBDnWg7WXeIGwfv366rvvvtPK2exXjRs3Vh06dNCkkiAstxEAVr23UL18zWgNXdVm9VS/1+8PAkapI4MQEAJAhMl0EgB46GLD87OhuVW9YMECzfQlV4ppSHDB2IUp+ffff2vJlDvvvDPMmc9myE22UqVKtuuR8rnlllvUs88+a/ucfkM4aNWqlYKVyYvE2LFjtYSY0/j8xhtvdCUXZNCal6EYCNxe/pzQv/q8PFLVOLthRHyCIgDMfvAF9dGTR6TMml51geo0coDMiyCQUQjMHDlBzX92im1MrW/sqc4ZFFu60QmEEAAyamnIYAQBQUAQEAQEAUFAEBAEBAFBIA0QGD16tBo6dKitpzg9Jk+erMidjQPr559/1pH506ZNs5VDupjzN0gCplEf9ZpWpkwZ9fbbb6tmzZrpj5csWaK6du0apuxJOygBOA1nCo4Z00gvwFkgCqKcF5L/+7HHHrOV4VwRGW+vDrs0mLKM6iJncMjpm4YTHmc8hrIn57xuBBS/QLAOLOLAZZddpjgTNw1CAE46p+HEcxIO2rdvr3N3i+UcAi1btlQoQUQzyEEQP+rUqeOroyhQsLc49zD2rQoVKniuK5l99NIJotpR2IBAtWbNGp2emdzq4FKtWjV14YUXKqToIylfxGoD387ChQvVjBkztCIM9wr+unfvHqbsEasu83v6jYoMvqFjjz1WTZ8+3c/lUjbNEWD+WacQ/Cx746aH1dIp8/Q/Lxs/WJ3W0a4Ak+ZDlu4HgIAQACKAmAwCANL/PIQ7JZxg3j300ENh0v7ciHnoJ1+PaRMnTlTI9Zg2b948LZFilj3xxBO1pFeLFi1sZWFv3XDDDTqfimlt2rTRn5FXSix3ILDguXfUjHuf04MtX6equmnWkxEHHgQB4L3Rk9Qn4/8v1EazPp3UBSMiy9jljlmQUWYqAhvmL1UTLh1iG17FejXUDTPG+hqyEAB8wSWFBQFBQBAQBAQBQUAQEAQEAUFAEEgYAc7UiNg3jSjIc889kk6R73Cw4wR1Ru5/+OGHinM209ycXhAKrrzySls5t6h+ov/JD28aTjcib01r1KiRjuB2Rti2a9dO0SfT5s6dq1q3bp0wVlJBbAQ4n3XOM+fByGy7GaldncFfBKWtX78+VLx06dJq586dsRuPUcIkAHA+fccdd9iugDxC0JrTXn/9dXXJJZfYPkbxluhysdRAAD8B+8aTTz6p3njjSDAWveP8n/XkNRXA/fffr1MTm8a1H3/8sYKIFK8F2UcvfSDAE5WW33//PWpxFBIIloQU49VI7YLf55577nFNhUHaZqdfKFbdpFyYOXOmdvpzD0J5A0MBhM/Fcg8CbgSAe07pog7s2adBEPn/3LMW/IxUCAAR0EoGAQD5Jhz6PFhZxs0WpjAP6E7jBnjddddpaX7TuEnx8AXjB4PtyQMWN2LTiObnwc0px0QZHvp5+DcNZuns2bMDk1zxsxClbM4hMKR6Z/XXvgO6AxePvU016Gp/QbV6ligBAKIBhAPLmve7SHW8p1/ODVxaFgSyAQFY+Y+2ukb9/O2Rg6O8BfJrEsDxNSt76oEQADzBJIUEAUFAEBAEBAFBQBAQBASBEAJEP3JYjiQxTlwO0EuVKqXz05ICkcg+5LRjGXLbSNz6NdQY3aTjY9XzxRdfqDPOOCOsGIe+RPuJZQ8C5FavUqWKrTH+vXHjRtcO9O3bVxGsY9rzzz+vyONuGvLopgOX76jT2RYpAqwzP+t6nL3IL5v28MMPq0GDBtk+e/rpp9W1114b1k+cf6QNNe3WW291VQjNHpRzVyvsSRBATIvmgB0+fLgaMWKErTypHogotuyUU05RpINN1EwCANHQtWvXtlVZo0YNxZk2igOmuZFKcAY7x5lo/+T6YBBgP3I6n++77z5FVH8sY1/BR2Eae9QHH3wQUi+JVYeX7xPpo5f6ITA4/Sexrps0aZLq3bt3rGJa7RnlgK+++ipiWa8EAM4SrecYFGLcyAqZQgCwCA358uWLiXFuL+AkAKx5/1P14tVZhKuTGtdW1055OLdDJON3QUAIABGWRTIIAM46aZq8JDj4eRF1Mxz9AwcOtH3FS+prr72mYCNjsD3Jt+KUWOJl99JLL3WtFyYpLE1ehk0bM2aMTiUglnsQWDVzoXq5f5YEXfHyZdTgz+3KEBYSiRAA3r1nvFr0/LshUFv276rOG3p17gFZRprrEZhy5xPq81eO5OYDkI7D+qnmfS+KiY0QAGJCJAUEAUFAEBAEBAFBQBAQBASB0PkIDgQvUXGdOnXSkuqQAiKZW4SrF6jjIQAQ3EE0t1POnfaEAOAF9eDK4MQklaZprJepU6e6NuLmVJowYYK6+mr7ucfpp5+uli5daqtjw4YNqmrVqrbP9u/fH6YSSjT45s2bbeVIMUo0q2mQSNyCjLj2pJNOspXFgYsDTyz5CPBeX65cuTASB3OFc7VBgwa6E5y9sS/hlHXK+6PayvmvX2Md4sQ0jbXMmnYz+uR0Yvbq1UuNGzdOpyWAUAU5welIZR1/8803klrW7wRlU3lIHNybTMPHANEtmuG3wHGNU9oyUocgP+9UREl0KPH20Uu7biQorjv66KN1SmYCMXfv3h1WFY5pSDIVK1aM2AxEHHw8TtUY84I8efKofv36uaZyscqx9/Pbwu/z3//+N+qwMoUAAOENJZ3ixYt7mcZcXcZJAHjr1jHqqzfnaEx6Pn67qt9FFH1y9QKJMHghAEQAJmgCAGymO++8MyznFs52cudEYjlxM4U9ZhoMURif1sMhLw/kH4NpZpmzjHOYMMd4AIRFZlqs/siPKDMRGN24l9q9NYtJ3vGevqp5vy5hA42XAPDO4HHqs5eOSBKdfV131eGu2MzJzERaRpWbEVg9a5F6qd8oGwQ1WzdSvV+MLo8nBIDcvGpk7IKAICAICAKCgCAgCAgCXhHAwUm0vlOKPdr1tWrV0vl5nbm2rWsefPBBfZbj1+IhADzxxBPqpptucm1KCAB+ZyB7y3fr1i3sfI3ozebN7bl4SQvqlHx3i9jHOXvRRXayeI8ePcIkvFnvTucdTiMczU4jJ7Xz7JHUBaZKafailvtaw4FOSlY3IzCscOHC+mzXiog1y9WtW1c75XG8+jW/BABSQ0AOMR2+tEnbrK1ffvlF4ah0Gg5W1qlYaiLAua7zXle+fHn1448/RuwwexH7m0lGIb0IKS3iIaPEQiaePsaqk+9x7kOi+vXXX23FCY4kGLJs2bJ6vb/zzjtaucWZjnnIkCFq1Cj7eZ5VEWVJgeBUiAEn0jXzm2jWrJluAxJANPv+++9V5cre1EKFAOBl5jOrjJMAMLxOd7Xv1z16kA9tma2OynNUZg1YRhMIAkIAiABj0ASASA538iIh3x/JyNvFQ5fzxjNnzhzVtm1bfZkbSYCXTVjA5IdyM9hVSH3xomEaN29eRiK9/Aay6qSSlENgy7L16skLsvJ55S9cUI1Y83/q6Lz2l4p4CABv3/G4+uLV2aHxtr7xYnXOIHtuu5QDQzokCCQRgYN796tHzu6nft92JE9fwWJF1G3znlVFjyvp2rIQAJI4IVK1ICAICAKCgCAgCAgCgkBGIMAZR5MmTVxl94sVK6b427p1a1hELYMnzeIzzzzjigOSx85zE6IFYxnOOvKze7Xt27fr85s9e7IOcp0mBACvSGZ/OWT5cSwRwWgZkYzMqdPhvm7dOh2ByzueWZbzO+uMDycvzn8z+hNH0qJFi8LSViDVjmS7abt27VIlSpRwBYL+QASwrEyZMurnn3/OftBycYtuzvhYcBB5/NFHH4Wlioh1nfW9XwIA1w0dOlSNHp2lFurFkEh3qgx4uU7KxI8ATvgrr7SfsQ4YMCCMZGS1gBowe5Vp3HecaUms70kfTNoJJyGFdMO33367p44nu4+eOqGUIiVLnz59bMUbN26sCYDsr6a5kfGaNm2q92A3Q32ZiH3TcOL/3//9Xyh402s/3QgA9M+NrCUEAK+oZk45kwDw9dwv1PNXDtODq1i/hrph+tjMGaiMJFAEhAAQAc6gCQCwI2GVwaI0LZpMP+WQToIptnLlyojXIQGFFI9p7du3V4yhZEl3hxJlR44cqe655x7f1wW6AqWylEHgqU4D1fdL1un+uEXp+yUAmDI01Nnm5ktU+9t6pcx4pSOCQE4i8Nr1D6rl0z62deHisbepBl3bhHVLCAA5OVPStiAgCAgCgoAgIAgIAoJAOiCAowqHlWk4QSdPnqwVEzlAx9HZv39/NW3aNFu5QoUKadUASAJO41ozncCpp56qVq9eHTgknBeRbiCSCQEgcMgDqxDHJ+vMtDvuuEOrfboZjigcss7oapzxRFi7KVigRDFo0KCw6nAy4TAyLdpaKVCggJZvt6xIkSJhAUeBASMVRUSAwCuCwZirWEb0NQ7JaKlKYtURDwGAOnH0cm5srhlnW6xZAsxIB+B0pMbql3yfGAKojLRs2dJWCYrAOPSLFi0aVvnw4cO1vLxpOPhRGXYayiIEJDqVHlAOJmLeqyWzj177QDlSWJDKwDT+fdlll4VVA1kQZQTTIOFAoHDasmXLwpz8lIXIxZ7u1ywCAL8rFGQgg6EiQGoBSI6mCQHAL7rpX94kAJhBl90euUU1urh9+g9QRpAUBIQAEAFWJwGAiPj4zC78AAAgAElEQVTSpUurTZs2ha7gM1jd9erV05sxzLGCBQu61ujFke92oZfr4nXkx3tdUlaiVJrjCPy+fZcadfqloX7cvfRVVbTsEQKJHwLAGzc9rJZOmReqq92tl6u2txypO8cHKx0QBFIAgSVvfajeHPiorScnNqgZ9tD277+H1ME/D6oC+Quoo48Olwtr1POcFBiNdEEQEAQEAUFAEBAEBAFBQBDIOQROPPHEsNy7s2bNCstPTJQ2kXROJyuRjm3ahJNxOfMxAzIiOUsSGTmRva1bR8/bKgSARBBO3rVTpkxRXbt2tTWA04ezvGOPPTZiw0SGQkZxylE7L8ibN6/Ou07eaDcjmtfplPJDAEBynrMesexHALUPlB/Yp5YvX65QkkBmHeISUdmkd0ClNZKyq58ex0sAoA0ckhMnTlTz5s3T6xqFWshSrD32LequWrWqn+5I2YAQIFiElAysHdMaNWqklWus1MH8xsePH6/uuuuuMBUcggqdUv6sx7PPPluhZmxaz549dbChH6JHsvroF8IWLVqoBQsW2C5bsWKFVmRxGooH+fPnt30MzqYqi/Vl9+7ddaS/aW7pX7z2l/0bkuIFF1xgC+pEIVoIAF5RzNxyJgHg3vo91R87skhkD37/nsrzn9jqVJmLjIwsGgJCAIiAjpMA4GUZ8VAGM7JLly5hNwovjny3NniQhwn+6aef2r42UwfE68h/7LHH1MCBA231xkod4AUHKZO+CLw64H61Yvp8PQCYYzDILPNKAHj1ugfUinc/CV3X/vYrVJubeqYvKNJzQSCJCOzZvks93KqfOrhnX1ytVG1WX/V7/b64rpWLBAFBQBAQBAQBQUAQEAQEgUxAgECNKlWq2IbCv535eK0Cffv21Q4t04jKJu+v03DGmVG65HB/8sknA4MNRwPnMJEkmK2GhAAQGOSBVYTziLzOTgc6zpsLL7wwajvIReM4NdMGuF2Ao421ytp0c7oJASCw6ZSKBIG0RACC0A033ODa91KlSilIPtu2bQuT8ecCCG5EqhNtbhmR5qeffrpCydhpJ510koKUFMvOPPNMLblvWdB9jNV+ot+vXbtWofZjGoQIyHqmQYbhGcFM6cI94b333tNphaZOnapJM/v27dMKHkT0k3KIdAJ+TQgAfhHLzPIWAeCHz9eoiZdlqV6VO/VkdfP74zJzwDKqQBAQAkAEGOMhAFhVIamDNJepBhAvAYDcXeSS+eCDD2w9DYIA4DZGIQAE8rtK60puL38kmviWOU+rE045SY/HCwHg5f6j1aqZC0PjP/fOq1Sr63ukNR7SeUEgOxCYfNVwte7Dz303JQQA35DJBYKAICAICAKCgCAgCAgCGYbAxx9/rFq1amUbVadOnfThu5sNHjxYy1WbNmHCBO2QNY1DeyTSTXvkkUe03HVQdt9996khQ4aEqiMA5IsvvlDfffedrQkhAASFeDD1QDrB0eNUkiDCljmNZpwXPvzww746cu211+qIXqcJAcAXjFJYEMhIBNwUHmINFJl6HNpO8tz7778fppwTqy7n9yhDOFMgB9lHv/3xW557vDPNAXv2bbfdZqsKRz+qQKbx7IGzfvv27a7NQuSCsDF27FhfSgpCAPA7i5lZ3iIAzB45UX364kw9yIvuu0E16XVeZg5YRhUIAkIAiAAj0kbI+sPmisfII4Pj3mLoCgEgHhTlmpxAYOaoiWr+M2/rpmu1O0Nd+fxw/f+xCAAvXn2vWvP+EaWK8wb3US0HdMuJIUibgkBaIrB48nQ17e7wQ51ogxECQFpOtXRaEBAEBAFBQBAQBAQBQSAHESCn9ttvZ73zWuYm2btu3TpVq1YtW7nRo0ernTt3qjlz5ugUkZz5ENmHXDe5hNu2bet5ZCg+nnLKKaEcy0RqcnaEVLEQADzDmO0Fcfoz35s3b7a1jYz2iy++GNWp88orr4TJbVeoUEGh0EkKijx58qhPPvlEkWfbuQbIx3777bfb2iQi19kPPykASG2KFL2YICAIpDcCTz31lLr77rttijWRRsQ98IknntD3LqcliwBAO0H1MZkz9e2336ratWurP//8M9QMRED2WRQVTLvjjjsU+3I8hiLzo4/aU4JGq0cIAPGgnHnXWASAR5pdrX7ftlMP8P5NM9R/8sVW5sg8NGREXhEQAkAEpA4dOqRz3fBfpHCKFi0aeohHom3r1q06VxMMMLecXTy4k0fn+OOP1y3ESwBAcgcGuJM5BxONFwIs3hQA9O+KK66wIYBMD1Jk5M8Ty70ImCoA/V6/X1VtVi8qAWDylcPUurlfhAA7/+6+qsU1XXIvgDJyQSBOBMZdeIv6YenXnq8WAoBnqKSgICAICAKCgCAgCKQwAjhfcYyR+g75WQ5eOWjlcBrZVdLs8a6aiHFoRp5W2iE39/Tp031V9+OPP6o33nhD52vG8UvO3QIFCqiyZcuqhg0baslvIr9MKV1fDUjhbEGAeSNq2pReL168uI7Wy5cvn60P8ThCOnbsqHMk41iNZeT4nTFjRqjYqFGjtBrAySefLASAWODl0PeQP5Bx/vpr+zsbv31IJUcfHTkHL+eLnLWZeaTJM71q1SpVrVo124jYbyCfmEFJrCnIB6YqBWUgqpiGkiiy1G6GfLcpV33CCSfo802xzESAe+m///6rFWr95G1PNTS4f7/wwgtaWn3NmjX6HJ4xcf/lt8P9l+eESOvebTxBP3f873//U++8846aMmWKjgDnXsNvrUyZMqp+/fqqa9euinzxzvtMkFhD5sFXwXPK8uXLdR+Yf3AhbTHEJYhK/H8ki+e+56zLTQHAKhNEH4PEzKyL3wvy/EuXLrU1gaoL6i5Ow1/z+uuvu3aHewH7K3v47t27w8rwe2SdNGrUyNNwhADgCaaML8Re+NPyDeqFXsP0WI+rfqK6dd6zGT9uGWBiCAgBIDH8dK4c8setXLkyrCYY4Rb7O14CgJfr4iUAxHtdgpDJ5WmAwKLn31Xv3jNe9/TEBjXV9e8+FpEAMPHyoeqbj5eERnXBsGtUs76d02CU0kVBIPUQeK7nXerbhcs9d0wIAJ6hkoKCgCAgCAgCgoAgkIII4Ewjt/XMmVkyltEMB9v48eNdI9YiXcdhLnXj9OdAHDI/dt5553lqk7Ic6iMXj3M2Vr5ucsaSr7tx48axhiPf5xACvXv3VpMnT7a1ThTfAw88ENYj0gL069fPd08hq+BcikYGwfEPAcCyypUra0cupBIhAPiGPFsuwHEFIWnZsmW29kg/wf6CMz+akdrhjDPOsBVBPtokgZhfErBD4I5pEJcgmVjWpEkT7UQyDfJA+fLlw7rC/ufsY82aNcMIBNkCpjSSLQhwD9y/f78mvaUrAQCHNnnTCdKLZiVLltSy6iixRLNkPHds3LhREVW/YsWKqG3zeyPorm7dutky/9KIPwQgR/C8aBoET8ipbvfzdu3aqQ8//DCskZtvvlmT+SCyQvwiHRHPuk6V6R49emhiqRcTAoAXlDK/DASAjx55VX1+WP7/whH91Vl9OmX+wGWECSEgBICE4Ms6DECqyy0H3DPPPKMfUjAeBi6++OIwFhk3FlIFRLJIBIB333039LLIYQQ57Exr3769Zp3zABTJ3AgAMBI5sChWrFiCyMjl6YrA1tUb1eevzlJfvv6+OvTvIT2MqmfVVUXLldb/D2Pcsq/nfRmSnOGzC++9Vp3V+8J0Hbr0WxDIcQSEAJDjUyAdEAQEAUFAEBAEBIFsQgA5VaLRnDm0ozVPtOtnn30WNbqad3Qrso+IXDengR8CwI033qiefPJJz6gQnUteXQ6NxVILASIzOfMwjehMzl1wkDkNOWWIH6YR1YeDHwcrUX0LFixQ+/btC7sWQgHEAjeDSIL0//fffx/6mshR0lBiQgBIrXVDb3Cics62aNEiW+fq1aun9xsvig84enr27Gm7nlzQSHG72YgRI9Tw4VkpGS3j/BHnkmU4Ozn7Mw1HkRsJiZQCrC3TGBMRv2KZiUC6EwA46+bM249NmjRJQfRys2Q8dyAZT9Q4Cr5eDIVh9gwhAXhBK/vKEOHvJALyfLBkyRJFmhY3I3qfwFDTUKOYNm1aWHE3FWZULHhGNc/ZI41YCADZtxZSoaU5Y15RX73xQVhXIJTs/eW3kL+m2PGlQuSuIV++nApdlz6kIAJCAAhgUnjhI0eb0+69916dfwdDggtH/wcf2H+8Zhm3riA7A7t327Ztoa95sUBdwGIO87DvZDiedtppWvYnkqwPzN8777xTkxdMGzBggM5BA+tcLHciAAFg7LnX+x5851HXqTOvPMJE912BXCAICAJKCACyCAQBQUAQEAQEAUEgNyBw8OBBReSqW7QcZHT+kKVGutZpkOwh2zsNBx0OM6LrTIltNzy9EgDeeustRYSW08jTjQOYiGA3adeKFStqp7K8V6fOamatNWvWTCvbmcZBPQf2boZD5+OPP9ZO/oULF+pIPtJI1KhRI1QcKWoitZ0qFqSD/OGHH1wP9p1OLadcshAAUmfd0BPOz1BrcJ7nnXTSSToyFBlyL+Z2dhctAvT666/XObNNe/zxxxWkJMvIP+0kmjhJAlZZpKqRrDaNM0vOJcUyE4F0JgC4EWaYpVjS6kjs45TnPmxaMp47uCfg/HeqcNAuKYz+/vtv7Q9wGmf1q1ev9uT4TbWVaaUQyaR0R26BlRA1uP+TviGSnX766WGBnhAC+NxpPM9WqVJFPxeYBsGgQYMGMadZCAAxIcqoAhAAPhxjV6OINsC8BfKp+zb6S22WUYDJYKIiIASAABbI4sWLdeSC00znPocRN910k46uN+2WW27RDLNIOYCQkkFSxjRuDDwIWcxdNwICL5vIiEW6iSA7c91116mXX7azgyLltQkAJqkiTRCIhwBA1D/R/2KCgCCQGAJCAEgMP7laEBAEBAFBQBAQBNIDgdGjR6uhQ4faOkuOWqTZIcAjVfzzzz+r/v37h0VSFSpUSKsGOFXriKZGRt2LeSUA8J7P+75pEPF5HyeXN2oD/P+VV14ZSi9gleVzN/KAl/5JmWAR2LRpk3b+O9UmiPjjDCRRg1SAQ8dZP6QB51kRxJA6deqE1gtOFMgJqFtYJgSARGckuOtx2vA7Rj3CtNKlS2vnvzOiPlrLlMdZaBpOJiLzkYo2jTNE1pSTzORMAUA+9Nq1a9uuhaCyatWqMOeim1w1Dq6WLVsGB5jUlFIIpCsBgDPrSpUqKQhWpkFgGTNmjCbdcP9FOcVNWh35dad6SzKeO1DnJT2RaeR9R30IkiOGahEBgagPmIZ/oE+fPim1Xrx0BiIFKjbFixf3Ujzlyzz99NPaP2IakfkQvnhuiGZuKVggn0S6L6Dy41QHiEZCNNsWAkDKL6VAOygEgEDhzPWVCQEggCXg5qSnWlPenwcTohH4M42DB5zwkW6cMHcHDhxou4acNLCALYmx9evXq+7du2v2oGnRDhxgnPHgxAuIaSgLtG3bNgBUpIp0RSAeAkDf1+5T1ZpHZkWmKxbSb0EguxEQAkB2Iy7tCQKCgCAgCAgCgkBOIIDzfMuWLbamyaF97rnn2j7jkJmDVKdjlXfwNm3a2Mq6EQAgEnA9B7LO93BnxLYTByL3ChcurCP4LKM+0vsR+Wva7bffrh555BHbZ0Tv+kkdkBPzkBvaZO3ghHc6XzhXefHFFwPLi40sO9HZpj388MPqtttus31GtD8pIixzk4AXAkBqrEzO8XAusk5MI80HjnO3KM9oPUdJAOegMyIYuf7nn39ep4XAOK+D/OSU5kdRZPv27WHkJzcZ6l69eqlx48bpc0OcwJxFOqXUq1atqpVKgs4NT47iF154Qb333nsKggJOXBxqOG2rVaumFTe6dOmiIH15tR9//FFNmDBB59uG0EMb7M9E1J599tnakWoqc8Sql/o4M4VQwb1jx44dCjIGxA7mlbNa+pnuKi7pSgDg9+B0jvM7wZnuXK+k0CDgzjSINs50Hcl47jj//PP1OjeNf3fo0MH2mRv5h/sSJLF0s0wiAOCPQcGHvd4ySHnsC87nUbd5Yp/g2dU0fDOnnnqq67RCNIBwYBrKME5lFreLhQCQbr+UxPorBIDE8JOr7QgIASDBFQEbmAfpkSNH2mpyi8DnBuKUlosWqc8DLQ88U6dOtdUN2xHlAMvIF3P11VdrhqFp0dQFYEnywG0aeeyQS+ShSCz3IiAEgNw79zLynEdACAA5PwfSA0FAEBAEBIH4EOBgCgI0achmz57t2zHyxRdfaGI0jjGk35EY5V2JA1LSnTmdvbF6SU5uosmJrPn666/Vzp07NekaZwHRWjh1nBGXseqU74NBAOcN82Aa/8ax7mZ9+/YNU9LDOcAcmmYRADi8bd68ubrooot0TnWIBlYknlXeiwIACgRI+JqG7D+OI6fhqHMeFnfr1k2RQkAs5xDgd89aYA8wjT2A8xOkpIMytyhCzmQ4v7GM8xYiQS0rWbKkJqc4A0KEABDUrCRWD9L6SOw7DUcx9ycvxpybEtKQQgYNGuR6KfsN+xf3QNMhZRW+9dZbw4hGfDd37lytHOq8hrrKlSunc5OjKOC0ZKiU8AxAmhbOKaMZa3/s2LFh6UzdrkGlA4VVnNmRjN8yZBvKkqIlkkHCoAxKrNHq43oi0AnKckZ4e5n3VCmTrgQACCxOxVr+7Ux/C878Xrg3m4b8vym1noznDuT/jz32WIVagWXkjIek40aqgaAC4cYy1ixkIKeaUaqsnUj9yBQCAL4WntPMVFPMG4QvCIJeDKLWs88+ayuKcoBTydkq4KYAwDvTOeecE7M5IQDEhCijCggBIKOmM8cHIwQAlymArceBAg/mTma/WZyHa1i/vXv3DsvhwqY+adIk24scjPOePXsqDrdMI/8bJAJn/hykhLjpmA8TNWvW1DnnTHk4+sFDKS8DplGWB3rk5UyDWMADOfWYRu6vYcOGBfoSnOMrXDrgGwEhAPiGTC4QBAJDwC8B4Oi8/1EPbJ4ZWPtSkSAgCOQeBFLFWesmx+llFoj04eBYLGcRwHGF05/oFSSMLYuU/9Ktt7zr8G5CbuJoRpQVDn0vTntSoXEo54waN+sn8pCoMdMZl7No5p7WeYdu1aqVbcA4WJzEd6uAM186nxMJCgne+Z4L4YNc3TiXLIv30BRZd0t1z6qL6F2cDU4jAgxSgWmkBWDNiuUMAnv27NGRwcuWLbN1gLXHfOXPnz/Qjrnlq2aNslYx+oMDaNu2baF2WV+sKaeZTiLrO6KncTbhJP7kk08C7btU5o4A6T6c53d+sXKmgeD8jr3hpZde8lUVEcXsb3nz5nW9jpQqPFN5Nc4xObMM0tz26lj10wf6EsnclDWi1Ynj2KnYYJVHzYV7jTNiN1p9OATpo5NwFmtcqfJ9uhIAWrRooUh3axqpUk477bQwaCF1OPdziC9m+oxkPHegxsu5u2kQASOtLyLNnb97lAGcBMVUWTuR+pEJBACURHivYO2YBuELRSevxvuPk5Tiln6C+iAaQHY1iSl8zvtTNN+T1Zd4n2W9jiUny2XCmooXv/8dOqT27vxd7d21W+3defhv1261etYitfnLtZ6rzVsgn7pv43TP5aVg7kJACAAu840sFg+uvIzhyCfioG7dugqZL4wbBFEEMHmReHPmJOI6mInOaP9IagGUv+eee3S0P8xvolU4/OAB3nljwMnPQ73z4Wbt2rWaueZktsM6I+9RvXr1NAuWGwtOfucBG1H/MOD9Spjlrp9L7hitEAByxzzLKFMTAb8EAEZRqnI5dcfCYA9vUhMd6ZUgIAgkikAqOmtx/D733HO+hyYEAN+QBXYBMrk4unD84+h3M68EAIjJOOM41PVikKBRCCDCKpJxUN+vXz9FZFYs42AfiXZn7s9Y18n32YsA77lOtbv58+fryG4vlsihKTKuvGubxr8tqW7rc/YkCCWmjR8/XhNRxLIfAaKd27dvHyYBzbkIa8dJ7Aiih27pG82IbZxZOLUSNadjK9H65PrICCSDAEBrnA0++OCDOhKd879ohsMfJzhBQ8joRzOcV5wtRotsJ/CIdcm5Z5DS/24EGPpKlDMkF8h+u3fvDut+vnz5tAoGEdtOIzgLJ53TkOWHEGOpBTm/hwAAEcBpbvLbVh+JIIf05UzPYH2/ZMkSfS6cbpauBAA/OHNPdkquQ/4yU634qY+yXp47UN5wptA1SV/ONt1IOmbqYL99zKny6e6sXbx4sY7Qd6qiOBV7vODLflGhQgVFuirL2Js2bNigU4qYRloUJ5EomvqVs/1EnmW9jCW7yhzcG65G8+fBg+rAgYPq2OLHunajQJFC2dW9wNrZtyvcqa8d/Tj5Dzv7/+D/f/lN/bnvyPqJtwNCAIgXudxxnRAAXObZ7cXNz3JASooHamdEP3XwYEtUfzwsYvIdQSwgT5fTeIFAWi6SlFis/vOiMHDgQIn+jwVULvheCAC5YJJliCmLwP7f9njq27cLl6tXBtwfKluhbjV140z7obOniqRQ2iCQKtHaFmAcVqKWRIQDee6Q2OWAkkNpohh41nFGd6YN2BnW0VR31hIp48xx62UKhADgBaVgy8ybN089+uijOv8u8vzRzCsBAMI0adKcRpQrewqyxU6LJt3+5Zdf6pQBZs52rscBQdQs9TmjffiOCM10i8AKdnZTtzb2MGSYzcNVSPNI7OI48mKJHJpCUIKoZBoRiBASkGknmpcIMCJYzXVHHmne/bND2hciDep+OBL47bj9pqLhRNABSgU420ijgKMOkg1KgjhByE0bKeo4Ur1WSg8i1XHS8dxA33DSsO8nMwUHv3FUIJDhNY0IO6ItOZz3YkThO3OKk2s90lkOzz7MgWmkBbj22mv1R25OKi/9cJYRAkA8qMV3TbIIAFZvUINgL+F5GocRaUcgr/H7Y70iC81vsHLlyp4HwG944sSJins2a5jfM/sQ+2jr1q21corbmaLnBlwK0gb1O4Oj2Ds4p+Q3x15JKlJ++6bKKdVFipgldcLy5cttLV5//fVavr9w4cL6vsC1nOGaRl/Yf80zWXDB2eYkBxKIBRmCPRsjxzwRvUjGmxZNWSAR7JJ9bW4gAHD+bqZaAVMUfUkJEY95fe6YMmWK6tq1q62JG264IYwMaBWA8MN6jXSPiKevOXFNOhMA2E8ghzhTlKDWzLNcPKQo5nzcuHG2qeBdhOcq6zkx0t7nTPEcbT4TeZbNiXUSqc07TuygDv0bm6RtXX/OoCtV6xsvTokh7N/9x2Hnvd2RH4rc3/mb+uMX/narP12IDskchBAAkolu+tctBACXOUQaiJu48+E11nTDIscBz8NHNGYujHOkf5zR/dHq55CBCIJoB1O8VNM+L5l+DLUD/niAFhMEhAAga0AQSA8EVrw7X7163RESQLXm9VXf1+5Lj85LLz0hkIrR2nQcBwGHZRxSRjOcdMgcIrMtlv0IpIOzFlSI6F63bl0IIA5eouVutQpCAMAZLZZ9CCBZHElW19kLLwQAnHPOnJeonBHBj9OAtcB7GQfxTil/Dl3J7+60M888Ux/em9amTRu9F5GvmQM/cjo783Xi6Fy5cmX2gSkteUYAx7pTRp85xAHk1RI5NMVphcPKufZZn1bEKA540zgLwKHXsmVLr130XQ6nzsyZM7XDmbYsYks0goyzEcaGQwLFQA70IxlqBwQimHnMI5XlTIJnBPKARzNIHJxbXHxxsIe6BEb06NFDsUeYhnMP5z+H8V4NTIngM6OpuT+xVzijTTk7Yj2YRBXaQaHRIhHgVPJKPojWRyEAeJ1BKZddCEAK5ndvGgFM3I+dDjWUUniGM61p06Zhah1E3Dds2NBWDgIO+7mzTqJ5ISeaRnQ2hAfLcNDhqDON6O05c+aEwbRo0SLVrFkz2+dE+aIEm26W6QQA3pdr165t26dR7yUFr5eUUW7z6fW5g+cCno1Ni0ZQ5rnlrrvuspV/5JFHwtL5pvoaS1cCAL9fVI/dyMUQrrwQHXnPYL8zjWdAfDY//vhj2NTx7sFzgZv6Cekjli5dGlPZxao0kWfZVFpTqUYAOPjHfltUvhWhjyN/7y+7sxz6O/n/3xRlg7a8BfKrY8oUV8eUOlYVKVVcFSl9rP7//67aqNZ/7K6059YHIQAEPTOZVZ8QAFzmkxfhVatWaUmuWLkorcuRl+MgAkk3L4eW5KHDWc/hbCzr3r27ZqR6yQnDjYV8qDxExCIwIPuPjBgv3UHnv4s1Jvk+dREQAkDqzo30TBBwIvD5q7PUlDuORP7XOb+ZuvwZO6tcUEsvBFI9WpsoJZ4bOGD3YhyQc+CeDKldL+3n5jLp4KxlfnCumJFgRHYhyS6Wegi4rSkrz7pTMtcLAcBN/YHDUd6pTOPAiwM33tEs42DemRuWqFyiNU3D6UcUn5XKzfqOXMqzZ8+2leW9TJRLUmvduUXXERlLVCvR5F4t0UNT7nn33nuv/otlOJg5HHY6j2Jd5+V7fgMEE+D0537sjGCjDj8EAD/3CfZq1FqiBSTgaOI8xKvaIU48IpWj5f/2gotVJhJZg98/ZKJ40h1CRnKeCXEuAyGCfQkjzzTR/6gdmObm1PQ6HtYR6RtNw8ngZ917bUvKCQKJIkB0PL8J0/i3Mzc236MIAlnGNOT/nQFSRHA7FU5NRQ3zerf0A2b6DcqSRoEUrqZNmDBBKyK4GfuGmZ4BtaBY6keJ4piM6zOZAMDY2GdxopoGsc3paPeKrZ/nDjdJd78EgESUCryOKehy6UoA4BmGd49EDFIR5CKn8d4DqTmWH8a6jmdZnhkgAXi1RJ9lvbaT7HLZQQD4a/9Bu9T+L1lS+zjysxz7WVH6/P/BP6Kn4YkHj6Py5Mly6pc+/IdjHwf/Yee+dvRrh/+xuoybzRnzivpwjF1VKlpfhAAQz0zlnmuEABBlrnmB5CF02rRp+oURprf1UFq9enW9UfOCi/Off3tx/LxcBYgAACAASURBVJvN8fDIy/Fbb72lkKtkM8c4JCe3FHXDXodx77duHAj0myg9Z7/Je4fcJgdfzpw0uWfpy0gjISAEAFkbgkB6ITD/mbfVzFETQ51ufMm5qutD9qiK9BpR7uxtOkRrc2CHQ9/JYOcZhagY2PTOXHrMJpGTTqZ87pzl7B11qjtrQYO1RBSoaekYCZO9M5tzrVlriujTTp066Qh83ldwODqltmMRADi0Ze7NaFnUyNhn3CTTOeCFTGQae44Z3YVzdtiwYbYykWSFiRQkYtA0IZ/k3Npya3nFihXaiU5OZtN4x+Vd1o8lemjKeiVKnr9YxhkBaQOQfw3KuLdC3H/ttde0szmaeSUAREp7iHoByj2obpikG9rkt0/aH+e+bfXn9ttv14EITuM3jTON37fTyOXNXHOekqhBHiK1odM48yAKz4uBsal0QHQpZzNuzzfsP+xbRP05ZcV5NuIMqXnz5l6aDSsjBIC4YEv7iywlDyJR45GizikAeBZwkvL4XRMV6zTG6AxAclO1gHDsVBLh/BQVAKcR7e0MmOIe73w28YoPe1+hQoVsyijsY25RvF7rzKlymUwAcEu7gmoEz4tuKXljzYHf5w4hALg7LmPhnFPfJ5MAwJjWr1+vFSFikSAhUvKsQaoSP5bos6yftpJZNl4CwD9//qWd+n/wF3LiZzny94ak97Oi9g/ssb87BDWewsWLGo79Eocd+qZz/4hj/+i8/0moWSEAJASfXOxAQAgAsiQEAUHAhoAQAGRBCALph8AHj7yk5o59LdTxlv27qvOGukczpN/ockeP/UThxXKsgVgypLVvueUWrTJkGs4Z8uVBAOCwjGgfciWbUsIcgiOBW61atdwxmSkyylR31gITilvOw2GiWrt06ZIiKEo3TASQG8fhhayv6Zgg4sUvAYC0D6R/MI3ofad8v/X9nXfeqdXZTJs6daomIliGahp50E3jsA+yttNw5kG6Np12rEUOf8VyHgFUG7i/OFM/ENFHZJ9fS+TQlAjQ888/Pyy6O1ofuO9xbwxK3p7c1V5zgHshAKDYwcGzk1xBvmSIBji+iD4nbeHixYttQ42U3xhCDlG9lgOTi3DAEGGLk4boWcgLkAKd0XNECTujh/3OMeWTla8d0gmBGebYYvUPBUf2rXhNCADxIpfe12Wys9aambVr14al0CAn90cffWSbPEhUzv2HPQSygNP+/vtvlS9fPtvH/IYg8MRjELNJH2QaxDP2gnSzTF1TPA84UwERVU3qCN5L/Vo8zx1CABACgHOdcR4yffp0/T7Cs+f27dv1Gclxxx2nVYN4V+nYsaPf5anLJ/IsG1eDSbrILwGgcMli6tA//6oDvyfHqZ+/cMHDTv0SWRH7hyP3idLXsvylsyL1+Xe+gvmThEp4tUIAyDaoc0VDQgDIFdMsgxQEvCMAAeCla2JHt5g1dnngRkX+cTFBQBDIOQTeHfaMWjTpyKHEOYOuVK1vDDavas6NLvNbTvVobQ69eXE18xwT9UbEDRLbpuGcIerWtKFDh6qRI0dm/kSm0AhT3VkLVPTReQjCwV2DBg1SCEnpSiwE4iEAEClIxKDtebJLFy1r7makhbjxxhttX40ZM0ZBTLIM+X4ibk0jWtmZq9v6nvQFplQnUcJukuqxxi/fB4sATn8cP9xfTMOJTL7deKJiEzk0RR560qRJtr4Q1Y2DF2U9Upig6IczwnSo4/xmnUeTzPeKnBsBABzcHFxeCACQaZzOaX7HzrQY/B7IX88BtmVE8uOEcyp1EPmPAoBp/NsZkQ9ekBnMtCFEA/NvnisSsWQRAOgTa6hv375qzZo1UbsILmARSVbc6/hymgDA8x4ODNJNkHYAh0Ykc8tr7XWcZjmUFJzS8DhOUInwQ76w6kzHlAmZ6qw15xlpfu7fprnJoJPX3fl7Y59AocTNIABABLAMZ/DPP//seylCRITwY+bzhsBEVLmb+oDvBrL5gkxcU9x/Bw8ebEOSZzieAU0FF69Qx/vc8dJLL2minGl+UwA8+uijauDAgV67mhLl0jUFQEqAJ51QfgkA8UBG9H2WI/+wU99w7OPkN537BY5J7Nkznv55uQYCwP5f93gpGirTadQAX+WlcO5BQAgAuWeuZaSCgCAgCAgCGY7AW7eOUV+9OSc0ys6jr1NnXhEfwzjDoUq54aV6tDaqA85DLxjsTmlOgMVR4JTaxaGLY1cs5xFIFWctSJDL9brrrrOBgiNtxowZOs81a4lIVBwCRGL1798/EJnonJ+FzOpBPGsKeUycdaa5RQBa3z/11FMKiX7TnMQi8noS8W8a6yiSBLebIxnnQTyysZk1ozk3mp07d+r5QjXGNJQeIIfghInH4iUAbNiwIWzPwSG+fPly7ZQ0jcjQzp072z5r2bJlGCklnv5bBADWJviQfoO2tmzZEkYw8EIAcCPLkBbDGfFKXyH0OVUX3JRaaHfWrFm24aH04Zbflr382WeftZVl30dpIRFLJgGAfqEYwhitFI6kNMAxjTIKKkfsQb1797alJol3PDlBAMBRCDEPpz/jtJzusdZUMgkA27ZtUyeccEJcMAoBIC7YknoREfk49llrlkEqgvBlpvThO4hC7H2mRZtT9mRnvRCOohmqPzfffLMuQopWyE1W2lfrOp4VeF5l30pHyzQCgNu7A6lrUKJCOcivJfLcAUmK92HTIqnkUGb06NGKZ1fTSBkEuSydTAgA6TRbqdVXZPwHV71Q/e/Q/+LqmHbe48y3/g5H6x9x9GdF6hcuUTSu+uUiQSBTERACQKbOrIxLEBAEBAFBIFci8FK/UWr1rEWhsV/y5CBVr3OrXIlFOg061aO1n3nmGXXttdfaICWCcNCgQa4wn3jiidoxYRmHcsgoI4sslrMIpIqzFhTcZN2joYPziyhbcr2LpQ4C8awpIusqVqxoGwQqIxy+uzl5ORydOHGirTxRhGa+8T59+qjnn3/eVgbiwIAB7tEQbgQAnAU4I8SyH4E9e/YoSCDLli2zNY6zGmekM2e0nx7GSwBwi5RnzbH23AxZfdN5xBrDYeWMlvfTd8pSBwSDCy64QKFcYVm84yIyFsl+0w4cOBBGauB7t5y5bhGO/H7NaFvIW9z33Wzy5MnaUW4aJAP2d7HsRYAIe4hSOP0hdripoGQXAYD1w9o0zY0s5hUhIQB4RSp7yuGIbtq0qVq6dKmn375zP7X2QhQp3MxJAEBRxJnmxHkd6i7R1Drow/jx4xXPOelqmUQAIFUMEffsW5bxboBCCQQsv5boc4dbyj2eRZ3Pq1a/UC1AvcA0yPROEoHfcWR3eSEAZDfi6d3e/w4dUiumL1Arp89Xa+d85nswTa/sqFrf2FM79o/Kc5Tv6+UCQUAQUEoIALIKBAFBQBAQBASBDENgwiWD1YYFRw7Qe794r6rZulGGjTJ3DCcex1oypLWJViBqwTQOiy+99FLXifCTtzN3zGTqjDKeNZUMZy2IsH5ee+013+BAPHHmg/ddiVwQGALxrCkaRynElBbnMyJru3XrFtY3N2e9U17cjahUq1YtRRoA5/V8VqdOnbB2cFjiuBTLXgT279+v2rdvrxYtOkJgpAdI7OOcPOaYYxLqULyOcrdI9SlTpugIfDeDwPDJJ5/YvkItoG7dugn1P9LF8Y4Lkg3R7JZBKiAK0s3cfisQEd59991QcSJn8+bNa7s8Wv7tuXPnqrZt29rK44SbMGFCUnCSSsMR4Dc3YsQIfQ+GeBXNYhEAUHNAwt2rsV6cUdakhHH+dqjPLcLWqxIIcvGJkm+8jimocpnkrHViQhoX3h1Ma9iwoZbWd1PeyQ4CQCz1CvbuYcOGKVRo0sHWf/RVWDdRNmJdQYhwe5aq0aphOgxNTZ06VT8f/vvvv6H+Mh5SA7G2/FoQzx0bN25UVatWtTXtlk7HKuD2GyDlhFMRy+9Ysru8EAC8Iw4RDYUKp2qU9xrStyRBSSumz1erZi5MaBCS2jQh+ORiQUAjIAQAWQiCgCAgCAgCgkAGIvBkx5vVluXrQyO7buqjqlLDWhk40sweUjyOtWRIayNnOG7cOBvY0Zwg7dq1U8gJmxZJCjizZzD1RhfPmmIUQTtrqROpTqfDj+hrPifCC+IBB2PmYZ9+gTnqKLV48eJAcmun3gylX4/iXVOkf0DK1TTWGRHHlnOeub/nnnvCJMi5BucV31mGVDTqI2YOYL4jWpmobcvBsGrVKtW1a1eFFLFpKJTgmIonx3z6zVrq9BiZcRzKRNKZdtJJJ2nHUNmyZRPubLyOcjflCaJBI0lBn3rqqWrt2rW2/q5cudKVbJLwoA7npW/SpImtqljOWgpzGM0BvmX8Nvi3m2PVzcEByW/hwiMHujhanfLdyHzzW3Mz5pVIYNMipRUKAqdk1cF+gbF3pJvCkZVWwgs2XtaUl3qsMjjsSH1lWqRnSvJj33bbbbaykFVMJQw/bad62UwlAKDugbPdNNQeSA9WoUIF12nJDgIApBOIW7EMFTQUhVL9+WDYqd3U/t3R0x6YYz17QHfVYbBdjSUWFjnxPe+UpIix0pJYfXjooYcUZFC/FtRzB8+ovK+YShPsTaiZuN1Pq1evrkgtZBnEOVQI0s05LAQA7ysutxEA1n34uVo5fYF2/B8yyDo2xAji95EBQAgA3teblBQEIiEgBABZG4KAICAICAKCQIYi8HDLvmrHxh9Do7vlg6fUCbWqZOhoM3NY8TjWkhGtfdVVV6kXXnjBBjKRGJEiYtz6zSFfgwYNMnOi0mhU8awphhe0s5Y6ccB+/PHH2pGEckX9+vX1OjMj9sgF3rFjR/Xdd9/ZUO7SpYuWKxbLeQTiXVM4FnGYmjl7GQ2ONKKhSpQoocjPGyk6dezYsdq5b5pbGgC+J4c00eS7d+9WkKQsx515LYe4HNSJZR8CHJ736NFD4fwzrXTp0tr5TxR5EBYvAQBZ+iFDhti6gPOb/crpCMLZfdppp9nKBpUCIBIG8Y6rSpUqatOmTbZqIS6ccsopYU198803qkaNGrbPuZdzT7eMaG6cdaaBBb9fN3PrN86dGTNmBDHd2VYHTiRUQ7hnZQIBgPXqptwQNAEAghfKEpZB3OIe7+YwIz/7448/HioLSTBWXvdsWwBJaCgTCQBIniN9blrRokX18x/PfZEMEtjmzZttX0dL6+BMAYByDM5Vr8ZzAUTC2bNn66h/p0IRKhdOMorXurOrXCYSACD8QiwnYt+0W265RY0ZM8Y3tEE/d0AodT7DkKrgsssus/XNjfgWSfnE96Cy+QIhAHgHPDcQAL75ZKlaOWO+dvr/feBPV3Aq1K2uTuvYXP/d3+QKdejfIypUsdAUAkAshOR7QSA2AkIAiI2RlBAEBAFBQBAQBNIWgVGnX6p+374r1P9BCyaq0ieVT9vx5LaOx+tYCzpam0gtIrZM80sA+Oqrr9Tpp5+e26Yw5cYb75pKhrPWKzjkBHeSR4hgJVexU3baa51SLjgE4l1T9AAnPoe48RgS5ESOm8ZBG2vF6TTwUj8EAWf+eS/XSZn4ECCHL+Qy570FBx+OoSDvF/E6yt32HkZL/nqiWSEqYBzs9+rVK4yoBJEFFZNkWbzjuvjiixV5h00bMGCAjnB12q233hrmZEG2+8svvwwVdYsm90sACNrJnCzMzXozgQCA+kPz5s11WovOnTurLVu2hKnrBDk3KLw4c3VHi+KlXzxvWgZpzCQPZMc8Z2cbmUYAQOUHAqlpPL+h+ILaUzQjhQ/qYaahNgI50M14HjTJfRD/tm7dGtf0QXxiDzMJipAWiOxO5WjtTCMAkEIHhQae903r2bOnevXVV30rMiTjuWPWrFmKPdI0FHHeeOMN1bp1a/0xSkDsr85n02jp9OJauEm4yE1Rgt/FgQMHtPqBmxU6NrG0TUkYRo5VmakEgO8+Xakd/kT7H9iz1xXfcrVPDjn9S1Q4LlTmjhM7CAEgx1akNJxbERACQG6deRm3ICAICAKCQK5A4N9//lHDanVTf+47EBrvkC9fVseekHVoLZbaCMTrWAs6WlsIAKm9Tvz0Lt41RRtBO2v99Js8rBygmSakEj8IJq9sImuKXiHPT3SgU7rf6nHNmjV1jtXp06fbBkHUccWKFcMGhgMLYoBzvVgFiTKFdEC7puGMfv7555MHlNRsQ+COO+5QOP6chpMFEpsXI395tAhSq454HeVcz8E+B/xOYx2VK1dORyUiSe5mRLQT2Z4si3dcbnnVcQQTtQg5wDK3cnyHQ+ajjz4KlRMCQPopAOCUmDZtmt4rTTn9eNeU1zWOQ8xcO4UKFdIqL8WLF3etAiLQ0qVLQ9+lo1KEV2wol0kEAPaTK664QuF0tYx9hnu5kwTihhHpTViPpqFyVr58OJEdMk7+/PltZXl2cBII/MyFk3zCtXPmzFFt27b1U022ls0kAgDPcvz+f/nllzAMUYfwQgA+88wzbc91yXrucEtpRqchq0B4cSOioISCko6XcWTrInI0NqRaJ/XX/iMpg2L1pc3Nl6r2t10eq1iu+T6TCADff7VWrZi+QEf7792523UOjz/lpJDTv1SlE1zLfPbSe77nv0kvO8nGdwVygSCQyxEQAkAuXwAyfEFAEBAEBIHMR+Dgnn3q7lO62AY6fPVbqnDxopk/+DQfYbyOtaCjtYUAkOYLyeh+vGvKqiJoZ61XZMkPjTPKNLcIcK/1SbngEEh0TdGT9evX6+hj8rziDEJOGznySy+9VF1zzTU6UtCMOK5cuXKYhLk5IqIAiSwnAotoUQ7gyDeM8wnn/08//aQ6dOhgA4HyRHEn2+gLa5nIL6KnnMSGSO3jdJg7d67v7kVSa8EpQySjM6eulwaiyTB7uZ4yRMeTjiERI30IkvyxLBGnJmNt2bJlxHz2kdoeNWpUWPqAWP30+3284+L3QSQ1Ua5OI+oW5wpO/UiR1qT/MaOyhQCQfgSASGst3jXlZe0Szesk7LC/P/PMMxEvZ982HYCXXHKJwnHG/Z+0FUhRE22LggupgS6//HKFkzldLVMIAOwP3bp1U8itW0aKCe6zzJEXQ0KdKG/TWJ+NGzcOu5wUEs6UMe3bt1coTsRryP0/+uijtssnTpyoSDWUqpZJBAA3tRC/uPPMZz43Jeu5A7ICdZNCwovx7Ecqodq1a3spnqNlhACQGPzpTgD4ceUGtXJ6lrz/79vcya7HVT9RO/3rdGyhylQRpdHEVoxcLQgkBwEhACQHV6lVEBAEBAFBQBBIKQT2/LxLjWxwaahP+QsXVMNWvKHyFrRHS6RUp6UzKhHHWpDR2sgdT5482TYjflMAEMHlJVJTpj25CCSypqyeBe2s9TLi/v37q2effdZWNB2kM72MLd3LBLGmomFAJD8KEKYNGjRIPfjgg3FDhxQr0a+W5cuXT0v7RpIzjbuhwxfi1Jk5c6Z2+hNNbjnd/UhrV69eXW3YsMF3VyLt1RxUI5Ecj+UmAgD4EOGPM+ill16yRbO6YUdaANIDcN9MtiXirOVaIvlxoPo1Z+5lnB/kcTfNbwqAjh07eibD+O1vssqncwqASJgksqZi4Yzz/vXXX7cVW7NmjYJ04masTaJn/ViNGjX03s5+mY6WCQQAiHwoNTjJZdFSPbjNFeWJ2DbtscceUzfffHNYcdYV68u0u+++W917772hjyAOQlYybceOHaFULs5KUQV64YUXbB/TjqmSkmprTAgA9hnJLgIArUJC6dGjh02xxG19sEdBAoWElw4mBIDEZikdCQA/rduknf7I++/a4k5qKXNyhVCkf9lq9ue/xBCTqwUBQSAZCAgBIBmoSp2CgCAgCAgCgkAKIrBz80/qwWZHDqSLHV9KDf3qlRTsqXTJQiBRx1pQ0dpuKQWmTJmic8a6mVukKo4rZLzFchaBRNdUrN4nw1lLmxdeeGGYcyjZ8tqxxirfZyGQzDWFA4HoazOPOtGdkFCqVKkS1xQQcU8EsylLnAz5f+qfP3++dvq//fbbYTls6bwfAgBS2eRc9WuRCABE3xOxFo/lNgKAhRER8dz7cHDh9CYyGdlpopSJ5GM+iUJOFpHEOVeJOmvnzZunyKXsJrFMW8WKFdPOLif5yqmWwfVgYBp4rFq1ynV5LV68OEy5AeedM9o3nrWZndcIAcA72vxe2LPNHO1t2rTRv6VI9u2336pq1ap5b+RwSVIaoDZQoUIF39fm9AXpTgDgt92uXTudGsU0J2nIC86QQ5wR0jhP2Vecsum06VxLH3/8sX5+sAzC0yeffGJrOhIp4ddff9XvLPzXNCTbGzRo4KX7OVLm7hoXqYN77dhH60iVJnXUJU/dqYqWKZEj/Y3WaDopAFjjQPECAhLqU6yV7du366+4P5LOgGdP7nWkEEoXEwJAYjOVLgSAHd9uUStmLNCO/x0bf3QddKnKJxx2+rdQx9esnBgwcrUgIAhkKwJCAMhWuKUxQUAQEAQEAUEgZxGA0ftYuwGhThxXvZK6dV5k6c2c7a20HoRjLYho7bvuuktHNJpGbk/kOd2MnIumw44yRNc6HQQyw9mPQBBrKlKv/ThrcSgR1W9apKhuHKmVKlXSDjfTyO1KjlexnEUgWWuKPYM9xil7H0syOhoa7FusO9M5gQOXfZI1FoRR94gRIxT56UlnEM28EgDcHKykSUBSOZa98847Os+309zyu3s9lN61a5d2DovlLAKJEgDoPYfT48aN0wQrIhghmfBbgHQ1cOBALYGNk8w0omjNiH+clqSTMA1nL+mI3Iw82shzm3bttdeqp59+OmcB9dm6EAC8A4YDGGUq01hzKD9EMggqkASchlOYez9kAp413WS3uS/Nnj3bewdTpGQ6EwAgXeBk//33321oQjKC3OPlfuWchkaNGqmvvvrK9jGpetizjjnmGAVe3G/vv/9+Wxmc96Q4Mdt8/PHHw9QDIBRyLc8FRYoU0XUsW7ZMpx7CgWsaqVHYI1PRlr3zkVo4aZr670r/KkGMp2qzeqpBlzaqQdfWqTg86VMOIiAEgMTAT2UCwK4ftoXk/bd9vdl1oCUqHheK9C936smJgSFXCwKCQI4hIASAHINeGhYEBAFBQBAQBHIGgR+WrlPjLhwYarxyo1pqwDv2HIc50zNp1YlAshxrVjteo7XJedm3b19b9yAEOKU5rQJEXZmOr8KFC+sDQa/OJVkJyUMgWWvKr7OWyGgzMosR41D6+uuvwyR/3aKAypYtG4qsSR5aUrMXBIJaU/v27dPRdjgRcNwgt+6MIiTHL+lEihYtGrNrRGLt3r1b/fDDD+rTTz9Vzz//vK7baTgdcT4GZW750CPV7ZUAwJiJHjMNVQGizeM1HLvI2puG1D3Rs2LpgUAQBIBoI8W5BhnAimKkLA451COcVr58ebV169bQxyhW/PHHHwqiitMmTZqkrr76atvHOOHuvPPO9AD+cC+FAOBtutiHK1asqNeDZThTifB3Wx9WGcgo5Mnmb+HChToFCuRByCmWQQIYOXKkTerd+g7FjnSR2bb6nK4EAAia3KPc1ESYa2fEvtvKgTzMfdo0CIBE95uKPXyP475cuXK6PedzAt8TgY0cu2msP1KTbN4c7ugiDRApcSgDwc3NIM117drV26LPhlJ/7T+oFk6cqhZOnKb2/WonXSTSfIMurTURoGqz+olUI9dmCAJ+CQBNr7xAdRp1JNgkQ2CIexipRgDY/dMvWU7/GQsiEoaOLVdandaxhXb8VzjNvwpP3GDJhYKAIJA0BIQAkDRopWJBQBAQBAQBQSB1Efh24XL1XM+7Qh2s2aax6v3CiNTtcC7tWVCONTf4/ERrf/nll6px48a2ajiANXNoW1+65ZVu1qyZPsAVy3kEglpTiTprcc7iWHJGSHPQ+9xzz4WiS4nu6969e1i5IUOGqFGjRuU8oNKDQFIAkNOX6Lxodtxxx2k1gEj5os1rcTgVL1485uzccMMN6oknnohZzk8BNwIAUYiQF3B4meaVAMBe27lzZ9u1iUoROzEn+tF00PkZs5TNGQSSTQC49dZb1ZgxY2yDc8r/W1926NAhLOIawk3dunXDwCG6ln3eNKK9W7VqlTNAxtmqEAC8AQdhFCUp0yLlcvdWY3gptzRBEAOGDh0ab5U5cl26EgCSIdduTQBzOHr0aM/z0bt3bwXJyM3Yk1AfiZT2JFIjgwcP9tUHz52No+D2b35QiyZNVV+89n4cV9svKVnpBLXr+59c6zmmTAllkQFQDMwNxrsJJoT1rNnes+NXdd8ZV6h///rb1/TnLZBPHV+jsjquZmV1fI1Kh/9bWRUuEZu866uhNCicCgSAvTt3qxXT52vH//dL1rmiVrRsyVCk/4kNRF0vDZaWdFEQ8IWAEAB8wSWFBQFBQBAQBASBzEFg7ZzP1Au9jzj961/USvV8YlDmDDADRhKUs9YJhd9o7UOHDqnjjz9e7dixI1QVstnk58SpZRqHdM4D12HDhqnhw4dnwIyk/xCCWFNBOWuRhHVLI4GzlMguIvvMyFMLfRzBRPaVKlUq6RPCwQ1RX+RxJ683ksWJWqTc6/HmVccJRcQ8fSS/rd+D7UTHkx1riihOnODIinuxWAQAogfZkyCSBG0WAYA2mjdvri666CLtvCdCskmTJrbmvBIAICncdNNNtmsTjdanX1OnTg3VCcb8rjLV+J3wR2R6tKjjdBp/sggA4ITD1un8R3adNeLmHEGSG0KNaX369FEoCJkGyQTyl5lbG5Ug9npLgjtd5kAIALFnCowqV66sfvrpiJOReYb8F2QaETeSlNf9NfYosq+EEADmuoJNGpJ77rlHS/5HMu65kJZQE4mWbmDTpk1qwIAB6oMPPog5sahNQVYhjUFO29fzvtQR/5D4nZa3QH51Vp8L1ecvz1IH9uz13NWzB3RXLQd0U0unzFNL356rtq52T9uC9DeqABACChXPXCcuz4683xYsWNAzhplWcOf3P6k1sxerNbM/MEYJGQAAIABJREFUVT8s+zrQ4RUtUyJECiCH/HE1Kqvja1ZSeY4+OtB2UqmynCIAHPh9b8jp/91nq1whKVLq2FCkP4qgYoKAIJC5CAgBIHPnVkYmCAgCgoAgIAjERIAX/jduejhUTmTbYkKWrQWCcKzR4USjtamD/OwPP3xkrfAZcp/IbOKUQ55zypQp2qFrHtDhaEFuE/lXsZxHIIg1FYsA4MdZSxoJZ37paChxKDdz5sykRoqyfmkDh/qsWbO00xALwplAdFHDhg1dpej9EAD4vS1evFj3EYKC5UzDkbZ3r/fD3yBWZDLXVJkyZRS5oznU9yIhbI0nEgEAp0Dbtm3VI488osgjnQxjHnFGXXDBBTY5/USctUj1I9lvGbmP9+zZk1D32b9JLWDZ+eefr2bMmJFQnal8sThrI88Oex6/GVKwQCKaMGGCzWHLlThFUGSpV6+ea0UQUkjjYspx83sj7/v111+vSReQCMnf7XS8kQ6ANtPNZE3FnrHJkycrIrJNu+6663QO9yBt3bp1YeowrFXyuaeqIcXsNNYUqQ9Ic+PmxD72hNIpOZxkKgBYA4ZcB6EItZBvvvlGK9ZAIoFQ1Lp1a51WpGrVqp7x+eqrrxREVFIEfffdd/qeyjMUJFPujzzzQZRj78tJ+/TFGdrxv3NzeKT+cdVPVGf16aQaX3Ku7uKwU7up/buPpNqI1W8IAB0GH/l9oi6wdMpctfTteeqPHb+6Xl6jVSNNBqh7QYtY1afd97mVAPDTuk0hp/+29e654L1OZvk6VdV/8uVV1EmaCi9WtmpFdVyNSsokBZSocJyXS1O+THYSAMB75Yz5asX0BWrD/CPP9yZIhYsX1ZH+dTo2V1Wa1El5/KSDgoAgEAwCQgAIBkepRRAQBAQBQUAQSFsEPn1hhpo69KlQ/1vf2FOdM+iKpI8n0ahVDvVef/11fRBE3lle2sldzMFNixYtVMeOHT05CXGkFShQIOTk8zNwPw47P/VaZZPpWDP740Vam4N7ov/MqD2rDqK1ObB0+65///5q/Pjx8QxfrkkCAslcU/E6a5GUxsEbKe+qBQNqE+SFd0ZRBwET+8D8+fO1Q53c6r//Hp5PNQgCgFskt9V/L/sJDjr6+NprrykOw52WrgQAnPzkdka2n1zi5Bk/++yz9T7ux/Fv4cH9AIUInAMlSpTQeaDPOOMMnb/Xq4pAEOvKrCMRAgBpMCB6WFa9enWtXgABCycG40WhAucH65R9l3FHM36vplrEJZdcourUqaPeffddtXbtWnXw4EGNIU60Ll26qMsvv1znXU5XE2et+8y5RU47SzLvL7/8srr44oujTv/dd9/tmpoF4haRtER9o+xiGnvWqlWrFHnC081kTUWfMe6rEK3YTyzDqc19jD0sSENBAqUq09zSrgTZZqJ1jax/iZbY9mrNru6kLhje32txKZfGCPy+fZdaNHGqWjhxmvrXsWcyrFPanaGa9e6kTj7LnmJl+/rw58JYMOB4dbMNC5ZpZYBlU+a5fn903v8cVgVoo046IzmEylh9D/r73EQAQAreivTftWWbK5SVTj9F/bhyg/r3b/t9OxrubW6+VLW/7XJdZNcP29S2dZvUT19vVtv4W7dJf+bF8hcuGFIIyEonUEmnFShYrIiXy1OmTLIJAP/+86+W9udv3dwvXMddsGiRkLy/c89IGaCkI4KAIJBUBIQAkFR4pXJBQBAQBAQBQSA9EPho3Jtq9gOTQ509f+jVqkX/roF3PoioVQ75iEB+8803Y/aP3PNPPfVU1EhPt5z1MSs+XMCLw85rXW7lkumstdrzE61NNHSnTp3U3397ywWIM4nIGg74xVIDgSDWVNDOWpAhah2n9nvvvaej43FMEjGKkxIHJNHUl156aVzO4GjIE606YsQI3TbOqWiWKAGAvQunR6TI7Wj7CSQaIt9iRTPmBAEgNVZ26vciEQIA5AVSR3g1yABE3rJfuxnOfb8StzVq1NDKBkE77ryOKdFy4qx1RzAWAQBiJcSrDh06xJwCng3atWunVQS8GM5g1ukVVySfdOqlP37LyJqKjhjPjNw3TeMZhJQ1QRvPDfXr17dV26BBA7VkyZKgmwqsPiEABAZlxlSEU5Zo/1UzF4aN6ag8R6mzenfSEf8lKpTNtjHz7o4iACkCNi5e4dpu8XJlNBmgfpc2qvRJ5bKtb0E3lOkEAEgdOP1Xz/5U7d35myt8J595mqrd4SxVu0NTdUyZEmpItU6eI/mp0CQAuDVAlDrqABYhgP/6UQtABUWrBRikAJQDUtWSRQBYOWOBjvZfPWux69AhUBDpz1+1Fg1SFR7plyAgCGQTAkIAyCagpRlBQBAQBAQBQSDVEZh1/2T18VNHnOrdHr5ZNep5TiDdDipqlRyiTZs2dY18jdRRHCEff/yxqlvXHiVhlY+Uj9vLwNOZABBvtDbSvVdeeaVrbnYTMw59rbzpXrAMokyi+dqDUpWwxkKkI1G7pEZAahsHMA4PsK9QoYJ2qHTr1k0RpSaWMwhY+dq9tJ4oAYAIa1RLIlm0/QSJ2x9++CFmN4UAEBOiHCuQCAEAlRUzh7aXQUCgIZofaX+nffvtt6patWpeqrGVwRmMo439K91MnLXuMxaJAABBhJQ+9913n1aC8GqQqvr27atJVdEMtY9nnnlGoW6RriZrKvrMoeLiJINACjj33Cy58lhGRD/PTZaxp6HOU6RIeATopEmTtAS8aawtL2ThWP1I1vdCAEgMWVIqYUdnQP7w5VM/1o5/oq2dVqrSCdrp3/SqCxIDLICrf9++M0QG2LHxR9caK9avoRp0aa0adGmj8hcpGECr2VdFJhIA1rz/aZbT//3F6q997pL81VueHnL6Fzr2GBvgQRMAIs1mImoB1GmRArLSCGSlE0iFlClBEgDWfvCplvcn2h9ijtPyFsgfcvrXaNUw+3440pIgIAikPAJCAEj5KZIOCgKCgCAgCAgC2YfA1CHj1Kcvzgw1eMmTd6h6nc+OuwNBRq3iTCUn48qVK8P6w0E1MvbI1JPv3mk4K9avX68KFSoU9h0OWucBtNfDJCTLkZhOlqVqtDYRzMi2ky8a6V6k/0mjcMIJJ6izzjpLR2pz8JsdFkS+9qBVJRj3ihUrtFwyeUqjGdLKt99+uxo+fLjKly9fdkAmbRgIuBEAIGm4SQcnQgD46KOPdI7aaOaXAEAfN23apA4dOhSqVggAqbu84yUAEFXN/mrOM6OEFMA9ke+Q2F6zZk3Y4EuXLq1zGx9zjP1Al9Q5bdq0CSuPXDepXrjfku8dhRynJSuCN9kzJ85ad4QhAPTo0UOnkICcRhQ1REvIaTjp4zXWO9H9ixcv1uQl7tUQSFhfrKF+/frpNtPZZE1Fnj1Ij+xPpkE64lncLbe9W01uBIKnn35aXXvttWHFSQ3EmjONdxDSoaSqCQEgsZlJd2ftXwcOaol/pP737gpPO0XU7lm9L1Q1WzdKDKgkXQ1ZAVUA1AEO/hH+7k2zp55zpiYDnHpu0yT1Ithq031NgQbras3sI05/Fe4n1qDVat8ky+l/blOVr1CBiEB+8Zp/xZbGl3gjecWavUTVAgoWLayOq1lZqwUcX6PS4f+vpPIXCT8PitWXeL9PlACw/qOv1Aok/mfMV//8Ga7ASCoOK9L/lLZnxNtNuU4QEAQyHAEhAGT4BMvwBAFBQBAQBAQBvwi8fuNDatk7H4Uuu2LiPfoFPh4LMmqV/LO9evWydQPn6ZgxY3S0GU4QnBbkROZgmZz0pj3//PPqqquuChvGo48+qm677Tbb5zt37tQH1WKpiUCQ+dqToSoxffp0TSrB4eHVWNuQKsSyFwGLAMBe0rx5c3XRRRepzp07qy1btigcCqbFSwDASXTaaadpx0c080IAwEFLH/kjxQb7nrnOMoUAgNMbMheOa6+ErOxdOf5bi5cAwH6HUs3ChQvVggULtGP+hhtuUORbJyLWMqL9e/bsGXbve/LJJ9X1119v6zD3R+rij3o3bNignn32WXXhhReGynE/HTlypLr33nvDBrt69WpF+ph0skx01qYT/pnY10xcU/HuU875hQDpjL5324uirYvnnntOXXPNNbYiEH7Zq9jruG9znxgyZIh6/PHHbeW4F5LWJ5VJJkIASGxXSFdn7c8bftCO/0iO1SaXn6cj/sucnD5KO2vnfKaJAKtnLXKd1HyFC2hFAMgAJzaomdjEJ/HqdF1Te3ftDjn9v5m/1BWhPEfnORzlnyXvnyeNlTMSVQsoXqGsgxRQWZWtVjGhlUU6TVJ4OI33maPz5HHFu/cLI1zb/HbRch3lT7T/n3v3h5U5Kk+ekNM/3jO6hAYrFwsCgkDaISAEgLSbMumwICAICAKCgCCQfAQm9x6u1s05Eklz9SujVfWW/vOHuREA4o1a7dq1q5ZSN2306NFq8ODBYYCMGjVKO0dMu/zyy3UeW6fdfPPNtoNDpEX/+OOP5IMsLfhGIOh87clQlcCR1rBhQ9c870RX4sx0i6oFDOThOTRPN+NwAyc0B/Pp5qzF6U4E7AUXXGAj/QTlBGEukdDGQWEZqQBw6BKZbVo0AgAEphYtWqgqVarYrslkAsDevXtV0aJF025NRfr9BrmmIrXx2GOPqYEDB9q+Rnli7ty5cW8rkAIgNZkGMWDo0KFx15kTF2aiszYncJQ2jyCQiWsqiH0KYh3P+pZEO4ixl2/dutVVvj/SmuK5AhUBN3UTntVROOF56uDBcFnrdNijhACQ2G6Sbs5aInmR+ScPu9OKHV9KNevTSTv+iehNVyNie+mUeVoZ4IelX7sOo1TlE7LIAF1bq+Lly6bUUNNpTf364/aQ03/zV2tdccxbML92+tfp0FTVah9fMEdKTVCUziSqFgBB4jiUAmpW0uQA6/+LlvUWEAIBYPYDkz3DdVSeo9RDW46oK2z6Yo12+vO377c9rvXUOb+ZOq1jC1XnvLM8tyMFBQFBQBAAASEAyDoQBAQBQUAQEAQEAVcEnuk2SH332arQd9dOeUSd1NhfxJ9FAAgiarVu3bph8v/kMXbLn75kyRLthDWtVatWCtljpxFJO3Xq1NDHRDUS3ZipZuaM8yrDmipYBJ2vPRmqEm3btg1ztrF2IZ/wO8BIY4Gj3xkRjuzyokXu0TOpMgdu/YAAIM5a9xlC+vqUU05RkFcwohJJC4Ez3w8BINL8CwEglX8Z9r4F4ViLNVoOr52y7YmS2txyxMerhhGr/8n8PhOdtcnCy3pOSLdnhGThQb33nXGF+u2/P3tuokmv89RF993guXyqFAxin7rpppvUE088YRsSZFsISn4NUiUkJqL5vVqHDh00aSnVCYnDa3eP6OhxG2uRkseqhj3aqqrN66uqZ9XzCkfGlksXZy2p9RZOmqp2btoaNhcnnVFbO/2RYc8027n5J7V0SlaKgEh7Z+XGp4bIAP/JlzfHIUj1NbX9m++103/17MXqp7V2ErEFXsFiRQ5H+jdVNc6WPPCJqgUUKl40jBQAQQByhWnxEACun/aYWjEjy+m/5+dfXdc/e0Odjs11xL88k+X4FiEdEATSFgEhAKTt1EnHBQFBQBAQBASB5CMw9tzr1dbVG0MN3TTrCVW+TjXPDedU1KrbASZRjDgynEZ0EblKLTv//PN1bvtMtXR21gadrz1oVQnysTsjtIl6w+F73HHH2ZbUqlWrtCy8abzYE8mWL1++tFp+6bymIgEdhBOEulEWMPcT1ElQA4C4JASAyMtc1lT8WwBKI7/88outgt9//11H4MZj69atU7Vq1bJdWq9ePbVsWXgUYzz1Z9c1QgDwjjTrJW/evKpQoezLk+u9dzlTUggAMz0Bj5JNxYoVNSnQMlKV4Mh3Ph95qlAprRxw3XXXKdKcRDMc/tdee61ODcb6TUX7++BfWvr9i1dnK5x58RrPixABqh3+O75m5XirStvrUtlZu+fnXVrmn4j/f//+Jwzjht3bqbP6XKhOqGVXdUrbyYjR8U2frw4pA7jhweU4OFEGqNmmUY7BkIprasvy9SGn/87N4SQSwDqmdPGQ0//kpnVzDL90aThRtQDGWbLSCer4GofVAmpW0ooXC557JxAIarU7Q0f685vI85+jA6lTKhEEBIHcjYAQAHL3/MvoBQFBQBAQBASBqAj889ff6pFW16hd3/8UKnfbR8+qstVOTAi5ZEetIv+Po800Io+IQHKa01mCPDe5tTloXLt2rXbIlipVSuHw6NKliyKVAHlH09XS2bEWdL72oFUlILz06dPHtjT498SJE12XS9WqVdXGjUcINhSCRFC5cnod5Kbzmor0Ow6CAIDjHwKAZcwrzlT2PyEARN9BZU3Ff4epUaOGJh2ZRvRsuXLl4qp0+/bt6vjjj7ddy/pFgSedTAgA3mdLCADhWAkBwBsBwJnyBiSDItZCOnrxxRe1UhLPSpAMUDypUKGCatOmjerVq1cYWcn7qk9uyU1frNZO/2XvfJSUhoqUOjZEBoAYULRMiaS0k0qVpqKz9ocl69TCSdPUyhkLwqAqXKKYdvoj9Z+/SO4lV6149xNNBiAlgpsVOvYY1aBLa1W/a2tVvnbVbF1yqbKmNi5ekeX0f3+x2rN9lysGxcuVCTn9KzW0kzSzFbQMaixRtYBEoKjZupF2+PP3n/zpFQiQyLjlWkFAEMgeBIQAkD04SyuCgCAgCAgCgkDaIrB/9x/q4RZ91d5du/UYyJF2x6LnVYkK9ohmPwNMFgGAfKOvvvqq6tu3r+Kw37Ly5ctrZ74zAhLnPnnL/RjOFZQEqlev7ueylCmbzo617MjXHmmivKhKDBs2TN177722KsaOHauQw3WzM888U3322We2ryKltUiZBeTSkXReU37m24/s+YEDB7T0P6QVy9555x3VuXNn/U8hAERf0bKm4v/FFytWTO3ZY88f+scff/jKvW22vnz5clW/fn1bhxo0aKBItZNOJgQA77MlBIBwrHILAcD7KpGSsRA4+Mf+rGj/12arX74LT2FwVJ486n+HDsWqJvT9Ke3OUMdVr6S2LFuviAomijWSUQ51gCyVgHoqz9GZF0WaKs5a5mD5tI91xP+PK+zkO76rWK+GdvzX63S257nODQX3/fq7Tg9AmoCf1m5yHTIBB5ABGnRtrbzmYk8Eu5xcU+s+/Dzk9D+4Z5/rMEpVLqdqd2iqHf8VTvOuyJgIJrn92iDUAiJhWL3l6SGnf75CBXI71DJ+QUAQSCICQgBIIrhStSAgCAgCgoAgkCkI/L5tp3rgrN7qnz+znOrkQ0MJAMm5eCwoAsALL7yg+MNw5iOpvXPnTluXcIbMmTNHNWoULimIs7VaNf8v0CVLllQ4RYg6SjcTx1p8M+ZHVcJLC+RYJi3Ajh07QsX5XViHT17qSJUysqbCZ2Lw4MHq/vvvD31BDuO5c+eG/i0EgOirV9bUEXx69uyp3njjDRtgs2bNUueee24YiNwDWVumlS1bVhHFbxoR/eZnSHTj9C1SpEhYnZMmTVJXX3217fPu3burN998M1W2IE/9EAKAJ5h0ISEAhGMlBADv6ye3l/x20Qrt9Cevs5tVbVZPnXrOmerDx15Ve3dmkau9WLOrO6kLhvfXRXds/FGTACAD/LBsfcR84Fa9Jzc9TVVtlpUyoHyd7I2q9jK2eMrkpLOW/v594E+1cNJU7fh3m8d6nVqqs3p3UhXr14hneLnqmm1fb1ZL356rlQEi/SaqnlVPEwHqd2mdtFzo2bmmUFlcM3txyOl/6J9/XeccMo/l9M+NqT5S9YfgVAvY9NkqRdCMVzsqz1HqoS2zvRaXcoKAICAIJISAEAASgk8uFgQEAUFAEBAEcg8CRK881OKIE6DkicerWz54Ki4Zw6AIAG4R1OaMNG/eXE2YMCGik3/evHlaNtRptWvXVjVr1lT//POPjtDetm1bWJlzzjlHzZ6dfi9u4ljz95v1qyrhtXanPDzX+Ykw99pOdpSTNWVHGfl10ohYKiSkDFmxYoVNmlgIANFXpqypI/iMGDFCDR8+3AZYJAf8nXfeqR588EFb2R49eoQRCM4++2z1ySef2Mo9/fTTOn+205o0aaJQQDFt/Pjxqn//LEdUupgQALzPlBAAwrESAoD39ZMbS+7/bY/6nGj/V2erX7fYCVfgUey4Uqr2eWdpx3+VJnU0RCPrX6L27PjVM1wmAcB50fdL1oUIARADfvvvEXKpsywS61oZoFk9TQg4tlwZz31IpYLZ6aw1x/3zt1vUoonT1OevzgqDI3/hguqsPp30X5GSxVIJrrTpyzefLNHKAKgqRLL6F2WpArB+g7RkrykcxDj9V8/+VK3/6MuIXSf1geX0L12lfJBDlLqShMBH495Usx+Y7Ll2IQB4hkoKCgKCQAAICAEgABClCkFAEBAEBAFBILcgsHXNRjX2/9k7D3ApinQN/xxyFpAgOadDzjlIEEHEsKbFFdE1r2Fds645rHHNXjGBaxYjqKAIKojkDJIkowgSBQQk3Oerwwxz5nScru7pnvPV85zLXae6uuqtv7ur6k8D/hEfLjaoV495UrIKuQstqcsA4LjjjlOeamZl8ODB8sADDwgU+kYFYbq/++479Td58mRZvny5vPjiizJkyJB4dRgB3HfffXlCu6PCwoULpVmzZpGafirWrKfLa1QJJ8IARVTLli1l6dKluarDoASGJVErlKncMwZv/4kTj+X5vfrqq+Xpp5/OVYkGANZSTpk6xgcGJUg9k1xuvPFGueOOO1Rqm8OHD8sbb7yhPPXBLrF89dVXeQzdRowYIZdddlmuekiHg+8fIg7AaGXPnj1y++23y1NPPZWrXsmSJWXDhg2C72+UCg0AnM8WDQByWO3fvVdWTVsoyN8+5ZVPBB6bTkv9rq1k2Mv/lmKlSzq9JKPrZapMLZs0S3n7L/zie8P5Q4hnKP2bndxFSlXI/c6c+5G5gtNMGFqfbh9GHiGrf5o6XxkEIDoA/t2/+w9T+YKCEYrUht1zUgYULhaN/NN+K2uTgS2dNFN5+y//dnYellWb1lVK//bn9M/o5zjIwR0+dCgnRcDoCfLTDwsMb41IhDAEaHtmX6nSuLbn7vkhUzt+3hJX+q+aZjwOdLxW26ZK6d9iYDcpV6Oy57GwgWAJ0AAgWN68GwmQgDsCNABwx4u1SYAESIAESCDfE1g9c7E8f/q/4hzqd2sll73zH1dcdBkAwCsS3pFWpXDhwoIQxn/7299c9TG5MowCPv3001z/GYYBUMBEqVCxZj1bXqNKOJEFKISfffbZXFX79eunUlVEsVCmjs3aW2+9JUOHDo3/B6QLQaqRcuVyp0uhAYC1pFOmcvO55JJL5OWXX84DrUiRIlK1alXZvn27oTEcItzAACC57N+/X9q1ayeLFi3K8xvSAFSsWFFFvkFqneQSxe8exkADAOdfl0xV1toR2LN9l1L4rz6q9N+46Ce7S2x/r9elpVIAZ5/UWcpF1NPadpAOKmSSTP2+eZtMf2ucUvxDuZdcyp5wvMrr3GxAV6nTIdsBHX+rbN+4WVb9sDAeIWDDwhWWN6zToZk07NFapQyo1baJv53z0Lofylqj7vzw+lil+N+yakOen5ud3FW6XTQkHtXBw3B4qQUBPGcqRcDorw3nAZdWza4XNwYoWb5MSjx1yRRSdMQ8/TcsWG7al3pdWkjzgd3UX5lK5VPqMy8KBwEaAIRjHtgLEiABYwI0AKBkkAAJkAAJkAAJuCYA74eXht4evw4W6xeM+LfjdnQZACTeEIqK1atXy5tvvimPPfaYQMERK8hvjFD+HTp0cNzH5Ioff/yxnH766bn+cxRDtlOxZi0CXqNK2AkYlHhQ5iWWsmXLyoIFC6RmzZp2l4fyd8pUzrTs2rVLeWonpgwpXbq0UtAmF3h1Jxfkaof8ValSJU94drOJ9+NdGgYho0zlngV44yOizaRJzj1G69SpI1OmTDGUP7SOiDeIVgFvfqdl4MCByhCuYEF3UX+ctu9nPRoAOKebScpaq1Hv+nWb8u5XXv7TFsqvy9c6h5RCzWrN6kuzAZ0l+6Qukt9yOWeCTC35apoK8b9kwnTD2W/St2OOt/+ALoIw+2EtiOa2avoiWYfoAHOWyrb1eVMWxPqOkPaIDqBSBvRoI0j/FpaiS1lrNB6kZpj88kcq1H9y5I+ChQsppT88/o+rWjEsOPJNPyCzsz/IiQywf49xZIvGJ7aXtmf2kVZDerni4kWmNixYkaP0H/e9bF6x3vS+jXq1jSv9w/yecAWOlYUGABQCEiCBMBOgAUCYZ4d9IwESIAESIIEQE1g0bqqM+vu98R52OPckOeuxfzrqsd9Kq1GjRsmFF16Yqy/9+/eX8ePHO+qfUaUlS5bkyuGNOq1bt5Y5c+ak3GY6LqRizZq6n1Elxo4dq4xIkFYiVmCcgv9+8sknp0MctNyTMpWDEalEevbs6ZlptWrVHCtl/X6Xeh5Mig1QpvKCg1HbnXfeKU888USud4gRYij2kRIAxiRWZePGjXLVVVfJJ598YlkPCv8rrrhC3RtRdcJepr4+Nk8XDx08KPsPHJDixYoLcq8mly4XnBL2YQXWv0xQ1hrB2r7h16Mh/Repf39bvdGSaZnK5aVupxZSt1NzmfDUW7Jr01bHc3BctYqyY2Ne7/BYA1CkIipAs5O6SJ2O0Uol5RhCQsWoyhQ8j6H0h7f/71u25xk6FMCtT+ulvP1rtsmbqiUVVkFfs2LyXFk9Y1FOuoA5S2Xf73tMu1C+ZpWcdAFHjQKKlSoRdHfj9/OirDXr9NrZPyrF//wx3+WpglQJ3S8+TTrzW5G2OU++MRTuMAbAmYRRKViokIoK0ObMPrmiNHw34kP57IG8UZWOHBEpkHd5oJp+8KdPBe0lFnxHYkp/q/d9dv9OcaV/kRLFQsOPHdFHgAYA+liyJRIgAf0EaACgnylbJAESIAESIIF8Q2DOhxPl7WseiY8YeWSNAAAgAElEQVS3xyWny+C7cucVNoLht9Lq0KFDSvHx22+/xW+PnMY4gCxRIrXDqk2bNskJJ+T2fEEYb4T3jlKhYs35bOmMKgHPXXjPJofUfumll1Te7igXylTO7C1evFiaNfOuyKEBgKg89rt371b57aPobW70PE+bNk06d+6c66dUosjAY/+1116TiRMnCgzTEP6/ZMmSgggS3bt3l7POOktg8OamwJANhnOIGLBq1SrFHmkratSoIUgjcMEFF+QxgHPTftB1H+n5d9nyk/PIBsjbfPbj1wfdzdDeL6rK2mSgUPDHvPvh6b99w2ZL5lDm1u2co/Cv16m5HF+nWrz+g52GCQwInJbOFwySU++6XBaNnyqLx01VCqpkT+JYWyXKlVaGAIgM0LRfR6e3iFS9qMnUws+nqDD/y76ZZcg55umPf4umUQmuWwj27vhdVnw3R5DuDcYA6+ebhy/HvWu2bhw3BqgbsCGLTgOAeZ98oxT/6+bmjc4Eb/JuF50m8NxmCSeB/bv3qvQAsz+YYDiH6DWMstqe2VdFBvjx6xky5t4RrgbznzVjlQHA0okzZeEX38uicd/L3u2/G7ZRICtLEB0xFt6/YKHoRU1yBYeVVQQAyIabcuWHj7mpzrokQAIkkDIBGgCkjI4XkgAJkAAJkAAJgMC0Nz+XD25+Og6jz9XnyoCbc3vfJ5Py2wAA90N+49mzZ+e69cqVK6VevXopTdzcuXOlTZs2ua5t27atzJplfDiY0k0CuIiKtdQge4kqMX36dKVEg1ItsSBVxb/+9a/UOhSiqyhTOZOxefNmpYT1WmgAkJkGAF7lgtc7J0ADAOesjGpGTVkbG8OmZWtVSP/VR0P6I4y3VYE3c72jHv5Q+uN/m5VUDADOePDqXM0tnTRTGQIsHveD7N66w/BWWQWzlCEAFMuIEIAQ7JlQoiBTW9f+ojz94fEPRXhyOa5aJWl75onK2796iwaZMC22Y4ARzfLJc2XNUYMAMDIrhYoWlobdj6ULqFS/hm37Xip4NQD4c9+BnDD/r3xsGN2h64WnSreLh+QyBPLSX14bDAEY/yE9ACIDIIKHUSlXrZJs32htEJZ8XcvBPWXxl1Pl4P4/DdssXKxIXOGP9zcLCZAACZAACYSFAA0AwjIT7AcJkAAJkAAJRJjA5Jc+kk/veTE+ggE3DZM+15xnOiK3BgBr166V2rVr52qvadOmyuPWrCD/8Zo1a3L9jNzciSGR4dEPz/5YQTh2HFKWKlUqT7OvvPJKHk/ts88+W959991IzRyVtalNV6pRJRYuXKjCwsNLN7Hcfvvtcv/996fWmZBdRZlyPyGIHvLTTz/luhAyctxxx7lqzO271FXjaayciTKVRpz57tY0APA25VFQ1mKEKpf5tEVK6Q9P/73bd1kOvGLd6sq7P/bnJn/3pOffcw2195Vnm16zZtaSo8YAU+W3NT+b1mvQrbVkD8hJFVD2hONd9yEsF4RZpuZ9+q1S+q/8fp4hrmYnd5UWg7opo4zCxYqGBWla+oE0ASsmz5G1s5aolAF/7Mxt2JrYKTxfDZAuoHtrFSWgRLkyWvucqgHA5pXrleJ/2huf5+lPueqVldIfof7hxc0SbQI/TZ0fjwxw+NBh7YMpXqZkXOmPSBEsJEACJEACJBBGAjQACOOssE8kQAIkQAIkEEECXz/9tox7ZFS854PvulR6XHKG4UjcKq2gDEKIY/ybWGbMmCHt2+fdcH/zzTfSu3fvXHXLli0r27ZtEyj5YwV1UDexPP/88yrXcXJB6GaEcE4sL7zwglx++eWRmq1MVKzpCq1tN5Fuo0ogPQRCcv/6a+6wwRdffLG8/HLe3JN29w/r75Qp9zNDAwBrZpkoU+6lxNkVBw8eVBWR5oYlhwANALxJQliVtevmLs0V0n//7j8sB1q5Ya24sh8h/UtXKu8NjE9Xb1q2Jm4MsGHhStO7VG/ZUJqd1FlFCKjSqJZPvfGn2bDJFJTAytv/rXGC8OHJpVz1StLurH7K279qdl1/oES8VaS0WDF5rvpbO/tHwfNpVao1r68MARAloH63Vp5H79YAYNmkWTL5lY9k2Te5o8OhI/W7tlKK/+z+udP0eO4kGwgNgbkfTVKRAZZ9m3f+3XSy1PHHKaV/i4HdtMixm3uzLgmQAAmQAAmkQoAGAKlQ4zUkQAIkQAIkQAKGBL54eKRMfOad+G9nPHS1dP7boDx13RoAoIHTTz9dPv7441xtwZsfCvtTTz1V5YmGl/aYMWPksssuU+G4E8tFF10k8OJPLCNGjFB1E0vx4sXlxRdflPPOO08pVPbs2SPw1n7qqady1YNBAnIxu/XYTbfoZKJiLRUDAL+iSsTmd/369dKtWzdZt25drikfPHiwfPTRRxmT1xyDo0y5f6ppAGDNLBNlyr2UOLti165d6n2CbxJLDgG3BgDtzu4n5zwR/XQsuuY/LMra1dOPeffDwx8KR6tStWndXB7+JcuX1YUksHZ2bNwii8ZPVQYB8F41K8fXqaqiAmQP6CK12zUNrH+p3igsMoWw4FD8Q7aMSvOTu0rLU3sqb/+ChWlU5Wa+d/26TUUHUAYBc5YK0geYFXjXK2OAHq2lQfc2ckKTOqZ1p44aI1/8Z2Se348cOSIFCuA/q/+Tq9wx8w0pWionfcYP//tMefwjNHxy6fjXAdLtotOkSuPcUebcjJt1o0Vg92875P0b/ytLvpruquPdLhoiLU7pIXU6ZLu6jpVJgARIgARIIN0EaACQ7hng/UmABEiABEggwwh8ctf/qXyKsXLukzdI27/0zTXKVAwA5syZI506dcoTBQANI2R/xYoVZcuWLXnyrON3KEaQLqBWrdweU/v37xd4dS9alPcgMNYm0gbs27cvzyzdd999cscdd0Ru9jJRsZaKAYBfUSUgEDA+gef/8uXLc8lHly5dZMKECQIjk0wqlCn3s0kDgGPMXht+dx6AONiHZ3uhwoWkQNLhPnJi//XZm91Dz9AraACQd2L/0224bF1jnqvaSBTKVK4gx1WrKMgNfFzVSsf+/2oVBbm/S2oOXx1mcUyHsvbQwYM54fynLZTVR0P64z1gVZCH/VhI/xaCcMyZVPbt2hM3Blg8/gfToZWqUFZFBYDSOqxhqNMhUzFgm5aukWnw9n/zCzm4/0Aejgj73uG8k5S3f9QiK4RZ3hHZYsV3c2XFlByDAKsUHaUrllMGATkpA9pI6Url4kODAcBHtz/naqi3THlVpr89Tin+k3O2417dLj5N/RUpnr9TOriCmkGVvxvxoYy5d4SrEf1nzVgpyEhLrpixMgmQAAmQQDgI0AAgHPPAXpAACZAACZBARhEYfdOTKqxmrPzt/26XFqd0j//vVAwAcPHIkSPl73//u/L0d1qKFi0q77//vsDz2qhASdunTx/lze+0DBw4UD799NNIenFTWXtslv2IKoGQpL169ZL583N77jVt2lSmTJki5codO9R0Km9hqvf9yE/zdAfP44H9BwTPdYGsvJ5YXS88NUxDcNSXVIxKHDV8tBINAI7ReqLfFfLLj6sd42t9Wm8aACTQogFADgyEoF46caYsnThDrMKoOxa0pIpFihdTRgEwBiiHf5WRwNH/H0YD1SpmjHIgCGXtgb37ZNVRRT+U/pg/u1KzTWOl8Ec4/7qdWkiREsXsLsmc34/IMWOAcVNln0HYegwWXuswBMg+qbOKEFA4JArOIGQqebJnvjNeeftD+WxUEMa79em9Fa8COa7kLD4SwHO+fPIcWTllnqybs1SsDHxOaFw7xxigRxv5bc3P8vEdz3vuGSJlQOnfcnAPz22xgWgToAFAtOePvScBEiABEnBHgAYA7nixNgmQAAmQAAmQgEMCb1z5kMz/9Nt47WvGPiU1WjVS/ztVAwBcO3HiRLnyyitl2bJltj1p06aNCucPL3+rsnHjRrnqqqvkk08+sayHMMtXXHGFPPHEE1K4cGHb+4exAg0Ajs2K7qgShw8flq5duwqUx8kF6SrKlrUPR4y0E0YRKcIiS08PukbWz88d2cCqbzhgv2BE9CJlhIV3fugHDQC8zXJ+NQDYu+P3owr/mbJ00kz5Y+fulEFmFSoohw86Nyw0u1GZSuWVUYBZJIGohKT3Q1mL+YECMKb037Bghe181WmffdTDv4X6t1DRaK67bAeaQoWV389TaQLwt/OX30xbaNizrTQ7qbNKFQD5TFfxQ6aMxrJx4Uql9Mff4UOH81QpX6OydBw6UBDqv2K96unCke/vu3/3Xlk+ea5KFwBZNgrPrwtSmzP7SPeLhkj1lg11Ncl2Ik6ABgARn0B2nwRIgARIwBUBGgC4wsXKJEACJEACJEACbgi88rd/q4N5lMa928vwkfdIVsEsTwYAaAuhob/44gsZPXq0zJw5U3nv//HHH0rBijD/SBVw1llnKU9sNwUK4VGjRilP7VWrVql0AvDYrlGjhvTt21cuuOACyc6OTu6/58+4IU+4U3jcHDp8WAoWzMoTWrtUxXJy0ch73CALRV0v3to6o0ogVYTX8P4wMoF8h7XQACCsMxPdftEAwNvc5ScDgA3zl8uPk+DlP1N5kJoWOPNaR4/PdWn7c/rLafddKds3bJbtG39V/+7YuDnnf2/4VbZv3GypZHU6g/DGLnc0vYBZJIEg847P+XBirpRNsXEgqgs8orOysvIMbdgrd0nZKhVsh4w8y0rhf1TpbxflA/dLDOeP/x/rRRZ7AjCmiBkD/Lp8rekFNVs3iqcKqFS/hn3DGmv4aQBw5PBhFXUMSn8zw5IWg7pL27/0kab9OmkcFZvSRWD7+l9VdAAYBPw0db7s3rrTU9NIBxIL81/iuNKe2uLFmUeABgCZN6ccEQmQAAmQgMXW+IhdYjXSIwESIAESIAESIIEUCfy5b7+MOO82WTNzsdRs3VgufPUuQe5FlmAIwABg9YxFjm/WpG/HfGcAADi6okrQACCvqDECQG4mBw7k5B8uUqSI4+cy0yvSAMDbDGeyAcD+PX8c8/KfOMNSKVSxbnVp0KO1NOzeWsbe/4r8tnqjY7AwADj78ett6+/c9Jvs2LjFwFAgx2gA/fVakPsa6QXKHY0kkGwogHzvugoMAN6+5hFXzd0x601DA4AdP2/JFdLfzqMXhg4xhX+9Ti2kTsdmrvrBysYEIPcxYwCrtArwfs9JFdBFarVp7DtOPwwA1s1dKtPf/EJmvDPesP/la1aRTkMHCpT/FWqf4PsYeQN9BGDIAWOAFUgZMHW+HDnswqJLRO5f+pEULVVcX4fYUkYRoAFARk0nB0MCJEACJGBDgBEAKCIkQAIkQAIkQAK+EtizbZf839k3ydY1P0ufa/8qva88S7IKFvT1nmw8hwANAMY6FgUdUSVoAJAXNw0AcjPJZGWt44ctqSINAFIll3NdpsnUz0tWxZX+dgZsjXq2VXmiG3RvLVWb1o2DfKTn312FlHZqAGA3UzAAUJEDNm45GkEgJ3pALKIAlOReS+FiRXLSDCgjgYqGKQcKFXEWKt+LAcDWtb/kCum/bd0my6Eh+kG9Ts2lbqeccP612jbxioLX2xBAFIaYMcCyb2aZ1oZhbo4xQGdp1Ms6ZVaq0HUZABzc/2c8xL9ZVIkWp3SX9mf3l8Yntk+1u7wuRAS+HzlGPr7jOVc9ogGAK1z5rjINAPLdlHPAJEACJJCvCdAAIF9PPwdPAiRAAiRAAsEQwAH4C2feoA7BETq2ZpsmMuTey6VsleOD6UA+vUt+MQDIp9OblmEzBYA37JmmrPVGQwR5gB/vc7lSkjotx1WtKF2GDZYarRtJzVaNpEiJYk4vzch6UZepg/sP5Cj8J82UHyfOlF2btprOEzx6kdMcXv4NureRYqVLGNZNlwGAEwFDvnbIOwwFVDQBZSBwzFAAz4TXAoXucTAOMIkkUOr449QtUjEAgKJ4/fzltikRMDc5Hv45Cv8azL/tdVo9Xf/n/gOyeNzUHIOA8VPl0AHjVEOFixaR7AFdpNlJndW/To1J7Drn1QAAxkAI8z979ATDW1WodYJ0HHqytDq1l5SrXsmuO/w9QgSmjhojH91OA4AITVnouwoDgD/35UTkclp6XfkXKViokNPqrEcCJEACJEACoSFAA4DQTAU7QgIkQAIkQAKZTWDzinXy7GnXyx87d6uBVm5QUy55+0FtRgB79uxR7ZYsWTKzQboYHQ0AXMBiVUcE3BoANOnTQS4ada+jtvNDpagra3XMkRsPbyf3q9ywljIEqIG/1g2levMGTi7LmDpRlKlfV6yLe/mv/H6e5VzAux9/Dbu3kWrN6zuat/273YfiD0u4aBgAxCIIqGgCP8eiCeQYCuiIIlCoaBEVPQBh+DctM88Z7wj20UolypWOK/vh6V81u56by1k3YAIwuolFB9izzTzfeuPe7VVkABh+xAxHUulqKgYAiKgx/a0vVJj/zSvXG9625eAe0uG8AdKwR5tUusVrIkCABgARmCR2kQRIgARIgARIILQEaAAQ2qlhx0iABEiABEgg8wggp+PTp1wrRw4fVoNDCFgoB0scV9rzYH///XcpUKCAlCpVynNbmdIADQC8zeShQ4dUAwWZskJ5qS78bIqMf/x1ObBnnyuwJzStK416tlGeu/AGLVgo/6YAiaKy1tVkG1SGhzc8u6FwQhhqeED7WbIKZiljgGNGAY3k+NpV/bxlWtuOgkzhmx+TAcgBFNlmBREeGvVqqzz8ofjXsT5I6wT5cHMYASB6wI6fkW7gWCQBZTCwYbPs+z3HINLPAmVwvaPe/fDwr9K4tp+3Y9s+Elgzc3HcGACpHcwK1uw5qQK6SMW61QyrzXh7nKyavijPb38eOCAFsrKkkIEH7eA7L5WS5cvEr1n5/Xyl+J/3yTeG94C3f6ehA6X1Gb21GRH7iJdNeyRAAwCPAHk5CZAACZAACZBAviZAA4B8Pf0cPAmQAAmQAAkET2DV9IXywpk3xm8MpeDwV+8SeKR5KTQAyEvv8b6Xy6alaxxjxSH+FaMfdVw/0yvmd5lCTucFn02WBZ9NkfXzlmmZ7qysrJwQ3uqvjYoEkp9KFJS1Oubj1+Vr42HdV01bKIcP5Rh9GRWE8D+w17lRSf2uLaV+t9ayfu4yJZe7Nm+z7TKUyCpCQMwwoHVDKVUhJwx61EtYZeq31RvjMrDsm9mWmPHtadQTSv/Wao5YvBHY9/venBQDykDgaASBo4YCykjARcqN5J4MvO0iye7fWSrVr+Gtk7w6lAR+Wbomnipg46KVpn3EtzuWKiDxmYUBwPs3PulqbHcveE8KZBXI8fZ/a5xsXfOz4fXw9ofiv363Vq7aZ+VoE6ABQLTnj70nARIgARIgARJILwEaAKSXP+9OAiRAAiRAAvmSwNJJs+SVv90RHzs8ioa9fKcnFvldWQt4ONhXXpbIpfzVdDly5IhrpvCswuF+0/6dpF7nFq6vz6QL8qNMQWkHhT8U/xsXmh/+65pnePvCGADKvzodmwlyV2dyCauy1itzKPjx3oF394rJcwVyZFZKli8rSA3R+MT26t9nh/xTfvlxteMutD6tt/z12Zvj9eENDUOAdfOWxY0CDvyx37a98jUqJxkFNNKW79r25horhEmmoOiPyYGVDOA5x/zDy79h99ZSskJZjUTYlBMCeG6gcJ3w5FtOqsfr3DHrTSlbpYKra1g5mgRgKLJ43FQVHeCnHxaYDqJMlQrS7CREBuis1qFuDQCa9Ouo1qxGBdFbOg49Wdr9pa+UyvD1QTSlxP9e0wDAf8a8AwmQAAmQAAmQQOYSoAFA5s4tR0YCJEACJEACoSaw8PMp8vql98f7mKzUcdv5/KisBaOfps6Pe1nqyuUbY1+0VAnJ7t9JmvbrpP71GqXB7Zymu35+kSnk1o15+v+yZJUpdoT/Rfh2NzmoG/Vqp0IGL/9ujvpDfmurUqtNY2UQAMVgzTaNMy5dQJiUtV6fr0QP79Uzl8iBPeZ516u3bChNjir8kz28n+h3hScDAKNx4F2YaBRg5cmaeH3VpnUTjAIaCtJXhL2kU6YQyh9GH/iD8VksvY8Rs1rtmkrjXu2Ulz/eJSzpJzDnw4ny9jWPuOoIDQBc4cqYyn/s2i2Lx/2gjAEWf/mD6bgKFSksBw/86XncrU7tqRT/9bvS298zzIg3AAOAnZu2uhrFiVedI0VLFXd1DSuTAAmQAAmQAAmQQCYSoAFAJs4qx0QCJEACJEACESEwe/QEeee6x+K97XDeADnr0etS6n1+Udbu+nVrXOGyaPxUOXLY3Mu/RNnSsnfn7455Fi1ZXPZbKPGgmM3u10lFB4DndqaXTJapTcvWKE//hZ9NFivDEYTmbj6wm7QY2E3g5ff0oGtk/fzljqce114w4li0j3VzlsaNAVbPyJsnOLFhyGMsVUCdDs0yIl1AOpW1jifNouKyb2ap9w+8Qa289gsXK5rj5d+nvTQ5sYMgX7hZee706111rVy1yrkiADi5+PDBQzkRAo7+rZu7TKxyXcfaLFS08LG0AUgf0LqRlKte2cktA6sTtEyt/H5e/Bv064p1puNE2gV4+eeE9m8jpStldnSPwCZc441oAKARZj5qCtGllCEAogOMnyr7d5sbf7nBcnydatJp6MnS/pz+UqJcGTeXsi4JkAAJkAAJkAAJkAAJkIABARoAUCxIgARIgARIgATSSuCH/30mH976TLwPXYcPkdPuu8J1nzJZWQtFqfKwnDBDfllqHir7+DpVpXHv9tKodzv17/Nn3CB2StZE0E36dpQh91yuvLuWfDnNMuRrtWb1VGSApv07S/Xm9V3PVxQuyDSZ+nnJKuXpv/CzKQKvf7MCD10o/JsP6iYI155YvBoAJLb1574DsuJoZABEB9iyaoOlWFSsV10pE5H/t2brxpFMFxC0stbrc7Z9/a/y46SZap5Wz1wse7buNG2yUoOacS//el1aer2179fv3b5L1s1bnssoYM828/HFOgRjBkQxqNmqUc6/rRtK8bKlfe+v2Q38lqldm7bGU8vgO3Rw/wHTsdZo2TAe2r9Oh+y0MeGNnRGgAYAzTqxlTWDFlHlxYwBECXJbmp3cVboNP1Wi8N1wOzbWJwESIAESIAESIAESIIF0EqABQDrp894kQAIkQAIkQAKKwLcvfiBj73spTqP3lWfJwNsudkUnk5S1u7fuiHtYIlUC8mublUSFPwwAEksqBgAXjbwn3gTCtS/+cpos+Wqa+tdM8VO2yvEqKgDSBCDke6aUTJCpDQtWCGQIiv/fVv9sOjXw1oa3fvOBXaVY6ZKm9Q7s3ed6eouUKObomu0bNqvoACsm56QL+GPnbsvr6ndtKQ17tJXa7bMjky7Ab2WtI9A2lWIe3qtnLJZ1c5da1m4MY6M+HZSXf/maVXTcPq1tbFu3KU+kgEN/HrTtE969iUYBNVo3kqysLNvrdFTwQ6ZiRmdQ+MNwyKwgTQy8/FVo/x6tBd8ClugQoAFAdOYqKj0d98go+frpt1119+4F70nJ8vT4dwWNlUmABEiABEiABEiABEjAAQEaADiAxCokQAIkQAIkQAL+E5jw5Fsy/rHX4zfqf/350u/68x3fOOrK2rVzflRK/8Xjf7AMrV2+RhVp2q9j3MvfCtDrl97vmF+sYmK49uSLl387WxZ/NU1FBzDLA1+wcCHJ7t85xyCgXycpVsZcmey6cwFfEFWZQnhzhPZHiP9t6zeZUms2oMtRpX83KVysSMB07W+HVAPKIOC7OZbRKNBSqQrHScOebVS+4JptGoc2XYAfylp7ktY1kFt36cQZ8tPU+QKlv9mzjVaOq1ZJefnHlP4Fsgp4vX3or/958U+5IgVYpT5IHEz1Fg1yGQVUbljT01jNDBHsZArvZLuye+tOJQP4BuHPKhVM1aZ1c0L792ordTu1sGuav4eYAAwAEMrdTRly7xVStkoFN5ewbj4iMOPtcfL+jU+6GjENAFzhYmUSIAESIAESIAESIAEScEyABgCOUbEiCZAACZAACZCA3wQ+f+hVmfTce/HbDLr9Yul1xVmObhs1ZS28m1VY/6+ny/yxkwU5qs2KlZe/Izg+VNq46CcVGWDJlz/IhoUrTe+AHPJIFYDoAMjvGqUSJZlaO2uJUvjD099MgZtVMCuu8G8xqJsUCMhDWcecQ/kJY4DY32aL3OO4X9XseipdQK12TUKVLsBOWauDlZM2Vk9fJMu+nS1rZi5Wof2t3j91OzaLK/yrNK7tpPmMroPUFevnLVN/647+i+gVdqVIyWLH0gYcTR9Q9gTnHvMLxk6W/13+gN1tcv1+69SRppEZ1s1ZmvMNmjRTNsxfbtpuoaJFcow+TmwvDXq0kXLVKrnqAyuTAAnkHwI0AMg/c82RkgAJkAAJkAAJkAAJhJ8ADQDCP0fsIQmQAAmQAAnkKwIf//t5+f61T+NjPu3+K6XrhafaMoiCshbh2KFwQUh2q7DKx1WtKPDOboTw2r3b24493RV2bvpNRQVAmoBl38wy7Q5yhCMqAKID1G7XNN3dtr1/2GUKSlwo/KH43/XrVsPxFC5WVJoP6iYtBnaT7JM62445KhWQZzjRIAD53M1KVqGCyhigXucWUrNNk7SmC0iXAcDu33bI0kkzZdX0RbJmxmLZsmqDKa8S5coc8/Lv00GKliweFbFIWz9/37L9qFHA8rhRgF0KC3S2TJUKeYwCipYy5u3VAEAZnU3K8fDH394dv5vyqtywVk5o/97tVFQNFhIgARJwQoAGAE4osQ4JkAAJkAAJkAAJkAAJBEOABgDBcOZdSIAESIAESIAEXBB474b/ysx3xsevOOuxf0qHc0+ybCGMytr9u/9QCpfFX/4gC8ZMlkMHzXNJN+zRRpr07agU/sgnHdUCT22MVxkEfDVN9u3aYzgU5HvNiQzQWf0bxlDiYZQphGmPefpDqWtUkHYBCv/mA7spJV5+KIhCgVQBMApADnurUu1BqeIAACAASURBVK56JWmI6ABHjQEqN/AWmt0N3yANANbOWSorp8w96uW/RPbv3mva1erN68e9/JFCgcU7gS2rNuaJFHDk8BHbhis1qBE3CqiBSAEtG6prUjEAuPC1u+WXJauUwn/t7B9N743oIPj25IT2b2caNcC286xAAiSQrwnQACBfTz8HTwIkQAIkQAIkQAIkEDICNAAI2YSwOyRAAiRAAiRAAjkE3rzyIZn36bdxHEOfu0VaDelliicsytqfF0PZMkOF9UfuaLNSplJ5aXFK98h4+acql6umLVSpAhAd4LfVG02badq3o4oMAGOA0hXLpXo7rdeFRaZWTJ6rPP0XfjZF9ph4upeqUDYnvP+gbtKgW2utHKLW2OFDh5UhQI5BwGzZtGyt5RBqtWsq9To1V5EBarZu7Kv8+WkAAA9vROBASH94+VtFGYmHde/TQZr06eDrmKMmP372F6H2c9IG5Pxrl8oCfSlQoIDUaN1ISpQtrQzKdBWkZIHCH+H9Edof92EhARIgAS8EaADghR6vJQESIAESIAESIAESIAG9BGgAoJcnWyMBEiABEiABEtBE4MiRIzLyonuU8jhWLnzlLtMw5ulS1iIfNJQyi774XuaP+U7gAW9W6ndtKdkndYm8l3+qUwxlF6ICIDrAmllLTJuBEhbGAEgXkM6c4+mSKYCBIhee/gs/myx/mERRKFvleKXwh+IfedpZjAkgPUIsXQCMAnZv3WmKqlipEtKgZxup1bqxL+kCdBsAIK0IjGzWzFysFP9mUSEw4Ir1qitlf5MTO0j9bgzrHobnZf+eP2T93GXxtAEwCti1yTidh47+wrs/FtofBgAsJEACJKCTAAwAvnvpI1dNXjH6UUFUKBYSIAESIAESIAESIAESIAG9BGgAoJcnWyMBEiABEiABEtBI4MDeffLa8LuPhfQuIHLJmw8KwuUnlyCVtfAohmHCgrHfycZF5l7+JSuUlZan9JAmfTsopT/LMQJ7tu06GhngB/WvWWjs8jWrKEMAGAQEnYs6SJkCmR+/nhH39Idi0KiABxT+CPHPUO2pPVGIzBE3CJg817KRSvVrSN2OR6MDtGksTtMFmCnif9/9uxTMKiglSpQwvG+p44+z7A/eiYgIEfPyXzvHPKw7GmrUq600PjHHy79CrRNSA8arAiWwc9NvCUYBy1UaAbP3gV3Hyp5wvHp/xkL7ZxUqaHcJfycBEiABEiABEiABEiABEiABEiABEsgAAjQAyIBJ5BBIgARIgARIIJMJQJH22kV3y7o5S9Uwi5ctJcNfu0fqdMjONWw/lbWHDx5SOZQR1h9K/4MH/jRFDmUhvLKh8D++TtVMnhqtY1syYbqKDABjgN+3bDdsu2jJ4ipFgIoO0L+TFC5WVGsfkhvzU6Zi90JqBHj5I8Q/okkYFXhuQ+EPuarWrL6vY853jR85EjcGgFHALz+utkRQr0tLqYVUATbpAiDHMF5yU26c9JIg/3tyQZ9iHv74d/uGzabNQuEb8/Jv3KeDILc7S/QJ/LpinUwdOUamjhrjajC3Th0pMBpiIQESIAESIAESIAESIAESIAESIAESyF8EaACQv+aboyUBEiABEiCBSBLYtn6TSgcQU85ByTX81bulWvNjylDdytotP22QReOmynx4+S9cacoNBgktB/dQqQno5a9HvNbNXaqMAZAuYNPSNaaNNujeWrL7d1ZGAeWqV9Jz84RWdMtUrOmFX3wvCz+bopT+ZikjTmhSR3n6469Ko1rax8YGjQnA+ARpAmIRAsyMUXB16YrlpHaHbMN0AV4MAGBg9NMPC5TSf82MnND+VqlFYAwV8/KH3LBkJoEFYyfL/y5/wNXgaADgChcrkwAJkAAJkAAJkAAJkAAJkAAJkEDGEKABQMZMJQdCAiRAAiRAAplNAGH3R150t2xd+4saaOlK5aTHJWdImcoV1P/et2+f+rdYsWJ5QMATH3nl7cqSr6YrD394+h/cb+yNjTZqtWuaE9q/Twd6+dtB9fj7tnWblCEADAJWfj/PtLWqTevmRAbo10mqt2zo8a45l+syADhy5Ehc4b/gsyly5PBhw/5Vb9EgrvSvWJf5ubVMosdGYHQEY4AVk3OMAsxSVeA2UL7XatNERQf4c99++ej251zd/eSbh8vWdb8oxf/mletNr4XREd49OUr/9lKsdElX92HlaBKgAUA05429JgESIAESIAESIAESIAESIAESIIF0EKABQDqo854kQAIkQAIkQAIpEUAu5JfPv0P27vjd1fVXj3nS0AAAxgTwwoZiZcOCFaZtFi1VXCn8Y6H9Xd2clbURQB5seFar6ABfTlNKVqMCo5CYMQByX6davBgAHDp46Gho/ymy8PMppl2o1baJUvq3GNRNylWvnGpXeV1ABFZMmZtjEPDdHNm46CfTuyLXOlKH6CrVmtWLe/lDZljyHwEaAOS/OeeISYAESIAESIAESIAESIAESIAESCBVAjQASJUcryMBEiABEiABEkgLgckvfyyf3v1/ru6daADw44TpysMfyhQzBTIar9GqUU5o//6d6eXvinZwlVdMniuLv/xBGQWY5UWHIhZRAZRBQP/OAu/p5LLs29nyv8vuz/PfjxzJ+U8FCuQd05UfPC5Vs+vm+gFRI+DhD6OSxeN/MAVRr3OLo57+XeMRLIKjxjvpIrBn2854qgAYBezatFVX01KwcKFcXv6xSCfabsCGIkeABgCRmzJ2mARIgARIgARIgARIgARIgARIgATSRoAGAGlDzxuTAAmQAAmQAAmkQgC5sf/vrJtcXdp1+Kmyds5S2TB/uel1hYsVUQr/FkdD+7u6ASunncDPS1blRAb4aprlPNfp0Eyy++cYBFSsW131GwYALw+93dUY/jn+eWUAcGDvvpwoEp9NERiXmJWGPdrEw/uXLF/G1b1YORoEfl2+Nm4QAJk6csg41YPZaMrXqCzZJ3VRiv8G3VtHY9DsZWAEaAAQGGreiARIgARIgARIgARIgARIgARIgAQiT4AGAJGfQg6ABEiABEiABPIXgVQMAMwIVWtePye0/8Bu9PLPIDHa9evWuDHA0okzTUdWsV51FRWgdMVyMubeEa4I9Lv+fFk3d6ksmzTL9DoocpE2osXAblK0VAlX7bNytAkgKsVrw+92NYgbJ70klRrUcHUNK+cfAjAA2PnLb64GnH1SZylfs4qra1iZBEiABEiABEiABEiABEiABEiABEgg+gRoABD9OeQISIAESIAESCBfEfBiAFCwUCFpMbh7PLR/vgKXTweLPOyICqCiA3z5g/yxc7evJJqd3FUp/JsP7CqFihbx9V5sPLwEaAAQ3rlhz0iABEiABEiABEiABEiABEiABEiABEgg0wnQACDTZ5jjIwESIAESIIEMI5CKAUDnvw2S7pecIRXrVsswGhyOWwKrZyySxV/mGARsWbXB7eV56mcVKnhU4Q+lfzcpkFXAc5tsIPoEaAAQ/TnkCEiABEiABEiABEiABEiABEiABEiABEggqgRoABDVmWO/SYAESIAESCCfEkjFAODqMU9KzdaN8ykxDtuMwJafNqioALNHT5BNy9a6AoXw/h2HnqxSCLCQQDIBGgBQJkiABEiABEiABEiABEiABEiABEiABEiABNJFgAYA6SLP+5IACZAACZAACaREAAYAW9f+kufaHRs3S8nyZaRw8WJ5fqvSqBYNAFKinT8uWvbtbNm+/lfZu2OX7N3+u/o7Ikfk8OHDCkBWVpYULFhQSpQvIyXLlZXix5WS6s0bSNXsuvkDEEfpmgAMAHZv3enqutptm0qlBjVcXcPKJEACJEACJEACJEACJEACJEACJEACJEACJJBMgAYAlAk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shwArt27ZLJkyfL559/LnPmzJFp06bFR9ypUydp3LixnHTSSXLiiSdKpUqVUqZx4MABmTdvnowfP17dY/HixbJ27VrVXq1atSQ7O1twvwEDBkjr1q2lUKFCKd/LjwsPHz4sy5YtU/2fNGmSzJ8/37f+//HHHzJ9+nT58ssvZcqUKYrb77//roYFNo0aNZJevXrJwIEDpXr16lKgQAE/hpxym0HJVModDMmFQcoUhrx582YZM2aMTJgwQcny3LlzFYnSpUtLq1atpHnz5jJkyBDp3r27FC9ePCSUgu3GkSNH5Ndff5VvvvlGPet4zmOc0BO8o9q0aaOePXAqU6ZMsB0M0d3wnsI3Y+LEiXne6cnvKrzXa9SoIVlZWSEaAbsSZgKx78i3334rs2bNUs/itm3bVJfLly8vLVu2lHbt2knPnj3z/bMY5nlk36JBIOpr9CApR32NHiQr3ssZAaw9sSf++OOPBd+8H3/8Ua3TE793WH8OGjRIOnbsGLo9srNR5q6V+M75/vvvZebMmfFvPM4F8I3v3bu3OoPAvje/rh8hGxs2bFBnNV999ZUsXbo011lNbD0E+ejfv7+0b99eSpYsmcqU8Jp8SCB2FoGzgalTp+Y6H0jcy3Xp0kX69u2br5/FfCgeHLJmAnje1q9fL+PGjVNnTWbncTxnEgn6nFTzVLO5kBLAHg7rqU8++UQWLlxoqGfBt27w4MGedF8hHb5tt2gAYIuIFUggegSwmcQG8tFHH5XRo0fHlctWI4GS8Morr5R//etfUrFiRceD3rp1q4wcOVKeeeaZuMLc7mJsXh988EFldJDuDf+ePXsUo8cff1x9JJyUVPu/bt06ef755+Wll16KH4LY3e+CCy6Qe+65R2rXrm1X1dffg5Qpo4FgkQhF5L333qs+6rECuT333HPlscceC42yNkiZAoctW7Yo+YVsxQxJrIQBB2133nmnnHnmmVK0aFFf5SaVxtesWaPmOfndhUPRESNGSIsWLVJpVszaNWsMh2533HGHXH755aE0mNi/f798+OGH8tBDD+V6d6Hf11xzjdx6661SpEgR16wgv+D81FNPOX6n4yann3664gUjprAZLemSqVGjRsnVV1/t6DlzCh7zhW8oNiLpLn7JVOK48L568skn5f/+7/8cfwehLHjzzTela9eu6Uak7q/7e4TNKt7JL774oifZAp833ngj7esFJ/ON7xDeMVD+6CwwIsH7C0avicaVuEfMGA4Hb5deeqkyNAlL0S1TsXFFfY1uND9m7xCvMhXlNXq6181BfDv8fFb9kin0GeuPu+66S15//XVHQ0h1j+mo8QAqmcmC1a1POeUUue+++5Sxcn4p2FfDAPn++++Xjz76yPGwsR669tpr1TcsUw0BYKh94YUXKiWazjJ06FB1XlWuXDmdzYayLbM1hV1n//GPf8gjjzwSyn2vXd+d/P7DDz/IZZdd5vjMz6xN7GOw1w7bftcJAx11Dh48KJ9++qlgX5zoNBVrG2cBbdu2VYzggJLpBd89GNk8/PDDuc4prcYdO2fK5He50fiDPifNNNnTdaaVaVzwDH7wwQfqDDlmYGs1xlR1X1HnRgOAqM8g+08CSQRw+ImFu1NlYDJAWOS/8MIL0rlzZ0u22Fh88cUXymDAyUs2uTG8dKEswiY2HUpIbLzh6X/LLbcor4RUym233Sb4s9uA43Afyg5s8mMejm7uh83+E088oRRs6dhoBCVTZkzsDs+gQIByqEKFCm6waq8bpEzFOo+N7BVXXKE2X24LDH5w4BYWJUhM8Wz1nCBihlslIN5VWBDeeOONrhTaMZ5/+9vflIGFG8Mot3Phpn7s0BAHymPHjjW8FIcb//3vf10f4KxYsUJw+IPoJKkUyBLeVThkC0OUF50ytW/fPvW9w7dVd8Fm5d///rfuZh2356dMxTqB5xAGK/jup7JmSDej2Dj8+B6BxznnnJPSezx5kuFd2qNHD8dz71dFJxtxGCvgXaGrHDp0SK1/sS6zK6l8S+zaTPV3P2Qq6mt0I5Z+yVTU1+hGrPyQKaP7BPHtSPW5cnKdXzKFe4MNFLvXX3+967Un9sg33XSTWnNEKWLXpk2bVL//97//OcGfq06697quO+zhAijPcC6Ab5UTw22jW+FMAOt8cMu0gkiSiHaQKhszHjjjevfdd5WXeyYXPIe33367vPrqq66HmemMcO4Bg1uv5e9//7syYi1RooTXpiJ5/XfffacccH755RfL/odl7+Yn5FWrVskNN9zgypArsT9nnXWWepdXq1bNz26mve10nJOmfdAaO6DzTEtjt0LRFIx4sV5OZe2Jc+Wnn35aRYDND4UGAPlhljnGfEMACxAoA1NV3sRAwdP2tddekyZNmhiywyErFr133323580ZPLWwiA5SsY3+474333yz5/7/5z//UR8cM2UXvK/wOyxkvRRs8NEGwiEHWYKSKaMxOVno4LowGAAEKVMxVlD0DBs2zPXBYiJrGAFAYWJnxOKnzMW8FHAQZmeM41Zpg83G22+/rbz4vRwkhYET5sBptIdUDAAQknb48OEqPYmXgoNrLMCRbiJdxQ+ZgpLon//8p/LS1l0g+zgkKViwoO6mbdvzU6ZiN8dhNw43cPCW6nOY7kMkP79HOg0AdCvVbQUoqYIThWDsEt19XbBggTqQxLvMrrj9lti1l8rvfslU1NfoySz9lKmor9GTWfklU0byHcS3I5Xnysk1fsoU7q9r7Wm3x3Qy1qDqwGsba0+EXU21pGuvm2p/U7kO6yEYFcMBwWuB4ghr0kzzaEfKiG7dunnFk+d6nGu999570qxZM+1th6VBrCcvvvhiAcNUCg0AnFELw9mTs57qr4UUboiG5ySqTbr3bvpHn7tFPGd43lIxbE9sCRFfEZ0kU1NPpuOc1O+5D6p9P860gup7EPfRsfa0030FMY6g7kEDgKBI8z4kEAABHLDD00BHsVIg4cAMXlvIoe21pGOjgTyMf/3rX1UuNK/lhBNOkHfeecfU4w7hsXQpwk499VSVPqBSpUpeu+34+qBkKrFDbhY6uC4Mm7AgZQpjhnU/DGc+++wzx3NpVhHKWjzPQRrhxPpi56WW3Ge3ShtszDA2zI/Xkg5jpVifnXipJY7PrQEAlNvw2nr22We9YlLXI7cWDgbwfgy6+CVTfhoApOOAxG+Zis27LkVIOhhhDEF8j3QaAKQzAoBThWBMNnQaAECe4fEGxYqT4vZb4qRNp3X8lqmor9ETOfotU1Ffo8dY+S1TiXMS1LfD6fPktp7fMoX+wAjpvPPO8xzVBWsovCeRMi/MRecasnfv3sqINFO9IXXuSyATL7/8slJAZVLxywAgHWdOQc6LDkVIpjNiBADvEgkjL0RHdGLQna69m/dROmtBlzzhbjr3RM56H1ytoM9JgxuZv3fy60zL314H1zoMKmEoqyOK5iWXXKKcVdLpFBcEORoABEGZ9yCBgAjoXITg0GHMmDEqf1NyMTpchBIWXrIIoxILKY6NCDbxeDFbhb5HGDworIIqOg/b0Wd4hWKMRvm2EZr+/PPP1zY0LLphCBBUCUqmYuNZv369ChHtxKo4dk0YDACClCm7MMfIJYboFrVr11aINm7cqEIbPfbYY4Zikw5lbaohd90obbZv367eK++//77huPHcItw9OMH4Ae8rRNl44IEHDDe16cqvjTzWWNiahfs3GpxbA4AZM2bIaaedZhjKD/lokW4A3jhly5ZVnm1O3u2IRNOvX7+gXlUShEzB2AvPl5NDDzcDD/obGIRMxcY/a9Ys+ctf/mJohINoEfgNETqQIzIW6hgbOhg5zZkzR0aPHq0MnfAO0xku3sn8BPU90vX9SNc7CvOF9+w999zjygtG52EX3jeQJafPpptviRNZcVonCJmK+hodLIOSqaiv0cEqCJmKyXeQ3w6nz5TTekHJlJWxIL55WHsiWl/lypUF63lEWkNEPUSrMirIhQ7jzDAfSlophKBQxF4SRgwYw4EDBwQh3rHWNotYmKn5tWE8A2NbrGeSC2QDa3eshxAJAZEFY6weffRR0z0AFHHPPfec4PpMKTDSAQuk0NBZevXqpVIGVq1aVWezoWjLzggSa2yk3Tz55JOlSpUqkpWVpfq9e/dutW77+uuvVZouRJPA2d3xxx8finHp7oSuc61MfUfZ8caZEt45SKPqpOQ3AwCkF8G7Cylaqlevrt7jiMz0zTffqD2SVaTLTHyXx2RE1z431p7V2bsTuQx7nSDOtMLOwEn/rFKR4EwE73v8Cx3Nzp07lW4LegYjxzCsobDm6NOnj5NbR7YODQAiO3XsOAnkJZC8qDVa7DtdhKB1M6VE4uEilEMPPvig2tjHNhPJPbMLVR50Hq3kRYiREgLeNLC6e+GFF1R4PatDZasNZfLhIjb1MJQ4++yz4wtDJxv8GNNbb71VfcyCChUdlExhfPgwQxag8HFTwmgA4KdMrV69WnkWGYVqNwtVj4NPKHHxrBqVDz74QM444ww32D3VTTWyhBulDQ4zsAEzenbNwqriuUd6E7NIKkF72qRqMe3GAAAKfRzEGlnP4uAWh9JG6WBw3bhx41TuciPGkDW8r4IqQchUqmOxCpcItlCeZmdnp9q8q+uCkKlYh6wUIfgW4vs6YMCAtEQfsYMW5PfI7GBEp4Lcbrxefk/Vi1rX+IyMvfANRqQns5Qdbr4lXtgkXhuUTEV9jQ5mQclU1NfoQckU5iTIb4euZy6xnaBkysqg0mztabVGgEH+xx9/LB06dPADi+c2ca4AY9qRI0fmAwId0QAAIABJREFUacsqrOrKlSsFxg1GocrTYZjsGYSDBqyUINhvIy2AUUrBHTt2yDXXXGOY3xaOGjBOrV+/voMeZH4VK2NA7HOwFw7qDCVI2laKEHg24t0Tc9AJsl9hu5eRAUAYzpHCxsmoP9j3w3jpuuuuy/UzzjSxPjA6l8ovBgB4tqBYhJOAmbGeXYQOnNsjRUnjxo2jIA6u+hjk2burjoW0cpjPtMKCzMqg0mrtabVGwDoLqXGLFi0almFq7wcNALQjZYMkkD4CsUUtFiGwFoeSMOZRl9wrJ/mezazrsNnHCxIWxNis2lmdW72g0a+gF96JixAoCB9++GG1cTYKge4kV59VtITY4SIY3Xjjjcr62iy/k93CEKzg4QYlJDxxgyhByRTGYnYw0r17d7nhhhuU1R7GnlyClh8j7kHK1CuvvKIMJZKLXdi+xYsXC/JFGuVHdqMw9ip3ZkpBKATxfJQoUUJ5wBgVp0obeFXhoOehhx7K04xdeNFffvlFkIttwoQJea4N2hPLLAwm3ltghPe8UT/dzOfevXsVd6Nny87gyEr5AGMUhOMuVqyYV5GxvT4ImbLthEUFK2OUoDcbQchUDIXZgWQUwhoH+T2KugGA0YEq1qF4R0E5ceaZZxo+HToMAHAgiXUWPGcSC97hME4aNGiQp2+Jl+c++dqgZCrqa3RwC0qmor5GD0qmMCdBfjt0PnextoKQKaw94eWHeyUXuzRuVusEtIcUJ+lI1WU3FwsWLFB70xUrVuSpapc6y2w/k6meWFgT9ezZMw+nBg0aKOP3Fi1amOI2M2ABKxxod+rUyW6qMv53K2OUsBvSeJkcK2Pb/BLW2Ck/GgA4JZW3nlFqGxixI3c9ziOMUsNmugEAvmEw0MP4nSjuEWXDbE8E4k7PuVKfxfRcGeQ5aXpGqO+uYT/T0jdSby1ZnWtbnS9YrRPsztK99TgcV9MAIBzzwF6QgBYCCJOLzTYU2naLEByawrrsX//6l+m93SiR7Abw7rvvyrnnnmtYLWgFLjwtoJzq3LmzUqTaWXlZeVzHBmS2YEO4TFjKwhsW97M7vLFbGAbNKkiZSj7IRBitO++8Uy2U4ZkNgxQjb76gmRgJcVAyBU/rq666ytALxC4cltUBQZcuXeStt95SYSf9Lsn9wOEVnke8iypWrKiUOWZpM5xujOARCoUQ5De52Cm1rTzig+SEficfuCdGXMEYERLdaMPt5t1tlS/aLjS9lUy56YNXmQtCplLto13I16DDjQUhU2CFyDYwEMQ6I7ncdtttSkli5OmWKmfd1wX5Pco0AwAo3zG/SK9ilctXhwEAIjXhe5HoRYqDfnhEwssPqUuMitNviU65ClKm3PY7TGt09D35kN4vmYr6Gj1ImQrq2+FWdp3WD0Kmfv75Z7UuQ7jf5PLEE0+ofYxZ+e2339S6FZGVkkvQxt9OmaKe2bvDiVLbyiPejpebPoalrtn+xkloeqtvaTq+Z2FhmtgPq+gbQRtwB8ln9uzZMnjw4Dxp3KCcxVrIyrAkyH6G4V40AEhtFsxSTOB88+KLL1aOE/nRAMAtTUS+wXk4ntmw7E3cjiGV+kGdk6bSt7BdE+YzrTCxgk7AyGHMyVmt1Vlz0OmWg2ZKA4CgifN+JBAiAmaW6LEu6lTgWG1cw6DAtZoWKw/Z2HW6Nt9Lly5V6QEWLlxo2KWws/IiU8j5h5C9yPuMMFrYUMSiJVgpGsPOxGgiU5Upq8MyJ8oUs8VSkB4kULBDOYQ/bBgRjrFOnTpx4xgdBgBeOX311VfSv3//PFMXJCfcPPY+gDIVzwSMYWJRXawU927e3Vbt2IXxt3ouMa/4szN60vFJDEKmUu3nrFmzlHecUb4xRHKA9wBybgZVgpApjMUsXHRUvLCC/B5F3QDg9ddfl2HDhskpp5yinvk2bdrEU0L5aQAAb1uE6oNBSWKBMRnSmuDZC5MBQJAy5fZ9ErY1erpkyo5b2NboQcpUUN8OuzlI9fcgZArPEXJsJ6dFwtrxiy++ULlIzYpV5Kowh3k3y6ntZG9mZdQcZBSpVGXK7XVm+xsn82v2js7ksNFu+JopKGNtBJ3qzk3fvdY1CxcddIQxr+MI4noaAKRG2SiiG75nOHvC983MISHTIwC4pWl15oK2dJ0nu+1X2Oqnek4atnGk0p8wn2mlMh4/rvHqgGQVucru7NOP8QTZJg0AgqTNe5FAyAhYHfihq3aesm6GY5V7ER4Pzz33nG0qATf301nX6iOD+zjxcnDaHyvFJdoIOysvMoUFz/Lly6VSpUp5FGKZZgCQqkyZGVg4VUybKbYhW04MCJzKsV09pLvYt2+f1KhRI64oil2jwwBg2rRpSoFvlJv+22+/lR49elh20WphGCQnpCBBWNWaNWvmySmnywDA6gAWG3q8m81SjlilSwj6sM1vmbKTaaPfrcIBoz7SLsDQKcgShExhPGbvmrB/w2JzEeT3KOoGAEgFsnnzZmXIlRzVwU8DALyn4UmTmNYm0eMtbB6TQcqU23dK2Nbo6ZIpO25hW6MHKVNBfTvs5iDV34OQqZiRQXIfnSh4cY2ZkS5+C6NiAOt4GFw9//zzeaYFEfaeeuopldbLrFgZPTgxIEhVFtJ1ndUe7PPPP1fGI2bFLF1COgxJ08XP6r5W4YD79u0reDZhgJppxWoPh9QQ/fr1y7QhexoPDQDc44P39tVXX62eocQSS/Gybds2GgA4xGpmHI/LdZ4nO+xOaKulek4a2gG57FgYz7RcDsHX6jHjZ6M0qE4U+FbRutw4Ufk6SJ8apwGAT2DZLAlEgYCdt7aTF6iTcdopQcKc2xDjs7NCdHqw44SVnXdR2D0i/JKpTDMASFWmzA4HneYsioLFow4DAK+KH6sNWljCkuoyALBKeQDDEqQBOO+88/J48uM6KLAvvfTSPK+2mFcAQoCHoeiQqVTGYaUs6tixo7z99ttKaRqWokumMJ6HHnooj2c2/nuQkSH84qr7exR1AwArzn4ZAJjNAdatN910kwr/7/U74Jf8GLWrW6bc9D1qa3S/ZMoJsyit0YOUKZ3fDifzoLuODpnSocy2UhAjlPc555yje+ie2vPqhYWbm3kvOwnj6qnzabjYak04ZMgQZQBSuXLlPD3buHGjcgCYNGlSnt+efPJJgad3ENG20oDM0S3NogHFLn788cdV+o1MZGQWUpyRIYxFhwYAjh6pXJWM9tCnnnqqvPTSS8ppx+r7zwgAuXl//fXXAqMtIweVAQMGqBSfxx9/vPtJyrArUj0nzTAMhsNJ15lWmNh6ddSyMpwbNGiQeg6DjM4ZJFsaAARJm/cigZARsPI0QFd15UCBdxYUSPPnz89DAAqmoHMgu50GKysxtKUzN6PV4Q/uFRbloxlDv2QqyINMt/KRSv1UZcos1Ca8G9566y2pWLGiZXesDp/CopjTsbC1Osx18l6LwmZW54G7Vd5MvKMRThuK/qJFiyr5gvIf7+3rr7/eMLR9zCsgLIdtOmTK7XMORjjYhnecUQnjgaQumbJ6XwcZQcPtnDmtr/t7RAMAp+SP1YNnG9ZeiYdoyYZHNABwxjVqa3QdylpnZPLWitIaXfd7yoqZrm9HqvPi9TodMmXF24k3PMZg1Y9Ro0aptFlhKlZjdro3NlufOTVsDhMPu74gTD0M1J5++mnDqohchqgJjRs3jv8OTzesI3EgnVx69+6t/nu1atXsbp3Rv69evVqdM02fPj3POMNobKtzMszeGZkYQUMHNxoAuKNoZHyEcwG8d2C0hBKFMxN3o/an9p49e5QhEgwnjMq///1vZSQPA+b8XlI9J80P3NJxphU2rlZrZSeRXq3Wrk7P1MPGxGl/aADglBTrkUCGEbALraNrw4SFIxY777//viHBKIRZMcvpGBuQLkWOlScu7hX23Ml+ylSQB5lBPOqpyJQOBlYhk8LyLOpY2Fp56cGjHWO1KlabWbzP/vOf/0iRIkWCEBXTe+g8cLfLnYlOIL/3Pffcow4mX3jhBfX/G1mwI0oJ8nKXLFkyrXwSb65DptwOxio9AsKU45uYnZ3ttllf6+uSKat2YmGMETJ+4sSJMn78eGUcOHfuXDW28uXLS/v27VWuZHhJNG3aNE+aEF8hOGhcx7s48TY0AHAAPaEKvmN4h8MIKbEkGx7RAMCeaxTX6DqUtfZk8taI2hpd93sq1TVTWNaWVv3XIVM6vp9Wa9cwelIm5qpN5turVy/B2qtq1aqWj5vZ+gx73jFjxgii7GVSmTVrljJeQ6Qxo4I10B133KGMbpEC7OabbxYYvCWXWrVqCYxCevbsmUl4UhqLWXoENJbpSjWz5yf23i1cuLBaX48bN04ZGM2cOVMQsh2ldevWAkObgQMHCgwGypQpkxL/KF1EAwDns4XIGnA8gtFSYoEh2jPPPBOXFxoA2DPFOQuMu+6//37Ds5NMNHizp2JeI5VzUi/3i9K16TjTChsfrwys1q6Z/izSACBs0sz+kEBABIxypybe2suGCXkiN23apA5nkT8ah9tGBUYGr732mkAZEtaCscAaE2FljYpORY5ViD/c+8ILL5Rnn302VIq1RCZ+ylSQB5l+y2KqMmUVDstpuCIdB5R+8/G6qEP/rEL4O3mOosBJdx+RbwwHRoiQYFZg9Y8oE6tWrTKscskllyjjCBxghqnokCm347E6kES4VhhJxCIquG3br/q6ZMrq+cOBNQ4g8a+RAUny2GAEgO9vokecX+N32q7u75GZAQBCuCL3ZqKiAM9gq1atpF69eurAFkoWhAwOS7SNZIY6FGuJbZqlHkkMRxqrTwMAY4mO+hpdt0w5fe6jtkbX/Z6y4qTr2+F0LnTX0yFTVga2TtO3WUXpCqMBAObBLIS/0wh/6Vif6ZYfN+3hG4b0T5dffrnlGqhGjRoCj9GYsjbxHlD+wxAXIaPD+u13w8RLXStj27A7TngZd+xas+cPKSP69OmjzuGw5rYrkCkYm1x00UWh25vY9d3N70YGANizIh3b7NmzczXVqFEjqV+/vuC8EuttrL3TbfzvZqxe6xqd6+GZQjqaHj16xJunAYAxabzrd+zYIdOmTVPKfxi8GxWrdIte5zCK16d6ThrFsabS5/y2ZjJi9Prrr8uwYcPy/IRnCQaTnTp1skVrFlWXBgC26FiBBEggagTsvD2h1MbirkWLFrZD+/zzz1VeOqMNqtXF8CaFVWmDBg1s75HOCnaW+rfddpvyhC1UqJCnbmKRiJCA1113nenicPTo0YLwgGEsOmXKaHxBHmT6zTdVmdJxwGrVhtMQpX7z0bGwtcrthM0rwpCfeOKJhkM5fPiwTJgwQT2LCI2cXMLizaZDHpLHBsMtWPobhRq1mncsuHEdwpQWL17cbxFx3b4OmXJz0+3bt8vFF1+cx0MZbTg9FHdzP111dcmUlRIjlb7iEA7e3YkHTqm0o+sa3d8jr7wQ+hYHt1izhU0ZoEOxljhva9askfPPP195ssVKcjjS2H+nAYBIJq7RdcuUk/dCFNfout9TVpx0fTuczIUfdXTIlA7lfRTSdCXzt0qLAaNQKCjNIkLBaAIGfshjb1RiEYP8mPN0tol9xgcffCA33nijaSQAs/4hOhLOC9q0aZPOIYTm3h9++KGceeaZhv1xYvAdmoGk2BEzJUaKzcm1116r0r6FKYpbqmMxus4LL+xFrr76auWQk6l8YszMzvWwz4d8JBqw0wBAZP369TJ8+HD5+uuvXYkrZOqhhx6S0047LXT7N1cD0Vg51XNSjV0IdVNBn2mFEYYO5b1ZG3C+eO+990LleKJzDhgBQCdNtkUCESGAsLs4QIXVtNni+JZbbnGk1HazkMYhLayRoUBD3rqweT8ms7DL1QQLMVjx64hgYJWDFf2yO0RJt+jplCmjsQR5kOknSy8ypeOA1aqNsOQL1LGwtcu/jg0XFGbYcJUrV07ltI9ZaT///PMyduxYUzHIZAMADBrPGtIkIEydE8OuSpUqCbzdEYUibMrH2CTqkCk37wWj/OSx6+HRDl6Qu7AVHe8YjAleIwhxi/C1ukpyfndd7abSju7vkVcDAIwBHkwwqhw6dKijtVsq407lGh2Ktdh9zbxCksORxurTAEAkE9foOmXKqUxHcY2u+z1lxUrXt8PpfOiup0Om/DYACMvaM5m9Vf511MX7+YYbblB7ZRjLHzhwQNatW6f2z1gLmYXCx7WZagAQYzhv3jwVot5qz5HIGw4X8CQN4/pR9zPppD1ESIJCFt6ARgVGFmeccYaTpiJZByHaIT9QIOosMMhBpLKw7um8jNXNmsjsPtjHwbAJURMytRjtY80cxGgAIMoouVu3bo7FAVElcBYPA+4KFSo4vi7TK3o5J810NrHxBX2mFUaufhoAZPrakwYAYZRo9okEfCRgF+YZSpyXX35ZqlSp4qgXbhfSULxB0YjFc+fOnUNrBOAkRB+8ZHHY7nWDhMUOvGeheDQqOg0NHE2qy0q6Zcro9kEeZLocvuPqXmVKxwFrfjEAwKQsXrxYzjrrLEMvfseTZlAxLIewOuTBjAOeN3hcm0UkSb4uMWdpGL0igtws4X3+j3/8Q0aOHGmIF99XRAcIY9ElU24PQpyygKcgvpUFCxZ0eokv9XR/j3QYAGCgYQwjqUOxFptEI68Qo3Cksfo0AHBnAABuUVij65QpJy+IqK7Rdb+nrFjp+nY4mQ8/6uiQqfxqAAAlJCLh4TxAd8l0AwDsC5cuXSpIEfHNN984wocIiuCN/O1ezx8c3TDEleBti/Mko3RSffv2VYYBWCNkarF6x3sZcyaHQHZ7bmnGcciQIfLiiy+qFFyZVhDFDmcd77//fq6hme3BaADg3gAA5yZwioMjCs7FaQQgyhnHLj2OrrP3KD+zQZ5phZUTDQBSnxkaAKTOjleSQOQIwHsK+ZlhLWxUYMmKvLw9e/Z0PDYvC+n27dursH8wBAjbJtbO2webdeRw9qrswmIHH3JY9RuVMB7oJ/bTD5ky4hDkQaZj4XdZ0atM6ThgtWoDxj9YWKfbs0TXwhaHkvCIhcJQZ7nrrrsEf+l+Z+mQh2QueB/NnTtXbr31VpVDy23BweSjjz4aurBZumTKCY8ZM2aoDb1RhB1Y/GNzi1yTYSy6ZMrOAAAHH/jmIdco0gAhbQS+JXhHwpMJjIxKly5d5K233kq7143u75FVDlu3chK2g1sdijUwMGMOLzWsxYwiStEAwL0BQKK8hXWNrkumnDxbUV6j635PWfHS9e1wMid+1NEhU34bAGDf+fjjj0uxYsX8QOCpTUT7wTd9+vTpntpJvDjTw7DCsOiFF16Qe++911CBbQUSayhch9RtYY+mqE0gkhpCiHLs75AOwajgWfnnP/+Z9r2aX+O3Whcl3rN79+5y+eWXS79+/ZSSMSsrS6Dg/eijj5QMmUXgwP4Z/DKtIOoInhsdJSxGyTrGktiG0Z7Zav9KAwD3BgCJvPk+z6Hh9ZxU93MQ1vaCPNMKKwM/DQCge8EZaKdOncI6fE/9ogGAJ3y8mASiQ8CJVV0qIb9SzS8aI4dFz3PPPSfnnHNOaDZpdh7tOkMRf/vttzJs2DDTDZhRrq2wSJ1fMmU0viAPMv3gq0OmdByw6mjDDz52G8/Y7269gew891IZCw5MzIyoUmkv1Wt0zyUUsNhUXH/99aah/+FJY5Y6JjYOHBLgnd62bdtUh6b9uqA2S3YHkpAbGI+k24PdDLAumbJSpiDcIQ7NateubdgNu5Cu+Gb26NFDu4y4adCP79Hu3bsF8oOCA9qyZcuqf1HwrQUXKJhgpAVDTSOPt9gYwiRnOhRrGNcnn3yiFEyJ44bR6ujRo6Vdu3aG00cDAJFMXKPrkiknz3yU1+h+vKf8/nY4mRM/6uiQKb8NAMKy9jTjb/esuJ23sBmzue2/VX0oXaFchRLWqOAAGoaRmzdvtrzt3XffrZTgqJvfipWxLUKVw3s5Ozs7o7FYveOxPkIqN0TCMzMSsUpXBiU50k2UKFEioxhir4t15OHDh9W4ML7E5wcpSvDcTZo0SZ555hmZOXOm6fgzUc7WrFmjQtPjm5hYrM6IaQAgsn79ehk+fLggKkmq5dprr5UHHnjAs3NZqvdP53U6zknT2f8g7x3UmVaQY3J7Lz8NADJ57QnONABwK22sTwIRJIDDYyxk4W1nZumry6MdeBIPq3Foi3zSVrmksUnBxwyK9XQXbAqQGxxW+UYllSgJZmNatGiRskI285gIc3ixoGUqyINM3TKoS6ZgsQ8FyGeffZaniwgfhmfILoSYLgWfbkaJ7ele2EKphrDrd955p6Oc9giBjBDt8IQ38kTG+wyh8dJddM4lDkTgLXPLLbcYDgtM8DvkbNq0afLwww9b5izVaSSlg7NumTLrk1XaiSgcFOmSKa/KlK+++kr69+9viDkMz186v0f49k6dOlWuuuoqmT9/viGjMIW+9SoLGCC+fXgnJytLbrvtNhUKGXmljQoNAIzfVFFeo2NEOmTKyXclymt0jC/I95Sub4eTefGjjg6ZWrlypZx77rkye/bsPF10mjpKhxGBH3yctolw9jfeeKPjnPYwCEQUQERySS69evVS+5qqVas6vX0k6sHLEYois70/zmOg2IcB4KuvvqoiN1qdoaTivBEJUBadtEs7ESYjSD9Ze33H43wCa0kYluaX58/NfIAPDJbxDJqVMKd1czNW1MXa8L///a/A+Six9O7dW8lItWrVDJukAYA5aTyjmzZtknHjxslrr71maVCCVhDRDI4YYXUUcCtTTurrOid1cq9MqBPUmVaYWSFaJM4AjIpTZzEdRgRhZmTWNxoARHHW2GcScEnAziof1sGwcvUrj9WqVavkhhtuMLV0x3AuvPBCefbZZ9Nq9WjnLawzWoHdAQAUaAhTBsVbGEvQMuV1k5suhjplSgcDq00awr5jMZTuTYdfC1t40I4fP155ROKQEopsFHjatGrVSrp166aUjvBgR4F3DvL7JZd33nlHRSxJd9F54I4xXXrppYZexfg+4EAgcePvxKgiTNFL/JKpRBnAgSQ27mYbEqtQ5emWpdj9dckUFCCDBw82jBbxxhtvyNChQy2HbKVICYMXpI53sdc5t5JpROoYM2ZMKKJw6FCsoY2TTz451/vJiYU+DQCcSVlU1uix0eiQKTsyUV+jY3xBvqd0fTvs5sWv33XIlA4GVgYAYTB+c8IfnrVLlixRe36ss2EYGXM+wJ4Wueuh3B84cKBUr15dGbRh/Z1cwpKWzMmYndbZsmWLMiA28vzHGQPOYmBEEov+g3btjCrsIuE47VuU6lk9J1j/fPzxx9KhQ4coDSmlvsJbHYbb2KMlF6eOAWaKFCdrrJQ6HbGLEA3gkksukU8//dSw5zgrgIFAkSJFIjayvN397bfflKMJlNWJxW7fRgMAZ1OPM0Gk1kCqRLMoblFwFnA2Wme1dJ6TOrtj9GsFcaYVdko6GJgZAGSq8WlsTmkAEHbpZv9IwCMBHMTDujfdXuYbN25Ui0pEIjAqyAOMUK4tWrTwOOLULsdBGZQ3sLo3KlAS4vAF3gpec3/jIARzYuTJjXtDAQkrUSwCw1jSIVNBHmTqYq5bpvbt26essp9//vk8XYTHJ3JjV6xY0bL7YVesofM6FnVe59BsMxsmxZqOw2Zwsno3W0UhgacADgmuuOIKw8gyYdrEBiFTq1evVt8Ho28tvh848O3Tp49X0fT1el0yZXU4a3eQhAGG/TApDN+jn3/+WRlSfPPNN4YyEYZUCeiYDsWa1fOr44GAkROMvcqVK6ejuZTaSLdMhX2NnghVh0xZTVLU1+ixsQUpU7q+HSk9PBou0iFTVlG6nIbThsIchqhGygEn304NKAJvwuz9nkmKNUDFmhnewjC2TS52ZwyIAABF70svvWQ4P/nF4z3G0chLOQYmDA4lQT5EZkoMpwYAZs8fDQCOzSLWh5dffrnhtDp9twcpE6ney2rvlmqbidflR2OlZG6IuIhUgIgsYVaiYuznVSZ0n5N67U9Urg/iTCvsLN59911lLGlUnJx/WJ2pO/12hp2RWf9oABDVmWO/ScABgbB5sFgtoDGcdHnW2oW/xsYcm2scRpiFmnUwHaqKXY4jeEeMGDEi7TmOzcaTLpkK8iDT6Vxa1fNLpryGK4Inydlnny0LFy7M0/2wHC6GYWFrxilMVqG6DtzNeDvxosGB5tNPPy3XXXed4eMQlk1sEDKFiC04CDIqp59+uorokk4Fo5P3mi6ZsjI0gvcDvqVWhQYA9rNl9U3E1WF5n+tQrPltABAGw64wrHHCukZPfhp0yJTZExb1NXriuIKUKV3fDvs3nz81dMiUDt7fffed9OzZ03CQTsOa+kPIn1axhkQaF/wll7CsH3WN3My7Fu07iRBllpsb14dpb6KLl1k7v/zyi1xwwQUyYcIEwyoffPCBnHHGGX53IzTtm3nwd+nSRTkGQOlqVWgAYD+VVt+HTFIW+W0AANJO9oD2MxLtGgsWLJC//OUvsmLFCsOBIA0M0i4WK1Ys2gO16L1f56QZCyxhYEGcaYWdo9c1+969e+Xaa69VRpnJxWnKrrAzMusfDQCiOnPsNwnYEMAiDjlT8YI0KunwMrc62EAf03FgjQUILMmhWDULx4TQXvC81qH8v/rqq+X99983nBNs0kaNGmV6+JNuoU+nTOk4WAuKn58y9frrr8uwYcPyDAVGKl9++aV06tTJcphmz6DT64NgGIaF7YcffihnnnlmqBeFOg7crcJHImLLc889p1IkWJUo5Kz1W6bsDiSjkiNSh0xBVqzagecD/qwi6dAAwP5Na2cAgO9Bv3797BvyuYbXTTq657cBAO6RbuVaGNY4YVyjG4mnDpkyahfK/yiv0ZPHFKRM6fp2+Pw6Mm1eh0xZKbPbtm2rjNzr169vOUSzNb7T69PFL9X7ImoCziqSQ+Jj3fnFF18I0uE288o+AAAXlElEQVRlSrFKjeTkew35euCBB5RDQnLJT97aVsa2iIaHZwhGffmlmK2PmjdvLu+99540btzYEgUNAOwlxer74HSvbH+X9NcIwgAgDGnc0k0aqWD++te/mhoxZboC0s9z0nTPbRD39/tMK4gxeL2HlUMbomsgra1VsXoGnVzvtf/pvJ4GAOmkz3uTgE8EEMoTIeY/+eQTwzukQ/mPjlgtoPF70AYAyFMI62hYWvqt/Ef7N998s7zwwguGcxJ25X+6ZSrIg0wvj6XfMmV1QO8kgoaZh59TTwEvbJxem+6FLfLb33TTTcqzPbmESZGr48Ad7yV8K/73v//lGavTDWjYlbUYmN8yZWYwgnvje/v2229LnTp1nD4CaaunQ6bQeSvLaieHZQjBjcMR5AZOLmHwCgzD98jq2QWzdCu0Y/OmQ7HmtwEAIwDkzFbY1uhmL0IdMpXcdtTX6EasgnxP6fp2pOvjp0umvBjpHjp0SCl34dGbXOAtiPVn2bJl04XIl/vOmDFDTjvtNIERZWLJREXuV199pdI7GBWn3+v8rqw1MxiJMYXXLCJMeU3V6Iuw+9So1bmAE8MSOMFcf/31eXqXn6JK2E2N1bPrdK9sd48w/B6EAQAjAFgbyUMOMkmmkuXa73PSMDxHfvfB7zMtv/uvo30rBb6TCBpWUTigPzv11FN1dDOUbdAAIJTTwk6RQOoE7MJXQhmBQ4RmzZqlfpMUr7TK14Img3zhwpIeShnk9DJT/sMCDJuiokWLpjjinMv27NmjFIpGudvxO5T/r776qvTu3TuUm9YwyFSQB5mpTnYQMmUVWhvWjohkUbBgQcMhWDEM02Yj3QtbHKYgr1TygWTYPGx0HLjraMNqER4WS38/ZQoHknh+zCK7RCk3qw55iL18zMKSOjGIgDLm5JNPNvw2O8ntluo73Ol1YfgerV69Ws477zyZPn16nm6HyVtUh2IN3z3k9TWLaOV03szqnXXWWQLjuHSm6AiDTIVpjW41pzpkKrH9qK/RzVgFKVM6vx1en+dUrtclU9OmTVNKXqN9pZ3xmlWIeKztb7/99lDuEVPhjWus5DMTx6tjHWpmYBK2/UmqMmF3Hc6JYERq9Hw1adJErcOzs7Ptmsmo363OBewMIqyewUzKbe9lwnG2AyMJRAI1KpnkLQp5uO222+TJJ5/0gsz0Wpx3jh49Wtq1a+dL+1Fp1OqZxRhgxITos0WKFInKkBz1M4hzUkcdiXglHWuJiCOQffv2qXeykW7FifFafjampAFA1KWf/SeBBAJQxOBlaOTNiWo4eEdIZxwOB11wwIYFzUsvvWR46wYNGqhFYYsWLXzvGhYgCDcI5T48DY3K3XffrZT2xYsX99QfjBubA/wZFSyGERVgwIABoTzYCYtMBXmQmcqEByVTkKd//OMfMnLkyDzdtFOswdoRiu0ff/wxz7Vh8mxP58LWytgFm2LkKfWaCiQV+TK6RseBu9Vz5dQDy8yDC322O/DWxcKuHT9l6uuvv5bTTz/d8EAyaocdOmQqNhdWHjNWOVoRGhApAoy+mU42dXayoOP3dH+P8L1BhJLrrrvOcDhQlj/77LNSsmRJHcP11IYuxVoqnbC6t1OPy1Tum8o16ZapMK3R7fjplKmor9GtWAUpUzq/HXbz78fvumTKKh0Q1gkIX25maARvXXj6Jys3EQ4fe9Y+ffr4MfS0tGmlCIAiFxHNgjgPCHLwVjLmZA9mFZ0sLGsjP3la7X9xX5x/IUWCV6cNP8fgR9tW0aDs3jlW5wJh2b/5wcxNm2vWrJHzzz/f0AA1E9/NbtjE6kYhEmAq4/LjGnz7cCYBQyazkonPXlDnpH7MWdja9PNMK2xjteqPVTogq3OmXbt2qXRvMKhMLmE6P/FrLmgA4BdZtksCAROwOjRHV2AdDkVz586dPfcMB8tjx46Va6+9VrDptFOSY9M6YsQI5b1g5m0f5AvXasMDOFD04c/r4TkWO9jUX3rppYbMoRxCKCxs0MIYri5ImbITyiAPMu36YvR7UDKFe1steGAxjEOQZCW1lYebneFAKjy8XKNzYbt7925lQe3EihrGQDBSSs5FirGEUZGr48DdKmctxm0mT7H5tQqbjLDaH3/8sXTo0MGLOGi5VqdMJXbI6kAW9a655hp55JFHInMgqUOmYnyswvgPGjRIfRurVKmSZ37h4T9s2DBD47ywRFPQ+T2aN2+eSsOBP6wF7NZTCJ+I3Miob2bAaLXx1fJAuWhEl2LNxS3jVfOrAUDU1+h2c61LpqK+RrfjpPM9ZXcvnd8Ou3v58bsumUIYfxiKwoM9uUBZhIN9RG5J3vNZGZ/aKfH84OG2TewXIW+lSpWy3c+iLtZkMMLftm1bnltlqiLXKmetXWpGvKsmTZokF110keF3P2prTbfyhfpWxsZh2m+kMjav15iF8Ue7cAoaOnRonufS6lwgE6MpHDhwQBkX4117xx13qLRsdmdvcILB2aWZ81IU3s1eZcvJ9fnVAAD7N5zxQpl/zjnnSKVKlSxx4T2O1HbYv82fP9+wbiY+exhokOekTmQ2ynX8OtOKGpPFixcLIvgZObYNGTJERfarXLlyrmHZRaEI0/mJX/NBAwC/yLJdEgiYgF95m2655RaBN3zMojr5QAmKMeRJOeOMM6R58+bKsyErK0vwgt2xY4fMmTNHhZKCwYBZwaEIvP/NcuPpRIl+wUIcigSdpVGjRupAIzG6glU4Ry/3xkbumWee8T1cbVAyFWOBzRkOzsyiJbhlhgMVbHwRXcLPEqRMYRx21ujIfQTLxqpVq6rn8KeffpL777/f0NIR7eH5xOGR3UZYJ8PPP/9cbZiMDv/c3gfvDxgYIbpBYtm5c6cghOHEiRMFCkdE2YABFJSOMSUbZG7jxo0qbCTCSJkp1KDExWGlWXoFt312Wh9Wqoj4YBbVxWk7sXo4rMCCuGLFivFLrTzYUemCCy5QRiV4jmLcwHbWrFmW7/agw2oHIVPJvK0OJMPqGRKETIGTlSIEv+N7DyVJq1atlIEOUinA+AZpI4yew6C9AoP6HiVu5LGegqcR1lRYU5QpU0a9l2PrKRwYvfbaa4qTmTFl0M8d5hKHYHj/Ys2go+h634bNACAImYr6Gj0mP0HIVNTX6GAVhEzF5iSob4eOd4hRG0HIFO6LtRE8+Y2+Y+XLl1fKJxi9Y78MZfjcuXPVd89on4x1BNZ/OMwMc/n0009VH7Hvwnr7xBNPlMaNGxueCSASoZGhLcYX1L4tHSztPNjxzb/55pvllFNOkQoVKqizFMjHhg0bVESERx991HDPFBUZ8cLcztg2SCcSL+Pw61orRQjk484775Thw4cL3j9Ym0NhgjRdSIVpVMIW8U4Ht2QlNZ4zGGP16NFDKW5jjgKxcwG80+BwsXDhQsPb54fnzin3/GoAkLh/gzwgSg/2YMkyhXU5zuJGjRqlzmDM9m/gnYnPXtDnpE7lNsz10nGmFWYeRn3DugAGWkh1Y1Twjse3r3Xr1soxDudMiKCLM3Gj8+d0nJ+kgzkNANJBnfckAR8IWB10erldly5d5K233lIesChWHiWp3ifIxY4f/Y+NG9788CCOFb8U6LB0HzNmjO+pHIKSqRgvqw1EqrKFQxNY5fpZgpQpjMPOa83NWM0sJN20kUpdKP6wKNNVYPSABWCxYsXiTeqSJyOlua5+27Wj+x2CDSrCzHbq1Cl+a7sc9nZ9NPo9SKOu2P2DkKnEsdopuMPqGRKETPnxDQzaUEnX+yNRZoy+R1aW/G6fPazT0F7Xrl3dXuqpvs4xoCNQIEHpZRYq22lnw2YAEIRM+bEeCXKNHpvbIGRK97sw1veg1ui4XxAy5cf7HG0arUecPtup1AtCptAvu+hpbvqOtS0MorxGpHNzz1Tq6mBrZsybSn/Ceo1VDvtU+wwjXTgFwGAwU4uVghtjzg9ee1Zzi/0I3hP4VnstWD++8cYbUrt2ba9Nhep63d9KGOeDuV3UrlBB8KkzNADQA7Z3795q71OtWjU9DYakFT/2JbGhJZ+9h2TInrsR9JmW5w6nqQG7yBJOu4XzExjo9OzZ0+klka1HA4DITh07TgK5CfilrEXqgHfffVd5o6FgkwHveVgO6yhXXHGFPPzww+ogKIji5yIEHhyJkQX8OlwEpyDy1wYlU7F51705Q7vYxCJigp8lSJmKjcMqdJ/TseLZRli79u3bO71EWz3dC9vLLrtMEAIxcSOuQ55gDYqDteQQUtpA2DT0/+3dz8sNXxwH8FmxtPMHIKUoZKuEUso/YCulbKSwUfgXZM0fwJaIEOX3zxQLbFDK0h+gb++pq+t+n+eZuc+998zc+7ymbDxz75x5nXPPnDnzmc+ZRR+yVN+xUtr11Zxr09IBq/nOps+UaFPDZWiqmzZrujad0yz+3lTu1RxzuetRU6q1tsfKckPJ3FPyIcg0+o/R81vqepTx1Wj2krYuw/vl5jXLPCXTSclsLinDNB7+DJ/LoUOH6u/MW5CTbGshAGC0Tc37GH1Q3yXa1Cz6wkH5S4zRc6xS/VSONQuvUk6l+6mVUvq37dOSJSd9+qZNm9p+pLP9Jv295s3kZAZIwHbp61dJtGncuw2Xt2npgJLnNqtjNT3cPnjwYJ3hLoFXa3mbRp+Tub5k1MsbzIu2Jdg9mQdv3rw58akdP368XiIv/ZZt5XHI6NzoInndvXt3atlr05dn3mD79u2LRFSfSxfzpPOOWHpOa169pjHPlGdQeRaV5TxKZ3rtwl0AQBfqjklgBgKvX7+ujhw5Uv38+XOq3z6aASBfnknVPFRdLl12mwKksz179mydWrpk9GxSe2VZgzwsnPY2GoW40hrIkxy71NtFJdtUPGYxkVkiA0DJNjXcbrI2XX4/q0kPn4f/mVhMSvwutmkPbJfKADDJzX76p3xn+qgub/CnPeG+3Bt3GUAnCODEiRMTpfGOVVJrZXIk6bZKbiXa1PD5rLTmZm7kk1oza0z2bSvVpgbnnbchs+5x3kxaKe3hUk5djRNKXo8+f/5cT0o+f/581U0lb2xdvny52r1796q/Y5IPTvrwZ/TYMgC0r42lxjjzPEYfnHmJNjXvY/SS/VSOVfra0f5X0G7PEm1quCTp2/OWaLIujbvl4f+VK1dmvoTZuOVabv9JAtkShJyHaXn7cZEf/g/sMg5K2toEF0+yJb1t5h1mvczdJGWcxmeb+ulkf0v2xbXQdpo8J+lzuh5HNp3bpH9PIEl+L7mvX+3W5T3Jastc4nNrNQNA5uHyAspyS9q0tU/GwMwpDLLttv3cvOzX1TzpvPgsVc7Sc1rzbDXpPFOWHs78Z+l5y67MBQB0Je+4BKYskKjypNTOG73jTrKvVJTlUlx9+/atXjM7xxtnHe8MnrM24pkzZ+r1Abu4YXv8+HF18uTJZdf1Wk3VLJV6NxekTMrnzcVxjJqOXyoleek2lZuzWF24cKGJoNXfS64lWapNjZ541j+6evVqHbnYJiBn8GA7gQPD68C3Ap3iTg8ePKj7gWn8LpZLG5qH2tevX69v9tvYDE4vv688rMzDtKzB2eWW32AmttLPTmNr6jtyM5tU63lgO07d9KFfL9Gmhusg60Omf3/x4sU/19ykDzt16lS9Hm4X17emdlK6TaU8+S2mfi5evFilr2yzZXI7v8MsV9GFY8nrUSbPsi5dHgiM01ft2LGjDgJLX1oyO8Jo/X38+LE6evRo9f79+zZV27hP0qqePn164kj8uKbNZcmkgWvGagkwyP+XvgaWbFPzPEZPAynRpuZ9jB6nkm2qi2tHY2cxxg4l2tRocXI/nrXb83Z7mzFVgijPnz9fv4nUZZ8+Bmu9a94+zrUoQRZtt/TFye5z7NixhU5fv5THnz9/qvv371d5O7btmGjwPX257ret50n3y3X80qVLdSBNgpAGW5fX8knPaZafTz+ToIi293Hpc/JiTPqcDRs2zLJonX93fndPnjypAwHGeWjbh3vczvFWKEDGIdeuXavnhd++fVvvGbMElWROb3jZwT6fx2rKlnHRjRs36t/chw8fxvqKvXv3VufOnauSxWT9+vVjfXbedu5qnnTenAblLT2nNa9Og3Jnnunp06f1taztmCrzTBlb7Nq1q5N5pq7MBQB0Je+4BBZEIFF9GfBkQJ1/uTkbDP5yikkntmXLlmrPnj3Vvn376nTj8zSpsSDV5DQWXOD379/1gOfWrVvVmzdvqmfPnv094wxs8sZ/0irv37+/2rhx44Jr/Ht6ST0Wk7wVmcHhp0+f/k4i5QZ1586d1ebNm2uf9FFJ99/FA8c+VUpuaF++fFk9fPiwevXqVfXly5f/TbzlraO0rTzwTqaYSdfr7tP5K8tsBPLALeOD27dv17/HtLHBQ5FM5qafyluA+S1m7NB1AM5sFJb/1vhkPbtHjx7VGTmG+6p8KpNoWZc1/VT+pd9aKxHrpetiUY5njL4oNek85lng169f9QPfO3fu1IFSw/fJ6dcTcHr48OEqDwTmdS33TMD++PGjvhfJ9T1zA+/evfsbIDmYD0hwdq7xGXuvW7dunqt14rLngeT379+re/fu1Uv7ff369R+z4et+xtkHDhyotm7d6ro/sfzif8Fa6HMmqcX4ZK4kffJoX5X7kdzjZs5yMHfpHncS7cX/7KAvz7VvqetfAm1yj7tt27b6Om++afHbhDMsL2CeqdlcAECzkT0IECBAgAABAgQIECBAgAABAgQIECBAgAABAgQIECBAgEDvBQQA9L6KFJAAAQIECBAgQIAAAQIECBAgQIAAAQIECBAgQIAAAQIECDQLCABoNrIHAQIECBAgQIAAAQIECBAgQIAAAQIECBAgQIAAAQIECBDovYAAgN5XkQISIECAAAECBAgQIECAAAECBAgQIECAAAECBAgQIECAAIFmAQEAzUb2IECAAAECBAgQIECAAAECBAgQIECAAAECBAgQIECAAAECvRcQAND7KlJAAgQIECBAgAABAgQIECBAgAABAgQIECBAgAABAgQIECDQLCAAoNnIHgQIECBAgAABAgQIECBAgAABAgQIECBAgAABAgQIECBAoPcCAgB6X0UKSIAAAQIECBAgQIAAAQIECBAgQIAAAQIECBAgQIAAAQIEmgUEADQb2YMAAQIECBAgQIAAAQIECBAgQIAAAQIECBAgQIAAAQIECPReQABA76tIAQkQIECAAAECBAgQIECAAAECBAgQIECAAAECBAgQIECAQLOAAIBmI3sQIECAAAECBAgQIECAAAECBAgQIECAAAECBAgQIECAAIHeCwgA6H0VKSABAgQIECBAgAABAgQIECBAgAABAgQIECBAgAABAgQIEGgWEADQbGQPAgQIECBAgAABAgQIECBAgAABAgQIECBAgAABAgQIECDQewEBAL2vIgUkQIAAAQIECBAgQIAAAQIECBAgQIAAAQIECBAgQIAAAQLNAgIAmo3sQYAAAQIECBAgQIAAAQIECBAgQIAAAQIECBAgQIAAAQIEei8gAKD3VaSABAgQIECAAAECBAgQIECAAAECBAgQIECAAAECBAgQIECgWUAAQLORPQgQIECAAAECBAgQIECAAAECBAgQIECAAAECBAgQIECAQO8FBAD0vooUkAABAgQIECBAgAABAgQIECBAgAABAgQIECBAgAABAgQINAsIAGg2sgcBAgQIECBAgAABAgQIECBAgAABAgQIECBAgAABAgQIEOi9gACA3leRAhIgQIAAAQIECBAgQIAAAQIECBAgQIAAAQIECBAgQIAAgWYBAQDNRvYgQIAAAQIECBAgQIAAAQIECBAgQIAAAQIECBAgQIAAAQK9FxAA0PsqUkACBAgQIECAAAECBAgQIECAAAECBAgQIECAAAECBAgQINAsIACg2cgeBAgQIECAAAECBAgQIECAAAECBAgQIECAAAECBAgQIECg9wICAHpfRQpIgAABAgQIECBAgAABAgQIECBAgAABAgQIECBAgAABAgSaBQQANBvZgwABAgQIECBAgAABAgQIECBAgAABAgQIECBAgAABAgQI9F7gPzsCnsnZl8uD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21" name="AutoShape 21" descr="data:image/png;base64,iVBORw0KGgoAAAANSUhEUgAACAAAAAHhCAYAAAD6J17EAAAAAXNSR0IArs4c6QAAIABJREFUeF7s3Qn8VdP+//FPuJEhQ8rYLWOlKxJFGaIQDagoQqUkqVQyD91MpYylkCEyNZEmlEIkhW7oj0jXnCHD70qGDP0f731/p9853+/Ze+199jnf7znn+1qPR4/rfr97r732c629z/dxPp+1VqUNGzZsMAoCCCCAAAIIIIAAAggggAACCCCAAAIIIIAAAggggAACCCCAAAIIFLRAJRIACrr/aDwCCCCAAAIIIIAAAggggAACCCCAAAIIIIAAAggggAACCCCAAAKeAAkADAQEEEAAAQQQQAABBBBAAAEEEEAAAQQQQAABBBBAAAEEEEAAAQSKQIAEgCLoRG4BAQQQQAABBBBAAAEEEEAAAQQQQAABBBBAAAEEEEAAAQQQQAABEgAYAwgggAACCCCAAAIIIIAAAggggAACCCCAAAIIIIAAAggggAACCBSBAAkARdCJ3AICCCCAAAIIIIAAAggggAACCCCAAAIIIIAAAggggAACCCCAAAIkADAGEEAAAQQQQAABBBBAAAEEEEAAAQQQQAABBBBAAAEEEEAAAQQQKAIBEgCKoBO5BQQQQAABBBBAAAEEEEAAAQQQQAABBBBAAAEEEEAAAQQQQAABBEgAYAwggAACCCCAAAIIIIAAAggggAACCCCAAAIIIIAAAggggAACCCBQBAIkABRBJ3ILCCCAAAIIIIAAAggggAACCCCAAAIIIIAAAggggAACCCCAAAIIkADAGEAAAQQQQAABBBBAAAEEEEAAAQQQQAABBBBAAAEEEEAAAQQQQKAIBEgAKIJO5BYQQAABBBBAAAEEEEAAAQQQQAABBBBAAAEEEEAAAQQQQAABBBAgAYAxgAACCCCAAAIIIIAAAggggAACCCCAAAIIIIAAAggggAACCCCAQBEIkABQBJ3ILSCAAAIIIIAAAggggAACCCCAAAIIIIAAAggggAACCCCAAAIIIEACAGMAAQQQQAABBBBAAAEEEEAAAQQQQAABBBBAAAEEEEAAAQQQQACBIhAgAaAIOpFbQAABBBBAAAEEEEAAAQQQQAABBBBAAAEEEEAAAQQQQAABBBBAgAQAxgACCCCAAAIIIIAAAggggAACCCCAAAIIIIAAAggggAACCCCAAAJFIEACQBF0IreAAAIIIIAAAggggAACCCCAAAIIIIAAAggggAACCCCAAAIIIIAACQCMAQQQQAABBBBAAAEEEEAAAQQQQAABBBBAAAEEEEAAAQQQQAABBIpAgASAIuhEbgEBBBBAAAEEEEAAAQQQQAABBBBAAAEEEEAAAQQQQAABBBBAAAESABgDCCCAAAIIIIAAAggggAACCCCAAAIIIIAAAggggAACCCCAAAIIFIEACQBF0IncAgIIIIAAAggggAACCCCAAAIIIIAAAggggAACCCCAAAIIIIAAAiQAMAYQQAABBBBAAAEEEEAAAQQQQAABBBBAAAEEEEAAAQQQQAABBBAoAgESAIqgE7kFBBBAAAEEEEAAAQQQQAABBBBAAAEEEEAAAQQQQAABBBBAAAEESABgDCCAAAIIIIAAAgggkCTwxx9/2IwZM2z8+PG2aNEi+/77773f7rDDDta0aVPr3bu3nXjiiVapUqW0bnHPpzMQyAeBzz77zG6//XZ74YUXbNmyZRub1LBhQzv22GNt8ODBVr169XxoKm1AAAEEEEAAAQQQQAABBBBAAAEEEEgSIAGA4YAAAggggAACCCCAQJLAhx9+aJ07d7alS5emdTn++OPt0UcftWrVqqX9fdzzK0pnfPzxxzZ69OiUALOCy0cffbT169fPateuXVEocnKfa9assfvvv9+mT59uixcv9q5Rp04dO+KII6xv377WoEED3yQWHTts2DC74oorfNv2yCOPWJcuXXLS9opa6YYNG+ztt9+2O++8015++WV7//33PQo9F6eddpr16NGDpIuKOji4bwQQQAABBBBAAAEEEEAAAQQiCJAAEAGLQxFAAAEEEEAAAQTM1q9fb8uXL/dmx+ufArmJAKN8atWqZfXr17dDDjnEmjdv7v3vVlttVTB0Crp16tTJ3nrrrbRtdiUAxD2/YKBiNFRj5swzz7RXXnklbS1KAnj44Ydtt912i3GVinvqDz/8YOedd55NmTIlLUK9evVs4sSJXhKAX7nuuuvsmmuu8f09CQDZH18K/iv56L333ktb+amnnmr33HOPbb/99tm/ODVmTUCfkatWrfI+HxcuXGiff/65rVy50j755JON19hmm23swAMP9N5xBx98sDVq1MgOOOAA+jZrvUBFCCCAAAIIIIAAAggggEDFFiABoGL3P3ePAAIIIIAAAgiEEtDM1BUrVnjBJwVmE8vihzlZgY5TTjnFLrzwQi/gsckmm4Q5rdyOiRvAj3t+3BvXFgRTp061G2+80UvUiFo0S1xJHLvuuqsXINbs4/3339/bAsFv24Oo19AKCkoACCqaud6uXbuoVXO8mZdYccIJJ9jatWt9PW699VYbOHCg7+9JACj7oXTbbbfZoEGDfC+sd+ncuXPt0EMPLfvGccVAgb/++sveffddu++++yJ/RiZX3KJFCzvnnHOsTZs2VrVqVdSLUEB/P40bNy5ldRbdpj53lQTStWtX77Nvs802y+ju161bZ3fddZe3ldGbb7658XMgsY1R9+7dY9WfUaM4CQEEEEAAAQQQQAABBMpcgASAMifngggggAACCCCAQGEJaLb2kCFDbMKECbEbfvbZZ9v1119vNWvWjF1XriqIG8CPe37c+9LWBW3btrUvv/wyblUp5zdp0sTat2/vLUWuQEWcZABXcFkXVgLD5ZdfntV7qCiVhUmw6NOnj91yyy22xRZbpGVx9RErAGR3NP3yyy9eQoaSrIIK7tl1j1ubkuOWLVvmfa5NmzYtbnUbz1cillbg6NChg22++eZZq5eKyl9g0qRJ3koffsW1ypDrDpQAdvjhh/sepiQDtUFjjIIAAggggAACCCCAAALFK0ACQPH2LXeGAAIIIIAAAgjEEtBM8smTJ3v7gCcvXRyrUjNvhptmpx122GFxq8rJ+XED+HHPj3tTruBC3Po1C7ljx45ecKp27doZVecKLqvSa6+91q6++uqM6q/oJ4VJANAWAZpxXqVKlbRcrj4iEJ3dUUYCQHY9y6I2zbTWShojR44MXG0jTlu0EoDqr1u3bpxqODePBFzvZxIA8qizaAoCCCCAAAIIIIAAAgUsQAJAAXceTUcAAQQQQAABBHIloGDUiBEj7J///GdOLpHPe1nHDeDHPT8uuCu4ELf+xPlaTviqq66y3r17+waR/a7lCi7rPNcS9dm6D1c9iS0VtLT3a6+9tjHQp0SIZs2a2bnnnpt3yymHGQOabT58+HCrXLlyWgJXH1X0BAC9I++99157/PHHbfHixRsN9VxoGfcLLrjAjjzyyNArZZAA4HoS8+v3X3zxhbdiw5QpU3LesHxPmss5QJFdwPV+JgGgyDqc20EAAQQQQAABBBBAoJwESAAoJ3guiwACCCCAAAII5KuAZjVq+XX9y1XRnvJaXSAfZzXGDeDHPT+uuSu4ELf+kuefddZZXrLIzjvvHLpqLXOuxIGgMn36dC+wXt7lu+++sy5duticOXPSNiVusCYX9/fcc8/ZcccdF1i1K8GCBIDgnnE9564VFtLVPmzYMG/FFb+yyy672MyZM61Ro0a5GDbUGVLg66+/NvWv3lFlVbQFy/jx461evXpldUmukyMB12d03M8UtgDIUcdRLQIIIIAAAggggAACBSZAAkCBdRjNRQABBBBAAAEEcimg2c7aF/yyyy7L5WW8uhcuXOjNoM634grsub6cj3t+XA9XcCFu/enOb926tY0ZM8Zq1aoVqvqVK1eaEgeWLFmS9vhTTjnF2wu9evXqoerL5UGFmACwZs0aL0Dptye5gokPP/yw7bPPPr50JAAEjyrXc55JAsAbb7zhba/ht+XK2WefbaNHj7aqVavmcshTd4DADz/84D1bZTHzv2QzTjrpJO+9uNNOO9FHBSzg+ox2/Y3hunUSAFxC/B4BBBBAAAEEEEAAgYohQAJAxehn7hIBBBBAAAEEEAglsGDBAuvatatvACq5Ei2BrkBt9+7dTUsUb7fddt5y13/99ZcpSLJ8+XJvxqKCkGvXri11fRIAqoXqk6gHuYILUesLe3zU4JTGx6hRo+zll182BVNVGjZsaEom6NWrl9WsWTPspXN6XCEmAAjks88+s9tvv91eeOEFW7ZsmWdUp04dU3CpZ8+eplU4ggoJAMHDKhcJABs2bPC2mdDWAvPmzdv4Hj700ENNz1ePHj3yIikmpw9cHlceNUFOz5j6TCuZaIWUKlWqeHeX+IxcsWKFPf3003b33Xfb999/H+rO9VwqQW+zzTYLdTwH5Z+A6zOaBID86zNahAACCCCAAAIIIIBAIQqQAFCIvUabEUAAAQQQQACBHAh888033n7mM2bMcNau5cW1XLUCtgr6B5VPP/3Um7WqmYvJiQAkAJRPAkBQcEH7kP/444/23nvv2fz5871ZrongvHNQmFkxBqcKNQEgTH8FHUMCQLBgLhIA4vYZ5+dWQDOrtR2I3woNiavvsMMOdvPNN9sZZ5xhm2++ubNRWrFD26joHFfRKitTp061gw8+2HUov89TARIA8rRjaBYCCCCAAAIIIIAAAkUmQAJAkXUot4MAAggggAACCGQioJmn9913nzfz2lWUJDB8+HBTkCNsUf2vvvqqDRgwwF5//XVv9vHkyZOtbt26Yasos+NcgT3X7Ly458e90WwGF5QQ8MQTT9j1118fKhFAe5RPnDjRjjzyyLi3kTfnkwCQviseeeQRLxhaUYvrOc9kC4CKalkI963EqH79+tmECRMCm6vVcO666y477LDDIt2WVhd46KGHbODAgWlXzEmu7Oqrr7YhQ4bYpptuGukaHJwfAtn8jE53R2wBkB/9TCsQQAABBBBAAAEEEChvARIAyrsHuD4CCCCAAAIIIJAHAl9++aVpf2ktOx1Uoi7zXrKur776yq688krbcsstvRmPiSWR84BgYxNcgb2KlACQQFG/XXLJJd6+8a5SbPuUkwCQvsdJAHjfOnXqZG+99VZaIBIAXG+Kwvq9VkTRljfptrNJ3Ilm5yuIf9RRR2V0c2G3GGjSpIk9/vjjtscee2R0HU4qXwESAMrXn6sjgAACCCCAAAIIIFBRBEgAqCg9zX0igAACCCCAAAIBAk8++aR16NAh0Kg8lx5WYGTVqlWmbQP0T//95ptvpgRjtE+29lnWzMtmzZrZQQcdlFGCAQkA6YfBunXrvCSAsWPHBo6TbbbZxqZNm2YtWrQo02du/fr13piYM2eOLV682N55552NS3WrTQceeKDttddedvjhh1vLli2tZs2atskmmzjbmA8JANozfMGCBd7MYgUitV+4xrvuQ3uM165d23kfUQ+IugWA2qhnZ+bMmfb88897K30k9jVXWxs3buwFUPV8hlkWPWp7y/p413siHxMA1EefffaZl+gV9B7VeGratKn3T6u1VK5cucx4tRXNU0895Y2jRYsWpR1DCoCXZfLYb7/95r37Ro0aFehw++23W//+/Z3b4gRVomSrnj172uzZswOvVagJOPos/+CDD2zu3LneO03bKSxbtmzjvWpboTp16ljz5s29f/vss0+o93ScAVrW79diSABI9KM+j/Scfvzxx97nbqKU/MzV564+fzfbbLM4XVWQ58pG22Dpmdbnhsa3Pge7detmRxxxROD41upZX3/9tb344ove3zYrVqxIcVZde++9t7cliJ6XQw45xLbaaquCdKLRCCCAAAIIIIAAAtkXIAEg+6bUiAACCCCAAAIIFJSAArt9+/a1Bx98MLDdZb3ssL74VHBAs87vv/9+577LJRuvLQq0nLICcdWrVw/dJ67AXkVcASCBFzY4JXdtE+EXOFTwYMaMGTZ+/PiUIJ/6TEHH3r1724knnhgqkKbxq7GrL9jVd2GLvii/7LLLrF27dilBiaVLl3pL20epy++aClRq/CqIVbKsXr3ahg4d6n2pn9hTXPev8aWfJ85REF3Pnl/ihYIId955Z8qX/np2XnrpJe+cJUuWpCRCKBCv+zvrrLMCgzFhEwB0LQXwtE2EEj9cRe433nijHXPMMaEDe+pjJT9oO4rkIFMm40Xtffrpp+3uu+9OGXtqtxIVlAh1/vnnlwqiKCAt60RSg+s+s/17BYq0aoraGLVoK49Zs2Z5z8jLL78c6XQlfmlrmO7du5u2+IhSwo5x1blmzRq75ZZbvDEbNMtex2YyhqK0u+Sxrs8EHa9kHG0PENUoXbv0eackgKCSLsFEQcKbbrrJtAR8sqGChBo/l19+ue25556RKIKeFwXr1Q4lIbkCu3qGp06d6vXx8uXLQ7dB7b700ks93yiJQ2HHXibv19CN9zmwkBMAtBWG2q/3cZR+FIWSifRu1edP1apVIzEqoezmm29O+TxTBRqDxx57rA0ePDj033l616iu5557LiX5RO86fWarLr1j/IoSgu6991574IEHUs7Xyh/a5korZVWqVMn0d46sBg0alPZzo169ejZlyhSrX79+qUvpuXv77be951mrfYQtSrzo2rWrl7CkJEcKAggggAACCCCAQMUWIAGgYvc/d48AAggggAACCHgzpU899VR77733fDWCvqjMBaFmTF177bVewMAVDHJdX8EPzcxUYFVfyrqKK9hTkRMAZKeZmx07dgzsFwXxH3vsMdMX6unKhx9+aJ07dzYF29MVl3HiHM2Gu/DCC702ZVL0Zbm+XG/duvXG04cNG2ZXXHFFJtWlPcdvpm5QEChxjmb+ad9xBQn8SjqrH374wQvw+80i1j7lkyZN8mYi+pUwCQAaB/fdd59dc801kQLjcr/qqqu8vgsT1HM9k1Fm2ysYrgSVe+65J+2tp7P59ddf7aKLLnKufpG1QeNTUZ8+fbwA6hZbbBHqUgoivfrqq15QSgG0OEXPshI3TjvtNGewN3GdMGNcbdSKEfL1204hXbs1hpQYo750BZ/j3LfOVbKSgnpBRQklGofZKB999JGdfvrpXrDTr2i2r3x33XVX75AwYzSTJD4F0hWwVXJBpu9qrcyiIH6m72ld95xzzrEbbrjBW+UnTAkz9jJ9v4a5ftAxhZgAoFUStFKU3ttxk+P0jtV7TElgYf4mk6Xr80grmmjlpzBFCTJakcCv6G9PPSt+JejzKPFZ9Le//c1uu+02r91Bf8Oma7cSDMaNG+dtl5Xp37/ankZ1RE20COPHMQgggAACCCCAAAKFI0ACQOH0FS1FAAEEEEAAAQRyIuD6MloXTTfLOCeNMfOWBdYMpsSs6GxcJ8rezK5goys4Hff8uPfr6k9X+13XD7tihII9mpmXrmTDSAkrmpUcFCRz3Yt+r6CmZsYmiivQEKbO5GNK1p/4nStAdfLJJ4faciFdf7q2LchGAoBmgGo5ed1fpkWrRCjw6wrgusZLrhMAXEkDmd5/1POi3KdmnyoorWSWTINI6dqn+vQvzDLTrjGuIPfEiRO9JJdMVlZQEoCCbAoOhw0kRjX/888/vWCgEoP8ilbrULJagwYNolaf9vgw4033rnds8ooQstBsY7/SqlUrb0WSHXfcMXQ7NUv6uOOO8z1eiUZjxowxtadkUXKHVgVRm7Lxea4Ar1ZHCEpcKov3a2g8nwNz/RntCnCHef8nN12f+XrPx3nXl6TQeFF9Wu3H9f7Xua7P5XxKAFByw/Tp0717c717S7Zb722dr9WJ4pRGjRp571ZtD0BBAAEEEEAAAQQQqLgCJABU3L7nzhFAAAEEEEAAAQsT3BBTNmc3BrH/5z//8ZY+VjAl2+Xoo4/2gh+77bZbYNWuYKMrgB73/Lj3nevggtrnuoaOufXWW73ZuelKXCPN3FQwVF+yxy3Js/30PGg2ezYDHX6zCYMMNU4VxNfMbVcprwQALXX+5ZdfupoX+HsFgTRLUatBBBXXeIkSGHcFV9MFx3766Sdvm5SHHnoo1v3GPTnsfSqIFGb2aabtCZu44Rrjm2yySaggWVA7ldylzwvtgZ2L4lpNQ9dMrISx7bbbZq0JWqFCAcSgogCfZvomigK/J5xwgm/QUc/bM888E3qmtAL4mnUfNBs66D2fi2Q+rcQgm5122inQxjX24rxf43ay6/PT9TeG6/rZTABQ8F8z0e+44w7XZSP/XuNRf1sqEciVwFNICQBnnHGGnX322aGSXpITAPS8aUWiMIkDLuyoSR6u+vg9AggggAACCCCAQGEKkABQmP1GqxFAAAEEEEAAgawIhAm4p5tpmJWLp6nEFeiLe10tV679ioOKqw2uL+fjnh/3HnMdXFD7tDetgl4rV670bW7QcuVxjPQlufpR+5Jno5QM0LsCDVGvmckKAFpmXSsbhJk1W14JAFEd/I4Pk5jjGi9hA+NqQyYJAK5zsmXhqifsfSowrOfDNfvUdT2/34dN3Ah6F2nmurafyUYbtYqEAtVhtpOIes+u7UpUn1YQ0Xtj0003jVq97/EvvfSSaU/xoFIy+P7tt996W388++yzvqdpdrESs1wBV1Xgqk9JQE899ZQ1bty41PWytUJLuhvRChRDhw4NnDkeNPbivl/jdnKuP6OzlQCghDiNMe0nn6uiBB55uJbvd30u58sKAPo803YJSn4JU5Lb/cUXX3jP7wsvvBDm1MBjSACITUgFCCCAAAIIIIBAUQiQAFAU3chNIIAAAggggAACmQkowKjZSosWLfKtwLWfe2ZXTn+WX7BFAacWLVrYqaeeakceeaTVqFHDKleu7FWyfv160xen2tN85MiRgUtJh5mp6Qo2kgBgFmZWbOvWrb0VF7bffvtSnR3HWNdWEoeWlk5XNFYUKNUsOgUXtLywvpDXecuXL/dmC2uWXWLJ8ZIJAK5ltKOO95KzdBPnu4JAYa9T6AkAuk9XYo5rvIQNjOtarmB+usCJ3jFaklljozxLmPtUUo6CSK6tMTRD9YILLrD999/fqlSpYkqs0TMxZ84cu/322+31118PvNUwiRvZGuMu81wGuxYvXuwtgR+UqJCLFXLCJFkNGTLE9C8RzA8zYz/MZ2DC+7XXXjNtReK30scpp5ziLclf8h3vesZUv5bx1/jr0KGD7bzzzqbVIHSe3tHaUmDChAm+3R5m1YdsjT3X571rbKb7vattca+ZrQQA1dOlS5fARLTE5622bdp33329v8v0efvVV1/ZE0884fWl3t9BRe+i0aNHB+5XXygJAFHHQ3ICwJNPPuk9D37lkEMO8Z73ww8/3BKrjeiZkbWSfvR3zcsvv+ydnst3YtR75HgEEEAAAQQQQACB8hMgAaD87LkyAggggAACCCBQ7gIrVqwwzYbTl+5+Je6X0VFusmRgWV/0a39oBbQU9A8qCn7Mnz/fW3rVL2ChYNfkyZOtbt26vlW5go0uj7jnR/FKd2yugwu65q+//urt3T527Fjf5rZs2dIee+wxq169eqlj4hi5AmNhlif/8ccfvQQCLWuswIKSFRJl6dKlXtDDFbQI009NmjTxkiC0R3jJ4uqnMPXrmHR7cGt5a92DgrnpSpjggCvgklyvgkAKAGnWeb169bykCz3LMlaChWslA79AYuIarvESJjCeqMsVnPSzmTlzpnXr1i2jverD9qXrONd9asauZkar7/yK+krPrRK/FHRNV9asWeM93xq7QcWVuBF1jOvdPXjwYG8MaTa9tvrQtgua3e9aKUDbgbRr185FGPn3M2bMMC07H1T8knwiXyzpBNeY16HpxoNrGwDN2tdY1h7hruJKhvJbTUCfw3qm/fpMCRV33nln2vei2hRmH3RtS6BgqN+qC1HHnp9Fuvery831+2y1zXUdv9+Hef9r6X9te/Lggw/6XkZ/nz3wwAOmZCC/FSWUkKR65s6dG/hO0meFkjz9iuvzKF9WAIjSJ/q7QAmJDRo0cG7Hpb8lxo8f770b/YoSL959911v1Qb9jabEpKpVq0ZpEscigAACCCCAAAIIFJkACQBF1qHcDgIIIIAAAgggEEXANVNMdbmCTlGu5zo2sQeqvtzXl8aa6R3lC8zffvvNW6521KhRvpfS0qxaRcCvuAIvJAD8V871hXxQkCGOcdDS2MlfqLvGWtjfu4LprvHgd50oQSAFbbWlgpJhdt11V/v9999NyTsKmshZAcrkAIyrzWECQK7+TdyXgkBaeUMzF9MFlMPsA+7am9w1XqK8ozJNACjZj9lsU6LuuHV+9NFH3n7aQbP/R4wYYYMGDXIuV69ZpT179rTZs2f7PiquxI2wYzxoDIXdF7vkSh5hn2/XcWHuIUrw0XW9xO9dz7DfZ7Nr2X6dF2bFAtf2QH6JBK7P4DCz99VGBaC1VcG9996blsy1MlGYfktUHPX9GrYPs/Huj3utdOeHef+7Vn8Iuw2Irq/tIPReeuutt3xvp3///qZ3k982Hq7PoyjPoOvvXte7xPWeLnmTbdq0sWuuucYaNmzofUbq3Tpr1iwvSU5/52611Vb2888/24UXXuithpOu5GKbkVyMLepEAAEEEEAAAQQQyC8BEgDyqz9oDQIIIIAAAgggUKYCri9C1ZgowbUybbzPxbR0sGYj+5VHHnnEmx3tV1xf7roCvnHPj2voCny42h/2+sOGDTPtxexXcpUAEHR/xZgA4Aqwp/N3BQ/DBIBcARddV23TDO2gvcoVwFVQQ6sDBJWS+5knH+t6pqK8o4o5AUDLsSto71c0Q14BVddqKonzXUtSu2aTu95FiTF01113WatWrXxnEWvFDiW/BC0LH2UMhH3H6bgw9xAl+Bj22q5n2O+zOcw2AFrJQjPwFXj0K66VVvy2EnjnnXe8rXoU9E1XXDP3k8957rnnvO0X/EpQMl+YfkuMv6AEprD9FeW4sG2LUmeUY13v/zAriUR53jQY7wViAAAgAElEQVQmtZqEVhXxK66EDtfnUZRn0PV3bzYTALR1jP5OUsJEUHE97yQARBnhHIsAAggggAACCCCQECABgLGAAAIIIIAAAghUYIFJkyZZ586dAwWifNGbD5SuoAEJAMd7Qa1q1arF6i5XECNXCQBBKwDohhQo0JfuWoY+G8X1xXymCRUuP7VdQQPN1tXsSb8lltPdo6vNrgBQwlGzFv1KlLZ9/vnn3pLzif2J09WpFQ60pPgWW2xR6tckAPyXJOhdHGbJ7jAzv5PxV69e7SVLvfjii77jIKhO1xiPMobuuece6927t287crFUe5jnQMdECT6GfSe5nuGg8eDaBiDM8+9KJvFL2Anqc9dKHyVttHWI3huLFi1KyxaUNOQae3Her2H70O+4MG2Le42g8139ry2UtB3HvHnzfKvRkv7HHnts6Ga6EkpUUVCdhZgAoM80rWoQlGiTAHStAKA+e/zxxwO3AAjdGRyIAAIIIIAAAgggUGEESACoMF3NjSKAAAIIIIAAAqUFwnwRXWgJAK7ZXSQAZCcBwLXSQq4SAJYuXWpt27Y1BSn8ivYR11YQ1atXj/3YuwJxuUwAyDSZwdVmVwBIaK6AS5S2aUapZv5q1Qi/EuRIAsB/1YLexa5gqWu2frp+Wb9+vZdMo9m7fiVoZqrr80XP6A033BAqWWfx4sXebHC/feUzfQ5dLwjXc6Dz8y0BIMw2AEGfg65VMvzGkmu8NGrUyCZOnGh77723i937ves9FmfsJd5x2UwWC3VTIVeVCFtXJse53v+uz1jXbP10bXJtKaFzgpKJXM9hlGfQ9TdiNlYAaN26tbfyzc477xyqi1zPjipRv2m1ihYtWqTdbifUhTgIAQQQQAABBBBAoEIJkABQobqbm0UAAQQQQAABBFIFinEFANeXuyQAZCcBwPWFfK4SAMLMTtQo1/L0PXr0MM0M1n9HmUGf/JS4glCZBh5dwdGTTjrJNOt5p512ivzacrXZFQBKBMeCVgBwPUclG+161wQFB0kA+K9mUAKA673XsmVLe+yxxyInxcSZee8a465AW/IYco2BTJ9D18Pl2upE50cJPrqul/i96xkOGg9htgEI2nPdZe23/L8ryBu1j1yzooOeB9fYi/N+DduHfse52ha3ftf5rve/q33aZuSOO+6wLbfc0nWpjb8PkwQWlNDh+nsjyjPoele63kuu5yPM1jjp4FyrbiTOadOmjWl1gebNm1uVKlVC9wEHIoAAAggggAACCFQ8ARIAKl6fc8cIIIAAAggggMBGAdcXoUFBhrJk/OOPP0zLiC9btsw0O+3NN9807Qut//WbEerXPlfg0vXlriuIEff8uK6uL+9d7Q97fdcX8vpyWm3ZddddS1UZxyjMfsIlLxjnC3NXIC5TT1c/uYIQQf3karMrAKS6Xf3reo5Kts/1rtl///1t8uTJVrdu3cjjJcoqJa7ZzWFs1EDXGI7SpsQNx6nTNZ4yCdqpXTNmzDAFS/1K0Ph3tSnKGHfZZPocut53rnvQ+VGCj67rJX4fZvsFV0LICSec4Pv5GDSL29Xnfkvvu1ahCHvvYY/TLOuHH37Ytt9++1KnuPotytgL256wx7naFraeTI9zveNc7/4hQ4aY/kVNqtNKIoMGDfJtdtB4drUpyjPo+ixyjY1cvYs++ugjb7ufJUuWhOrabCU5hroYByGAAAIIIIAAAggUpAAJAAXZbTQaAQQQQAABBBDIjoDri1BdxW+2X3Za4F+LAr0KKOgLfs2M0n9no7gCl3G/3I17ftx7dAUXshEocwVRdQ9xlnR3tfHjjz+2M8880zR+o5Q6depYv379rFu3bqH25VXdrmC6q61+7XP1kysIEXTfrja7AkCq2xVwcT1HJdvnei50vF8Qx3VulGC7a+yGsVFbs9mmhFWcOl3BtYEDB9rw4cOtcuXKUR4Z7xk7/PDDfc8JSvTJ5hh32WT6HLowXPeg86dPn27t2rVzVRXp9677VWVB74gw2wCka7drKfKgrSTCtDkSguPgsko+yWabVZdrTMUdy65nNugd5+p/td8vAcTl5LpvrdYzZswY22abbUpV5fo8KoYEAP3NO2rUKBswYICLstTvlThw6aWXWoMGDSInZkS+GCcggAACCCCAAAIIFIwACQAF01U0FAEEEEAAAQQQyL7A22+/7QX4V65c6Vt5pktHx2nt999/byNGjLCxY8dGnuHvuq4rcOkKYri+nI97vqv9rt+7vmR3td9Vv37vCjDrmKCgbDaMXnrpJevVq5cXiI1alAhw/fXXW/v27Z176bruNVNPVz+RAPB/veoaLyQAuBM2Mh1PcYKJ2RzjrjGQ6XPoenc899xzdtxxxwUe9tBDD9nZZ5/tqirS7xcvXuxdN2iFm6A908NsA5BuyXXXygNBCYFh2hwJwXEwCQDpgeI8s64EKV3R9TeUX7e53gdB/VkREgDktm7dOrvyyiu9LRYyKeecc47dcMMNtvPOO2dyOucggAACCCCAAAIIFJkACQBF1qHcDgIIIIAAAgggEEXgww8/tM6dO3vL6vuVffbZx6ZOnerNLCqLopn+F1xwgc2ePTsnl3N9eR030BT3/Lg3HedL9rDXDpM4ErRMcLaM/vWvf5n2so66EoDuU7MMr7rqKrvwwgtt88039711EgDS07ieo5Jnufpcx7MCwPvWqVMne+utt9Kix1kimwSAsG+31OPCBLUztQ1q0aRJk7zP5qDiWnlA78WgbQDSrd7gSngImv3tCjxn1gP+ZxXrFgBxk1lc/RC0AgAJAMEra2g0uj7L4vaf+uCWW27xkmCjbnGl9jVr1szuueceq1+/frYfOepDAAEEEEAAAQQQKDABEgAKrMNoLgIIIIAAAgggkE2BH374wbTsqivY7go0ZKtNX3/9tTdzXNfLVXEFLuN+uRv3/Lj3XRYJANqSQXuKB5WJEyd6wcx0JZtGmjE3btw4b0a/Vo6IWvQlu/Yl3nTTTdOeSgJAelHXc1TyLFef63gSAAovAaBRo0amZ33vvfcuNVBc76IogXPX+IkbdPN7b7iuq/P0LtSM3S233DLq6yft8WFm74dJzHNtA6AkqGnTplmLFi28dvz55582dOhQb/uPdCVo+X8d7wo8ZwUnqZKrr77a24s+3bs7m2Mv2+12tS3uWHb1Q74mAAQldFSUFQASY03vgGXLlnnje9asWZGHYJMmTbzts/SeoCCAAAIIIIAAAghUXAESACpu33PnCCCAAAIIIICAhdnvVUzplgrONl+c/U+jtMUVuHQFfFxfzsc9P8q9pDs218GFH3/80fr162cTJkzwbaorOJULIwXqH3zwQRs9erRpFYmwpVatWt4KFwcffHDaU0gASC/peo5KnuXq86Ax4zqXLQDcWwAMHDjQhg8fbpUrVw77aHjHuYKJZbUMu2sMuN7LkW466eAwSXJNmza1xx57zPQuyUb5z3/+4yUV6L3kV1q1auUF+HbccUffY8IkEiiwqiXHK1WqZK6EgaA92tWIMCvDZMNHdZx22mneDGk/c9fnYJTkk2y1OVGPq21xx7LrmY2bABC0CkSQleu+46xw4pc8lq49Lh/X2CjLd9Fff/1lixYtMpkrWSdKueiii7ztAIJWOIpSH8cigAACCCCAAAIIFJ4ACQCF12e0GAEEEEAAAQQQyKqAlgrt3bt3YJ3plgrOaiPM7Msvv/T2UZ43b15g1aeeeqqdeeaZdtBBB1mNGjVKBbRcX+66Apdxv9yNe35cV9eX7HGDC3PnzjXtAx20NG3QPtG6v1waafncl19+2UsG0My5MEvoBs0kJQEg/Yh0PUclz3I9l0FBKdd4iTID27XEdVA7ku/J1aYoSQmJeuPU6XqPZ9IetWvGjBl20kkn+b6Wgp5117vIFWiL4h33veZ3g2GT5PRePPbYY+O+vr3zX3vtNTv55JO9z0S/EjYpz1VXciKB69i7777bW6HHr7jGb676KF17sjn2stKpSZW42hbXKc67VqtA6PNw2LBhvrcd5blNruS2227zVtvxK0FJSq4VABYsWGBHHnlkqK5y+bjurzzGuZJ5lNg4efJk02fv8uXLnfdar149mzJlClsBOKU4AAEEEEAAAQQQKF4BEgCKt2+5MwQQQAABBBBAIJTA0qVLrW3btoHBBlUUNeAX6uJJB7n2HtZMvzFjxnh7Gm+yySa+1bu+3HXdR9wvd+OeH9Wt5PG5DC6E3aLBNUOwLIz0hflHH31kCjo89NBDgYkAQQkuJACkH5Gu56jkWVoxomvXrr7Du2XLlt4s6urVq5c6JpvjpVgTAFx7xmcaVHQlFgQF7VzvIlegLXkgZHMMRH3HugxUX//+/b0Z6XFn2/7xxx/est833nhjYDPDbsujFQx69OjhO3tYy/o/9dRT1rhxY+9d6Regda3qosauXr3aunTpYi+++GLatgc941H7xHV8Nsee61pRf+9qW6bPaqIdrr+BXElOCv5fccUVvreVSTJRmMSCoL8bXAkAUT6PXD6u91J5vovUKfoMU3LjyJEj7fXXXw8cfq6knahjl+MRQAABBBBAAAEECkuABIDC6i9aiwACCCCAAAIIZF3AFSBIXPDoo4/2lhzebbfdst4GVegKstxyyy2mYJOWKg4qri93XV8Ux/1yN+75cXFzFVxYt26dXXLJJTZ27NjAJoaZdVaWRlpCV4HlPn36+CYBBAW3SABI390aB1o5xPU86uzffvvNGzujRo3yHTtBs/hd4yXKCiUff/yxt4KI3hPpiis4ljjH1aZMgmRx6ly8eLEdd9xxGY1xv04JM/s9KMDkehe5Am3J7XLZxA2aBr3Uwixt79pKJOx7XeNSQfSgbUwUSFdCjYL3rqJEKAX2tRy4X1Hg9ZxzzgncdsC1/L/qdm1dsP/++3szmOvWretqduzfZ3PsxW5MiQpcbYs7ll1/A7neca5koijv28Stu8aGjgtaRcOVABA20B1mqynXe6k830XJQ+mLL76wCy64wJQM5FfCrhSS7TFOfQgggAACCCCAAAL5IUACQH70A61AAAEEEEAAAQTKVeD+++/3vvx3Fc0KGzp0qG222WauQyP/3vUFb9g9Xl1ffpMAcLwpAFGtWrXQffT99997ywK7gv+qMGg5/cQFy/oLdM2q1T7XmqHrV/zGlysBwBVM8bueKwjkCkIEdV422ux6HhXw1MoKRx11lHMcvfPOO6atO9577z3fYzXjWcGKdMU1XhQInTlzpjVq1CiwLWGSWML2p6tNmQTxXHUGJRUoYHzGGWd4+0X7Fde7r+R5WkHj9NNPtyVLlqStcptttrFnnnnGmjVrlvb32RzjLptMvJ0D938P0Ljp27evt61IUNEWNqNHj7aqVauGrTrluLArrIRNhktU7lraX9s49OvXz/sbYOXKlWnbHibAGmaW9xNPPGHt27fPyCfKSdkce1GuG+ZYV9vijmXX30Cud5xrVSjXc5/OwDUGXW1yfR4FrUSS3B5tFaCVaIISbFyfveX5Lippu2zZMuvUqZPvc5tJIlqYMcwxCCCAAAIIIIAAAoUhQAJAYfQTrUQAAQQQQAABBHIq4Ar0JF9cgTotE5zJUsfa0/iOO+7w9jhWMOXvf//7xqpdX/CGTQB46aWXAoOSriBY3C93454ft6OzGVzQzO158+Z5SR+upWbVbteX+Il7Kw8j1xL0mSYAhA0+l+xXVz+5ghBB46QsEgB0/TBJAGGXNA+a/blmzRovuK2x6Ff0XtIqA5tuumnaQ8IE/7M5hps2beqtPCGjsMX1XAQFc1xbG6gNUQPUrsSw5P3j091jNse4yyZu0NTVR08++aR16NDBdZi3dLr+bbXVVs5jkw/QGNcsfa2yE1TCvmOT63Ct8qMVULTCz7hx49JeOszy/4kTXX3erVs3u/POOyP7RMI085LctNKHX4nzfo3alqjv/rhjOW4CwLfffmta8eHZZ5/1vdUoyaBKDNHfEPobz6+4AtWuz+8wz0WY4L/a5xob5f0uKvneCPpsdLnGHcucjwACCCCAAAIIIJDfAiQA5Hf/0DoEEEAAAQQQQKBMBMIsi5rcEAWS9IVu7dq1Q7VPgX8Fk7QUsWaTq5QMuLoSAMLseawvZrXfsd/y3rouCQD+KwBoyW8FizRTe/78+TZlyhSTaZiiWYGaJaoZw65l4eN8gf7GG294y/kPGDDAC8iFSUTR+NZ41b90JWhpalcwXfVFnZGrc3IZoHK1OUywxPU8Jhzr1Kljt99+uyloVbLfw2y/oHpcS0qvXbvWW+o4KDgalIwQZQWLMDZqs2sM65ios51ddbqCOa6AfZRnVO+A7t27+87+DzPusznGXTZxg6aud9w333xj5557rs2YMcN1qPcOVEJKmM9HvZs041rvs6DPrcRF9az179/f+Y5NbmSYbQCCbirM8v+J8139FGUMOqEDDsjm2IvTjnTnutoWdyzHTQAIE7APk/yVuPcwgXfXu/K5557ztjgJKvq7QKv8lEy+0fifM2eO94yF+XumPBIAlGypVYqUCBTlb+sVK1bYaaedZsuXL09LM2TIENM/199k2R7j1IcAAggggAACCCCQHwIkAORHP9AKBBBAAAEEEECg3AW++uorbwng2bNnh2rLDjvs4M0S09Le++23n2233XYbv2TUbFTVpyC/Zk4qmKwgXnIpGdB37TurZYrvuece03VLFn3Bq6WvFSR86623Attf0RMAQnVuBgf5ffmeripXkCgoAJI8E1DHXXrppd6KD5tssolvqxXMVFDOb2wEzWT++eef7cILL7T77rvPt34FQ66//no75ZRTvOCDxr+Cek8//bS3t/bee+9d6lxXEMgVhAjqorJMAFA7FNRTcPr888/3gp4KNqxevdpbDl3bRpR89ku23bVthCuBI1GfkhE0Hk4++WTbfvvtvX54/vnnQ69goXrCJgCEWZVAdSkgdcwxx3jbpmgfbL2n9F7UKiolt+FwPReuBIAwK7lorD7wwAPejG+/oJCWx9a7NOizoEmTJvb444/bHnvs4TsUsznGXTZxg6ZhXnn6zNJnnms8J54JvQ+6dOnijSn1dWLrHK2KoWdUWyvce++9NmvWrDCX994v+gysXr16qOOTD3ItwR5UYZjl/xPnK5CplThGjRoV+L4cOXKkl8AV9N5OrkDJaboHeb366qs2fvx4360ndF42x15kbMcJrrbFHctxEwDU/DDjRe8AfS7+4x//8L1jfQ7qXeK3jYhO1LhW8pLe2X7FFehOnKfk1MGDB1u9evW81WD0LhszZoz33IR5blWP67M3F++i5M8T/Y2rLQ30vg961vUeGT58uLftkl9x/b2b7bFNfQgggAACCCCAAAL5JUACQH71B61BAAEEEEAAAQTKVSDMTK1sNbDkF5OufWd13TZt2tjFF19shx56qFWuXNkUFNAXwwoKaD/yMF/wur4Qjfvlbtzz4/q6ggtx6093fpTgv86PY5RuZvoRRxzhzc5VUHPnnXf2Am2afa4gm4JrN910U+DMv6AAdJh9rYNM/cabq59cQYiga5Z1AkCcMaVAzcSJE61BgwaB1YSZARqnHYlzwyYAhFmVwK89fttGuJ4LVwJA2JVcEgkb2gt733339d6lel6UtKWZuAqYuWbKhpmJns0x7rKJGzQNM3aUUKLgtpawL+uiYKuC3npeMimubQD86oyy/H+iDq3SooS9oH3WE5/nem/r3pITJDQWlSyj8ag9zrUUvZJREqsH6VzX53g2x14m3kHnuNoWdyxnIwEgMSNdq9sEFQWr9TdZ586dbffdd/c+exWYVt/rPrXlU3K/laxL7yKt7HLSSScFXifO+zZq/7k+e3PxLkpXZyLJVkv8K8l266239m5F76GVK1d6Kw8pIdKv6F2hVZzq168flYDjEUAAAQQQQAABBIpEgASAIulIbgMBBBBAAAEEEMiGgAJImtXZu3fvUMH0ONcsuQKA9uju27evPfjgg3GqdZ7rChzE/XI37vnOG3Ac4AouxK2/5PmZ7Hkdxyjs0vRh71MzoqdOnWoHH3yw7yla9tsVoPA7WUuBX3755aV+7eonVxAi6P4KKQFA/XnZZZdtnB3td1/aRkSzO+fNmxe2a32PU8BRs03T7XEdNgFAlWtLE83kz6SU3AJFdbieC1cCgOr4+uuvvZmjer/mqqgftLpD1apVAy+RzTHusokbNA1rVRa+JdsSZbl1v/vIdBuAKMv/J66tALCCk3quc1Vcn+PZHHvZvgdX2+KO5WwkAOiew2wDEtdGfz9oyfvE6hhB9bm2OInSlvbt23vL5iuQXrK4Pntz8S5y1Rnl3hLHXnTRRXbDDTeE2iYpk/o5BwEEEEAAAQQQQCD/BUgAyP8+ooUIIIAAAggggECZCujLe82m1xKkYWbUZ9q4dAGwuXPnejMH4163YcOG3uxBBQ1LFlfgwPVFrOvL+bjnZ+qZOM8VXIhbf+J8LbeuZe/1RXrYZZwT58YxSt4CIBv3oiV09UV5UADi448/tjPPPDPUHt0l2+QXTHD1kysIEXTvuU4AuOuuu7xEnaBlncP0jZIqtDTzTjvtFOZw57LeYSrRuB03bpxptZNrrrmm1ClREgDCznRO165cJQDoWrkM3Gkfbs2A18xwV8nmGI/zznC1M+rvv/jiC29Z81wmWSS/Z7UEv7Y5ibuPd5hl3UtaRFn+P/lcJUr069fPm4Gci+L6HM/m2Mt2+11tc/2N4WpPthIAdJ1crgql5BIlioTd0uKbb77xVvpRQl6coi19dO0ePXqk3RbI9dmbi3dRmC1lotxz3BVDolyLYxFAAAEEEEAAAQTyV4AEgPztG1qGAAIIIIAAAgiUm4BmC86ZM8cGDBjgXAo6k0a2bNnSW7pUS2Enl2zMHNQXxN26dTMtS59uz3dX4CDul7txz8/EM/mcSZMmecvx5qqE3Z826PpxjObPn+/tGRw3SUTtC7t1gZ4H7XXcq1evyKy33nqrl0xTsriCQK4gRFBDcp0AoOD1Flts4dzbOaiNmQQotEqIlmAfO3Zs5H7QCQruK3nhsMMOM7+VJKIkAOh9NWTIENMqD1FLLhMA1Bbtk37++eenfQdGbWvi+NatW3vbA2hGepiSzTEe550Rpq1Rj9Gy5sOGDbObb7456qmhj9d7TvXvueeeoc8JOjDqNgBxlxBXUFPJVVriPdvF9TmezbGX7ba72pZPCQD67Js2bZq30olrS4coTvo7Tcl3+nsiSombkJBYsejzzz+3Tp065U0CQDZXwMrGiiFR+oRjEUAAAQQQQAABBPJXgASA/O0bWoYAAggggAACCJS7wGeffWYjRozwVgTIRsBVN9SmTRsv+HbggQemvT99EaqAWtSgmvaSVTBOQd1PP/3U98tdV+AgbqAp7vlxO33p0qXWtm3btKsfZFq3bFu0aOGZnnjiic6lv13XiWOk8aHAgfYWznRM6n4USFZwqkqVKq7mer/Xda+88krvulFKya0uEue6gkD5ngDQrFkzb/lkbduhlTuiFJ07atQoO+igg6Kc5h2baVBR752RI0da3bp1vXqykQCgejKZ6ey3r7rruQizBUAyqN7fV111VeA+0WE6QM+LZnNrSXf9d9iSzTHusokbNA17T8nHaa/6559/3hRUfP311zOpIu05WqVCq1N06NAhq8t3R90GQIl0Wu1hq622yvje9N5U0o3eZ5m+r0teXMlDSioIWoUim2Mv45v3OdGVpBd3LGdzBYDELbz55pt29dVX26xZs2JxKOCvsdCzZ8+MxnamCQklrxv0PnF99ubqXbR48WLr379/rHdJnM/WWB3LyQgggAACCCCAAAJ5KUACQF52C41CAAEEEEAAAQTyR0BfuH700UdeIODJJ5/MaBaYZiRpqfguXbqYlud3LRkfNbCi4J72kVXdWiZZQQfNnBw/fvzG9ipwpS9HFfgL2u9ds3oVXFAAQUsmJ4IWOr9x48beF9fapsBvyfi458fteV1fe9orgUJ73EYp+pJcM6C33HJLL0Fjv/3280xr164dOlAe5npxjTQ+FJBQMF6zE8MGltSHmlWr2YwNGjSIvKT2L7/8YloSW1sfaAawqwQtca9Atsboc889Z8uWLdtYlZ6Vww8/3AYPHuybJOO6rp7Zp59+2mvrokWLUtp66KGH2umnn+4tpRyU/PCvf/3Le1a04kLCV23TLPB//vOfG5dt1rOmJfXDmGh89e7d20u8iDrzM/meo/SD2qwVGLR6Q/L9Ktiid4aCZYn7U+BV7yiNjyhBT40FJUppZYIwY1FJEzq+pH8iWPrEE0+Y2pcosmratKlnpwScKEvB61nRrFmtRBE1eKfraqlsBaX22GOPSNdV27M5xl3vDCVH6DNm0003dT0eWf+92qYVHfQcyDjMGEjXCH2OKYGtefPmWX3fJl9LY1Wfi3rvKGkh3XtM7wiNN60AVLNmzax4aRuV22+/3ftsDfPuLHnR5CQ0Jbi5ns9sjr2sACRVovvXWFFyWLrnvHv37tauXbvAbWmC2pSoX58B+pxMjMfEeyTT+n/77TdvfOtz9+WXX47Eovew3sG6dsmVnyJV9L8HR0lI0Ge+EmqSk071rtU7UX/nKaCvkvgbUYmkegb8iutd5PobMeh+f/zxR69NSpqJ8vfb/vvv7634cvbZZzufjUy8OQcBBBBAAAEEEECgMAVIACjMfqPVCCCAAAIIIIBAuQisX7/eVq1a5QUVFfDQfyd/waxGKYimL3sVSNYXrgok7L777hl9ma0vWhUcffbZZ71AXXLAQl/QaiuBk08+OVRSQbmAcdGcC2hZa41HBTm1J7u2fUgEmBIJDUr40B7aGovbb7997DZpL2LN/NU2GbpeIoCvAILGvAL42itdM1XDrjAQu1HlXIG2HZDHzJkzPY9EUEXvAyWRKGin57VGjRpZa6mCJbqmAl3J/aBrapl/Bcs1m7Zq1apZu2Vd3EAAACAASURBVKZfRUq60LLSCpBpRYT33ntvo4Heh/Xr1/eCSq1atfI8/BKIctVQtU+rFSipSe9u9ZFWcEhe1lvtUltlp2QpjWVXoDVX7S3UepWc8u6779qSJUu8zyuNiZLOifdEtWrVPGsllunzMhvvpnx3098QCmzqna1/SgxIDoKn+xsiF0lo+e6Uz+1TUpFWF9HfZPqnd13y567arnedEgf1mat/ClBXrlw5q7elduhZUxJg8t+HiWRNfeYr+K9ERlfSaVYbloXK9LfvBx984CXg6TnR52lyoqCeCX3OyVarM+27775l/pmShdukCgQQQAABBBBAAIEcC5AAkGNgqkcAAQQQQAABBBBAAAEEEEAAAQQQQAABBBBAAAEEEEAAAQQQQKAsBEgAKAtlroEAAggggAACCCCAAAIIIIAAAggggAACCCCAAAIIIIAAAggggECOBUgAyDEw1SOAAAIIIIAAAggggAACCCCAAAIIIIAAAggggAACCCCAAAIIIFAWAiQAlIUy10AAAQQQQAABBBBAAAEEEEAAAQQQQAABBBBAAAEEEEAAAQQQQCDHAiQA5BiY6hFAAAEEEEAAAQQQQAABBBBAAAEEEEAAAQQQQAABBBBAAAEEECgLARIAykKZayCAAAIIIIAAAggggAACCCCAAAIIIIAAAggggAACCCCAAAIIIJBjARIAcgxM9QgggAACCCCAAAIIIIAAAggggAACCCCAAAIIIIAAAggggAACCJSFAAkAZaHMNRBAAAEEEEAAAQQQQAABBBBAAAEEEEAAAQQQQAABBBBAAAEEEMixAAkAOQamegQQQAABBBBAAAEEEEAAAQQQQAABBBBAAAEEEEAAAQQQQAABBMpCgASAslDmGggggAACCCCAAAIIIIAAAggggAACCCCAAAIIIIAAAggggAACCORYgASAHANTPQIIIIAAAggggAACCCCAAAIIIIAAAggggAACCCCAAAIIIIAAAmUhQAJAWShzDQQQQAABBBBAAAEEEEAAAQQQQAABBBBAAAEEEEAAAQQQQAABBHIsQAJAjoGpHgEEEEAAAQQQQAABBBBAAAEEEEAAAQQQQAABBBBAAAEEEEAAgbIQIAGgLJS5BgIIIIAAAggggAACCCCAAAIIIIAAAggggAACCCCAAAIIIIBAxgJ//fGn/XvJ/4t8/t7NDoh8TiGfQAJAIfcebUcAAQQQQAABBBBAAAEEEEAAAQQQQAABBBBAAAEEEEAAAQQqgIASAC6t3TrSnba5+lw76rwOkc4p9INJACj0HqT9CCCAAAIIIIAAAggggAACCCCAAAIIIIAAAggggAACCCCAQJELkAAQroNJAAjnxFEIIIAAAggggAACCCCAAAIIIIAAAggggAACCCCAAAIIIIAAAuUkQAJAOHgSAMI5cRQCCCCAAAIIIIAAAggggAACCCCAAAIIIIAAAggggAACCCCAQDkJkAAQDp4EgHBOHIUAAggggAACCCCAAAIIIIAAAggggAACCCCAAAIIIIAAAgggUE4CJACEgycBIJwTRyGAAAIIIIAAAggggAACCCCAAAIIIIAAAggggAACCCCAAAIIlJMACQDh4EkACOfEUQgggAACCCCAAAIIIIAAAggggAACCCCAAAIIIIAAAggggAAC5SSgBIAnLh/tXf27j1fbqlff9v57p33+brUO3i9tq2rsXdOOOq9DObW4fC5LAkD5uHNVBBBAAAEEEEAAAQQQQAABBBBAAAEEEEAAAQQQQAABBBBAAIEMBO7qMNj+veT/eWeeefcVdkCbIzOopThPIQGgOPuVu0IAAQQQQAABBBBAAAEEEEAAAQQQQAABBBBAAAEEEEAAAQSKUuDi3Vt596XZ/72njLCtd9yuKO8zk5siASATNc5BAAEEEEAAAQQQQAABBBBAAAEEEEAAAQQQQAABBBBAAAEEEChzgTenL7BHLxjmXfews1pb+2H9yrwN+XxBEgDyuXdoGwIIIIAAAggggAACCCCAAAIIIIAAAggggAACCCCAAAIIIIDARoF7Ol1mH77ypvf/u4y53A486Sh0kgRIAGA4IIAAAggggAACCCCAAAIIIIAAAggggAACCCCAAAIIIIAAAggUhEBi+f/qe+3uLf9ftcYOBdHusmokCQBlJc11EEAAAQQQQAABBBBAAAEEEEAAAQQQQAABBBBAAAEEEEAAAQQyFlg+e6FNOO967/wmXU6wjjddmHFdxXoiCQDF2rPcFwIIIIAAAggggAACCCCAAAIIIIAAAggggAACCCCAAAIIIFBEAvd2udI+WLDUu6MzRl9qDU85uojuLju3QgJAdhypBQEEEEAAAQQQQAABBBBAAAEEEEAAAQQQQAABBBBAAAEEEEAghwKJ5f933GNX6z15hG27y445vFphVk0CQGH2G61GAAEEEEAAAQQQQAABBBBAAAEEEEAAAQQQQAABBBBAAAEEKozAO3NetQd7DPXut/HprezUkQMqzL1HuVESAKJocSwCCCCAAAIIIIAAAggggAACCCCAAAIIIIAAAggggAACCCCAQJkLPND1Gntv/mvedTvfcbE16tCizNtQCBckAaAQeok2IoAAAggggAACCCCAAAIIIIAAAggggAACCCCAAAIIIIAAAhVYILH8f7W/72K9p9xk2+1WowJr+N86CQAMCwQQQAABBBBAAAEEEEAAAQQQQAABBBBAAAEEEEAAAQQQQACBvBXQzH+tAKBySKfj7LRbBuVtW8u7YSQAlHcPcH0EEEAAAQQQQAABBBBAAAEEEEAAAQQQQAABBBBAAAEEEEAAAV+BB3sMtXfmvOr9vtNtF9nBpx6Llo8ACQAMDQQQQAABBBBAAAEEEEAAAQQQQAABBBBAAAEEEEAAAQQQQACBvBVILP+//e47ecv/71Bz57xta3k3jASA8u4Bro8AAggggAACCCCAAAIIIIAAAggggAACCCCAAAIIIIAAAgggkFbggwVL7d4uV3q/a9SxpXW+fTBSAQIkADA8EEAAAQQQQAABBBBAAAEEEEAAAQQQQAABBBBAAAEEEEAAAQTyUuDh8663t2cv9Np22s0D7ZDOx+dlO/OlUSQA5EtP0A4EEEAAAQQQQAABBBBAAAEEEEAAAQQQQAABBBBAAAEEEEAAgRSBxPL/2+1a3XpPGWHVau2CUIAACQAMDwQQQAABBBBAAAEEEEAAAQQQQAABBBBAAAEEEEAAAQQQQACBvBP48JW37J5Ol3rtOqj9MXb6qEvyro351iASAPKtR2gPAggggAACCCCAAAIIIIAAAggggAACCCCAAAIIIIAAAggggIA9esFwe3P6i55ExxEDrMkZrVBxCJAAwBBBAAEEEEAAAQQQQAABBBBAAAEEEEAAAQQQQAABBBBAAAEEEMg7gcTy/1V32sF6Txlp1ffcLe/amG8NIgEg33qE9iCAAAIIIIAAAggggAACCCCAAAIIIIAAAggggAACCCCAAAIVXOCjJf/PxnYY7Ck0PLm5nXHnZRVcJNztkwAQzomjEEAAAQQQQAABBBBAAAEEEEAAAQQQQAABBBBAAAEEEEAAAQTKSODxC0fav56Y712tw/D+duiZJ5bRlQv7MiQAFHb/0XoEEEAAAQQQQAABBBBAAAEEEEAAAQQQQAABBBBAAAEEEECg6AQuqXmCbdiwwbbcvqpdMO0Wq7F3zaK7x1zcEAkAuVClTgQQQAABBBBAAAEEEEAAAQQQQAABBBBAAAEEEEAAAQQQQACBjAQ+Wfqe3XnSQO/cA9odZWeOvTyjeiriSSQAVMRe554RQAABBBBAAAEEEEAAAQQQQAABBBBAAAEEEEAAAQQQQACBPBWYfNGt9vqkuV7r2t/Y1w47u02etjT/mkUCQP71CS1CAAEEEEAAAQQQQAABBBBAAAEEEEAAAQQQQAABBBBAAAEEKqzAZXu0sT9//8M237qK9Ztxu+20b60KaxH1xkkAiCrG8QgggAACCCCAAAIIIIAAAggggAACCCCAAAIIIIAAAggggAACORH47K0PbFTr/l7dDVofYWfdc2VOrlOslZIAUKw9y30hgAACCCCAAAIIIIAAAggggAACCCCAAAIIIIAAAggggAACBSYw9dI7bMmjz3itPvm6Ptase7sCu4PybS4JAOXrz9URQAABBBBAAAEEEEAAAQQQQAABBBBAAAEEEEAAAQQQQAABBP5X4Iq9T7Lff/3NNqv8N+v/9Cjbpe4e2EQQIAEgAhaHIoAAAggggAACCCCAAAIIIIAAAggggAACCCCAAAIIIIAAAgjkRmD1O6vstuMv8Crf/4Rmdva9V+fmQkVcKwkARdy53BoCCCCAAAIIIIAAAggggAACCCCAAAIIIIAAAggggAACCCBQKALTrrzTFj00y2vuSUN72+E9Ti6UpudNO0kAyJuuoCEIIIAAAggggAACCCCAAAIIIIAAAggggAACCCCAAAIIIIBAxRW4qm57++2nn80qVbKBz46xXevvWXExMrxzEgAyhOO0zAX+/PNPmzNnjk2aNMneeOMN++KLL2z9+vVWvXp1q1Wrlh177LHWvn17q1+/fuiLrFu3ziZPnmwzZsyw5cuX29dff20bNmywnXbayerWrWtt27a1Tp062fbbbx+6znQH9u/f30aPHp3yqwMOOMDefPPNyPV+9tlnNmvWLHvmmWfso48+8tr83Xff2apVq6x27dqR6+MEBBBAAAEEEEAAAQQQQAABBBBAAAEEEEAAAQQQQAABBApV4Kv3P7FbWpznNb/+8YdZt/uHFOqtlGu7SQAoV/6Kd/GlS5dar1697F//+lfgzVeqVMm6du1qN998s1WrVi3w2OnTp1vfvn3t888/Dzxuxx139OpTvZkUBez//ve/lzo1agLAv//9b7viiiu8hAUlKZQsSgYgASCTHuIcBBBAAAEEEEAAAQQQQAABBBBAAAEEEEAAAQQQQACBQhWYPuRuW3j/U17z2w7pZUee275Qb6Vc200CQLnyV6yLP//883biiSfab7/9FvrGDzzwQHvhhRdsu+22S3vOlClTrHPnzvbXX3+FrvOuu+6y3r17hz4+caBWJZg2bVqp86IkAIwdO9YGDhzorXjgV0gAiNw1nIAAAggggAACCCCAAAIIIIAAAggggAACCCCAAAIIIFDgAkP+car9/D9rvbsY8Mydttv+exf4HZVP80kAKB/3CndVzXpXoPynn34qde9alr9q1aq2evVq+/3330v9vkOHDjZ16tRSP//000+tTp069uuvv5b6nZb+33TTTb06Sxb9XEv2/+Mf/wjdD1qmX8kL6UrYBIBLLrnERo4cGXjNKlWq2IoVK9KuNBC6sRyIAAIIIIAAAggggAACCCCAAAIIIIAAAggggAACCCCAQAEJrFn1uY04qqfX4v2ObWLdxw8toNbnV1NJAMiv/ija1vTo0cMeeOCBlPvbZZdd7P7777dWrVqZlvz/8ccf7YYbbrARI0aUcli1apXtueeeKT+/6qqrvOOTS40aNbxkgSOOOML78RtvvGEdO3a0Tz75JOU4rQCglQDCFCUY1K9f35TEkK6ESQDQtfr06VPq9N122837+XHHHWf77befbbnllmGaxDEIIIAAAggggAACCCCAAAIIIIAAAggggAACCCCAAAIIFI3ArOvutQX3POHdT5urz7WjzutQNPdW1jdCAkBZi1fQ61WvXt2+/fbblLtfuHChNWvWrJRIy5Ytbf78+Sk/V6LAOeeck/Kz5s2b24IFC1J+Nn78eOvWrVvKz2bPnm1t2rRJ+Zlm/y9fvjxUb1xzzTV23XXX+R7rSgDQdRo3blxqpYLBgwd7CQyVK1cO1Q4OQgABBBBAAAEEEEAAAQQQQAABBBBAAAEEEEAAAQQQQKAYBYYe2Nl++vZ/vFvrP3uU1Txg32K8zTK5JxIAyoS5Yl/kf/7nf0zL/CcXzXz//PPP08LcfPPNdvHFF6f87tprr7Wrr7465Wf16tXzlstPLh9++KHttddeKT/TDH4trZ9clJDwzTffODtm5cqVtv/++9tvv/3me6wrAaBdu3Y2c+bMlPOHDx9ul156qfP6HIAAAggggAACCCCAAAIIIIAAAggggAACCCCAAAIIIIBAMQt898mXNrxZd+8W6x7T2HpMuLaYbzfn90YCQM6JuUBUAQXHL7/88pTTbrvtNhswYEDKzw4++GBbunRpys8++OAD22effVJ+9vPPP9tWW22V8rPatWvbRx995Gza8ccfb3Pnzt14nFYDUDJCcglKAHjnnXe8BIINGzZsPOXoo4+2559/3nltDkAAAQQQQAABBBBAAAEEEEAAAQQQQAABBBBAAAEEEECg2AWeHvaAvTBmsnebra/sYc3PP7XYbzmn90cCQE55qTwTgSOPPNJefvnllFOXLVtmBx54YMrP+vbta2PGjEn52dixY+38889P+dm0adOsffv2KT/r1KmTTZw4MbB5kydPNh2XKA0bNrSnnnrKatWqlXJeUAKAZvmPGDEi5Xhtb7D55pvbuHHj7KWXXrKvvvrKttxyS9t7772tY8eOXvu33nrrTOg4BwEEEEAAAQQQQAABBBBAAAEEEEAAAQQQQAABBBBAAIGCEriuURf78evvvDb3m3m7/b1h3YJqf741lgSAfOuRCtyedevW2ZVXXml33HFHikLbtm1txowZpWTeffddU/D9jz/+2Pg7bTUwadIkO/bYY72fvf76617wP3m7gUqVKtnChQutadOmvtpr1641bTHwxRdfbDxGSQlaOaBmzZop5wUlABxyyCH2xhtvbDxeWxGcdtpp9tBDD/leWwkGSlpQwgEFAQQQQAABBBBAAAEEEEAAAQQQQAABBBBAAAEEEEAAgWIV+OGLb+zGJmd7t1en+cHW85Hri/VWy+y+SAAoM2ouVFJAS/q/+eab3o8VcH/vvffsl19+STlMy+drufwdd9wxLeADDzxgPXv2TFliXwfWqFHDNttsM1u9enWp82666Sa75JJLAjtk0KBBpm0HEuX000+3xx57zEskCJsA8NNPP9l2221nf/75Z+TOr1atmpc4oIQDCgIIIIAAAggggAACCCCAAAIIIIAAAggggAACCCCAAALFKPDsiIds/qjHvVs74bLudkzf/1uduxjvtyzuiQSAslDmGmkFNBM/qPTo0cNuvfVWq1q1auBxU6ZMsd69e9v3338feNzf/vY3u/POO61Xr16Bxy1fvtwOOuigjSsLaHn+999/33bfffdICQAffPCB1alTx/da2267rZcgoKSCdEkCJ554os2ePZvRgwACCCCAAAIIIIAAAggggAACCCCAAAIIIIAAAggggEBRCmj2v1YBUOn71K1W6+D9ivI+y/KmSAAoS22ulSLgSgDo06ePXXvttabZ8EFFM/O1CkDJ1QNKnqPr3Xfffda9e3fzu/aGDRvsiCOOsFdeeWXj6dddd51dddVV3v+PsgLAokWLrFmzZqWavscee9i4ceOsZcuW3u+++uor071q2f+SRasi1K3LPic8OggggAACCCCAAAIIIIAAAggggAACCCCAAAIIIIAAAsUl8OPX39l1jbp4N7XvkQfZuY/dWFw3WE53QwJAOcFzWbPmzZvbggULAil22mknmzt3rjVo0CDtcVrKf+TIkZE4zz//fBs7dmzac7SlgFYeSBQtwa8g/BZbbOH9KEoCwNNPP22tW7cudZ1PP/201DYCf/zxh9WvX9+0akBySU4+iHSTHIwAAggggAACCCCAAAIIIIAAAggggAACCCCAAAIIIIBAHgs8d+sjNvfWR7wWtrqkq7Xof3oet7ZwmkYCQOH0VVG3dO3ataal90ePHm0TJ05MuddddtnFVqxYUWorgEceecTOOuuslGNr1qxpt912mze7fpNNNrEXX3zRBg4caKtWrUo5bsSIEXbxxRen/ExbCGjJ/m+//Xbjz5944glr3779xv8fJQFg1qxZ1rZt21L9plUG0hWtTnDuueem/KpNmzY2c+bMou57bg4BBBBAAAEEEEAAAQQQQAABBBBAAAEEEEAAAQQQQKDiCQxv1t2+++RL78b7PHmL7dG4fsVDyMEdkwCQA1SqjCegJfoffPDBlEpuvPFGu/zyyzf+7K+//rJatWp5M/ITZfPNN7e3337b9t1335RzP/vsM292vZIMEmWbbbax1atX29Zbb73xZ7169bJ777134/8/5phjbP78+Sl1RUkAmDNnjrVq1Srl/EMOOcRee+21tEBvvfWWHXjggSm/0/9ftmxZPFDORgABBBBAAAEEEEAAAQQQQAABBBBAAAEEEEAAAQQQQCCPBH767j829IBOXov2PvxAO2/i8DxqXWE3hQSAwu6/omy9gvgHHHBAyr01bdrUXnnllY0/W7JkiR166KEpxwTNlu/atatNmDAh5fgZM2ZsnKGv+g477DBLnp2v7Qe22267lHOUALBu3bpS7lo5QKVdu3am1QVUXn/9dWvcuHHKsR06dLCpU6em7bc1a9ZYjRo1Un63zz77lNoWoCg7nZtCAAEEEEAAAQQQQAABBBBAAAEEEEAAAQQQQAABBBCoMALzR020Z0f8d0Lw8YPPspYDulSYe8/1jZIAkGth6o8s8NNPP5lm6CeX3Xff3TSTP1G0TcDpp6fuA9KvXz8bNWpU2usNHTrU/vnPf6b8TlsFDBgwwPvZtddea0OGDInc1pIndOnSxbQ1gcpXX31l2r4guSjJYNGiRWmvk24FgCZNmtjixYtjt4sKEEAAAQQQQAABBBBAAAEEEEAAAQQQQAABBBBAAAEEEMgXgRFH9bQ1q/670vf5U0fanofuny9NK/h2kABQ8F2Y/zfw0EMPWbdu3VIa2qdPHxszZkzaxn/yySdWu3btlN9phv2KFSs2/uzRRx+1M888M+WYTp06mRID0pW+ffuWut4dd9xh/fv39w5XW3RM3JKcAKC6NIP/ww8/3FjtFltsYd98802pBAcdcN9999m5556b0oSzzjqr1MoFcdvI+QgggAACCCCAAAIIIIAAAggggAACCCCAAAIIIIAAAgiUl8Av//nJrqnf0bv8Xoc1sN5T/ru6NiU7AiQAZMeRWgIEFixYYM2bN085QjPjFdCvWrVqqTM1U18z9pNLyeX9NYu+WbNmKceorlWrVtmOO+6Y8vOff/7ZlECg5fuTS/IWAJMnTzYlEMQtJRMALr300o1bAiTqvummm+ySSy5JudTvv/9u9evXt5UrV6b8/OGHHy6V6BC3jZyPAAIIIIAAAggggAACCCCAAAIIIIAAAggggAACCCCAQHkJvDh2is2+8X7v8scOOtOOG5Q66be82lUs1yUBoFh6Mo/v448//rDddtvNm/meXBo3bmxjx461Ro0aeT/W0v933XWXXX755fbnn3+mHDthwgTTbPhEWb9+ve2666723XffpRynJfMfeOAB22+//byfazWB3r1727PPPptynGbia4n+bbfdNpKckghq1qyZcs4BBxxgb775Ztp6Vq9ebXvssYepvYnyt7/9zUaPHm3nnHOO6b/VDrVx+vTpKXXsvPPO9u9//9uqVKkSqY0cjAACCCCAAAIIIIAAAggggAACCCCAAAIIIIAAAggggEC+Ctx8zHn29QefeM07b/JNtnfTA/K1qQXZroJPAJgyZYoXPP3+++8jdYD2mH/88cetdevWzvM2bNjgBZKfeuope+GFF0x7tev/qzRs2NAUAO7YsaMdccQRaWe0B11AQfGZM2favHnzbNmyZfb+++97h2vGuupu27attWzZ0mrUqOFsZ/IBCrovWbLEZs+ebQsXLvQC1GvXrvWWnj/wwAPtqKOOsnbt2nnX2GyzzSLVncnBd955p/Xr1y/tqZqxv9VWW9mXX36ZEihPHKz2vv7666XaOXLkyFIz6RPnKHiu+/riiy9M/VeyXHTRRXbzzTdHvpWoCQC6gK5z8cUXl7rWlltuadWqVTMlCZRMeNDB48ePL7V1QuQGcwICCCCAAAIIIIAAAggggAACCCCAAAIIIIAAAggggAACeSLw27pf7Ko6p3itqX3IftbniZut0iab5EnriqMZBZ0A8Msvv9jAgQPtnnvuyag3brzxRm+2eVBRYsGIESO8meoKoAcVBe2vv/56a9++vW3iGKhq+9133+0d70pe2GGHHezaa6+1nj172uabb+68VwX7r776aps1a5bzWC2tr0B63bp1ncfGPUDtv//+/y7nEbb8/e9/t+eff9722muvUqcosN+tWzfT6gBRyoknnuglc2j2fdSSSQKA2tm9e3d76KGHQl9OyRKjRo0KfTwHIoAAAggggAACCCCAAAIIIIAAAggggAACCCCAAAIIIJDvAi+Ne9JmXjvOa2bLC8+w4y8+O9+bXHDtIwEgIAHg66+/tvPOO6/U0uxBvawZ9kos0KoEfjPr161b581cV1JBlHLFFVeY/mm2vF9ZsGCBde3adeMKBWHq1woGWnr/sMMOC3N4rGPGjBnjJSf88MMPznpOPfVULwiu2fx+RTPnb7rpJs9crkFFAf8BAwbY0KFDM15WP5MEALVJSQDDhw/3Ej5+/vln32aqb5XsMWjQIKcPByCAAAIIIIAAAggggAACCCCAAAIIIIAAAggggAACCCBQSAK3HdfHVr/7b6/JvSYOs30Ob1hIzS+ItlbYBAAF6qdNm2YtWrRI21EKJmt1gXvvvTdyR6ruqVOn2nHHHVfqXC3Nr0CwguCZlHHjxnkrAVSqVKnU6e+9956dfvrp3hYFUcvRRx9tDz/8sO22225RT418/I8//miTJk2yp59+2tv2QNsgKJCvlQ60isLhhx9uZ511lvffYYu2D5C56vzggw9MyRt//fWXt3XCnnvuaa1atTIlFOyxxx5hq0x7XKYJAInKdP6DDz7otXPVqlVeIsT222/vrXBwwgkn2LnnnhuY8BCr8ZyMAAIIYc8b7wAAIABJREFUIIAAAggggAACCCCAAAIIIIAAAggggAACCCCAQDkJ/PHbert8r3be1WsesK9dMP1W27QMtiovp9stt8sWXQKAZuzfdtttGc/wTvTEo48+ameeeWZKxyiwf80111iPHj28oK2SBJREcNVVV5Waca9gs7Ym0HHJ5aWXXrLOnTt7+90nl8GDB3uz03fddVf7/fffvWXvL7vsslLB/GbNmtkjjzxitWvXTjnfbzsEze5XwsExxxzjLXmv/eZvv/12b1/6kkU/79+/f9rkgnIboVwYAQQQQAABBBBAAAEEEEAAAQQQQAABBBBAAAEEEEAAAQQKXmDhA9Nt+jV3effRol9na3Vpt4K/p3y8ARIA0vSKgvNnn322zZs3L+W3CqRfdNFFKUv7a2n3++67z3r16pVybLoVBpQw0LdvX28GeHLp06ePjRgxotTS/nPnzrWOHTva2rVrU47X9ZSEkFzmz59vp5xySsqxtWrV8vadP+qoo1KO1Qx87TE/YcKElJ+3bNnS+9kuu+ySj2OVNiGAAAIIIIAAAggggAACCCCAAAIIIIAAAggggAACCCCAQIEK3HFiP/v87ZVe68999Abb96hGBXon+d1sEgDS9M9zzz1Xavn+Jk2a2OOPP552CXnNqu/SpYu9+OKLKbVdd911duWVV26cUf/22297Af2VK/87sFUUbH/qqaescePGpVqiwP8FF1zgLc2fXEqucqDl87WlwLBhw1KO02x+JRZsvvnmpepOd49KWnjmmWdMqwxQEEAAAQQQQAABBBBAAAEEEEAAAQQQQAABBBBAAAEEEEAAgWwI/PXnn3ZprdZeVbvst6f1n3mHbbb537JRNXWUECABoASIZvTfcMMNXkA9uQRtLbB+/XpvuX5tPZBcFOzXbP1tt93W+3G6bQW0N70C/DvuuGPawak6Bw0alPK7pk2b2mOPPWaa4a/y7bff2llnnWXPPvtsynHaKkCJCenKJ598YmeccYYtWrQo5de33nqrDRw4sMI8KEqe0PYJSpLQFgkUBBBAAAEEEEAAAQQQQAABBBBAAAEEEEAAAQQQQAABBBDIrsCrE2bZk1fc6VV69AWn2YmXn5PdC1DbRgESAEoMhv/85z/Ws2dPmzp1aspvXIFxV6DeL0lAwXZtLVC5cuW0w3LGjBl20kknpfxOqwbMnDnTGjX677IYS5cutbZt25q2LkiUkseUrNzvPl3tKbZnRwkA2hJh6623JgGg2DqX+0EAAQQQQAABBBBAAAEEEEAAAQQQQAABBBBAAAEEEMgLgdHtBtin/1rhtaXHw9db3aMPzot2FWMjSAAo0at+M+ODZtOrikmTJlnnzp1Tattnn328RIIGDRqYX8D92muvLbXaQHIlixcv9rYj0HYAyWXu3Ll27LHHej9KlyRwwAEHeG2qU6dO2nH766+/2kUXXWRjx45N+b1WEhgzZoxpO4CKUEgAqAi9zD0igAACCCCAAAIIIIAAAggggAACCCCAAAIIIIAAAgiUp8DFu7fyLl9j75o24Jk77W9VSm9hXp7tK6ZrkwBQojdXrFhhp512mi1fvjzlNwsXLrRmzZr59v0rr7xihx9+eKnfJ85bs2aNt+T+vHnzUo5xJRa8//771qlTJ3vrrbd8z5swYYJ17do15ffHH3+8t+VAtWrVfNt83XXX2TXXXBP5vGJ6AEgAKKbe5F4QQAABBBBAAAEEEEAAAQQQQAABBBBAAAEEEEAAAQTyTWDJY8/a1Etu95rV/PyO1vrKnvnWxKJqT9ElAGjpe5Xk5fBr1apl9evXt6OOOspbKl+z4jfZZJO0HekK5Pv1vuu8MIH8dHWHOS/TQH6m5xXTE0ACQDH1JveCAAIIIIAAAggggAACCCCAAAIIIIAAAggggAACCCCQbwJjT7nIPnr9Ha9Z5zx0rdVr0TjfmlhU7Sm6BIAwvdOmTRsbOnSoNWzY0CpVqpRyiiuQ71f/0qVLveSC5MQDHZuY4R8mkJ+ubr8tCZK3Dsg0kH/bbbfZoEGDUi7r2jogjG8hHUMCQCH1Fm1FAAEEEEAAAQQQQAABBBBAAAEEEEAAAQQQQAABBBAoNIHE8v/Vau1iA+eOtc23qlJot1BQ7a2QCQDqIa0KcNddd1mrVq1SkgAyTQBwBfhdv/cbNd9995116dLF5syZk3JINhIAtEXAmWeemVIvCQAF9fzSWAQQQAABBBBAAAEEEEAAAQQQQAABBBBAAAEEEEAAAQTyVuCNyc/ZpEG3eO07slcHa3vNuXnb1mJpWEEnAGj2tmbyawZ8JkXB7scff9zq1au38XQSAA6wSZMmedskVITCCgAVoZe5RwQQQAABBBBAAAEEEEAAAQQQQAABBBBAAAEEEEAAgfIQuPvUS2zVq297l+4+/p+237GHlkczKtQ1CzoBQD21fv16W7t2rddpW265pVWp8n9LRvz000/27rvv2pgxY2zChAlpO/bqq6+2IUOG2Kabbur9PtMEgBUrVthpp51my5cvT7nO9OnTrV27dpbpCgBr1qyxM844w+bNm5dS76233moDBw70fpbpFgAy6dq1a0q9TZs2tccee8xbIaEiFBIAKkIvc48IIIAAAggggAACCCCAAAIIIIAAAggggAACCCCAAALlIZBY/n/bXXa0wc/fY1tss1V5NKNCXbPgEwDC9NYff/xh48ePt169epU6vHnz5qal8HfddVfvd5kmALjOyzQBIMx5mSYAZHpeGPNCOYYEgELpKdqJAAIIIIAAAggggAACCCCAAAIIIIAAAggggAACCCBQSAL/evJ5e7z/CK/JR/Q8xdr987xCan7BtrVCJACod3744Qfr0aOHTZs2LaWz9tlnH5s6dao1aNDA+/nixYvtuOOO27iqQOLghQsXWrNmzXw7Ol0CwC677GIzZ860Ro0a2YcffmidO3e2pUuXptTxyCOPWJcuXXzr9UsASKwsoBOHDRtmV1xxRUodxx9/vJfYUK1aNd+60yUAdOzY0e677z7bdtttC3ZQR2k4CQBRtDgWAQQQQACB/8/eXYBJWXUBHD90dwrSIA2iNCICokiHSEg3CEgI0iUNUgJKdyMipTQo3YIKiMTS3Z3fc+5+u847O7s72zOz//s8Puo7973xe4fdYe655yKAAAIIIIAAAggggAACCCCAAAIIIIAAAgg4JzClbg85+fshU7nRtL6Sp3xx526kVogEIk0AwOvXr2XAgAHmH/tiu7jvzI57R+IrV66UqlWrWl7Shf9FixZJ1qxZ5ebNm2ahf926dZY6AwcOFD2GwL+iAQOVK1eWy5cv+1ZJkCCBrF+/XooW9T4jQxf669evb2kif/78snjxYsmePbvDpvXohO7du8uYMWMsr7dt21a+/fZbiR07dojeWO5yMwEA7vKkGCcCCCCAAAIIIIAAAggggAACCCCAAAIIIIAAAggggIA7Cfik/4+fPLF02zpV4iRO4E7Dd9uxRpoAAH1Cjna863XbAIDr169LvXr1ZOPGjZaHOnr0aOnUqZO/D3ry5MnSunVry+sVK1aUuXPnSpIkSeTRo0fy5Zdfmt31tkXbHDZsmMSMGdNh2xs2bDAZCWyLbWCBXv/tt9+kVKlSljq22QccNXz//n354osvzPhsy5AhQ6RHjx5u+4YO6sAJAAiqGPURQAABBBBAAAEEEEAAAQQQQAABBBBAAAEEEEAAAQQQCFjg8MptMr/tUFPpvaZVperANpCFk0CkCQDQhV7daa/p8m2L/U55/xbqA9oZ799uel1I16CDaNGiiX8ZCGyDBBw9c92h37lzZ8tLDRo0kIkTJ4pmAtBy/Phx+eyzz+To0aOWepp9oHbt2g7fSl5eXibQYefOnZbXNbNAuXLlwuntF/HdEAAQ8c+AESCAAAIIIIAAAggggAACCCCAAAIIIIAAAggggAACCHiWwLQGveXElv1mUg2n9Ja8Fd7zrAm68GwiTQCAptBv2LChn539js68d7ToXrx4cVmwYIFkyJDBz+M8c+aM1K1bV/bs2WN57eeff5YqVar4XnN0TEBAO/Vv374tzZo1k59++snSrn02grt370rz5s1l2bJllnoBZRdYvny51KxZ01I/oDm68Hs4REMjACBEfNyMAAIIIIAAAggggAACCCCAAAIIIIAAAggggAACCCCAgB8Bn/T/cRLGl6+3z5B4SROiFE4CbhsAoLvu+/XrJ3HjxjU75OPFi+cv2dOnT0UXzXv27Omnjp53rwvlUaJE8X1t7969Uq1aNdGgAdsyZcoUs9BuW1d39o8fP146duxoqfvhhx/KnDlzRBf4fYp/gQI6rgEDBkj06NEtbWgAge7213T9PiVnzpyydOlSyZ07t+81HYMGLXTp0sVyv9bVLAD58uWzXNfAglatWpl2bItmSFBTzVgQWQoBAJHlSTNPBBBAAAEEEEAAAQQQQAABBBBAAAEEEEAAAQQQQACB8BA4una7zGk5yHRVvHFlqT7oi/Dolj7+L+C2AQC6iK2L42vWrDG78nWnvO7CT58+vcSMGdNM78GDB3L48GGZNGmSLFy40M9DL1GihMybN08yZsxoee3hw4fSrl07mTVrluW69jNo0CCpXr26CTjQMUyfPl0GDhxoWaTXm8aOHSsdOnSwBAvoYrMu9OuxALZFU/n37dvXzCFJkiSi/euu/969e4um6rctusg/ePBgiRUrluX6X3/9JbVq1ZJjx45Zrn/00UdmzAUKFJCoUaPKqVOnzCK/vYfOTTMIFCxYMFL94SAAIFI9biaLAAIIIIAAAggggAACCCCAAAIIIIAAAggggAACCCAQxgIzG/eTvzd6Z05v8EMvyVepZBj3SPO2Am4bAOBf2ntnH68ueM+ePVtKlSrl8JYdO3bI559/7mcB3pn2NUBg8uTJkiJFCj/VT548aQIX7I8LcKbdIkWKyNy5cyVbtmx+qutCtmY56NatmzNN+akzYsQIk0nBk3f/b5++ws+8X716LU+ePpFYMWM6nPt7zaoFy5ObEEAAAQQQQAABBBBAAAEEEEAAAQQQQAABBBBAAAEEEIiMAj7p/2PEiSU9d82W+MkTR0aGCJuz2wYA6IK37oTX3exBLdmzZzc79D/++GPLDn3bdjStvu6Sb926tZ/d/QH1pzvuJ0yY4HCR3ue+bdu2SaNGjYIUXJA/f375/vvvpVixYv52r5kDNABAMx4EpegRBPpPQMcoBKU9V607p8U3cvSXHU4PL32BHNJ+1Vin61MRAQQQQAABBBBAAAEEEEAAAQQQQAABBBBAAAEEEEAAgcgs8Nf63TKraX9DUKxBRakxtH1k5oiQubttAIBqPX36VFavXi3Dhw+Xffv2BQqoqfZ14V3T6Nun/Xd0swYBrF+/Xrp27SpHjx4NsH1tu3HjxtKnTx+HO//tbz548KBZrN+0aVOg4/7ss89k6NChkjlz5kDrPn782AQ3jBo1Sm7duhVgfc2CoEcS1KlTx8+RAoF25IYVCABww4fGkBFAAAEEEEAAAQQQQAABBBBAAAEEEEAAAQQQQAABBNxGYHbzgfLnrzvNeD+f1EPeruI4G7vbTMgNB+rWAQA+3i9evDAp9desWSPbt2+Xw4cP++7aL1q0qOTIkcPs9i9TpoykTJkyyI9JF9V///13kxHgjz/+kEOHDpk2kiZNKoUKFTLt6iK9LqhHiRLF6fZ9xr1kyRLZu3ev7N6929yrwQRvv/22OZ6gdu3akitXLokaNarT7WrFa9euyYoVK4yJjtnLy8vcr9kPChQoIFWrVpUKFSpIwoQJg9SuO1cmAMCdnx5jRwABBBBAAAEEEEAAAQQQQAABBBBAAAEEEEAAAQQQcHWBrzNUkFcvX0nUaNGk1765kjBlUlcfsseNzyMCADzuqTChMBEgACBMWGkUAQQQQAABBBBAAAEEEEAAAQQQQAABBBBAAAEEEEAAATm+eZ9Mb9jHSBT9vILUHN4BlQgQIAAgAtDpMmIECACIGHd6RQABBBBAAAEEEEAAAQQQQAABBBBAAAEEEEAAAQQQ8HyBua0Hy5HVv5uJ1vvuaylQvbTnT9oFZ0gAgAs+FIYUNgIEAISNK60igAACCCCAAAIIIIAAAggggAACCCCAAAIIIIAAAggg0CNLZXnx9LmB6L1/niRKnRyUCBAgACAC0OkyYgQIAIgYd3pFAAEEEEAAAQQQQAABBBBAAAEEEEAAAQQQQAABBBDwbIF/fjsoU+v1NJMsXOdjqTWqk2dP2IVnRwCACz8chha6AgQAhK4nrSGAAAIIIIAAAggggAACCCCAAAIIIIAAAggggAACCCCgAgvaDZNDK7YajDrjusq7NcsCE0ECBABEEDzdhr8AAQDhb06PCCCAAAIIIIAAAggggAACCCCAAAIIIIAAAggggAACni/Q661q8uzREzPRXnvmSOK0KT1/0i46QwIAXPTBMKzQFyAAIPRNaREBBBBAAAEEEEAAAQQQQAABBBBAAAEEEEAAAQQQQCByC5za+Yf88NnXBuGdmmWl7riukRskgmdPAEAEPwC6Dz8BAgDCz5qeEEAAAQQQQAABBBBAAAEEEEAAAQQQQAABBBBAAAEEIofAoi9HyoEfN5nJ1h7TRQrWKhc5Ju6isyQAwEUfDMMKfQECAELflBYRQAABBBBAAAEEEEAAAQQQQAABBBBAAAEEEEAAAQQit0DfXDXl8b2HBqHHrtmSNF2qyA0SwbMnACCCHwDdh5/A8yfPAuxs84TFsnHsfFMnU6Hc0mLhUIkRO2b4DZCeEEAAAQQQQAABBBBAAAEEEEAAAQQQQAABBBBAAAEEEHAjgTN7/5RJNb4yI85f+X2p/31PNxq9Zw6VAADPfK7MKhgCzx49kdHl2shNr8vm7hpD2kmxhpWC0RK3IIAAAggggAACCCCAAAIIIIAAAggggAACCCCAAAIIIOD5Aku6jJZ9i9ebiX72bScpVPtjz5+0i8+QAAAXf0AML3wFds5aJT/1nmg6TZ0jo7T9cZTESRQ/fAdBbwgggAACCCCAAAIIIIAAAggggAACCCCAAAIIIIAAAgi4gUD/fJ/Jw1v3zEi775gpyTK84Qaj9uwhEgDg2c+X2QVDYHylDnL+8D/mzvLdGknZDnWD0Qq3IIAAAggggAACCCCAAAIIIIAAAggggAACCCCAAAIIIOC5Al4Hj8mEKp3MBPOULy6NpvX13Mm60cwIAHCjh8VQw0fg8M9bZf4Xw0xniVInkzY/jiJaKXzo6QUBBBBAAAEEEEAAAQQQQAABBBBAAAEEEEAAAQQQQMBNBJZ9PU72zP/FjPbTER2lSL3ybjJyzx4mAQCe/XyZXTAFptXvLSe27jd3l2pVUyr1aRHMlrgNAQQQQAABBBBAAAEEEEAAAQQQQAABBBBAAAEEEEAAAc8TGPhOXbl/7baZ2Ne/T5fkmdJ63iTdcEYEALjhQ2PIYS9wYtsBmfZ5L9NRjNixpM2PIyVd/rfCvmN6CFWB3bt3y7x582Tx4sXyyy+/SMGCBZ1u//z587Jo0SJZuXKlnD17Vq5duyYJEyaUFClSmHYqVqwoVatWldixYzvdppeXl8ycOVPWrFlj2rx//76kTJlS8uXLJ7Vq1ZJ69epJjBgxnG7v9u3bMmvWLNPen3/+Kbdu3ZI4ceJIqlSp5K233jLjq1mzpiRNmtTpNqmIAAIIIIAAAggggAACCCCAAAIIIIAAAggggAACCAQmcOHISRlXob2plqNMIWk255vAbuH1cBIgACCcoOnG/QQWtBsuh1ZsMQMvVPsj+ezbzu43iUg44pMnT5pF//nz58upU6d8Bfbt2+dUAMCzZ89kyJAhMmzYMHn69GmAghkzZpQxY8ZItWrVAqz3+vVr0+agQYPkyZMn/tbNlSuXzJ07V955551An5wGNbRq1Uru3r0bYN1kyZLJ2LFjpX79+oG2SQUEEEAAAQQQQAABBBBAAAEEEEAAAQQQQAABBBBAwBmBn3pNkJ2zV5uqNYd1kKL1KzhzG3XCQYAAgHBApgv3FDj/xz8yvmIH38G3WDBE3no/8IVZ95yte49ad+frbn1d+NeFfkfFmQCA58+fm8X8tWvXOg0SJUoUmT59ujRp0sTfexo3biyzZ892qk3NMvDrr79KsWLF/K3fs2dPGTp0qFPt+VTSMTZt2jRI91AZAQQQQAABBBBAAAEEEEAAAQQQQAABBBBAAAEEEHAkMKhQfbl7+YZ5qevWqZIyazqgXESAAAAXeRAMwzUFVvSeJDtmrTSDy/1xMWk8vZ9rDjSSjmrTpk3y7bffyoYNG+TFixcBKjgTAPDFF1/IpEmT/LQTLVo0efPNN+XBgwdy8+ZNh6/v379f3n77bT+vaYaAzp39Zo/QVP2amv/SpUuiGQJsS9q0aeXo0aOSJEkSP+1poEPdunUdjiFNmjTmWIE7d+74eT1mzJii2RHSp08fSd8tTBsBBBBAAAEEEEAAAQQQQAABBBBAAAEEEEAAAQRCQ+DS36dlzEdtTVPZShaQlguDtmkxNMZAG/4LEADAuwOBAARuel2WMR+3lacPHptan0/qIW9XKYWZiwgEZWd9YAEAZ8+elSxZssirV68ss2vWrJnZbZ8iRQpzfdeuXSad/unTpy31GjZs6GeXvwYL6DEBGjhgW7766isZMGCAxI0b1xxT0KhRI9mxY4elTvv27WX8+PGWa7q4r+3dunXLcr1evXoyevRoSZUqlQkmWL58uclIoPVtS69evcwxBBQEEEAAAQQQQAABBBBAAAEEEEAAAQQQQAABBBBAILgCP/f9XrbP+NncXmNIOynWsFJwm+K+MBAgACAMUGnSswTWj5orG8bON5PKXDSvtFk20rMm6MazcRQAoGfea7HfqR9YAMCECRNEF91tS7ly5WT9+vV+hLZv3y4lS5a0XE+XLp2cO3fOcm348OHSvXt3y7Xy5cvLL7/8Yrl29+5dyZEjh1y5csX3evz48eXChQuSKFEi32szZswQDUiwLUWKFDFBCXoUgW3R4IEvv/zScq1EiRKiY6cggAACCCCAAAIIIIAAAggggAACCCCAAAIIIIAAAsEVGFqskdw6f9Xc/tXmyZLqrQzBbYr7wkCAAIAwQKVJzxJ48fSZjCjVXG5fuGYmRiST6zxfnwAATZlfrVo1qVGjhpQqVUoqVqwo69atsww0sACAjh07yrhx4yz3TJ06VZo3b+5wwrpA//DhQ9/X9JgA+2MIypQpI1u2bLHcr8cVfPjhh37a1N35Q4YMsVxftmyZ1KxZ0/eaZhmYO3eupY7+v2YksC8XL140xxbYFk3/7+Xl5ToPkJEggAACCCCAAAIIIIAAAggggAACCCCAAAIIIICAWwlc/cdLRpVpZcacuUheafMjG2dd7QESAOBqT4TxuKTA79NXyMp+P5ixpc6RUdqvHCsx48Z2ybFGpkGtXr1akidPLroL3nYHvO6yD2oAQFDcNM2+pu9/8uSJ7226U//OnTuWZlKmTCnXr1+3XHv8+LHEju33vfPrr7/KJ598YqmrO/jHjh3re02DG3777TdLncOHD0v+/Pn9DP/Zs2cSK1Ysy3UNlNCsAhQEEEAAAQQQQAABBBBAAAEEEEAAAQQQQAABBBBAIDgCqwZOkd+mLDe3VhvUVko0rhKcZrgnDAUIAAhDXJr2LIGx5b+Qi3+eMpMq/3VjKdu+jmdN0INmE9YBAJs2bfKzi79q1aqyYsUKi6JmBXj16pXvNT2e4MaNGw6ljx49Kvny5bO8VqVKFfn5Z+8zdIJa/vrrL8mTJ4/lttKlS8vmzZuD2hT1EUAAAQQQQAABBBBAAAEEEEAAAQQQQAABBBBAAAEjMLxkU7lx5pL57y4bfzAbZymuJUAAgGs9D0bjwgIHftwki770TmOSKHVyafvTt5I0XSoXHnHkHVpYBgDs2rVLateuLefPn/cF1oX+nTt3SuHChS3oceLEsWQJiB49uvl/rW9f/v33X8mWLZvl8nvvvSe///57sB5kly5dZPTo0ZZ7R44cKV999VWw2uMmBBBAAAEEEEAAAQQQQAABBBBAAAEEEEAAAQQQiNwC109fkBHvex+dnP6dHCZjNsX1BAgAcL1nwohcWGBKnR5ycvshM8JSrWpKpT4tXHi0kXdooRUAoOn1O3bsaCBfvHhh0ud7eXlZYPXogUmTJknr1q39gGfJkkVOnz5tua4783PlyuWn7okTJyRHjhyW6++++67s378/yA/y5MmTkjdvXnn69KnvvfHjx5czZ86YIxPsy+3bt2Xp0qUyb948SZw4saxcuTLIfdrfsHv3btPe4sWL5ZdffpGCBQs63ebDhw9lyZIlZhyaGeHq1auixy6kSpXKGFWuXNkEYSRJksTpNjVgY+rUqbJhwwbzTHTO8eLFE31GmhmhWbNmfvydbpyKCCCAAAIIIIAAAggggAACCCCAAAIIIIAAAghEAoG1Q6bLlklLzUyrDmgt7zWrFglm7X5TJADA/Z4ZI45AgWOb9sqMRn3NCGLEiSVtfxwlb+az7tqOwOHR9f8FQisAYPr06dK8uXckm6OSMWNG+f7770X7c1Tq1KljFsBtS9u2bWXixIl+qjvasV+oUCHZu3dvkJ6rLvqXKFFCDhw4YLlvyJAh0qNHD99rWm/16tVmkX7t2rXy7Nkz81rFihXN9eAUDTzQ9ubPny+nTnkfl6Fl3759TgcA6JEH7dq1M8EWARUNZBg1apQ0atQo0KHq3AcOHGgJiLC/SbMyaHYErRs1atRA26QCAggggAACCCCAAAIIIIAAAggggAACCCCAAAKRTWBk6RZy7aR3huRO6ydJmlyZIxuBW8yXAAC3eEwM0pUE5rUeIn+s/s0MqVDtj+Szbzu70vAYi4hZkF+3bp3FIiiL0D43Dhs2zLJobo/79ttvS79+/aRaNccRbrqr/rPPPrPcpscAzJ07VzQ4wKc4qqev6c70zZs3B+mZNmhAhHvFAAAgAElEQVTQwCzC2xYNJNAjCrRvzQKg89LAhLt37/ppO6gBANeuXZNFixaZPtXYUXHWXh3U5dWrV07PWQMwHGVf8GlAMziMGzfO6fYaNmwos2fPdro+FRFAAAEEEEAAAQQQQAABBBBAAAEEEEAAAQQQiAwCN89dlmHFm5ipps2TVTr+OiEyTNst50gAgFs+NgYdkQJeB47JhKqdfIfQYsEQeev9dyJySPRtJxBaAQBbt241i/CBlTZt2phd/XocgG3RYwPy5Mkjmt7fvuTOnVsyZ84sZ8+eNWnuHRUNLPjpp58C6973dd3hr4v7tiVlypTmGIF06dKZIIBatWrJpUuX/G3T2QCATZs2ybfffmtS6us8AyrOBACcO3dOsmfPLk+ePPHTlKb+1x36jsat1/WoBnW2L2vWrJFKlSr5uR47dmxznMDFixcdjl0DADQQgIIAAggggAACCCCAAAIIIIAAAggggAACCCCAAALeAr+OmCWbxi8y/12lXysp2aI6NC4qQACAiz4YhuXaAj/2+E52z11jBpmnfHFpNM37WACKawiEVgCA7Wx0kfvy5cvmPHvd9X/lyhXLZEeOHGlSyNuX3bt3myACRwvbgWl16tRJRo8eHVg18/rQoUOlZ8+elroJEyaULVu2yDvvvGMCDerWrSs6noCKswEAjRs3dnqnvDMBAL1795bBgwdbhqbBC8uWLZOSJUua6xrI8Omnn4qXl5elnmYA0EwA9kXnfejQIctlPV5AgyTixYsnjx8/ll69esmYMWMsdfRoBz3OQDMmUBBAAAEEEEAAAQQQQAABBBBAAAEEEEAAAQQQQEBk9Iet5fLxs4ai4y8TJG3erLC4qAABAC76YBiWawvcOn9FRpVuKc+feJ+bXn9SD8lfpZRrDzoSjS4sAgBs+XRHf/78+S1nyuti+9WrV0V3l9sX3S2vi+/Xr193+BQSJUpkUt9PnjzZ8rqzO9EnTZokX3zxheXeOHHimGMQdPFcU+rXrl1bli9f7pteX7MVZM2a1Sx025aQBAAkS5bMNHXz5k1Lm84EAHzwwQeybds2y30zZ84UDTSwLY529evuf/ssChosoEcf2JbChQubAAj7TA0fffSRyWRgWzZu3Chly5aNRH9qmCoCCCCAAAIIIIAAAggggAACCCCAAAIIIIAAAo4F7ly6LoMLNzAvps6eQbpssq5n4OZaAgQAuNbzYDRuJPDL8Fmy+TvvVCeZi+aVNstGutHoPXuoYR0AoHo1atTwk55//fr1Uq5cOYe4t2/flgkTJsjKlSvl1KlTZve57jSvWrWqdO7c2aTTHzFihOVe3bWfIUOGAB/W3LlzpVGjRvL69WvferpzXfv55JNPzLUbN25I6tSpzcL3+++/b8ZevXp10bT7xYoVs7Qf1ACAtGnTih5VoG2WKlVK9H4NPLAtzgQA5MyZU44fP265799//5UsWbJYrmkmBQ1usC0pUqSQa9euWa5pRoZu3bpZrmmghB7XYF8WLVpkAjRsS5cuXWTUqFGe/QeF2SGAAAIIIIAAAggggAACCCCAAAIIIIAAAggg4ITA+m/nyoYx803NSn1aSKlWNZ24iyoRJUAAQETJ06/bC7x6+VKGFGkod69473auMbS9FGtQ0e3n5QkTCI8AAE33r4v2tmXatGnSrFmzIBM+ffrUBAPYHiugu9X37NkTYFs//fST1KpVS16+fOlbTxf5NXNAgwbekXhaNPhgxYoVUqVKFfHZpa/XdTd8cAMAVq9eLcmTJ5ciRYpYdtQH175gwYJy4MABy3z/+ecfyZYtm+Xao0ePTPp+26J2Z86csVzTjAqLFy+2XFNPdbUvem/mzJktlzUrgH0gQ5AfLDcggAACCCCAAAIIIIAAAggggAACCCCAAAIIIOABAmPLt5OLf/5rZtJhzXhJl/8tD5iV506BAADPfbbMLBwEtk3+UVZ/M9X09EaOjPLl2gkSLSbnhocDfYBdBGcROlOmTKI77m2L7irX3eWOSpMmTWTWrFmWlxYuXGhS+Qe16G7z0aNHW24LLP2/pqyvVKmSPHvmfQyFT9EsAl27dnVqCCEJAPCvg+DYa1vt2rWTiRMnWpp1tGNfgx4024Bt0eMNdBe/bXnvvfdkx44dlmsXLlwQzVhgX54/fy4xY8a0XHZ0PIJTqFRCAAEEEEAAAQQQQAABBBBAAAEEEEAAAQQQQMCDBO5dvSXfvFvPzCh5prTy9e/TPWh2njkVAgA887kyq3AUGP1ha7l83HvhuPzXjaVs+6AvAIfjcCNFV8FZhC5durRs3brV4uPfYvqtW7fMznT9t23Rc+ffffddp4118b5Hjx5+Fv81Hb6eaR8tWjSHbenCtu5Q193wtqVTp05+2gpoMK4UAPD3339L/vz55cWLF75DTpIkidnF73Osgh4loIv/upDvUzTjwfbt26V48eKWqebNm1f+/PNPy7WbN29K0qRJHZJoAIAGAviUlClTytWrV51+llREAAEEEEAAAQQQQAABBBBAAAEEEEAAAQQQQMATBTaOWyDrRs4xU6vYq5l80KaWJ07To+ZEAIBHPU4mExEC+xavlyVdvHdvJ3ojubRfNU4SpU4WEUOhz/8LBCcAYNy4cdKxY0eLYfTo0WXo0KHSunVriR8/vnnt4MGD0qpVK9HFftuiKeRPnToV4DPQVP937tyRY8eOmWCDqVOnyqVLlyz3xIoVS3bt2iUFChRw2NahQ4dEgxXu3r1reV3PsJ8/f74lHX9gbwhNua+p921LxYoVRdP7B7cEx96nrxkzZkjz5s3l9evXlu51MV6fhb2VVho+fLh069bNz3AdZXTQoxASJ07scGqxY8cWfT4+RZ/3/fv3g8vAfQgggAACCCCAAAIIIIAAAggggAACCCCAAAIIeITA+EpfyvnDJ8xc2q8aK+kL5PCIeXnyJAgA8OSny9zCTeD7T7vJ6d1HTH+lWtWUSn1ahFvfdORXIDiL0LrYqzvQ7c+S19Z1d3iaNGnMgrDuIndUli5dKp9++qm/j2PFihVSvXr1AB+XLnLPnTvX32MEzp07Zxbsr1+/7qcdDUCIESNGoG8H3SmvC+1aDh8+7CfQICIDAHRM6qgBF/bZFewnpnOdMGGCtGzZ0uGcM2bMKF5eXpbXghIAEC9ePHnw4EGgnlRAAAEEEEAAAQQQQAABBBBAAAEEEEAAAQQQQMBTBR7evCv989c200vyZirpuXu2p07Vo+ZFAIBHPU4mE1ECf63bJbOaDTDdx4gTS9qtGCNpcmeOqOFE+n6DEwCgaLq7/uOPP3a4wB4Qas+ePWXw4MEBugcWAJAsWTKZM2eOVKhQwd92fv31V/nkk09C9HzLli0rGzduNG24YgDAggULTBaAx48fBzhPTf0/bdo0adKkicOsBwQAhOhtws0IIIAAAggggAACCCCAAAIIIIAAAggggAACCMiWiYtl7dCZRqJ8t0ZStkNdVNxAgAAAN3hIDNE9BGa3+Eb+/GWHGWyhOh/LZ6M6ucfAPXCUwQ0AUIrTp09L27ZtZd26dYHKpEqVSsaMGSOafj+w4l8AQJw4caR+/foyZMgQSZ48eYDNeHoAgKbyHzlyZGCUltfbtGkjkyZN8nMPAQBBYqQyAggggAACCCCAAAIIIIAAAggggAACCCCAAAJ+BCZU6yxe+/8219v9PEYyvJsTJTcQIADADR4SQ3QPgbP7/5aJ1Tr7DrblwqGSraTjc9zdY0buO8qQBAD4zHrfvn0yf/582blzp5w6dUru3bsnmhY+derUJg2/psqvUaOGxIoVyykoDQCoXbu2OYNez7R/5513pESJElKrVi1JkiSJU214cgDAvHnzpEGDBhaHdOnSmQCLDz/8UKJGjSpbt26VTp06medhW0aMGCFdu3a1XNMjEeyPcwjKEQAJEiQwz5yCAAIIIIAAAggggAACCCCAAAIIIIAAAggggEBkFHh894H0ze199HHCVEmlz4EFkZHBLedMAIBbPjYG7aoCS7uOlb0LfzXDy1O+uDSa1tdVh8q4EJCDBw/Ku+++a5HQwIbVq1cHWyc4wRevXr2SDBkyyIULF3z71cCKI0eOyFtvvWUZy/nz5yV37txy//593+u6WH/p0iWJHz++7zWt8/ff3lGJPuXmzZuSNGlSh3OLESOGvHjxwve1NGnSyMWLF4PtwI0IIIAAAggggAACCCCAAAIIIIAAAggggAACCLizwLbJy2T1N9PMFMp1+lw+6mLdxOfOc/P0sRMA4OlPmPmFq8CdS9dlWPHG8vLFS9Nv/e97SP7KpcJ1DHSGgLMCe/bskaJFi1qqR0QAgKNxVKpUSVatWuVwKo0aNZI5c+ZYXlu5cqVUrlzZ91qxYsVk9+7dljoaPPDmm2/6afPZs2d+MjnkzJnTTwCBs67UQwABBBBAAAEEEEAAAQQQQAABBBBAAAEEEEDA3QW+r9lVTu85aqbRdvm3kqlwbnefUqQZPwEAkeZRM9HwElgzeLps/X6p6S5z0bzSZlnQzjQPr3HSDwK6QK4L5bYlIgIAFi1aJHXr1rWMo3379jJ+/HiHD2nAgAHSv39/y2t6VEDHjh19r9WvX98c4WBbdL5FihTx06YeKZA1a1bL9Y8//lj0yAUKAggggAACCCCAAAIIIIAAAggggAACCCCAAAKRTeDZw8fSK3t1M+24SRLKgKNLIhuBW8+XAAC3fnwM3lUFBrxdRx7cuGOGV2NoeynWoKKrDpVxhbKAppF/8OCBSUcfPXr0UG49dJtzlQAAXajXBXvbUrt2bdHAAEelXbt2MnHiRMtL48aNkw4dOvheGzFihHz99deWOvZBAj4vLly4UOrVq2ep26dPHxk4cGDogtMaAggggAACCCCAAAIIIIAAAggggAACCCCAAAJuIPD7tBWysv8PZqSlv/hMKvRo6gajZog+AgQA8F5AIAwEtkxcImuHzjAtv5Ezk3ReP0kkSpQw6IkmXU1AAwD0fHo9l54AAO+ns2/fPilYsKC/j2rnzp1SokQJy+sJEyYU3ZmfPHlyy/VHjx5J9uzZ5cKFC5br9kcA/Pnnn5I3b15LnRw5csiRI0ckRowYlusfffSRbNiwwXJty5Yt8sEHH7ja24vxIIAAAggggAACCCCAAAIIIIAAAggggAACCCAQ5gKTa3eXf3ccNv1opmvNeE1xHwECANznWTFSNxMYWbqFXDt53oz6k68bS5n2ddxsBgw3OAIEAJSXdevWWegCCwB49uyZpEmTRm7evGm5T9P1z5gxQ3LlymWue3l5SevWrf2k5o8dO7ZcuXJFEiVKZLm/cOHCJvjAtjRs2FAmTJhgAjSePn0qepzA0KFDLXWyZcsmJ06ckCgE7QTnjwD3IIAAAggggAACCCCAAAIIIIAAAggggAACCLixwIunz6VHlspmBrHix5FBx39y49lEzqETABA5nzuzDgeBPfN/kWVfjzM9JXojuXT8dYLET5Y4HHqmi4gUIAAg6AEA+rxGjhwp3bp1c/joUqdObbIpXLx4UV6/fu2nTpcuXWTUqFF+rm/cuFF0d7/9PdpW2rRp5fr166IZBeyLHj2gRxBQEEAAAQQQQAABBBBAAAEEEEAAAQQQQAABBBCIbAI7Zq2SFb29j+F9v2UNqdy3ZWQjcPv5EgDg9o+QCbiywMTqXeTsvr/MEEu1/lQq9W7uysNlbKEgQABA8AIAdJG+cePGMmfOnCA9hQoVKsiKFSv8pPX3aaR3794yePBgp9ts2rSpTJ8+3en6VEQAAQQQQAABBBBAAAEEEEAAAQQQQAABBBBAwJMEpn7eS/7ZdsBMqfWS4ZKleH5Pml6kmAsBAJHiMTPJiBI4una7zGk5yHQfM04s6bBmvKR6K0NEDYd+w0GAAIDgBQDoo3n58qUMHz5chgwZIg8fPgzwacWIEUM6duxoUvjHiRMnwLojRoyQvn37mpT//hXNCqCZBPQ4AFL/h8MfFLpAAAEEEEAAAQQQQAABBBBAAAEEEEAAAQQQcDmBVy9fydcZKphxRY8ZQ4b8+7NEiRrV5cbJgAIWIACAdwgCYSwws0l/+XvDbtNL4TofS61RncK4R5qPSAECAIIfAODz3C5fvizLli2TtWvXyj///CNXr16VV69eScqUKSVz5sxSvnx5qVWrlmTKlMnpR3327FmZNm2abNq0SU6cOCH379+XRIkSScaMGaVs2bLSvHlzyZYtm9PtUREBBBBAAAEEEEAAAQQQQAABBBBAAAEEEEAAAU8T2D1vrfzYfbyZVonGVaTaoLaeNsVIMR8CACLFY2aSESlw/vAJGV/pS98htFk6QjIXyxeRQ6LvMBRwpwCAMGSgaQQQQAABBBBAAAEEEEAAAQQQQAABBBBAAAEEEHAzgRkN+8qxzXvNqFsuGirZ3ivgZjNguCpAAADvAwTCQWBxp29l/9INpqc85YtLo2l9w6FXuogIAQIAIkKdPhFAAAEEEEAAAQQQQAABBBBAAAEEEEAAAQQQQCCkAl3fLO/dRJQoMuzMaokWPVpIm+T+CBAgACAC0Oky8gncu3ZLvnmnnu/EG0zuJfkqlox8EJFgxgQARIKHzBQRQAABBBBAAAEEEEAAAQQQQAABBBBAAAEEEPAwgb2L1snSr8aYWRX5/BP5dPh/2a09bKoePx0CADz+ETNBVxFYNWCK/DZ1uRmOHgGgRwFQPE+AAADnn+mjR49M5bhx4zp/EzURQAABBBBAAAEEEEAAAQQQQAABBBBAAAEEEEAg1AVmNR0gf63fZdptMX+IvFXqnVDvgwbDR4AAgPBxphcEjEC/vLXk0e375r9rDG0vxRpURMbDBAgAcP6BPnjwQF6/fi0JEiRw/iZqIoAAAggggAACCCCAAAIIIIAAAggggAACCCCAQKgLdEv3ifnOXsvQ06skeswYod4HDYaPAAEA4eNMLwgYgU3jF8qvI2ab/34jZybpvOF7ZDxMgAAA5x8oAQDOW1ETAQQQQAABBBBAAAEEEEAAAQQQQAABBBBAAIGwEti/dKMs7jTKNF+wVjmpPaZLWHVFu+EgQABAOCDTBQK2AsNLNpUbZy6ZS590byxl2tUByIMECABw/mESAOC8FTURQAABBBBAAAEEEEAAAQQQQAABBBBAAAEEEAgrgTktB8nRtdtN883mDpIcpQuGVVe0Gw4CBACEAzJdIGArsGvOalnec4K5lOiN5NJl4w8SJ1F8kDxEgAAA5x8kAQDOW1ETAQQQQAABBBBAAAEEEEAAAQQQQAABBBBAAIGwEuieqZK8fP7CND/k5M8SI06ssOqKdsNBgACAcECmCwTsBb6r3FHOHTpuLpdq/alU6t0cJA8RIADA+QdJAIDzVtREAAEEEEAAAQQQQAABBBBAAAEEEEAAAQQQQCAsBA79tEUWtB9umi5Q7QOpN6F7WHRDm+EoQABAOGLTFQI+An+t2yWzmg0w/xszbmzptG6iJM+UFiAPECAAwPmHSACA81bURAABBBBAAAEEEEAAAQQQQAABBBBAAAEEEEAgLATmtR0qf6zcZppuOnug5CxbOCy6oc1wFCAAIByx6QoBW4HpDfrI8S37zKXCdT6WWqM6AeRmArOaegdx2JbXr1+LBgFEjx5dokSJ4uf1xjP6udksw264BACEnS0tI4AAAggggAACCCCAAAIIIIAAAggggAACCCDgjEDPrFXl+ZOnpuqgEz9JrHhxnLmNOi4sQACACz8chubZAheP/itjP2nnO8kvVoyWjAVzefakPWx2Mxr1lWOb9jo9q8xF8kqbH0c6Xd/TKxIA4OlPmPkhgAACCCCAAAIIIIAAAggggAACCCCAAAIIuLLAH6t+k3lthpgh5q3wnjSc0tuVh8vYnBQgAMBJKKohEBYCC9uPkIM/bTZN5/mkhDSa2icsuqHNMBIgACBksAQAhMyPuxFAAAEEEEAAAQQQQAABBBBAAAEEEEAAAQQQCImA7TpVk5n9JVe5oiFpjntdRIAAABd5EAwjcgo8vHlX+uev7Tt5TQ+f+6NikRPDDWdNAEDIHhoBACHz424EEEAAAQQQQAABBBBAAAEEEEAAAQQQQAABBEIi0DtHDXn64JFp4ptjP0rsBPFC0hz3uogAAQAu8iAYRuQV+Lnv97J9xs8GIEuxfNJ66YjIi+FmMycAIGQPjACAkPlxNwIIIIAAAggggAACCCCAAAIIIIAAAggggAACwRU4+ssOmdPiG3O77vzXDAAUzxAgAMAzniOzcHOBPjlryJP73hFWtUZ2lMJ1y7v5jCLH8IMaAJChYC5pt2J05MBxYpYEADiBRBUEEEAAAQQQQAABBBBAAAEEEEAAAQQQQAABBMJAYHGnb2X/0g2m5UbT+kqe8sXDoBeajAgBAgAiQp0+EbATWD96nmwYPc9cfSNnJum84XuM3EAgqAEAOqWo0aNJisxvSorMaSVFFv23938ny5hGEqRI4gazDr0hEgAQepa0hAACCCCAAAIIIIAAAggggAACCCCAAAIIIIBAUAT65aklj+7cN7cM/GuZxEkUPyi3U9eFBQgAcOGHw9Ail8DQYo3k1vmrZtKfdG8iZdrVjlwAbjjb4AQABDbN5JnS+gkOSJo+tSR5M1Vgt7rd6wQAuN0jY8AIIIAAAggggAACCCCAAAIIIIAAAggggAACHiDw94bdMrOJd8r/7KXelebzB3vArJiCjwABALwXEHARgV1z18jyHt+Z0SROk0K6bp0qMePGdpHRMQxHAkENAIgVL47JAPD47oNggWoQQIosGiDgnTlAswYkTZ9KkqZLLdFjxghWmxF5EwEAEalP3wgggAACCCCAAAIIIIAAAggggAACCCCAAAKRVWBp17Gyd+GvZvoNp/SWvBXei6wUHjlvAgA88rEyKXcVGPdJe7lw9KQZ/getP5WKvZu761QixbiDGgCQuUheafPjSHn68LHcPHtJbpy5JDfOXvT+9xnvf9+/fjtYdglTJfv/kQLeAQKaNcD8ky61xE4QN1hthvVNBACEtTDtI4AAAggggAACCCCAAAIIIIAAAggggAACCCDgV2DA23XkwY075oX+R5ZIvKQJYfIgAQIAPOhhMhX3Fzi2aa/oorIW3f3/1ebJHpn63f2flPcMbI9tcGZOPgEAAdV9/uSZ3Dp3RW56/T9A4P+BARogcPviNWe68VMnXtJEvsEBesRA0nSpfIMD4idPHKw2g3KT14FjcvfyDT+3PHnyRF7La4kTO46f13RcmYvmDUo31EUAAQQQQAABBBBAAAEEEEAAAQQQQAABBBBAAIFABI5v2SfTG/QxtbIUzy+tlwzHzMMECADwsAfKdNxfYGq9nvLPbwfNRArX/Vhqjezk/pPywBms6DNJdsxcGaSZORMAEFCDr168lJvnrsitc5fl5tnL3lkDTCYB7+wBr1+/DtJ4tHLsBPF8gwOSZXjDZAzwOVYgcdqUQW7P0Q0aADChatDex22WjSQAIFT0aQQBBBBAAAEEEEAAAQQQQAABBBBAAAEEEEAAgf8E9DhqPZZaS70J3aVAtQ/g8TABAgA87IEyHfcXuHzsjIwu18Z3Ih3WjJd0+d9y/4l50Ax+6jlBds5Z7Tsj3VUfL1miQGcYLVo0cwRAWBWTOeDcZe8MAj5HDPw/OOD502dB7jZGnFjmOIHkmdL4ZgzwOVZAswhEixHdqTYJAHCKiUoIIIAAAggggAACCCCAAAIIIIAAAggggAACCIS5wDfvfi73rt40/fQ7vEjCI1NwmE+KDiwCBADwhkDABQXmtR0qf6zcZkaW55MS0miqdyoWSsQL/Nh9vOyet9Z3IJ9P6iFvVykV8QMLZAR3Ll73zhxwXjMIXDEZA3yyBzy59zDI448aPZoJDjBZA9Kn9j5WwGQP0P9OLbHi/5fWnwCAIPNyAwIIIIAAAggggAACCCCAAAIIIIAAAggggAACoS5w8veDMqVuT9NuxkK55IufRod6HzQY8QIEAET8M2AECPgReHz3gfTN/anv9WZzvpEcZQohFcECS7uOlb0Lf/UdRYMfekm+SiUjeFQh714j/TQowDuDwP8DBP5/tMCDG3eC1YHJGvD/gICoUaNaMiY40yBHADijRB0EEEAAAQQQQAABBBBAAAEEEEAAAQQQQAABBJwXWNF7kuyY5X28ce0xXaRgrXLO30xNtxEgAMBtHhUDjWwCy3tOkF3/TzOfpVg+ab10RGQjcKn5LukyWvYtXu87poZT+0jeT0q41BjDYjAPbt7xDQ6wBghcFM0qEFaFAICwkqVdBBBAAAEEEEAAAQQQQAABBBBAAAEEEEAAgcgqMKRIQ7l98ZqZft+DCyRByqSRlcKj500AgEc/Xibn7gK9slWVZ4+fmmnUGfuVvPvph+4+Jbcc/6KOo+TAso2+Y288vZ/k/riYW84lNAf96M79/4IDzv+XPcD7iIGLIeqKAIAQ8XEzAggggAACCCCAAAIIIIAAAggggAACCCCAAAIWgVM7j8gPn3Uz19Llf0s6rBmPkIcKEADgoQ+WaXmGwPpv58qGMfPNZN7ImUk6b/jeMybmRrNY2H6EHPxps++Im8waILk+LOJGM4iYoT598Mj3OIFTO/+Q7TN+DtJACAAIEheVEUAAAQQQQAABBBBAAAEEEEAAAQQQQAABBBAIUGBl/8ny+7SfTJ1Ph38pRT7/BDEPFSAAwEMfLNPyHIFBhRrI3cveqdYr9WkhpVrV9JzJufhM5n8xTA7/vNV3lM3mfCM5yhRy8VG73vC8DhyTCVU7BWlgBAAEiYvKCCCAAAIIIIAAAggggAACCCCAAAIIIIAAAggEKDCsRBO56XXZ1Om9f54kSp0cMQ8VIADAQx8s0/IcgT0LfpVl3caaCSVOk0K675gp0WJE95wJuuBMXr96LfPaDpEjq3/3HV3z+YMle6l3XXC0rj+k4AQANJrWV/KUL+76k2OECCCAAAIIIIAAAggggAACCCCAAAIIIOjGsE0AACAASURBVIAAAgi4uMCZvX/JpBpdzCjfyJVZOq+f5OIjZnghESAAICR63ItAOAmM/qitXP77tOmt9BefSYUeTcOp58jXzcsXL2V+2yFydO0O38m3XDhUspUsEPkwQmnGwQkASJbhDak5rAPuofQMaAYBBBBAAAEEEEAAAQQQQAABBBBAAAEEEEAg8gqsHjRNtv2wzABUG9RWSjSuEnkxIsHMCQCIBA+ZKbq/wImtB2Ra/V5mIjHjxpavf5suCVMnc/+JudgMXjx9bnb+/7Vul+/IWi0eLllL5HexkbrXcIITAKAzjBI1ilTu01JKtqjuXhNmtAgggAACCCCAAAIIIIAAAggggAACCCCAAAIIuJDAiFLN5fqpC2ZEvfbMlcRpU7jQ6BhKaAsQABDaorSHQBgJ/PDZ13Jq5x+m9cJ1y0utkR3DqKfI2eyzx09kfpuh8vfGPd4AUaJIm6UjJHPRvJETJBRnHdwAAJ8hFKrzsdQY0k6ix4wRiqMK26b27NkjRYsW9dPJ7du3JXHixJbr5cuXl3Xr1oVoQFmyZJF///3X6Tb++OMPWbVqlWzatEkuXbokV69elSRJksiZM2ecboOKCCCAAAIIIIAAAggggAACCCCAAAIIIIAAAq4vcO7gcfmuiveaUsqs6aTr1qmuP2hGGCIBAgBCxMfNCISfwNV/zsmoMi19O+y0fpKkyZU5/AbgwT09ffBI5rUdKsc37zOzjBotmrReOkIyFc7twbMOv6nd9LocpM40CnHzhEWiZxL5lHRvZ5fKfVpIpiJ5gtRWRFR++fKlFCpUSA4dOuSn+4gOANi2bZt07dpV9u3zfq/blgwZMsjZs2cjgow+EUAAAQQQQAABBBBAAAEEEEAAAQQQQAABBMJI4JdhM2XzhMWm9cp9W8r7LWuEUU806yoCBAC4ypNgHAg4ITCn5SA5una7qZn3kxLScGofJ+6iSkACj+8+MIv//2w7YKpFixnD7PzP8G5O4CJYYGX/yfL7tJ98RxEjdiyp3LeFFGtYKYJHFnD348ePly+//NJhpbAKAMiVK5f89dd/ARP2nT9//lxatWolM2fO9HfwBAC49NuKwSGAAAIIIIAAAggggAACCCCAAAIIIIAAAsESGFWmlVz9x8vc22PXbEmaLlWw2uEm9xEgAMB9nhUjRUB0p3rvHP9FZrVcOFSylSyATDAFHt2+J3PbDJF/tx82LegCs+78T18gezBb5LbQFtiz8FdZNWCKee/7FA0A0CMBXLFcuXJFsmfPLvfu3XM4PEcBAE2bNpXffvvN6encv39frl27Zqnfr18/6d+/v8M2tH61atVk8+bNAfYRWBCB0wOkIgIIIIAAAggggAACCCCAAAIIIIAAAggggIBLCFw4clLGVWhvxpIswxvSfYf/m8RcYsAMIlQECAAIFUYaQSD8BJZ1Gyd7FvxiOsxSLJ9ZsKYEXeDBjTsyt/VgOb37qLk5Vrw40nrpcHkz31tBb4w7wlTA68AxEwTgdfCYbz96FIAeCaBHA7hSqVevnixcuNDfITkKAAjq+Js0aSKzZs3yvS1mzJji5eUlqVOndthUnTp1ZPFi7/ROtqVgwYLSokULKV26tGTMmFFixIgR1KFQHwEEEEAAAQQQQAABBBBAAAEEEEAAAQQQQMCFBdaNnCMbxy0wI6wxpL0Ua1jRhUfL0EJLgACA0JKkHQTCUaB7pkry8vkL0+PnE7rL29U+CMfe3b+re9duydyWg+Ts/r/NZGIniGcW/9Pmyer+k/PgGSztOlb2LvzVd4ZxEsU3QQCF6nzsErPWHfZly5YNcCwhDQC4fPmyWax/9uyZbz/169eXuXPnOux36tSp0rJlS8trcePGlcmTJ4veR0EAAQQQQAABBBBAAAEEEEAAAQQQQAABBBDwXIExH7WVZ4+fSrlOn8s7Ncp47kSZmUWAAADeEAi4ocDGsQtk3ag5ZuRv5MosnddPcjiLKFGi+LmuZ5OPHTs20FkfPHjQ7GTetGmTXLx4Ue7cuSPJkiUzu4xLlSollStXljJlQv7LIiRjDHQSDircvXxD5rT8Rs4dOmFejZs4gbReMtw4Ulxf4Lepy002ANtSskV1qdKvVYQOXhfk8+fPL8ePHw9wHCENAOjevbsMHz7c0sfevXulUKFCfvp98uSJZMiQwXJcgO7y1z/TJUuWjFAvOkcAAQQQQAABBBBAAAEEEEAAAQQQQAABBDxRQI+HTZQokZ+p/fTTT+ao1oDKy5cvZd26dSaj6/79+83ajH73nCJFCvNdb7ly5aRGjRqSO3dup+iuHD8jh1f+JmU71JUYsWOae86fPy+rV6+WX375Rc6cOSNXr16VmzdvyqlTp8zmM4pnCBAA4BnPkVlEQoGB79ST+9dumZlXHdhG3mta1aKwfPlyqVmzph+ZwAIA9Azzjh07OkwZbt+YLiJOnDhR8ubNG6wnENwxBqszEbl94ZrMaTFQLhz91zQRL2kis/M/dXZ+qQXXNCLu+2fbAVk1cIpcOeHl2322kgWkxtD2kjxjmogYkgwZMkR69erl27ceBbBnzx7zocm2hCQA4MGDB5IuXToTjONTihYtKrt27XI450mTJskXX3xheW3AgAHSt2/fCDGiUwQQQAABBBBAAAEEEEAAAQQQQAABBBBAwNMFOnToIN99952faQYWAHDgwAGTzVU3ZwZUdFNlo0aNZNSoUWbTZkDlwpGTJvNxlKhR5PTp09KzZ09ZsmSJvH792s9tGgxAAIDnvDsJAPCcZ8lMIpnA/iUbZHHnb82sE6dJIb32/pcC/OHDh5IzZ04TyWVfAgoAuHTpkpQoUULOnj3rtGbixIlly5Yt8vbbbzt9j1YM7hiD1IlN5VvnrsisZgPk8rEz5mqCFEnMzv+U2dIHt0nui0CBpw8ey9KuY+SPVb/5jkKfaeW+LaVA9dLhOjIvLy/JlSuXPHr0yPQbL148OXHihMmUEZoBAGPGjJHOnTtb5qZZOurUqeNwvkWKFBHNDuBT4sePL+fOnZNff/1V5s+fL/qB8tatW5I0aVKTvUA/NGpbjrJyhCsonSGAAAIIIIAAAggggAACCCCAAAIIIIAAAm4ocOjQIZOtVXfy25eAAgD0eNkKFSrI06dPnZ61rsno2oyu0QRWdLNYp06dLEfL2t9DAEBgiu71OgEA7vW8GC0CFoFRZVrJ1X+8d0F/9m1nKVT7I/Pf3bp1k5EjRzrU8i8A4MWLF1KwYEH5448//NwXJ04ck/r/2rVrZuHevuiuZE19rmeLO1uCM0Zn27avd+PMRbP4f/Wfc+alhKmSmZ3/KTK/Gdwmuc9FBDaMmS/rv/0v+EWHVfqL2lKhR5NwG2GVKlVk1apVvv0NGjTIZAPImjVrqAUA6J/PLFmymAV8n5ImTRoTrKNp/e2LppnShX3bD5rvvPOORI8e3RIUYH+fBi3oB9EkSZKEmx8dIYAAAggggAACCCCAAAIIIIAAAggggAAC7i6gu+qLFStmMsM6Kv4FAOjOfN2gpRlg7Yt+T5swYULRzZvPnz/387pmgV62bFmAdAGtxfjcqGtAusaTPj0bJt39fegzfgIAPOVJMo9IKXBy+yGZUqeHxE2SUOqM/Upyli0sf//9t9mN7+iXgSL5FwAwd+5cadiwocVRFwtHjx4tLVq0kNixY4suQi5atMikoXn8+LGl7owZM6RJE+cWXYM7xuA85GunzsusJv3l+umL5nbNlqA7/5NFUKr44MyBewIWOLp2u6wcMEXuXLzmWzHnh0Wk7riuEidR/DDl04V/DQDwKZkyZTJ/BvXPS2gGACxYsEA+//xzy1x8Ag0cTVDPb9KI0eAUzRywfft2EyxAQQABBBBAAAEEEEAAAQQQQAABBBBAAAEEEAhcYMqUKdKqVSt/K/oXANCsWTPR9RXb8sYbb8j06dOlfPnyJmOrbvgaPHiwjBgxwk/7moU2c+bMDvv9/vvvpW3btn5eS5s2rbn+0Ucfmey2QdncGbgENVxBgAAAV3gKjAGBEAh8/2k3SZUtnVQZ0Fqix4whH3zwgWzbts3fFv0LAPj000/lxx9/tNynv1D0TBj7oguPffr0sVxu0KCBzJkzx6mZBHeMTjVuU0mzI8xs3F9unrtsriZ5M5XZ+Z80XeqgNkV9Fxe4d/WWLP1qjBzfss93pPq8K/dtIXkrvBcmo9cgGP1wZHtkxvLly6V69eqmv9AMANDd+5o+yqfEihXLHPGRIkUKh3ML7MNmqlSpJGrUqHL5svefDfuiHyS7du0aJm40igACCCCAAAIIIIAAAggggAACCCCAAAIIeJLAjRs3JHv27ObIVf+KfwEA+h2v3m9bdIOWHtdsXz788EPZtGmT5bIGCjRt2tRP3aNHj0rhwoXlyZMnlte++uorE0wQM2ZMT3oEzMVOgAAA3hIIuLnArfNX5MXT55IyazqzAK/neAdU/AsA0KwB9un/T548aRYx7cv+/fvNOTa2pUyZMn5+8TgaR0jGGJRHdfnYGZnRuJ/vrvBkGd4wO/8Tp00ZlGao62YCqwdNk20/WFMeletcXz7qXD/UZ6LBMUOHDvVtt2zZsrJx40bf/w+tAAD9QKcf7GxL48aNZebMmf7OaciQIeYYAvtSrlw5GT9+vOTIkcO8dPDgQdHgHc1aYFs0AtTLy0uiRYsW6m40iAACCCCAAAIIIIAAAggggAACCCCAAAIIeJKALsAH9H2tztVRAMCdO3f8HMeq381euHDBIc+oUaP8bNwaOHCgnw2berP90bV6bdiwYfL11197Ej1z8UeAAADeGgh4iID+otAIs2vXvNOga/pu3cFru0Cp1/0LAAgKw+7du81ZNralatWqsmLFigCbCa8xXvrrlExv2FfuXb1pxpM8c1ppvXi4JHojeVCmSV03Fdi3ZL2sGjBFHt/978wkzQLQcErvUJvRiRMnJF++fPLs2TPfP2+HDx+W3Llz+/YRWgEAmuZp3bp1lrHrwn2BAgX8nY9/5zrp0SD2qf31jCn92aFHfNiW33//Xd57L2yyJ4Tag6AhBBBAAAEEEEAAAQQQQAABBBBAAAEEEAhVgZcvX5rvIxcvXiy6GfDixYvme1DdqZ4hQwbRTUY1atSwfBca2ABev34tmj11yZIlsnfvXrl69apoltN06dLJxx9/bHaw58yZM7BmAn1d1y7mzZtnxq7HpBYsWDDQe0JaYefOneZ7VJ2jFk3HX7x4cTMO2+JfBoCg9K8L+D169LDcMmbMGOnYsaPl2l9//SV58+b1HZO+WLp0adm8eXNQuqOuGwsQAODGD4+hI2AroOe16HkuPkUX+vWXm+7utS2hEQCg6f/1GADb4uiXjP0TCo8xXjhyUqY36CMPbt4x3WtmhFZLhkvClEl5w0QigeunL5gjAc7s/ct31imyvCk1h7aXLMXzh1hCd/vbflhq37692VlvW0IjAEDTNGmggW0pWbKk/PbbbwHOQdM4ffvtt5Y6+qHc/pgPnwr169eX+fPnW+prNGmXLl1CbEUDCCCAAAIIIIAAAggggAACCCCAAAIIIOAeAgcOHJCWLVuazKEBFT2XXrMR63eIyZIlC7Du8ePHzTqFBhP4V3TTUufOnUUzmwY1K6lmMtbFdv1+89SpU75d7Nu3L8wDAHRT1bvvvitHjhzx7VcX+levXi2amt+2hEYAwPvvvy+6ccu26NGxmuHZtugufz3m1bZoplkNutDjY/X75StXrkjcuHFNFmg9IrpNmzYSP35893ijMspABQgACJSICgi4voD+4ixSpIi8evXKDDZ58uSiv/T0l0xoBgBo5J/+Em3RooXvzmft78033xSNKEuYMKG/WOExxnOHTsj0Br3l0Z37Zhyps2eQVouHS/zkiV3/ITLCMBH4sft42T1vraXtCj2aSOkvage7vwULFsjnn3/ue79+wNU/b0mSJLG0GRoBAPohWo/NsC1Lly41H8gCKhoFqtGgtmX06NHSqVMnh7eNGzfOT5SoRo1qYA8FAQQQQAABBBBAAAEEEEAAAQQQQAABBDxfQDc8VahQQZ4+fer0ZHXhecuWLZI4sePv4DWg4KOPPpJbt2451Wbt2rVFv3+NGjVqgPU1E/KiRYvMwr8u9Dsq4REAoN+52m6i0qNcN2zYIM2bNw/VAICHDx+aI1/1e1zbUrlyZVm5cqWf6esRzrYBF3HixJHPPvtMZs+e7a+rZnfQIIWAMs869RCp5BICBAC4xGNgEAgEX0AX/XXx3/aH+eTJk02Unv7yC0kAwKxZs0T/0fLkyRMTPXfjxg3LYBMlSiTr16+XwoUL+zuJsByjT6deB47J1M97ydMHj8ylN3JmMjv/4yXxPygh+Orc6U4C22f8LKsGTpFXL176DrtA9dJS77ugn3V07949yZEjh1y+fNm3rQQJEkiaNGn8kOgxAfYlVapU5sNw6tSpZevWrQEyamqtTJkyiabt9ynp06cXTdkfWBTsyJEjRY8BsC3fffedtGvXzmGfGlSgHwBtiwb6aDQoBQEEEEAAAQQQQAABBBBAAAEEEEAAAQQ8W0C/c8yfP788ePDfsao+M9aNT7r579KlS5bvKn1er1mzpixbtswPkB4JrAECXl5efl5744035P79+w77053reryxo6K72DXzqS6y2x9pal8/rAMA1EO/K9Z5aNEsBj7HxIY0AEA3Z2lbWrT9Y8eOyePHjy1T1BT/GrShG0Jtiz5D/Q5aN3QGtehmN11rypgxY1Bvpb6LCRAA4GIPhOEgEFSBSZMmyRdffOF7m/5C1ag6jZALaQCAnlOza9cuf4ek6WamTp0qb731VoDDDssxasea5n1qvZ7y/Il3ZGLaPFnMzv84iUhXE9T3k6fW16Mh9EiAS3+f9p2iBonUHd/NBIs4WzQ1UqlSpZyt7m+9tGnTyoULFwJsRxfwdSHftuiufk3fFFjR6Ne6detaqmlWAE2h5ag4ygCg/dhnEQisX15HAAEEEEAAAQQQQAABBBBAAAEEEEAAAfcTaNasmcyYMcMycF2k1zT25cuXF035r5ujBg8e7Ce1vN6kmwczZ87s5/tI++8XdZe5Bgvo8cW6gK/t66Yl28V8TVN/5swZ0f7tS+PGjQPcxW5bP6wDAHRDlW6s8ikdOnTw3aEf0gAA9Q6o6PPS7AOOsjL/888/kj17dn9v102dGiCg3087ChLQLBBr1qxxvzcxI7YIEADAGwIBNxbQNDf6g1wj6XyKLlDqGeFaQhoAoL8E7t6966+QppfRX/gaaeZfCesxnt59VKbU7SEvn78wQ3gzXzaz8z92/Lhu/GQZelgJLGg3XA6t2OLbfJSoUaRyn5ZSskV1p7rUoy7y5MnjVN2AKgUWAKBRnenSpbP8+dM0TfqhLGnSpIH2r9Gn2odtKVGihGzfvt3hvfXr1zfHe9gW/fDdtGnTQPuiAgIIIIAAAggggAACCCCAAAIIIIAAAgi4t0CKFCn8ZP/V7xL1O0X7omnudSd+QN8lPnv2TLRNDRqwLbt37zYZjW3L8OHDpXv37pZrffr0kYEDB/rp21EAgO5a13Lz5k1L/bAMANAMBHq0gU/RXfi68O5zTGxYBwC0bdvW+PjM3XbiO3fudPjcNNusZnzV56flypUrou1o2n/7ohkHNLsBxX0FCABw32fHyBGQhg0byty5c30l6tSpIwsXLvT9/5AGAPTv318GDBgQoHSMGDFMlJ79UQM+N4XlGP/dcVim1Okhr1+/Nt2lL5Dd7PyPGTc27w4E/BXY9N0i+XW499EWPqVQnY/ls1GdAlXTgBZN4x/SElgAgKax+uqrryzdBDUlv36Q3rt3r28bGjWqGT3sP2D/+++/kjNnTj8ps86dO2eCECgIIIAAAggggAACCCCAAAIIIIAAAggg4LkCusHQZ+HaZ5YBfX85atQoPyn6dTFaF+19iqNMqv5tUNLNUClTpjTHEPsU3YR19OhRP+g+AQA6vmrVqkmNGjVMxtaKFSvKunXrLPXDKgDg6dOnZlPkyZMnffv74YcfpFWrVr7/H9IAgA8++EC2bdsW4JtOv6fW45nz5ctnqbd27VrjYV8cfd+rmRdy585tghdsyzfffCO9e/f23Dd9JJgZAQCR4CEzRc8UsP8FGjduXDl+/LhlwS6kAQC2cvrLV9Pu6C5h/QWvv+R8ih43oAuLhQsXtmCH5Rj/+e2gSfvvUzK8m9Ms/seIHdMzHzizClWBU7uOyNIuY+Tmucu+7aZ7O7s0ntZXEqb2jhgNacmaNatJfWVbbt++bdIrBVT0Q5emyzp//rylmn7gDUr2gR9//FE+/fRTSxtp0qQxmUFKly5trh86dEjq1atnfnbYlipVqsjPP/8cUgLuRwABBBBAAAEEEEAAAQQQQAABBBBAAAEPE9C0/nrcqG0ZM2aM6Ln1PsX+WGC9rrv8hw4d6lCjaNGismfPHt/XdDOT7ui3D0xYvXq1OfNeNznZpsnXYwrCKwBAgx369evnO1bbY5l9LoY0AMAWSQMk9Lvh7777TvToV9uixyTod7u2RwGokWZvti8+Gyntr0+bNk1085ltqVSpkqxatcrD3rmRazoEAESu581sPUTg+fPnUqBAAdF05D7FPsJOr4dmAIAt3ezZs0Uj7WyLprux/QUblmM8sXW/TKv/X/RZpsK5zeJ/tBjRPeQJM43wEpjZpJ/8veG/D5YxYseSmsPay7ufeqdBCkkJbgCAoz+3umC/efPmIA9HP+jpBz77oh+c9SwtTfNkXzSYSKNjc+XKFeT+uAEBBBBAAAEEEEAAAQQQQAABBAIW0POW9Tu0xYsXy/79++XixYvikypbz8YuV66c2dGqOzJDUjTttp7zbF801bPumg2s6MaEqVOniqa5Pn36tOimhnjx4kmWLFnMxgI9f5r00IEp8joCninw/vvvy++//26ZnG400oVwn2K/SK7XdQG7Xbt2DlFq1qwpy5cvt7x28OBBsw7iTAmvAAD9eag/n22zFehOfTWxLaEZAGDbbpMmTWTWLGt22yFDhpiAjNevXkmUqFHN7xj1sC2FChWyZIu1fe2PP/6wPDt9TZ+lPlOK+woQAOC+z46RR2KBESNGyNdff20R0PNbYsa07n4/ceKEQ6Xs2bOb64MGDfKzQ9gZVv2LSurUqS1nAkWPHt2cV66Lh1rCaozHNu2VGY36+g4zc9G8ZvE/arSozgydOgj4EVg7dIZsmbjEcr1Yw0pSY4jjD6POEgY3AEA/XOmHLtuyYsUKqVq1qrNd+9bTKFn94sDZD2v651gDEGrXrh3kvrgBAQQQQAABBBBAAAEEEEAAAQQCFjhw4IC0bNlSdFEroKK7Whs1amSycDo639kZ5w4dOpjFNvviTACALibp4p1tBlD7dqJFi2aOL9S6mh2UggACni/w8OFD6dWrl4wbN84yWd2EtHLlSsu14cOHmx3/tkWPG+7b97/v9m1fK1mypGzfvt1Sf+PGjVK2bFmnYMMrAEBT62uKfZ+iPwv1e2D7EtjajKbuT58+vVNzs6105MgRyZ8/v+W+4sWLy44dO+TF0+cSLUY02X/ggJ9szRpgsWzZMof9Xb9+3RzBYFuyZcvm51iAIA+WGyJUgACACOWncwSCJ1CmTBnZsmVL8G62uUujeDUSLTilYMGCon9psS16lrhGAWsJizEe37xXpjf87wNC1hJvS6vFw4IzfO5BwCLw98Y9sqTLaHl4867v9UxF8kjLhUMleswYwdIKTgCARtVrNg3bosE9+mcruH+Z1hRRbdu2Ncd3+JfmSftLly6dzJgxQz78MOTZD4IFxk0IIIAAAggggAACCCCAAAIIeLCAZvarUKFCgIvq9tPXTQL6HWBgxwna36cbAXS3p27isS+BBQBoCm/7xb2AHkvDhg1Fs4VSEEDA8wT058Hhw4fNxPQ7xmPHjsnjx48tE82bN6/JXKpp+W3L3LlzRX8+2JZatWrJkiXWjVg+r9um8/e5pinoNRW9MyU8AgD0u9UYMWI4/NnqzBht65w8edJh4EBg7Tx48EASJEhgqfbmm2+a42SfPX4q0aJHk+s3b4geDWBbihUrJjt37nTYvKMMAHrEwu7duwMbDq+7sAABAC78cBgaAv4J6C9K/6K1gqLmEwDg5eUlGTNmtNyq6b9tjxiwb1cXJc+ePWu5fPnyZZMZQEtoj/HOxWsy4oMW8vzxU9N+tpLvSMuFQ4IyXeoiEKDAi2fPZdrnveTUriO+9eIkii91x3eTnGULB1kvOAEAuvivQQC2RaP9u3TpEuT+7W/QtIK6u3/Tpk1y4cIF82FdP5hrxGiVKlXMzoLYsWOHuB8aQAABBBBAAAEEEEAAAQQQQAABq4CmjNa/f+vCjX3RY/r07OZLly6JHqlpXwLatenIWReodKHH9ixt23oBBQCsWbPG4WKbfl+QKlUqc1zBixcv/HSrAQD2C328BxBAwP0FHC3K285KjwIZPXq05fx5n9f1XPqcOXNaEHTx/MyZM5I2bVrLdf2e0iezsO0L+jNJA6ecKeERAKDjSJEihSUzsjNjc1THJwDA0XHLuplr4sSJDpt2tJajGZ/V+/Fd798x+p227uDXTWU+RX+OX7t2zU/wgL4+bdo0adGihaW/Bg0ayJw5c4I7Pe5zAQECAFzgITAEBIIqoL8Avv/++6De5qe+TwCA/uVCz/Cy/0vG3r17TbSwfdm6das568u26Jlit27d8t2lHNpj3L90gyzvOcEEAGT/oKA0nzcoxPOnAQQcCfzUa6LsnL3K8tL7LWpI5X4tAUMAAQQQQAABBBBAAAEEEEAAAQSCLKCLZJp1z7bo7szp06ebc5p1ke3evXsyePBgc6ymfTl16pRkzpzZqX6nTJkirVq18rduQAEA77zzjp9jBPW87mHDhpnvDnWRTtN/jxkzxtK+bizSxSw9WpAS/gKa6UHP/F68eLHoBhAN1Hj27JlZqMyQIYM5HrJGjRrmM9e7QwAAIABJREFU3HJny+3bt80547oA++eff5rvfePEiWMCQd566y1zVKUGpyRNmtSpJsNijE51TKUQCQQWAKBrAHpciH9HleTJk8fPJsNSpUrJjz/+6HuPHmGqAUS2afV9Br1t2zZ5//33nZpDeAUA6MZJzYQQ0uITAKBz/OCDD/z8ftAFfQ0Osy/9+/cXPUrBtmiWBM2WcNPrijx79FjeyJnJHCFt//tEj2Xo1q2b5V5dE9KfDToe26IZHOrXrx/SaXJ/BAoQABCB+HSNQFgL6G5fjdSyLV9++aWMHTvWT9fVq1cXPWfctuhu/kmTJpndwXqWjX5Q018k+pcIjRazLU2bNjV/aQlqcXaMWyYulnUj58pbpd6RprMHBrUb6iMQJIHDK7bK4i6j5cXTZ773ZStZwBwJQEEAAQQQQAABBBBAAAEEEEAAAQSCIuBox6iedV2iRAk/zejRfJq9z7bod2763Vtg5caNG6I7QXWx1r/iXwCALhzbbwQqXLiwSQFtvwjoKINhUM7qDmwevO68gB7R2rJlSzl48GCAN+kz1OyPmmnSv8VanwY0kEC//71797+jMh01ru3o98yBLRKGxRidF6JmSAR0YVoXqAMqGhSi59nny5fPTzVHxwBoJQ0o8vn5t2vXLnO8gKOixw/Yn3fv31jCKwDAWU89etl+vcTRz1/NqqIZEezXW/Tnr67NvPvuu6ZLzSCjm0J79Ojh5wgC3amv60DHN++T66cuSMkW1U1WGc3irMFAPkUzMHz33Xfm94n+95UrV6R169by888/W6al60KauUaDfijuK0AAgPs+O0aOQKACzi6ua0P6IbFo0aIOU43Fjx/fRIxev37dYaoy/YWtxwVoRGlQizNjvPTXKVnQfoQky/CGNJnZP6hdUB+BYAk8vHXPHAlw4eh/0Y8JUiSRxjP6SfoCOYLVJjchgAACCCCAAAIIIIAAAggggEDkErhz545omn/boos9ejyfo6ILtF27drW8pDts+/TpEyicLurMnDkzwHr+BQCMHDnSz85QXXxq06aNn/YWLVokdevWtVzX4wt17JTwE9Bz1zU9+tOn3kemOlPefvtt2bJliyROnNhh9Z49e8rQoUHbABNQgEpYjNGZeVIn9AV0kf7o0aNmAVl/BtgWzWji3451RxsPnR2d/vzUzMPOFHcNANC5TZgwQdq3b+9wmnqEq66/6PHLtov5PpX1z/S+ffskiois7D9Zzh86IR3WjDcvO/p9otf1uAUN4NEgAd30aV/090jjxo2dYaeOCwsQAODCD4ehIRBSAWcW12370LROGpnm6Ie+f2OJFSuWLF26VCpXrhys4QY0Rl34/7nvD+J14Jjk/LCwNJrWN1h9cBMCIRFY1HGkHFhmjbwv362RlO1g/YtuSPoI6F6NAtW/yOmfNVLphZUy7SKAAAIIIIAAAggggAACCCDgGgKabl93eNoWTbnfsWPHAAe4c+dOee+99+T169emnh4ZULx4cdHv3myLfwEAderUMSnkbcuePXtEd6HaFz3D2/5IAs0KoGnoKeEjoLtzdWe07gq2LxpwoqnDdXHP/shXraup+5ctW+bnPkeBHVpJM8OmSZPG7NLWBVn7EjNmTJM+PH369JaXwmKM4aNLL4EJNGnSxBwRYVuGDBni52eXvq7fa+pisn3QgO291apVM2n1T5w44XtZd6/re8jZ4s4BADpHRxkDApu7/pnTIJssWbLIvzsOy4J2wyVrifxSb0J3c6v+PtBnNXv27MCa8n1dAxHGj/cOIKC4twABAO79/Bg9AgEKBDUAQBvTXxh6do/tL1v/OtFzwSZPniwFCxYM9pMIaIz//HZQ5rUeIlnfe1saTukd7D64EYGQCuyZ/4ss+3qcpZmcHxaRprOs5y2FtB9H92sAgP4FK0GCBAQAhAUwbSKAAAIIIIAAAggggAACCCDgQgJ63vXvv/9uGdGhQ4dEd3n6V/S7A00TfeTIEd8qutC/evVqp1JQ600aPLBjxw5LF5qlQLMV2BddVNZFX9uSNWtWP2dIuxCrxw2lWbNmMmPGDMu8dBe27sbXhVBN+X/v3j0ZPHiwn3PA/8femcDNVP1//KSfXWSvLJFsiSwhyZK1lCJbWlRE0q5SoRDak0qpkPbtnwhRorK12rckUfqJREm2Nr//630ed5x7587MvTN3nmdmnu/39XpeZebcs3zOmXPvPd/P9/Plou+++85G4uDsqVKlSmHpIy655BI1ZswYhcw7zsR33nlHOxSdku1DhgxRo0aNsvUn6D5m3CSm8YDYa5zS/BCOnHuIOcQPP/xQr1nKIHfPWScEI9JNnH322VopxQxMZJ0513g0yNKdAMDYnnrqKa328ttvv8VcHd26ddOOeuT69//2h3qx771q0+erdQpbUtlaxu8WYhm/z/3790esF5UB1GYGDhwYs20pkB4ICAEgPeZJeikIxIVAPAQAGuKlYfbs2ZoJinwMD/sHDhzQcjvI/JMqgBsMOYAStVgEAHKxdx8jN51EcZbrE0fg1x9/VhMvHax+2bQ1VFnx8mVVvzfuV6UqnZB4AxFqEAJA0qCVigUBQUAQEAQEAUFAEBAEBAFBQBAQBASBlEFg3759Cifq44/bAxBQ3Zw+fXrUfuKgRYLfsjZt2iicbV5zUHNd7dq11Zo1a2zt7Nq1S5UoUcK1bQgAZnR5mTJl1M8//5wyeGZ6R0jXunPnTtswFy1aFMqrbn7Bepg3z65u6ZTtx9GKw960xo0bK/KzQyYwDafjTTfdZPuMfO60b1rQfcz0OU2n8aE8gQPftPLly6sff/wxrmGw7zlVTmbNmqXOPfdcz/VlAgGAwULcQY2F8UP+giwBMYK9uHr16pqsdfnll+v/x3DwT7p8qNowf5n+/4f/+74rZvh4UG2gXghAkAwgXaAeAM59+/bVZAKxzEFACACZM5cyEkHAFwI7vt2iylS1yzL5qiAbCiP9f2KDmtnQkjQhCHhH4MWr71Vr3v/UdkGXB25QZ1x2nvdKfJQUAoAPsKSoICAICAKCgCAgCAgCgoAgIAgIAoKAIJAmCODsWrFihe4t0dTIXxOAYxpOedQ6yQEdyZB5r1GjRigim/SB1FurVi1fBADktr///ntbMziIIuWKL1CggC33fJEiRcKiwtNkKtKum8jw47gzDaUGHHxu5pYHnEhfIo0t69Wrl3r55Zdtl/Pvyy67LKzKrVu3Kpy9piFF/sMPP4Q+SkYf026i0qjDSMQ7c76jEkxEupsx1yhGmIZDev369b5Hzb6DwjCEI8uqVq2q1q1b50sNNdUIAL6BiPMCzqk5r8ZOPedMSaMcJ46ZeJkQADJxVmVMgkAMBH777w41dfA4ddmzg1W+ggVSEq99v+5RhUsUTcm+SacEgQXPvaNm3PucDYg65zVTlz87JHBwhAAQOKRSoSAgCAgCgoAgIAgIAoKAICAICAKCgCCQ4wg4o6qdHSIam8h+crlHs+7du6v/+7//CxW58cYbQyoCfhQAcOaZDlwq9EMAQD7aLR99jgMtHdDy33fddZcNiccee8wWcd2iRQu1YMECWxmIJE6Zdwr89ddfKn/+/Lay0QgIXqbASx+91CNl4kNg/vz5YWq/pJTAoe+2Bw0fPlyNGGFPjXr++eerGTNm+OrAkiVLFHvY5s2bbde9/vrr6uKLL/ZVV24lALzcf7RaNTMrbUyfl0aqGq0a+sJNCmcuAkIAyNy5lZEJAq4IvHXrGLXi3U/U3wf/Us37XaQ63tMvx5FaPWuR+uzl97L68b//qcqNaqu2Ay/N8X5JBwSBaAhsW79ZTbhkiPpjx6+hYqWrlFc3TB+rChYrEhh4QgAIDEqpSBAQBAQBQUAQEAQEAUFAEBAEBAFBQBBIGQRiEQCIviVKu2TJkhH7jMx/u3btQt+jFLBhw4ZQdLgQAFJmunO0I82bN1cLF2Y5CC1DWrxu3bpx9Wvt2rXq1FNPtV1LDnfUKuK1oPsYbz9y63WcP0LiQG7etEaNGqmnn35aNWjQQH8MyWf8+PGaUIIsvWkvvfSSlqaPZMjTI2+/fft29eWXX+r0wxAG+Nw0CAFI4Pu1TCYAHDp0SON09NFH22D556+/1d01L1L//Pm3/jyS/L9fLKV8ZiAgBIAI87hx40YtebJ48WLfMz1o0CA1cuRIRR6kWMaGyiY3d+5cnc/jm2++0Zcgl1KvXj1Fjidy9JBDyY+xYX/xxRfqvffe07l3YOshJUVeFm7sMPouuOAC3QayUGK5B4Hftu5Q9zXuFRrw4M9fVOQxj2Xc3LnJOHP7xLou1vefPPO2em/UxFCxhj3aqe6PDox1mXwvCKQMAs9dfJf6dtFyW39QAkARIAgTAkAQKEodgoAgIAgIAoKAICAICAKCgCAgCMSPAJGRr7zyivr000/Vli1btOw5jlZy5eL06tKlizrzzDM9N0Cu97feekvndV+9erXOm86ZS9myZbWUO+eBPXr0CJP4jtYAeZcnTJig875v2rRJR24TkU1uX/pINDl1i6UOAi1btlSsrWjGmpgzZ46qU6dOWDHWISkCvv3229B3zzzzjLrmmmtC/xYCQOrMd070hL1myJAhIUUIqw/sMew/8dqtt96q1SlMe/jhh9Vtt93mu8pk9dF3R+QCNW7cOHXDDTe4IsE9j3vKtm3btAKE0/A5ffXVV1F9TZRZuXJlVKS5l77//vtx+SAymQDAPb1gwYKK1CumEej56nUP6I+I/EcBQEwQsBAQAkCEtfDqq6+65rfxsnTOO+88nS/HmYfHvJZ8TjyQjRo1Sv3665HoUbf6S5QoodmePLA5pXXcyuPsJ3/PzJkzY3YXWRZuzvICEBOqjCrw0jWj1Or3FukxNejaWl089vaY40sGAeCjcW+q2Q9MDrXdqOc5qtvDN8fsixQQBFINgQ/HvKLmjHnF1q0zLjtPdXnA/aHZT/+FAOAHLSkrCAgCgoAgIAgIAoKAICAICAKCQHAI7Ny5U1111VWeztg6deqkoyIhBUSzd999V11//fURc3Vb1+JsIW/3FVdcEXNA9913nz47xCEcyYgaxDlH2Tx58sSsUwpkLwIEbkEGefLJJ9Ubb7xhazySDDdzPmzYsFBZnGtLly61za8fAsBJJ50UJsPtJwUAQUNE94rlHAI333yzDgTEWFNff/21wg9hGqQRIvXZY+IxCCfUYe43RYoU0WvHS53Z0cd4xiXXZCHgtmfEwqZixYp6TUE4i2axCACQ6VARKFSoUKwmXb/PjQSA165/QC2f9onG44qJ96hTz/FORowLZLkorRAQAkCE6UomAQBWGyoBSKf4scGDByv+YFpFMlijvBg48zVFa4c8PrygNGnSxE93pGwaIwCrfFCFc0MjuOm9J1T506pFHVHQBIC5Y19THzzyUqjNMy7roLo8cGMaoypdz+0IfL9knZpwyWD11/6DISiOr1lZDfxwfELQCAEgIfjkYkFAEBAEBAFBQBAQBAQBQUAQEATiQgBn1llnnaV++uknz9fXqlVLffbZZxEjF8nTTk5jpHy9Gmd2/fv3j1gcZ9rjjz/utTrVq1cv9eKLL3ouLwWzHwFIJy+88IKtYYgbZg53VB5YbwcPHjmD4FwYGXXT/BAAqG/dunW263ft2qUITnOzvHnzKs4sLDvhhBPU1q1bsx8waTGEQKy0EiiBELnvltPdC4w4/Zs2baqJJqY512e0upLdRy/jkDLREXjqqad0gCkEoFjWrVs39cQTT8Qkv1FPJAIAew+K2p07d47VXNTvcxsB4H+HDqmhNS4KnUWL/H9CyycjLxYCQIRpTYQAwOYI+9KZj4OmeCh64IEH9AYajz333HOaheV2o4TR17Nnz5gyKm7tIgWGagF5XsRyBwLTRzyrFk6Yqgdb4+zTVZ+XR0UdeJAEgDmPvqw+fOzVUHtn9jpfdb7v+twBvIwy4xF4suNNasvyrHQu2FF5jlLXvPGAqnLmaXGNXQgAccEmFwkCgoAgIAgIAoKAICAICAKCgCAQNwI4VQmUsSJpzYqKFSum+MPR6cx/TDnk11H9dBqpA0j5aTpsrTLIvHOO6EY24HP64cy3zbWk/kTd02lIBFMnfTQdtFY5CAAQAcRSE4FVq1YpArZMQxbbTFWLAu2sWbNCRVgnJ598ctiArHSzzi9YixjpBYjexVjzn3/+ua0oqSXKly8fVi8S4E6l2po1a4YRCFIT4cztVSzn+oABA7RaSMmSJeMCgfzupEMxrWHDhjo9itc0w8nuY1wDk4vCEEDN480339T7DKmrSWXNPQ9CEPsHBDnWg7WXeIGwfv366rvvvtPK2exXjRs3Vh06dNCkkiAstxEAVr23UL18zWgNXdVm9VS/1+8PAkapI4MQEAJAhMl0EgB46GLD87OhuVW9YMECzfQlV4ppSHDB2IUp+ffff2vJlDvvvDPMmc9myE22UqVKtuuR8rnlllvUs88+a/ucfkM4aNWqlYKVyYvE2LFjtYSY0/j8xhtvdCUXZNCal6EYCNxe/pzQv/q8PFLVOLthRHyCIgDMfvAF9dGTR6TMml51geo0coDMiyCQUQjMHDlBzX92im1MrW/sqc4ZFFu60QmEEAAyamnIYAQBQUAQEAQEAUFAEBAEBAFBIA0QGD16tBo6dKitpzg9Jk+erMidjQPr559/1pH506ZNs5VDupjzN0gCplEf9ZpWpkwZ9fbbb6tmzZrpj5csWaK6du0apuxJOygBOA1nCo4Z00gvwFkgCqKcF5L/+7HHHrOV4VwRGW+vDrs0mLKM6iJncMjpm4YTHmc8hrIn57xuBBS/QLAOLOLAZZddpjgTNw1CAE46p+HEcxIO2rdvr3N3i+UcAi1btlQoQUQzyEEQP+rUqeOroyhQsLc49zD2rQoVKniuK5l99NIJotpR2IBAtWbNGp2emdzq4FKtWjV14YUXKqToIylfxGoD387ChQvVjBkztCIM9wr+unfvHqbsEasu83v6jYoMvqFjjz1WTZ8+3c/lUjbNEWD+WacQ/Cx746aH1dIp8/Q/Lxs/WJ3W0a4Ak+ZDlu4HgIAQACKAmAwCANL/PIQ7JZxg3j300ENh0v7ciHnoJ1+PaRMnTlTI9Zg2b948LZFilj3xxBO1pFeLFi1sZWFv3XDDDTqfimlt2rTRn5FXSix3ILDguXfUjHuf04MtX6equmnWkxEHHgQB4L3Rk9Qn4/8v1EazPp3UBSMiy9jljlmQUWYqAhvmL1UTLh1iG17FejXUDTPG+hqyEAB8wSWFBQFBQBAQBAQBQUAQEAQEAUFAEEgYAc7UiNg3jSjIc889kk6R73Cw4wR1Ru5/+OGHinM209ycXhAKrrzySls5t6h+ov/JD28aTjcib01r1KiRjuB2Rti2a9dO0SfT5s6dq1q3bp0wVlJBbAQ4n3XOM+fByGy7GaldncFfBKWtX78+VLx06dJq586dsRuPUcIkAHA+fccdd9iugDxC0JrTXn/9dXXJJZfYPkbxluhysdRAAD8B+8aTTz6p3njjSDAWveP8n/XkNRXA/fffr1MTm8a1H3/8sYKIFK8F2UcvfSDAE5WW33//PWpxFBIIloQU49VI7YLf55577nFNhUHaZqdfKFbdpFyYOXOmdvpzD0J5A0MBhM/Fcg8CbgSAe07pog7s2adBEPn/3LMW/IxUCAAR0EoGAQD5Jhz6PFhZxs0WpjAP6E7jBnjddddpaX7TuEnx8AXjB4PtyQMWN2LTiObnwc0px0QZHvp5+DcNZuns2bMDk1zxsxClbM4hMKR6Z/XXvgO6AxePvU016Gp/QbV6ligBAKIBhAPLmve7SHW8p1/ODVxaFgSyAQFY+Y+2ukb9/O2Rg6O8BfJrEsDxNSt76oEQADzBJIUEAUFAEBAEBAFBQBAQBASBEAJEP3JYjiQxTlwO0EuVKqXz05ICkcg+5LRjGXLbSNz6NdQY3aTjY9XzxRdfqDPOOCOsGIe+RPuJZQ8C5FavUqWKrTH+vXHjRtcO9O3bVxGsY9rzzz+vyONuGvLopgOX76jT2RYpAqwzP+t6nL3IL5v28MMPq0GDBtk+e/rpp9W1114b1k+cf6QNNe3WW291VQjNHpRzVyvsSRBATIvmgB0+fLgaMWKErTypHogotuyUU05RpINN1EwCANHQtWvXtlVZo0YNxZk2igOmuZFKcAY7x5lo/+T6YBBgP3I6n++77z5FVH8sY1/BR2Eae9QHH3wQUi+JVYeX7xPpo5f6ITA4/Sexrps0aZLq3bt3rGJa7RnlgK+++ipiWa8EAM4SrecYFGLcyAqZQgCwCA358uWLiXFuL+AkAKx5/1P14tVZhKuTGtdW1055OLdDJON3QUAIABGWRTIIAM46aZq8JDj4eRF1Mxz9AwcOtH3FS+prr72mYCNjsD3Jt+KUWOJl99JLL3WtFyYpLE1ehk0bM2aMTiUglnsQWDVzoXq5f5YEXfHyZdTgz+3KEBYSiRAA3r1nvFr0/LshUFv276rOG3p17gFZRprrEZhy5xPq81eO5OYDkI7D+qnmfS+KiY0QAGJCJAUEAUFAEBAEBAFBQBAQBASB0PkIDgQvUXGdOnXSkuqQAiKZW4SrF6jjIQAQ3EE0t1POnfaEAOAF9eDK4MQklaZprJepU6e6NuLmVJowYYK6+mr7ucfpp5+uli5daqtjw4YNqmrVqrbP9u/fH6YSSjT45s2bbeVIMUo0q2mQSNyCjLj2pJNOspXFgYsDTyz5CPBeX65cuTASB3OFc7VBgwa6E5y9sS/hlHXK+6PayvmvX2Md4sQ0jbXMmnYz+uR0Yvbq1UuNGzdOpyWAUAU5welIZR1/8803klrW7wRlU3lIHNybTMPHANEtmuG3wHGNU9oyUocgP+9UREl0KPH20Uu7biQorjv66KN1SmYCMXfv3h1WFY5pSDIVK1aM2AxEHHw8TtUY84I8efKofv36uaZyscqx9/Pbwu/z3//+N+qwMoUAAOENJZ3ixYt7mcZcXcZJAHjr1jHqqzfnaEx6Pn67qt9FFH1y9QKJMHghAEQAJmgCAGymO++8MyznFs52cudEYjlxM4U9ZhoMURif1sMhLw/kH4NpZpmzjHOYMMd4AIRFZlqs/siPKDMRGN24l9q9NYtJ3vGevqp5vy5hA42XAPDO4HHqs5eOSBKdfV131eGu2MzJzERaRpWbEVg9a5F6qd8oGwQ1WzdSvV+MLo8nBIDcvGpk7IKAICAICAKCgCAgCAgCXhHAwUm0vlOKPdr1tWrV0vl5nbm2rWsefPBBfZbj1+IhADzxxBPqpptucm1KCAB+ZyB7y3fr1i3sfI3ozebN7bl4SQvqlHx3i9jHOXvRRXayeI8ePcIkvFnvTucdTiMczU4jJ7Xz7JHUBaZKafailvtaw4FOSlY3IzCscOHC+mzXiog1y9WtW1c75XG8+jW/BABSQ0AOMR2+tEnbrK1ffvlF4ah0Gg5W1qlYaiLAua7zXle+fHn1448/RuwwexH7m0lGIb0IKS3iIaPEQiaePsaqk+9x7kOi+vXXX23FCY4kGLJs2bJ6vb/zzjtaucWZjnnIkCFq1Cj7eZ5VEWVJgeBUiAEn0jXzm2jWrJluAxJANPv+++9V5cre1EKFAOBl5jOrjJMAMLxOd7Xv1z16kA9tma2OynNUZg1YRhMIAkIAiABj0ASASA538iIh3x/JyNvFQ5fzxjNnzhzVtm1bfZkbSYCXTVjA5IdyM9hVSH3xomEaN29eRiK9/Aay6qSSlENgy7L16skLsvJ55S9cUI1Y83/q6Lz2l4p4CABv3/G4+uLV2aHxtr7xYnXOIHtuu5QDQzokCCQRgYN796tHzu6nft92JE9fwWJF1G3znlVFjyvp2rIQAJI4IVK1ICAICAKCgCAgCAgCgkBGIMAZR5MmTVxl94sVK6b427p1a1hELYMnzeIzzzzjigOSx85zE6IFYxnOOvKze7Xt27fr85s9e7IOcp0mBACvSGZ/OWT5cSwRwWgZkYzMqdPhvm7dOh2ByzueWZbzO+uMDycvzn8z+hNH0qJFi8LSViDVjmS7abt27VIlSpRwBYL+QASwrEyZMurnn3/OftBycYtuzvhYcBB5/NFHH4Wlioh1nfW9XwIA1w0dOlSNHp2lFurFkEh3qgx4uU7KxI8ATvgrr7SfsQ4YMCCMZGS1gBowe5Vp3HecaUms70kfTNoJJyGFdMO33367p44nu4+eOqGUIiVLnz59bMUbN26sCYDsr6a5kfGaNm2q92A3Q32ZiH3TcOL/3//9Xyh402s/3QgA9M+NrCUEAK+oZk45kwDw9dwv1PNXDtODq1i/hrph+tjMGaiMJFAEhAAQAc6gCQCwI2GVwaI0LZpMP+WQToIptnLlyojXIQGFFI9p7du3V4yhZEl3hxJlR44cqe655x7f1wW6AqWylEHgqU4D1fdL1un+uEXp+yUAmDI01Nnm5ktU+9t6pcx4pSOCQE4i8Nr1D6rl0z62deHisbepBl3bhHVLCAA5OVPStiAgCAgCgoAgIAgIAoJAOiCAowqHlWk4QSdPnqwVEzlAx9HZv39/NW3aNFu5QoUKadUASAJO41ozncCpp56qVq9eHTgknBeRbiCSCQEgcMgDqxDHJ+vMtDvuuEOrfboZjigcss7oapzxRFi7KVigRDFo0KCw6nAy4TAyLdpaKVCggJZvt6xIkSJhAUeBASMVRUSAwCuCwZirWEb0NQ7JaKlKYtURDwGAOnH0cm5srhlnW6xZAsxIB+B0pMbql3yfGAKojLRs2dJWCYrAOPSLFi0aVvnw4cO1vLxpOPhRGXYayiIEJDqVHlAOJmLeqyWzj177QDlSWJDKwDT+fdlll4VVA1kQZQTTIOFAoHDasmXLwpz8lIXIxZ7u1ywCAL8rFGQgg6EiQGoBSI6mCQHAL7rpX94kAJhBl90euUU1urh9+g9QRpAUBIQAEAFWJwGAiPj4zC78AAAgAElEQVTSpUurTZs2ha7gM1jd9erV05sxzLGCBQu61ujFke92oZfr4nXkx3tdUlaiVJrjCPy+fZcadfqloX7cvfRVVbTsEQKJHwLAGzc9rJZOmReqq92tl6u2txypO8cHKx0QBFIAgSVvfajeHPiorScnNqgZ9tD277+H1ME/D6oC+Quoo48Olwtr1POcFBiNdEEQEAQEAUFAEBAEBAFBQBDIOQROPPHEsNy7s2bNCstPTJQ2kXROJyuRjm3ahJNxOfMxAzIiOUsSGTmRva1bR8/bKgSARBBO3rVTpkxRXbt2tTWA04ezvGOPPTZiw0SGQkZxylE7L8ibN6/Ou07eaDcjmtfplPJDAEBynrMesexHALUPlB/Yp5YvX65QkkBmHeISUdmkd0ClNZKyq58ex0sAoA0ckhMnTlTz5s3T6xqFWshSrD32LequWrWqn+5I2YAQIFiElAysHdMaNWqklWus1MH8xsePH6/uuuuuMBUcggqdUv6sx7PPPluhZmxaz549dbChH6JHsvroF8IWLVqoBQsW2C5bsWKFVmRxGooH+fPnt30MzqYqi/Vl9+7ddaS/aW7pX7z2l/0bkuIFF1xgC+pEIVoIAF5RzNxyJgHg3vo91R87skhkD37/nsrzn9jqVJmLjIwsGgJCAIiAjpMA4GUZ8VAGM7JLly5hNwovjny3NniQhwn+6aef2r42UwfE68h/7LHH1MCBA231xkod4AUHKZO+CLw64H61Yvp8PQCYYzDILPNKAHj1ugfUinc/CV3X/vYrVJubeqYvKNJzQSCJCOzZvks93KqfOrhnX1ytVG1WX/V7/b64rpWLBAFBQBAQBAQBQUAQEAQEgUxAgECNKlWq2IbCv535eK0Cffv21Q4t04jKJu+v03DGmVG65HB/8sknA4MNRwPnMJEkmK2GhAAQGOSBVYTziLzOTgc6zpsLL7wwajvIReM4NdMGuF2Ao421ytp0c7oJASCw6ZSKBIG0RACC0A033ODa91KlSilIPtu2bQuT8ecCCG5EqhNtbhmR5qeffrpCydhpJ510koKUFMvOPPNMLblvWdB9jNV+ot+vXbtWofZjGoQIyHqmQYbhGcFM6cI94b333tNphaZOnapJM/v27dMKHkT0k3KIdAJ+TQgAfhHLzPIWAeCHz9eoiZdlqV6VO/VkdfP74zJzwDKqQBAQAkAEGOMhAFhVIamDNJepBhAvAYDcXeSS+eCDD2w9DYIA4DZGIQAE8rtK60puL38kmviWOU+rE045SY/HCwHg5f6j1aqZC0PjP/fOq1Sr63ukNR7SeUEgOxCYfNVwte7Dz303JQQA35DJBYKAICAICAKCgCAgCAgCGYbAxx9/rFq1amUbVadOnfThu5sNHjxYy1WbNmHCBO2QNY1DeyTSTXvkkUe03HVQdt9996khQ4aEqiMA5IsvvlDfffedrQkhAASFeDD1QDrB0eNUkiDCljmNZpwXPvzww746cu211+qIXqcJAcAXjFJYEMhIBNwUHmINFJl6HNpO8tz7778fppwTqy7n9yhDOFMgB9lHv/3xW557vDPNAXv2bbfdZqsKRz+qQKbx7IGzfvv27a7NQuSCsDF27FhfSgpCAPA7i5lZ3iIAzB45UX364kw9yIvuu0E16XVeZg5YRhUIAkIAiAAj0kbI+sPmisfII4Pj3mLoCgEgHhTlmpxAYOaoiWr+M2/rpmu1O0Nd+fxw/f+xCAAvXn2vWvP+EaWK8wb3US0HdMuJIUibgkBaIrB48nQ17e7wQ51ogxECQFpOtXRaEBAEBAFBQBAQBAQBQSAHESCn9ttvZ73zWuYm2btu3TpVq1YtW7nRo0ernTt3qjlz5ugUkZz5ENmHXDe5hNu2bet5ZCg+nnLKKaEcy0RqcnaEVLEQADzDmO0Fcfoz35s3b7a1jYz2iy++GNWp88orr4TJbVeoUEGh0EkKijx58qhPPvlEkWfbuQbIx3777bfb2iQi19kPPykASG2KFL2YICAIpDcCTz31lLr77rttijWRRsQ98IknntD3LqcliwBAO0H1MZkz9e2336ratWurP//8M9QMRED2WRQVTLvjjjsU+3I8hiLzo4/aU4JGq0cIAPGgnHnXWASAR5pdrX7ftlMP8P5NM9R/8sVW5sg8NGREXhEQAkAEpA4dOqRz3fBfpHCKFi0aeohHom3r1q06VxMMMLecXTy4k0fn+OOP1y3ESwBAcgcGuJM5BxONFwIs3hQA9O+KK66wIYBMD1Jk5M8Ty70ImCoA/V6/X1VtVi8qAWDylcPUurlfhAA7/+6+qsU1XXIvgDJyQSBOBMZdeIv6YenXnq8WAoBnqKSgICAICAKCgCAgCKQwAjhfcYyR+g75WQ5eOWjlcBrZVdLs8a6aiHFoRp5W2iE39/Tp031V9+OPP6o33nhD52vG8UvO3QIFCqiyZcuqhg0baslvIr9MKV1fDUjhbEGAeSNq2pReL168uI7Wy5cvn60P8ThCOnbsqHMk41iNZeT4nTFjRqjYqFGjtBrAySefLASAWODl0PeQP5Bx/vpr+zsbv31IJUcfHTkHL+eLnLWZeaTJM71q1SpVrVo124jYbyCfmEFJrCnIB6YqBWUgqpiGkiiy1G6GfLcpV33CCSfo802xzESAe+m///6rFWr95G1PNTS4f7/wwgtaWn3NmjX6HJ4xcf/lt8P9l+eESOvebTxBP3f873//U++8846aMmWKjgDnXsNvrUyZMqp+/fqqa9euinzxzvtMkFhD5sFXwXPK8uXLdR+Yf3AhbTHEJYhK/H8ki+e+56zLTQHAKhNEH4PEzKyL3wvy/EuXLrU1gaoL6i5Ow1/z+uuvu3aHewH7K3v47t27w8rwe2SdNGrUyNNwhADgCaaML8Re+NPyDeqFXsP0WI+rfqK6dd6zGT9uGWBiCAgBIDH8dK4c8setXLkyrCYY4Rb7O14CgJfr4iUAxHtdgpDJ5WmAwKLn31Xv3jNe9/TEBjXV9e8+FpEAMPHyoeqbj5eERnXBsGtUs76d02CU0kVBIPUQeK7nXerbhcs9d0wIAJ6hkoKCgCAgCAgCgoAgkIII4Ewjt/XMmVkyltEMB9v48eNdI9YiXcdhLnXj9OdAHDI/dt5553lqk7Ic6iMXj3M2Vr5ucsaSr7tx48axhiPf5xACvXv3VpMnT7a1ThTfAw88ENYj0gL069fPd08hq+BcikYGwfEPAcCyypUra0cupBIhAPiGPFsuwHEFIWnZsmW29kg/wf6CMz+akdrhjDPOsBVBPtokgZhfErBD4I5pEJcgmVjWpEkT7UQyDfJA+fLlw7rC/ufsY82aNcMIBNkCpjSSLQhwD9y/f78mvaUrAQCHNnnTCdKLZiVLltSy6iixRLNkPHds3LhREVW/YsWKqG3zeyPorm7dutky/9KIPwQgR/C8aBoET8ipbvfzdu3aqQ8//DCskZtvvlmT+SCyQvwiHRHPuk6V6R49emhiqRcTAoAXlDK/DASAjx55VX1+WP7/whH91Vl9OmX+wGWECSEgBICE4Ms6DECqyy0H3DPPPKMfUjAeBi6++OIwFhk3FlIFRLJIBIB333039LLIYQQ57Exr3769Zp3zABTJ3AgAMBI5sChWrFiCyMjl6YrA1tUb1eevzlJfvv6+OvTvIT2MqmfVVUXLldb/D2Pcsq/nfRmSnOGzC++9Vp3V+8J0Hbr0WxDIcQSEAJDjUyAdEAQEAUFAEBAEBIFsQgA5VaLRnDm0ozVPtOtnn30WNbqad3Qrso+IXDengR8CwI033qiefPJJz6gQnUteXQ6NxVILASIzOfMwjehMzl1wkDkNOWWIH6YR1YeDHwcrUX0LFixQ+/btC7sWQgHEAjeDSIL0//fffx/6mshR0lBiQgBIrXVDb3Cics62aNEiW+fq1aun9xsvig84enr27Gm7nlzQSHG72YgRI9Tw4VkpGS3j/BHnkmU4Ozn7Mw1HkRsJiZQCrC3TGBMRv2KZiUC6EwA46+bM249NmjRJQfRys2Q8dyAZT9Q4Cr5eDIVh9gwhAXhBK/vKEOHvJALyfLBkyRJFmhY3I3qfwFDTUKOYNm1aWHE3FWZULHhGNc/ZI41YCADZtxZSoaU5Y15RX73xQVhXIJTs/eW3kL+m2PGlQuSuIV++nApdlz6kIAJCAAhgUnjhI0eb0+69916dfwdDggtH/wcf2H+8Zhm3riA7A7t327Ztoa95sUBdwGIO87DvZDiedtppWvYnkqwPzN8777xTkxdMGzBggM5BA+tcLHciAAFg7LnX+x5851HXqTOvPMJE912BXCAICAJKCACyCAQBQUAQEAQEAUEgNyBw8OBBReSqW7QcZHT+kKVGutZpkOwh2zsNBx0OM6LrTIltNzy9EgDeeustRYSW08jTjQOYiGA3adeKFStqp7K8V6fOamatNWvWTCvbmcZBPQf2boZD5+OPP9ZO/oULF+pIPtJI1KhRI1QcKWoitZ0qFqSD/OGHH1wP9p1OLadcshAAUmfd0BPOz1BrcJ7nnXTSSToyFBlyL+Z2dhctAvT666/XObNNe/zxxxWkJMvIP+0kmjhJAlZZpKqRrDaNM0vOJcUyE4F0JgC4EWaYpVjS6kjs45TnPmxaMp47uCfg/HeqcNAuKYz+/vtv7Q9wGmf1q1ev9uT4TbWVaaUQyaR0R26BlRA1uP+TviGSnX766WGBnhAC+NxpPM9WqVJFPxeYBsGgQYMGMadZCAAxIcqoAhAAPhxjV6OINsC8BfKp+zb6S22WUYDJYKIiIASAABbI4sWLdeSC00znPocRN910k46uN+2WW27RDLNIOYCQkkFSxjRuDDwIWcxdNwICL5vIiEW6iSA7c91116mXX7azgyLltQkAJqkiTRCIhwBA1D/R/2KCgCCQGAJCAEgMP7laEBAEBAFBQBAQBNIDgdGjR6uhQ4faOkuOWqTZIcAjVfzzzz+r/v37h0VSFSpUSKsGOFXriKZGRt2LeSUA8J7P+75pEPF5HyeXN2oD/P+VV14ZSi9gleVzN/KAl/5JmWAR2LRpk3b+O9UmiPjjDCRRg1SAQ8dZP6QB51kRxJA6deqE1gtOFMgJqFtYJgSARGckuOtx2vA7Rj3CtNKlS2vnvzOiPlrLlMdZaBpOJiLzkYo2jTNE1pSTzORMAUA+9Nq1a9uuhaCyatWqMOeim1w1Dq6WLVsGB5jUlFIIpCsBgDPrSpUqKQhWpkFgGTNmjCbdcP9FOcVNWh35dad6SzKeO1DnJT2RaeR9R30IkiOGahEBgagPmIZ/oE+fPim1Xrx0BiIFKjbFixf3Ujzlyzz99NPaP2IakfkQvnhuiGZuKVggn0S6L6Dy41QHiEZCNNsWAkDKL6VAOygEgEDhzPWVCQEggCXg5qSnWlPenwcTohH4M42DB5zwkW6cMHcHDhxou4acNLCALYmx9evXq+7du2v2oGnRDhxgnPHgxAuIaSgLtG3bNgBUpIp0RSAeAkDf1+5T1ZpHZkWmKxbSb0EguxEQAkB2Iy7tCQKCgCAgCAgCgkBOIIDzfMuWLbamyaF97rnn2j7jkJmDVKdjlXfwNm3a2Mq6EQAgEnA9B7LO93BnxLYTByL3ChcurCP4LKM+0vsR+Wva7bffrh555BHbZ0Tv+kkdkBPzkBvaZO3ghHc6XzhXefHFFwPLi40sO9HZpj388MPqtttus31GtD8pIixzk4AXAkBqrEzO8XAusk5MI80HjnO3KM9oPUdJAOegMyIYuf7nn39ep4XAOK+D/OSU5kdRZPv27WHkJzcZ6l69eqlx48bpc0OcwJxFOqXUq1atqpVKgs4NT47iF154Qb333nsKggJOXBxqOG2rVaumFTe6dOmiIH15tR9//FFNmDBB59uG0EMb7M9E1J599tnakWoqc8Sql/o4M4VQwb1jx44dCjIGxA7mlbNa+pnuKi7pSgDg9+B0jvM7wZnuXK+k0CDgzjSINs50Hcl47jj//PP1OjeNf3fo0MH2mRv5h/sSJLF0s0wiAOCPQcGHvd4ySHnsC87nUbd5Yp/g2dU0fDOnnnqq67RCNIBwYBrKME5lFreLhQCQbr+UxPorBIDE8JOr7QgIASDBFQEbmAfpkSNH2mpyi8DnBuKUlosWqc8DLQ88U6dOtdUN2xHlAMvIF3P11VdrhqFp0dQFYEnywG0aeeyQS+ShSCz3IiAEgNw79zLynEdACAA5PwfSA0FAEBAEBIH4EOBgCgI0achmz57t2zHyxRdfaGI0jjGk35EY5V2JA1LSnTmdvbF6SU5uosmJrPn666/Vzp07NekaZwHRWjh1nBGXseqU74NBAOcN82Aa/8ax7mZ9+/YNU9LDOcAcmmYRADi8bd68ubrooot0TnWIBlYknlXeiwIACgRI+JqG7D+OI6fhqHMeFnfr1k2RQkAs5xDgd89aYA8wjT2A8xOkpIMytyhCzmQ4v7GM8xYiQS0rWbKkJqc4A0KEABDUrCRWD9L6SOw7DUcx9ycvxpybEtKQQgYNGuR6KfsN+xf3QNMhZRW+9dZbw4hGfDd37lytHOq8hrrKlSunc5OjKOC0ZKiU8AxAmhbOKaMZa3/s2LFh6UzdrkGlA4VVnNmRjN8yZBvKkqIlkkHCoAxKrNHq43oi0AnKckZ4e5n3VCmTrgQACCxOxVr+7Ux/C878Xrg3m4b8vym1noznDuT/jz32WIVagWXkjIek40aqgaAC4cYy1ixkIKeaUaqsnUj9yBQCAL4WntPMVFPMG4QvCIJeDKLWs88+ayuKcoBTydkq4KYAwDvTOeecE7M5IQDEhCijCggBIKOmM8cHIwQAlymArceBAg/mTma/WZyHa1i/vXv3DsvhwqY+adIk24scjPOePXsqDrdMI/8bJAJn/hykhLjpmA8TNWvW1DnnTHk4+sFDKS8DplGWB3rk5UyDWMADOfWYRu6vYcOGBfoSnOMrXDrgGwEhAPiGTC4QBAJDwC8B4Oi8/1EPbJ4ZWPtSkSAgCOQeBFLFWesmx+llFoj04eBYLGcRwHGF05/oFSSMLYuU/9Ktt7zr8G5CbuJoRpQVDn0vTntSoXEo54waN+sn8pCoMdMZl7No5p7WeYdu1aqVbcA4WJzEd6uAM186nxMJCgne+Z4L4YNc3TiXLIv30BRZd0t1z6qL6F2cDU4jAgxSgWmkBWDNiuUMAnv27NGRwcuWLbN1gLXHfOXPnz/Qjrnlq2aNslYx+oMDaNu2baF2WV+sKaeZTiLrO6KncTbhJP7kk08C7btU5o4A6T6c53d+sXKmgeD8jr3hpZde8lUVEcXsb3nz5nW9jpQqPFN5Nc4xObMM0tz26lj10wf6EsnclDWi1Ynj2KnYYJVHzYV7jTNiN1p9OATpo5NwFmtcqfJ9uhIAWrRooUh3axqpUk477bQwaCF1OPdziC9m+oxkPHegxsu5u2kQASOtLyLNnb97lAGcBMVUWTuR+pEJBACURHivYO2YBuELRSevxvuPk5Tiln6C+iAaQHY1iSl8zvtTNN+T1Zd4n2W9jiUny2XCmooXv/8dOqT27vxd7d21W+3defhv1261etYitfnLtZ6rzVsgn7pv43TP5aVg7kJACAAu840sFg+uvIzhyCfioG7dugqZL4wbBFEEMHmReHPmJOI6mInOaP9IagGUv+eee3S0P8xvolU4/OAB3nljwMnPQ73z4Wbt2rWaueZktsM6I+9RvXr1NAuWGwtOfucBG1H/MOD9Spjlrp9L7hitEAByxzzLKFMTAb8EAEZRqnI5dcfCYA9vUhMd6ZUgIAgkikAqOmtx/D733HO+hyYEAN+QBXYBMrk4unD84+h3M68EAIjJOOM41PVikKBRCCDCKpJxUN+vXz9FZFYs42AfiXZn7s9Y18n32YsA77lOtbv58+fryG4vlsihKTKuvGubxr8tqW7rc/YkCCWmjR8/XhNRxLIfAaKd27dvHyYBzbkIa8dJ7Aiih27pG82IbZxZOLUSNadjK9H65PrICCSDAEBrnA0++OCDOhKd879ohsMfJzhBQ8joRzOcV5wtRotsJ/CIdcm5Z5DS/24EGPpKlDMkF8h+u3fvDut+vnz5tAoGEdtOIzgLJ53TkOWHEGOpBTm/hwAAEcBpbvLbVh+JIIf05UzPYH2/ZMkSfS6cbpauBAA/OHNPdkquQ/4yU634qY+yXp47UN5wptA1SV/ONt1IOmbqYL99zKny6e6sXbx4sY7Qd6qiOBV7vODLflGhQgVFuirL2Js2bNigU4qYRloUJ5EomvqVs/1EnmW9jCW7yhzcG65G8+fBg+rAgYPq2OLHunajQJFC2dW9wNrZtyvcqa8d/Tj5Dzv7/+D/f/lN/bnvyPqJtwNCAIgXudxxnRAAXObZ7cXNz3JASooHamdEP3XwYEtUfzwsYvIdQSwgT5fTeIFAWi6SlFis/vOiMHDgQIn+jwVULvheCAC5YJJliCmLwP7f9njq27cLl6tXBtwfKluhbjV140z7obOniqRQ2iCQKtHaFmAcVqKWRIQDee6Q2OWAkkNpohh41nFGd6YN2BnW0VR31hIp48xx62UKhADgBaVgy8ybN089+uijOv8u8vzRzCsBAMI0adKcRpQrewqyxU6LJt3+5Zdf6pQBZs52rscBQdQs9TmjffiOCM10i8AKdnZTtzb2MGSYzcNVSPNI7OI48mKJHJpCUIKoZBoRiBASkGknmpcIMCJYzXVHHmne/bND2hciDep+OBL47bj9pqLhRNABSgU420ijgKMOkg1KgjhByE0bKeo4Ur1WSg8i1XHS8dxA33DSsO8nMwUHv3FUIJDhNY0IO6ItOZz3YkThO3OKk2s90lkOzz7MgWmkBbj22mv1R25OKi/9cJYRAkA8qMV3TbIIAFZvUINgL+F5GocRaUcgr/H7Y70iC81vsHLlyp4HwG944sSJins2a5jfM/sQ+2jr1q21corbmaLnBlwK0gb1O4Oj2Ds4p+Q3x15JKlJ++6bKKdVFipgldcLy5cttLV5//fVavr9w4cL6vsC1nOGaRl/Yf80zWXDB2eYkBxKIBRmCPRsjxzwRvUjGmxZNWSAR7JJ9bW4gAHD+bqZaAVMUfUkJEY95fe6YMmWK6tq1q62JG264IYwMaBWA8MN6jXSPiKevOXFNOhMA2E8ghzhTlKDWzLNcPKQo5nzcuHG2qeBdhOcq6zkx0t7nTPEcbT4TeZbNiXUSqc07TuygDv0bm6RtXX/OoCtV6xsvTokh7N/9x2Hnvd2RH4rc3/mb+uMX/narP12IDskchBAAkolu+tctBACXOUQaiJu48+E11nTDIscBz8NHNGYujHOkf5zR/dHq55CBCIJoB1O8VNM+L5l+DLUD/niAFhMEhAAga0AQSA8EVrw7X7163RESQLXm9VXf1+5Lj85LLz0hkIrR2nQcBwGHZRxSRjOcdMgcIrMtlv0IpIOzFlSI6F63bl0IIA5eouVutQpCAMAZLZZ9CCBZHElW19kLLwQAnHPOnJeonBHBj9OAtcB7GQfxTil/Dl3J7+60M888Ux/em9amTRu9F5GvmQM/cjo783Xi6Fy5cmX2gSkteUYAx7pTRp85xAHk1RI5NMVphcPKufZZn1bEKA540zgLwKHXsmVLr130XQ6nzsyZM7XDmbYsYks0goyzEcaGQwLFQA70IxlqBwQimHnMI5XlTIJnBPKARzNIHJxbXHxxsIe6BEb06NFDsUeYhnMP5z+H8V4NTIngM6OpuT+xVzijTTk7Yj2YRBXaQaHRIhHgVPJKPojWRyEAeJ1BKZddCEAK5ndvGgFM3I+dDjWUUniGM61p06Zhah1E3Dds2NBWDgIO+7mzTqJ5ISeaRnQ2hAfLcNDhqDON6O05c+aEwbRo0SLVrFkz2+dE+aIEm26W6QQA3pdr165t26dR7yUFr5eUUW7z6fW5g+cCno1Ni0ZQ5rnlrrvuspV/5JFHwtL5pvoaS1cCAL9fVI/dyMUQrrwQHXnPYL8zjWdAfDY//vhj2NTx7sFzgZv6Cekjli5dGlPZxao0kWfZVFpTqUYAOPjHfltUvhWhjyN/7y+7sxz6O/n/3xRlg7a8BfKrY8oUV8eUOlYVKVVcFSl9rP7//67aqNZ/7K6059YHIQAEPTOZVZ8QAFzmkxfhVatWaUmuWLkorcuRl+MgAkk3L4eW5KHDWc/hbCzr3r27ZqR6yQnDjYV8qDxExCIwIPuPjBgv3UHnv4s1Jvk+dREQAkDqzo30TBBwIvD5q7PUlDuORP7XOb+ZuvwZO6tcUEsvBFI9WpsoJZ4bOGD3YhyQc+CeDKldL+3n5jLp4KxlfnCumJFgRHYhyS6Wegi4rSkrz7pTMtcLAcBN/YHDUd6pTOPAiwM33tEs42DemRuWqFyiNU3D6UcUn5XKzfqOXMqzZ8+2leW9TJRLUmvduUXXERlLVCvR5F4t0UNT7nn33nuv/otlOJg5HHY6j2Jd5+V7fgMEE+D0537sjGCjDj8EAD/3CfZq1FqiBSTgaOI8xKvaIU48IpWj5f/2gotVJhJZg98/ZKJ40h1CRnKeCXEuAyGCfQkjzzTR/6gdmObm1PQ6HtYR6RtNw8ngZ917bUvKCQKJIkB0PL8J0/i3Mzc236MIAlnGNOT/nQFSRHA7FU5NRQ3zerf0A2b6DcqSRoEUrqZNmDBBKyK4GfuGmZ4BtaBY6keJ4piM6zOZAMDY2GdxopoGsc3paPeKrZ/nDjdJd78EgESUCryOKehy6UoA4BmGd49EDFIR5CKn8d4DqTmWH8a6jmdZnhkgAXi1RJ9lvbaT7HLZQQD4a/9Bu9T+L1lS+zjysxz7WVH6/P/BP6Kn4YkHj6Py5Mly6pc+/IdjHwf/Yee+dvRrh/+xuoybzRnzivpwjF1VKlpfhAAQz0zlnmuEABBlrnmB5CF02rRp+oURprf1UFq9enW9UfOCi/Off3tx/LxcBYgAACAASURBVJvN8fDIy/Fbb72lkKtkM8c4JCe3FHXDXodx77duHAj0myg9Z7/Je4fcJgdfzpw0uWfpy0gjISAEAFkbgkB6ITD/mbfVzFETQ51ufMm5qutD9qiK9BpR7uxtOkRrc2CHQ9/JYOcZhagY2PTOXHrMJpGTTqZ87pzl7B11qjtrQYO1RBSoaekYCZO9M5tzrVlriujTTp066Qh83ldwODqltmMRADi0Ze7NaFnUyNhn3CTTOeCFTGQae44Z3YVzdtiwYbYykWSFiRQkYtA0IZ/k3Npya3nFihXaiU5OZtN4x+Vd1o8lemjKeiVKnr9YxhkBaQOQfw3KuLdC3H/ttde0szmaeSUAREp7iHoByj2obpikG9rkt0/aH+e+bfXn9ttv14EITuM3jTON37fTyOXNXHOekqhBHiK1odM48yAKz4uBsal0QHQpZzNuzzfsP+xbRP05ZcV5NuIMqXnz5l6aDSsjBIC4YEv7iywlDyJR45GizikAeBZwkvL4XRMV6zTG6AxAclO1gHDsVBLh/BQVAKcR7e0MmOIe73w28YoPe1+hQoVsyijsY25RvF7rzKlymUwAcEu7gmoEz4tuKXljzYHf5w4hALg7LmPhnFPfJ5MAwJjWr1+vFSFikSAhUvKsQaoSP5bos6yftpJZNl4CwD9//qWd+n/wF3LiZzny94ak97Oi9g/ssb87BDWewsWLGo79Eocd+qZz/4hj/+i8/0moWSEAJASfXOxAQAgAsiQEAUHAhoAQAGRBCALph8AHj7yk5o59LdTxlv27qvOGukczpN/ockeP/UThxXKsgVgypLVvueUWrTJkGs4Z8uVBAOCwjGgfciWbUsIcgiOBW61atdwxmSkyylR31gITilvOw2GiWrt06ZIiKEo3TASQG8fhhayv6Zgg4sUvAYC0D6R/MI3ofad8v/X9nXfeqdXZTJs6daomIliGahp50E3jsA+yttNw5kG6Np12rEUOf8VyHgFUG7i/OFM/ENFHZJ9fS+TQlAjQ888/Pyy6O1ofuO9xbwxK3p7c1V5zgHshAKDYwcGzk1xBvmSIBji+iD4nbeHixYttQ42U3xhCDlG9lgOTi3DAEGGLk4boWcgLkAKd0XNECTujh/3OMeWTla8d0gmBGebYYvUPBUf2rXhNCADxIpfe12Wys9aambVr14al0CAn90cffWSbPEhUzv2HPQSygNP+/vtvlS9fPtvH/IYg8MRjELNJH2QaxDP2gnSzTF1TPA84UwERVU3qCN5L/Vo8zx1CABACgHOdcR4yffp0/T7Cs+f27dv1Gclxxx2nVYN4V+nYsaPf5anLJ/IsG1eDSbrILwGgcMli6tA//6oDvyfHqZ+/cMHDTv0SWRH7hyP3idLXsvylsyL1+Xe+gvmThEp4tUIAyDaoc0VDQgDIFdMsgxQEvCMAAeCla2JHt5g1dnngRkX+cTFBQBDIOQTeHfaMWjTpyKHEOYOuVK1vDDavas6NLvNbTvVobQ69eXE18xwT9UbEDRLbpuGcIerWtKFDh6qRI0dm/kSm0AhT3VkLVPTReQjCwV2DBg1SCEnpSiwE4iEAEClIxKDtebJLFy1r7makhbjxxhttX40ZM0ZBTLIM+X4ibk0jWtmZq9v6nvQFplQnUcJukuqxxi/fB4sATn8cP9xfTMOJTL7deKJiEzk0RR560qRJtr4Q1Y2DF2U9Upig6IczwnSo4/xmnUeTzPeKnBsBABzcHFxeCACQaZzOaX7HzrQY/B7IX88BtmVE8uOEcyp1EPmPAoBp/NsZkQ9ekBnMtCFEA/NvnisSsWQRAOgTa6hv375qzZo1UbsILmARSVbc6/hymgDA8x4ODNJNkHYAh0Ykc8tr7XWcZjmUFJzS8DhOUInwQ76w6kzHlAmZ6qw15xlpfu7fprnJoJPX3fl7Y59AocTNIABABLAMZ/DPP//seylCRITwY+bzhsBEVLmb+oDvBrL5gkxcU9x/Bw8ebEOSZzieAU0FF69Qx/vc8dJLL2minGl+UwA8+uijauDAgV67mhLl0jUFQEqAJ51QfgkA8UBG9H2WI/+wU99w7OPkN537BY5J7Nkznv55uQYCwP5f93gpGirTadQAX+WlcO5BQAgAuWeuZaSCgCAgCAgCGY7AW7eOUV+9OSc0ys6jr1NnXhEfwzjDoUq54aV6tDaqA85DLxjsTmlOgMVR4JTaxaGLY1cs5xFIFWctSJDL9brrrrOBgiNtxowZOs81a4lIVBwCRGL1798/EJnonJ+FzOpBPGsKeUycdaa5RQBa3z/11FMKiX7TnMQi8noS8W8a6yiSBLebIxnnQTyysZk1ozk3mp07d+r5QjXGNJQeIIfghInH4iUAbNiwIWzPwSG+fPly7ZQ0jcjQzp072z5r2bJlGCklnv5bBADWJviQfoO2tmzZEkYw8EIAcCPLkBbDGfFKXyH0OVUX3JRaaHfWrFm24aH04Zbflr382WeftZVl30dpIRFLJgGAfqEYwhitFI6kNMAxjTIKKkfsQb1797alJol3PDlBAMBRCDEPpz/jtJzusdZUMgkA27ZtUyeccEJcMAoBIC7YknoREfk49llrlkEqgvBlpvThO4hC7H2mRZtT9mRnvRCOohmqPzfffLMuQopWyE1W2lfrOp4VeF5l30pHyzQCgNu7A6lrUKJCOcivJfLcAUmK92HTIqnkUGb06NGKZ1fTSBkEuSydTAgA6TRbqdVXZPwHV71Q/e/Q/+LqmHbe48y3/g5H6x9x9GdF6hcuUTSu+uUiQSBTERACQKbOrIxLEBAEBAFBIFci8FK/UWr1rEWhsV/y5CBVr3OrXIlFOg061aO1n3nmGXXttdfaICWCcNCgQa4wn3jiidoxYRmHcsgoI4sslrMIpIqzFhTcZN2joYPziyhbcr2LpQ4C8awpIusqVqxoGwQqIxy+uzl5ORydOHGirTxRhGa+8T59+qjnn3/eVgbiwIAB7tEQbgQAnAU4I8SyH4E9e/YoSCDLli2zNY6zGmekM2e0nx7GSwBwi5RnzbH23AxZfdN5xBrDYeWMlvfTd8pSBwSDCy64QKFcYVm84yIyFsl+0w4cOBBGauB7t5y5bhGO/H7NaFvIW9z33Wzy5MnaUW4aJAP2d7HsRYAIe4hSOP0hdripoGQXAYD1w9o0zY0s5hUhIQB4RSp7yuGIbtq0qVq6dKmn375zP7X2QhQp3MxJAEBRxJnmxHkd6i7R1Drow/jx4xXPOelqmUQAIFUMEffsW5bxboBCCQQsv5boc4dbyj2eRZ3Pq1a/UC1AvcA0yPROEoHfcWR3eSEAZDfi6d3e/w4dUiumL1Arp89Xa+d85nswTa/sqFrf2FM79o/Kc5Tv6+UCQUAQUEoIALIKBAFBQBAQBASBDENgwiWD1YYFRw7Qe794r6rZulGGjTJ3DCcex1oypLWJViBqwTQOiy+99FLXifCTtzN3zGTqjDKeNZUMZy2IsH5ee+013+BAPHHmg/ddiVwQGALxrCkaRynElBbnMyJru3XrFtY3N2e9U17cjahUq1YtRRoA5/V8VqdOnbB2cFjiuBTLXgT279+v2rdvrxYtOkJgpAdI7OOcPOaYYxLqULyOcrdI9SlTpugIfDeDwPDJJ5/YvkItoG7dugn1P9LF8Y4Lkg3R7JZBKiAK0s3cfisQEd59991QcSJn8+bNa7s8Wv7tuXPnqrZt29rK44SbMGFCUnCSSsMR4Dc3YsQIfQ+GeBXNYhEAUHNAwt2rsV6cUdakhHH+dqjPLcLWqxIIcvGJkm+8jimocpnkrHViQhoX3h1Ma9iwoZbWd1PeyQ4CQCz1CvbuYcOGKVRo0sHWf/RVWDdRNmJdQYhwe5aq0aphOgxNTZ06VT8f/vvvv6H+Mh5SA7G2/FoQzx0bN25UVatWtTXtlk7HKuD2GyDlhFMRy+9Ysru8EAC8Iw4RDYUKp2qU9xrStyRBSSumz1erZi5MaBCS2jQh+ORiQUAjIAQAWQiCgCAgCAgCgkAGIvBkx5vVluXrQyO7buqjqlLDWhk40sweUjyOtWRIayNnOG7cOBvY0Zwg7dq1U8gJmxZJCjizZzD1RhfPmmIUQTtrqROpTqfDj+hrPifCC+IBB2PmYZ9+gTnqKLV48eJAcmun3gylX4/iXVOkf0DK1TTWGRHHlnOeub/nnnvCJMi5BucV31mGVDTqI2YOYL4jWpmobcvBsGrVKtW1a1eFFLFpKJTgmIonx3z6zVrq9BiZcRzKRNKZdtJJJ2nHUNmyZRPubLyOcjflCaJBI0lBn3rqqWrt2rW2/q5cudKVbJLwoA7npW/SpImtqljOWgpzGM0BvmX8Nvi3m2PVzcEByW/hwiMHujhanfLdyHzzW3Mz5pVIYNMipRUKAqdk1cF+gbF3pJvCkZVWwgs2XtaUl3qsMjjsSH1lWqRnSvJj33bbbbaykFVMJQw/bad62UwlAKDugbPdNNQeSA9WoUIF12nJDgIApBOIW7EMFTQUhVL9+WDYqd3U/t3R0x6YYz17QHfVYbBdjSUWFjnxPe+UpIix0pJYfXjooYcUZFC/FtRzB8+ovK+YShPsTaiZuN1Pq1evrkgtZBnEOVQI0s05LAQA7ysutxEA1n34uVo5fYF2/B8yyDo2xAji95EBQAgA3teblBQEIiEgBABZG4KAICAICAKCQIYi8HDLvmrHxh9Do7vlg6fUCbWqZOhoM3NY8TjWkhGtfdVVV6kXXnjBBjKRGJEiYtz6zSFfgwYNMnOi0mhU8awphhe0s5Y6ccB+/PHH2pGEckX9+vX1OjMj9sgF3rFjR/Xdd9/ZUO7SpYuWKxbLeQTiXVM4FnGYmjl7GQ2ONKKhSpQoocjPGyk6dezYsdq5b5pbGgC+J4c00eS7d+9WkKQsx515LYe4HNSJZR8CHJ736NFD4fwzrXTp0tr5TxR5EBYvAQBZ+iFDhti6gPOb/crpCMLZfdppp9nKBpUCIBIG8Y6rSpUqatOmTbZqIS6ccsopYU198803qkaNGrbPuZdzT7eMaG6cdaaBBb9fN3PrN86dGTNmBDHd2VYHTiRUQ7hnZQIBgPXqptwQNAEAghfKEpZB3OIe7+YwIz/7448/HioLSTBWXvdsWwBJaCgTCQBIniN9blrRokX18x/PfZEMEtjmzZttX0dL6+BMAYByDM5Vr8ZzAUTC2bNn66h/p0IRKhdOMorXurOrXCYSACD8QiwnYt+0W265RY0ZM8Y3tEE/d0AodT7DkKrgsssus/XNjfgWSfnE96Cy+QIhAHgHPDcQAL75ZKlaOWO+dvr/feBPV3Aq1K2uTuvYXP/d3+QKdejfIypUsdAUAkAshOR7QSA2AkIAiI2RlBAEBAFBQBAQBNIWgVGnX6p+374r1P9BCyaq0ieVT9vx5LaOx+tYCzpam0gtIrZM80sA+Oqrr9Tpp5+e26Yw5cYb75pKhrPWKzjkBHeSR4hgJVexU3baa51SLjgE4l1T9AAnPoe48RgS5ESOm8ZBG2vF6TTwUj8EAWf+eS/XSZn4ECCHL+Qy570FBx+OoSDvF/E6yt32HkZL/nqiWSEqYBzs9+rVK4yoBJEFFZNkWbzjuvjiixV5h00bMGCAjnB12q233hrmZEG2+8svvwwVdYsm90sACNrJnCzMzXozgQCA+kPz5s11WovOnTurLVu2hKnrBDk3KLw4c3VHi+KlXzxvWgZpzCQPZMc8Z2cbmUYAQOUHAqlpPL+h+ILaUzQjhQ/qYaahNgI50M14HjTJfRD/tm7dGtf0QXxiDzMJipAWiOxO5WjtTCMAkEIHhQae903r2bOnevXVV30rMiTjuWPWrFmKPdI0FHHeeOMN1bp1a/0xSkDsr85n02jp9OJauEm4yE1Rgt/FgQMHtPqBmxU6NrG0TUkYRo5VmakEgO8+Xakd/kT7H9iz1xXfcrVPDjn9S1Q4LlTmjhM7CAEgx1akNJxbERACQG6deRm3ICAICAKCQK5A4N9//lHDanVTf+47EBrvkC9fVseekHVoLZbaCMTrWAs6WlsIAKm9Tvz0Lt41RRtBO2v99Js8rBygmSakEj8IJq9sImuKXiHPT3SgU7rf6nHNmjV1jtXp06fbBkHUccWKFcMGhgMLYoBzvVgFiTKFdEC7puGMfv7555MHlNRsQ+COO+5QOP6chpMFEpsXI395tAhSq454HeVcz8E+B/xOYx2VK1dORyUiSe5mRLQT2Z4si3dcbnnVcQQTtQg5wDK3cnyHQ+ajjz4KlRMCQPopAOCUmDZtmt4rTTn9eNeU1zWOQ8xcO4UKFdIqL8WLF3etAiLQ0qVLQ9+lo1KEV2wol0kEAPaTK664QuF0tYx9hnu5kwTihhHpTViPpqFyVr58OJEdMk7+/PltZXl2cBII/MyFk3zCtXPmzFFt27b1U022ls0kAgDPcvz+f/nllzAMUYfwQgA+88wzbc91yXrucEtpRqchq0B4cSOioISCko6XcWTrInI0NqRaJ/XX/iMpg2L1pc3Nl6r2t10eq1iu+T6TCADff7VWrZi+QEf7792523UOjz/lpJDTv1SlE1zLfPbSe77nv0kvO8nGdwVygSCQyxEQAkAuXwAyfEFAEBAEBIHMR+Dgnn3q7lO62AY6fPVbqnDxopk/+DQfYbyOtaCjtYUAkOYLyeh+vGvKqiJoZ61XZMkPjTPKNLcIcK/1SbngEEh0TdGT9evX6+hj8rziDEJOGznySy+9VF1zzTU6UtCMOK5cuXKYhLk5IqIAiSwnAotoUQ7gyDeM8wnn/08//aQ6dOhgA4HyRHEn2+gLa5nIL6KnnMSGSO3jdJg7d67v7kVSa8EpQySjM6eulwaiyTB7uZ4yRMeTjiERI30IkvyxLBGnJmNt2bJlxHz2kdoeNWpUWPqAWP30+3284+L3QSQ1Ua5OI+oW5wpO/UiR1qT/MaOyhQCQfgSASGst3jXlZe0Szesk7LC/P/PMMxEvZ982HYCXXHKJwnHG/Z+0FUhRE22LggupgS6//HKFkzldLVMIAOwP3bp1U8itW0aKCe6zzJEXQ0KdKG/TWJ+NGzcOu5wUEs6UMe3bt1coTsRryP0/+uijtssnTpyoSDWUqpZJBAA3tRC/uPPMZz43Jeu5A7ICdZNCwovx7Ecqodq1a3spnqNlhACQGPzpTgD4ceUGtXJ6lrz/79vcya7HVT9RO/3rdGyhylQRpdHEVoxcLQgkBwEhACQHV6lVEBAEBAFBQBBIKQT2/LxLjWxwaahP+QsXVMNWvKHyFrRHS6RUp6UzKhHHWpDR2sgdT5482TYjflMAEMHlJVJTpj25CCSypqyeBe2s9TLi/v37q2effdZWNB2kM72MLd3LBLGmomFAJD8KEKYNGjRIPfjgg3FDhxQr0a+W5cuXT0v7RpIzjbuhwxfi1Jk5c6Z2+hNNbjnd/UhrV69eXW3YsMF3VyLt1RxUI5Ecj+UmAgD4EOGPM+ill16yRbO6YUdaANIDcN9MtiXirOVaIvlxoPo1Z+5lnB/kcTfNbwqAjh07eibD+O1vssqncwqASJgksqZi4Yzz/vXXX7cVW7NmjYJ04masTaJn/ViNGjX03s5+mY6WCQQAiHwoNTjJZdFSPbjNFeWJ2DbtscceUzfffHNYcdYV68u0u+++W917772hjyAOQlYybceOHaFULs5KUQV64YUXbB/TjqmSkmprTAgA9hnJLgIArUJC6dGjh02xxG19sEdBAoWElw4mBIDEZikdCQA/rduknf7I++/a4k5qKXNyhVCkf9lq9ue/xBCTqwUBQSAZCAgBIBmoSp2CgCAgCAgCgkAKIrBz80/qwWZHDqSLHV9KDf3qlRTsqXTJQiBRx1pQ0dpuKQWmTJmic8a6mVukKo4rZLzFchaBRNdUrN4nw1lLmxdeeGGYcyjZ8tqxxirfZyGQzDWFA4HoazOPOtGdkFCqVKkS1xQQcU8EsylLnAz5f+qfP3++dvq//fbbYTls6bwfAgBS2eRc9WuRCABE3xOxFo/lNgKAhRER8dz7cHDh9CYyGdlpopSJ5GM+iUJOFpHEOVeJOmvnzZunyKXsJrFMW8WKFdPOLif5yqmWwfVgYBp4rFq1ynV5LV68OEy5AeedM9o3nrWZndcIAcA72vxe2LPNHO1t2rTRv6VI9u2336pq1ap5b+RwSVIaoDZQoUIF39fm9AXpTgDgt92uXTudGsU0J2nIC86QQ5wR0jhP2Vecsum06VxLH3/8sX5+sAzC0yeffGJrOhIp4ddff9XvLPzXNCTbGzRo4KX7OVLm7hoXqYN77dhH60iVJnXUJU/dqYqWKZEj/Y3WaDopAFjjQPECAhLqU6yV7du366+4P5LOgGdP7nWkEEoXEwJAYjOVLgSAHd9uUStmLNCO/x0bf3QddKnKJxx2+rdQx9esnBgwcrUgIAhkKwJCAMhWuKUxQUAQEAQEAUEgZxGA0ftYuwGhThxXvZK6dV5k6c2c7a20HoRjLYho7bvuuktHNJpGbk/kOd2MnIumw44yRNc6HQQyw9mPQBBrKlKv/ThrcSgR1W9apKhuHKmVKlXSDjfTyO1KjlexnEUgWWuKPYM9xil7H0syOhoa7FusO9M5gQOXfZI1FoRR94gRIxT56UlnEM28EgDcHKykSUBSOZa98847Os+309zyu3s9lN61a5d2DovlLAKJEgDoPYfT48aN0wQrIhghmfBbgHQ1cOBALYGNk8w0omjNiH+clqSTMA1nL+mI3Iw82shzm3bttdeqp59+OmcB9dm6EAC8A4YDGGUq01hzKD9EMggqkASchlOYez9kAp413WS3uS/Nnj3bewdTpGQ6EwAgXeBk//33321oQjKC3OPlfuWchkaNGqmvvvrK9jGpetizjjnmGAVe3G/vv/9+Wxmc96Q4Mdt8/PHHw9QDIBRyLc8FRYoU0XUsW7ZMpx7CgWsaqVHYI1PRlr3zkVo4aZr670r/KkGMp2qzeqpBlzaqQdfWqTg86VMOIiAEgMTAT2UCwK4ftoXk/bd9vdl1oCUqHheK9C936smJgSFXCwKCQI4hIASAHINeGhYEBAFBQBAQBHIGgR+WrlPjLhwYarxyo1pqwDv2HIc50zNp1YlAshxrVjteo7XJedm3b19b9yAEOKU5rQJEXZmOr8KFC+sDQa/OJVkJyUMgWWvKr7OWyGgzMosR41D6+uuvwyR/3aKAypYtG4qsSR5aUrMXBIJaU/v27dPRdjgRcNwgt+6MIiTHL+lEihYtGrNrRGLt3r1b/fDDD+rTTz9Vzz//vK7baTgdcT4GZW750CPV7ZUAwJiJHjMNVQGizeM1HLvI2puG1D3Rs2LpgUAQBIBoI8W5BhnAimKkLA451COcVr58ebV169bQxyhW/PHHHwqiitMmTZqkrr76atvHOOHuvPPO9AD+cC+FAOBtutiHK1asqNeDZThTifB3Wx9WGcgo5Mnmb+HChToFCuRByCmWQQIYOXKkTerd+g7FjnSR2bb6nK4EAAia3KPc1ESYa2fEvtvKgTzMfdo0CIBE95uKPXyP475cuXK6PedzAt8TgY0cu2msP1KTbN4c7ugiDRApcSgDwc3NIM117drV26LPhlJ/7T+oFk6cqhZOnKb2/WonXSTSfIMurTURoGqz+olUI9dmCAJ+CQBNr7xAdRp1JNgkQ2CIexipRgDY/dMvWU7/GQsiEoaOLVdandaxhXb8VzjNvwpP3GDJhYKAIJA0BIQAkDRopWJBQBAQBAQBQSB1Efh24XL1XM+7Qh2s2aax6v3CiNTtcC7tWVCONTf4/ERrf/nll6px48a2ajiANXNoW1+65ZVu1qyZPsAVy3kEglpTiTprcc7iWHJGSHPQ+9xzz4WiS4nu6969e1i5IUOGqFGjRuU8oNKDQFIAkNOX6Lxodtxxx2k1gEj5os1rcTgVL1485uzccMMN6oknnohZzk8BNwIAUYiQF3B4meaVAMBe27lzZ9u1iUoROzEn+tF00PkZs5TNGQSSTQC49dZb1ZgxY2yDc8r/W1926NAhLOIawk3dunXDwCG6ln3eNKK9W7VqlTNAxtmqEAC8AQdhFCUp0yLlcvdWY3gptzRBEAOGDh0ab5U5cl26EgCSIdduTQBzOHr0aM/z0bt3bwXJyM3Yk1AfiZT2JFIjgwcP9tUHz52No+D2b35QiyZNVV+89n4cV9svKVnpBLXr+59c6zmmTAllkQFQDMwNxrsJJoT1rNnes+NXdd8ZV6h///rb1/TnLZBPHV+jsjquZmV1fI1Kh/9bWRUuEZu866uhNCicCgSAvTt3qxXT52vH//dL1rmiVrRsyVCk/4kNRF0vDZaWdFEQ8IWAEAB8wSWFBQFBQBAQBASBzEFg7ZzP1Au9jzj961/USvV8YlDmDDADRhKUs9YJhd9o7UOHDqnjjz9e7dixI1QVstnk58SpZRqHdM4D12HDhqnhw4dnwIyk/xCCWFNBOWuRhHVLI4GzlMguIvvMyFMLfRzBRPaVKlUq6RPCwQ1RX+RxJ683ksWJWqTc6/HmVccJRcQ8fSS/rd+D7UTHkx1riihOnODIinuxWAQAogfZkyCSBG0WAYA2mjdvri666CLtvCdCskmTJrbmvBIAICncdNNNtmsTjdanX1OnTg3VCcb8rjLV+J3wR2R6tKjjdBp/sggA4ITD1un8R3adNeLmHEGSG0KNaX369FEoCJkGyQTyl5lbG5Ug9npLgjtd5kAIALFnCowqV66sfvrpiJOReYb8F2QaETeSlNf9NfYosq+EEADmuoJNGpJ77rlHS/5HMu65kJZQE4mWbmDTpk1qwIAB6oMPPog5sahNQVYhjUFO29fzvtQR/5D4nZa3QH51Vp8L1ecvz1IH9uz13NWzB3RXLQd0U0unzFNL356rtq52T9uC9DeqABACChXPXCcuz4683xYsWNAzhplWcOf3P6k1sxerNbM/MEYJGQAAIABJREFUVT8s+zrQ4RUtUyJECiCH/HE1Kqvja1ZSeY4+OtB2UqmynCIAHPh9b8jp/91nq1whKVLq2FCkP4qgYoKAIJC5CAgBIHPnVkYmCAgCgoAgIAjERIAX/jduejhUTmTbYkKWrQWCcKzR4USjtamD/OwPP3xkrfAZcp/IbOKUQ55zypQp2qFrHtDhaEFuE/lXsZxHIIg1FYsA4MdZSxoJZ37paChxKDdz5sykRoqyfmkDh/qsWbO00xALwplAdFHDhg1dpej9EAD4vS1evFj3EYKC5UzDkbZ3r/fD3yBWZDLXVJkyZRS5oznU9yIhbI0nEgEAp0Dbtm3VI488osgjnQxjHnFGXXDBBTY5/USctUj1I9lvGbmP9+zZk1D32b9JLWDZ+eefr2bMmJFQnal8sThrI88Oex6/GVKwQCKaMGGCzWHLlThFUGSpV6+ea0UQUkjjYspx83sj7/v111+vSReQCMnf7XS8kQ6ANtPNZE3FnrHJkycrIrJNu+6663QO9yBt3bp1YeowrFXyuaeqIcXsNNYUqQ9Ic+PmxD72hNIpOZxkKgBYA4ZcB6EItZBvvvlGK9ZAIoFQ1Lp1a51WpGrVqp7x+eqrrxREVFIEfffdd/qeyjMUJFPujzzzQZRj78tJ+/TFGdrxv3NzeKT+cdVPVGf16aQaX3Ku7uKwU7up/buPpNqI1W8IAB0GH/l9oi6wdMpctfTteeqPHb+6Xl6jVSNNBqh7QYtY1afd97mVAPDTuk0hp/+29e654L1OZvk6VdV/8uVV1EmaCi9WtmpFdVyNSsokBZSocJyXS1O+THYSAMB75Yz5asX0BWrD/CPP9yZIhYsX1ZH+dTo2V1Wa1El5/KSDgoAgEAwCQgAIBkepRRAQBAQBQUAQSFsEPn1hhpo69KlQ/1vf2FOdM+iKpI8n0ahVDvVef/11fRBE3lle2sldzMFNixYtVMeOHT05CXGkFShQIOTk8zNwPw47P/VaZZPpWDP740Vam4N7ov/MqD2rDqK1ObB0+65///5q/Pjx8QxfrkkCAslcU/E6a5GUxsEbKe+qBQNqE+SFd0ZRBwET+8D8+fO1Q53c6r//Hp5PNQgCgFskt9V/L/sJDjr6+NprrykOw52WrgQAnPzkdka2n1zi5Bk/++yz9T7ux/Fv4cH9AIUInAMlSpTQeaDPOOMMnb/Xq4pAEOvKrCMRAgBpMCB6WFa9enWtXgABCycG40WhAucH65R9l3FHM36vplrEJZdcourUqaPeffddtXbtWnXw4EGNIU60Ll26qMsvv1znXU5XE2et+8y5RU47SzLvL7/8srr44oujTv/dd9/tmpoF4haRtER9o+xiGnvWqlWrFHnC081kTUWfMe6rEK3YTyzDqc19jD0sSENBAqUq09zSrgTZZqJ1jax/iZbY9mrNru6kLhje32txKZfGCPy+fZdaNHGqWjhxmvrXsWcyrFPanaGa9e6kTj7LnmJl+/rw58JYMOB4dbMNC5ZpZYBlU+a5fn903v8cVgVoo046IzmEylh9D/r73EQAQAreivTftWWbK5SVTj9F/bhyg/r3b/t9OxrubW6+VLW/7XJdZNcP29S2dZvUT19vVtv4W7dJf+bF8hcuGFIIyEonUEmnFShYrIiXy1OmTLIJAP/+86+W9udv3dwvXMddsGiRkLy/c89IGaCkI4KAIJBUBIQAkFR4pXJBQBAQBAQBQSA9EPho3Jtq9gOTQ509f+jVqkX/roF3PoioVQ75iEB+8803Y/aP3PNPPfVU1EhPt5z1MSs+XMCLw85rXW7lkumstdrzE61NNHSnTp3U3397ywWIM4nIGg74xVIDgSDWVNDOWpAhah2n9nvvvaej43FMEjGKkxIHJNHUl156aVzO4GjIE606YsQI3TbOqWiWKAGAvQunR6TI7Wj7CSQaIt9iRTPmBAEgNVZ26vciEQIA5AVSR3g1yABE3rJfuxnOfb8StzVq1NDKBkE77ryOKdFy4qx1RzAWAQBiJcSrDh06xJwCng3atWunVQS8GM5g1ukVVySfdOqlP37LyJqKjhjPjNw3TeMZhJQ1QRvPDfXr17dV26BBA7VkyZKgmwqsPiEABAZlxlSEU5Zo/1UzF4aN6ag8R6mzenfSEf8lKpTNtjHz7o4iACkCNi5e4dpu8XJlNBmgfpc2qvRJ5bKtb0E3lOkEAEgdOP1Xz/5U7d35myt8J595mqrd4SxVu0NTdUyZEmpItU6eI/mp0CQAuDVAlDrqABYhgP/6UQtABUWrBRikAJQDUtWSRQBYOWOBjvZfPWux69AhUBDpz1+1Fg1SFR7plyAgCGQTAkIAyCagpRlBQBAQBAQBQSDVEZh1/2T18VNHnOrdHr5ZNep5TiDdDipqlRyiTZs2dY18jdRRHCEff/yxqlvXHiVhlY+Uj9vLwNOZABBvtDbSvVdeeaVrbnYTMw59rbzpXrAMokyi+dqDUpWwxkKkI1G7pEZAahsHMA4PsK9QoYJ2qHTr1k0RpSaWMwhY+dq9tJ4oAYAIa1RLIlm0/QSJ2x9++CFmN4UAEBOiHCuQCAEAlRUzh7aXQUCgIZofaX+nffvtt6patWpeqrGVwRmMo439K91MnLXuMxaJAABBhJQ+9913n1aC8GqQqvr27atJVdEMtY9nnnlGoW6RriZrKvrMoeLiJINACjj33Cy58lhGRD/PTZaxp6HOU6RIeATopEmTtAS8aawtL2ThWP1I1vdCAEgMWVIqYUdnQP7w5VM/1o5/oq2dVqrSCdrp3/SqCxIDLICrf9++M0QG2LHxR9caK9avoRp0aa0adGmj8hcpGECr2VdFJhIA1rz/aZbT//3F6q997pL81VueHnL6Fzr2GBvgQRMAIs1mImoB1GmRArLSCGSlE0iFlClBEgDWfvCplvcn2h9ijtPyFsgfcvrXaNUw+3440pIgIAikPAJCAEj5KZIOCgKCgCAgCAgC2YfA1CHj1Kcvzgw1eMmTd6h6nc+OuwNBRq3iTCUn48qVK8P6w0E1MvbI1JPv3mk4K9avX68KFSoU9h0OWucBtNfDJCTLkZhOlqVqtDYRzMi2ky8a6V6k/0mjcMIJJ6izzjpLR2pz8JsdFkS+9qBVJRj3ihUrtFwyeUqjGdLKt99+uxo+fLjKly9fdkAmbRgIuBEAIGm4SQcnQgD46KOPdI7aaOaXAEAfN23apA4dOhSqVggAqbu84yUAEFXN/mrOM6OEFMA9ke+Q2F6zZk3Y4EuXLq1zGx9zjP1Al9Q5bdq0CSuPXDepXrjfku8dhRynJSuCN9kzJ85ad4QhAPTo0UOnkICcRhQ1REvIaTjp4zXWO9H9ixcv1uQl7tUQSFhfrKF+/frpNtPZZE1Fnj1Ij+xPpkE64lncLbe9W01uBIKnn35aXXvttWHFSQ3EmjONdxDSoaSqCQEgsZlJd2ftXwcOaol/pP737gpPO0XU7lm9L1Q1WzdKDKgkXQ1ZAVUA1AEO/hH+7k2zp55zpiYDnHpu0yT1Ithq031NgQbras3sI05/Fe4n1qDVat8ky+l/blOVr1CBiEB+8Zp/xZbGl3gjecWavUTVAgoWLayOq1lZqwUcX6PS4f+vpPIXCT8PitWXeL9PlACw/qOv1Aok/mfMV//8Ga7ASCoOK9L/lLZnxNtNuU4QEAQyHAEhAGT4BMvwBAFBQBAQBAQBvwi8fuNDatk7H4Uuu2LiPfoFPh4LMmqV/LO9evWydQPn6ZgxY3S0GU4QnBbkROZgmZz0pj3//PPqqquuChvGo48+qm677Tbb5zt37tQH1WKpiUCQ+dqToSoxffp0TSrB4eHVWNuQKsSyFwGLAMBe0rx5c3XRRRepzp07qy1btigcCqbFSwDASXTaaadpx0c080IAwEFLH/kjxQb7nrnOMoUAgNMbMheOa6+ErOxdOf5bi5cAwH6HUs3ChQvVggULtGP+hhtuUORbJyLWMqL9e/bsGXbve/LJJ9X1119v6zD3R+rij3o3bNignn32WXXhhReGynE/HTlypLr33nvDBrt69WpF+ph0skx01qYT/pnY10xcU/HuU875hQDpjL5324uirYvnnntOXXPNNbYiEH7Zq9jruG9znxgyZIh6/PHHbeW4F5LWJ5VJJkIASGxXSFdn7c8bftCO/0iO1SaXn6cj/sucnD5KO2vnfKaJAKtnLXKd1HyFC2hFAMgAJzaomdjEJ/HqdF1Te3ftDjn9v5m/1BWhPEfnORzlnyXvnyeNlTMSVQsoXqGsgxRQWZWtVjGhlUU6TVJ4OI33maPz5HHFu/cLI1zb/HbRch3lT7T/n3v3h5U5Kk+ekNM/3jO6hAYrFwsCgkDaISAEgLSbMumwICAICAKCgCCQfAQm9x6u1s05Eklz9SujVfWW/vOHuREA4o1a7dq1q5ZSN2306NFq8ODBYYCMGjVKO0dMu/zyy3UeW6fdfPPNtoNDpEX/+OOP5IMsLfhGIOh87clQlcCR1rBhQ9c870RX4sx0i6oFDOThOTRPN+NwAyc0B/Pp5qzF6U4E7AUXXGAj/QTlBGEukdDGQWEZqQBw6BKZbVo0AgAEphYtWqgqVarYrslkAsDevXtV0aJF025NRfr9BrmmIrXx2GOPqYEDB9q+Rnli7ty5cW8rkAIgNZkGMWDo0KFx15kTF2aiszYncJQ2jyCQiWsqiH0KYh3P+pZEO4ixl2/dutVVvj/SmuK5AhUBN3UTntVROOF56uDBcFnrdNijhACQ2G6Sbs5aInmR+ScPu9OKHV9KNevTSTv+iehNVyNie+mUeVoZ4IelX7sOo1TlE7LIAF1bq+Lly6bUUNNpTf364/aQ03/zV2tdccxbML92+tfp0FTVah9fMEdKTVCUziSqFgBB4jiUAmpW0uQA6/+LlvUWEAIBYPYDkz3DdVSeo9RDW46oK2z6Yo12+vO377c9rvXUOb+ZOq1jC1XnvLM8tyMFBQFBQBAAASEAyDoQBAQBQUAQEAQEAVcEnuk2SH332arQd9dOeUSd1NhfxJ9FAAgiarVu3bph8v/kMXbLn75kyRLthDWtVatWCtljpxFJO3Xq1NDHRDUS3ZipZuaM8yrDmipYBJ2vPRmqEm3btg1ztrF2IZ/wO8BIY4Gj3xkRjuzyokXu0TOpMgdu/YAAIM5a9xlC+vqUU05RkFcwohJJC4Ez3w8BINL8CwEglX8Z9r4F4ViLNVoOr52y7YmS2txyxMerhhGr/8n8PhOdtcnCy3pOSLdnhGThQb33nXGF+u2/P3tuokmv89RF993guXyqFAxin7rpppvUE088YRsSZFsISn4NUiUkJqL5vVqHDh00aSnVCYnDa3eP6OhxG2uRkseqhj3aqqrN66uqZ9XzCkfGlksXZy2p9RZOmqp2btoaNhcnnVFbO/2RYc8027n5J7V0SlaKgEh7Z+XGp4bIAP/JlzfHIUj1NbX9m++103/17MXqp7V2ErEFXsFiRQ5H+jdVNc6WPPCJqgUUKl40jBQAQQByhWnxEACun/aYWjEjy+m/5+dfXdc/e0Odjs11xL88k+X4FiEdEATSFgEhAKTt1EnHBQFBQBAQBASB5CMw9tzr1dbVG0MN3TTrCVW+TjXPDedU1KrbASZRjDgynEZ0EblKLTv//PN1bvtMtXR21gadrz1oVQnysTsjtIl6w+F73HHH2ZbUqlWrtCy8abzYE8mWL1++tFp+6bymIgEdhBOEulEWMPcT1ElQA4C4JASAyMtc1lT8WwBKI7/88outgt9//11H4MZj69atU7Vq1bJdWq9ePbVsWXgUYzz1Z9c1QgDwjjTrJW/evKpQoezLk+u9dzlTUggAMz0Bj5JNxYoVNSnQMlKV4Mh3Ph95qlAprRxw3XXXKdKcRDMc/tdee61ODcb6TUX7++BfWvr9i1dnK5x58RrPixABqh3+O75m5XirStvrUtlZu+fnXVrmn4j/f//+Jwzjht3bqbP6XKhOqGVXdUrbyYjR8U2frw4pA7jhweU4OFEGqNmmUY7BkIprasvy9SGn/87N4SQSwDqmdPGQ0//kpnVzDL90aThRtQDGWbLSCer4GofVAmpW0ooXC557JxAIarU7Q0f685vI85+jA6lTKhEEBIHcjYAQAHL3/MvoBQFBQBAQBASBqAj889ff6pFW16hd3/8UKnfbR8+qstVOTAi5ZEetIv+Po800Io+IQHKa01mCPDe5tTloXLt2rXbIlipVSuHw6NKliyKVAHlH09XS2bEWdL72oFUlILz06dPHtjT498SJE12XS9WqVdXGjUcINhSCRFC5cnod5Kbzmor0Ow6CAIDjHwKAZcwrzlT2PyEARN9BZU3Ff4epUaOGJh2ZRvRsuXLl4qp0+/bt6vjjj7ddy/pFgSedTAgA3mdLCADhWAkBwBsBwJnyBiSDItZCOnrxxRe1UhLPSpAMUDypUKGCatOmjerVq1cYWcn7qk9uyU1frNZO/2XvfJSUhoqUOjZEBoAYULRMiaS0k0qVpqKz9ocl69TCSdPUyhkLwqAqXKKYdvoj9Z+/SO4lV6149xNNBiAlgpsVOvYY1aBLa1W/a2tVvnbVbF1yqbKmNi5ekeX0f3+x2rN9lysGxcuVCTn9KzW0kzSzFbQMaixRtYBEoKjZupF2+PP3n/zpFQiQyLjlWkFAEMgeBIQAkD04SyuCgCAgCAgCgkDaIrB/9x/q4RZ91d5du/UYyJF2x6LnVYkK9ohmPwNMFgGAfKOvvvqq6tu3r+Kw37Ly5ctrZ74zAhLnPnnL/RjOFZQEqlev7ueylCmbzo617MjXHmmivKhKDBs2TN177722KsaOHauQw3WzM888U3322We2ryKltUiZBeTSkXReU37m24/s+YEDB7T0P6QVy9555x3VuXNn/U8hAERf0bKm4v/FFytWTO3ZY88f+scff/jKvW22vnz5clW/fn1bhxo0aKBItZNOJgQA77MlBIBwrHILAcD7KpGSsRA4+Mf+rGj/12arX74LT2FwVJ486n+HDsWqJvT9Ke3OUMdVr6S2LFuviAomijWSUQ51gCyVgHoqz9GZF0WaKs5a5mD5tI91xP+PK+zkO76rWK+GdvzX63S257nODQX3/fq7Tg9AmoCf1m5yHTIBB5ABGnRtrbzmYk8Eu5xcU+s+/Dzk9D+4Z5/rMEpVLqdqd2iqHf8VTvOuyJgIJrn92iDUAiJhWL3l6SGnf75CBXI71DJ+QUAQSCICQgBIIrhStSAgCAgCgoAgkCkI/L5tp3rgrN7qnz+znOrkQ0MJAMm5eCwoAsALL7yg+MNw5iOpvXPnTluXcIbMmTNHNWoULimIs7VaNf8v0CVLllQ4RYg6SjcTx1p8M+ZHVcJLC+RYJi3Ajh07QsX5XViHT17qSJUysqbCZ2Lw4MHq/vvvD31BDuO5c+eG/i0EgOirV9bUEXx69uyp3njjDRtgs2bNUueee24YiNwDWVumlS1bVhHFbxoR/eZnSHTj9C1SpEhYnZMmTVJXX3217fPu3burN998M1W2IE/9EAKAJ5h0ISEAhGMlBADv6ye3l/x20Qrt9Cevs5tVbVZPnXrOmerDx15Ve3dmkau9WLOrO6kLhvfXRXds/FGTACAD/LBsfcR84Fa9Jzc9TVVtlpUyoHyd7I2q9jK2eMrkpLOW/v594E+1cNJU7fh3m8d6nVqqs3p3UhXr14hneLnqmm1fb1ZL356rlQEi/SaqnlVPEwHqd2mdtFzo2bmmUFlcM3txyOl/6J9/XeccMo/l9M+NqT5S9YfgVAvY9NkqRdCMVzsqz1HqoS2zvRaXcoKAICAIJISAEAASgk8uFgQEAUFAEBAEcg8CRK881OKIE6DkicerWz54Ki4Zw6AIAG4R1OaMNG/eXE2YMCGik3/evHlaNtRptWvXVjVr1lT//POPjtDetm1bWJlzzjlHzZ6dfi9u4ljz95v1qyrhtXanPDzX+Ykw99pOdpSTNWVHGfl10ohYKiSkDFmxYoVNmlgIANFXpqypI/iMGDFCDR8+3AZYJAf8nXfeqR588EFb2R49eoQRCM4++2z1ySef2Mo9/fTTOn+205o0aaJQQDFt/Pjxqn//LEdUupgQALzPlBAAwrESAoD39ZMbS+7/bY/6nGj/V2erX7fYCVfgUey4Uqr2eWdpx3+VJnU0RCPrX6L27PjVM1wmAcB50fdL1oUIARADfvvvEXKpsywS61oZoFk9TQg4tlwZz31IpYLZ6aw1x/3zt1vUoonT1OevzgqDI3/hguqsPp30X5GSxVIJrrTpyzefLNHKAKgqRLL6F2WpArB+g7RkrykcxDj9V8/+VK3/6MuIXSf1geX0L12lfJBDlLqShMBH495Usx+Y7Ll2IQB4hkoKCgKCQAAICAEgABClCkFAEBAEBAFBILcgsHXNRjX2/9k7D3ApinQN/xxyFpAgOadDzjlIEEHEsKbFFdE1r2Fds645rHHNXjGBaxYjqKAIKojkDJIkowgSBQQk3Oerwwxz5nScru7pnvPV85zLXae6uuqtv7ur6k8D/hEfLjaoV495UrIKuQstqcsA4LjjjlOeamZl8ODB8sADDwgU+kYFYbq/++479Td58mRZvny5vPjiizJkyJB4dRgB3HfffXlCu6PCwoULpVmzZpGafirWrKfLa1QJJ8IARVTLli1l6dKluarDoASGJVErlKncMwZv/4kTj+X5vfrqq+Xpp5/OVYkGANZSTpk6xgcGJUg9k1xuvPFGueOOO1Rqm8OHD8sbb7yhPPXBLrF89dVXeQzdRowYIZdddlmuekiHg+8fIg7AaGXPnj1y++23y1NPPZWrXsmSJWXDhg2C72+UCg0AnM8WDQByWO3fvVdWTVsoyN8+5ZVPBB6bTkv9rq1k2Mv/lmKlSzq9JKPrZapMLZs0S3n7L/zie8P5Q4hnKP2bndxFSlXI/c6c+5G5gtNMGFqfbh9GHiGrf5o6XxkEIDoA/t2/+w9T+YKCEYrUht1zUgYULhaN/NN+K2uTgS2dNFN5+y//dnYellWb1lVK//bn9M/o5zjIwR0+dCgnRcDoCfLTDwsMb41IhDAEaHtmX6nSuLbn7vkhUzt+3hJX+q+aZjwOdLxW26ZK6d9iYDcpV6Oy57GwgWAJ0AAgWN68GwmQgDsCNABwx4u1SYAESIAESCDfE1g9c7E8f/q/4hzqd2sll73zH1dcdBkAwCsS3pFWpXDhwoIQxn/7299c9TG5MowCPv3001z/GYYBUMBEqVCxZj1bXqNKOJEFKISfffbZXFX79eunUlVEsVCmjs3aW2+9JUOHDo3/B6QLQaqRcuVyp0uhAYC1pFOmcvO55JJL5OWXX84DrUiRIlK1alXZvn27oTEcItzAACC57N+/X9q1ayeLFi3K8xvSAFSsWFFFvkFqneQSxe8exkADAOdfl0xV1toR2LN9l1L4rz6q9N+46Ce7S2x/r9elpVIAZ5/UWcpF1NPadpAOKmSSTP2+eZtMf2ucUvxDuZdcyp5wvMrr3GxAV6nTIdsBHX+rbN+4WVb9sDAeIWDDwhWWN6zToZk07NFapQyo1baJv53z0Lofylqj7vzw+lil+N+yakOen5ud3FW6XTQkHtXBw3B4qQUBPGcqRcDorw3nAZdWza4XNwYoWb5MSjx1yRRSdMQ8/TcsWG7al3pdWkjzgd3UX5lK5VPqMy8KBwEaAIRjHtgLEiABYwI0AKBkkAAJkAAJkAAJuCYA74eXht4evw4W6xeM+LfjdnQZACTeEIqK1atXy5tvvimPPfaYQMERK8hvjFD+HTp0cNzH5Ioff/yxnH766bn+cxRDtlOxZi0CXqNK2AkYlHhQ5iWWsmXLyoIFC6RmzZp2l4fyd8pUzrTs2rVLeWonpgwpXbq0UtAmF3h1Jxfkaof8ValSJU94drOJ9+NdGgYho0zlngV44yOizaRJzj1G69SpI1OmTDGUP7SOiDeIVgFvfqdl4MCByhCuYEF3UX+ctu9nPRoAOKebScpaq1Hv+nWb8u5XXv7TFsqvy9c6h5RCzWrN6kuzAZ0l+6Qukt9yOWeCTC35apoK8b9kwnTD2W/St2OOt/+ALoIw+2EtiOa2avoiWYfoAHOWyrb1eVMWxPqOkPaIDqBSBvRoI0j/FpaiS1lrNB6kZpj88kcq1H9y5I+ChQsppT88/o+rWjEsOPJNPyCzsz/IiQywf49xZIvGJ7aXtmf2kVZDerni4kWmNixYkaP0H/e9bF6x3vS+jXq1jSv9w/yecAWOlYUGABQCEiCBMBOgAUCYZ4d9IwESIAESIIEQE1g0bqqM+vu98R52OPckOeuxfzrqsd9Kq1GjRsmFF16Yqy/9+/eX8ePHO+qfUaUlS5bkyuGNOq1bt5Y5c+ak3GY6LqRizZq6n1Elxo4dq4xIkFYiVmCcgv9+8sknp0MctNyTMpWDEalEevbs6ZlptWrVHCtl/X6Xeh5Mig1QpvKCg1HbnXfeKU888USud4gRYij2kRIAxiRWZePGjXLVVVfJJ598YlkPCv8rrrhC3RtRdcJepr4+Nk8XDx08KPsPHJDixYoLcq8mly4XnBL2YQXWv0xQ1hrB2r7h16Mh/Repf39bvdGSaZnK5aVupxZSt1NzmfDUW7Jr01bHc3BctYqyY2Ne7/BYA1CkIipAs5O6SJ2O0Uol5RhCQsWoyhQ8j6H0h7f/71u25xk6FMCtT+ulvP1rtsmbqiUVVkFfs2LyXFk9Y1FOuoA5S2Xf73tMu1C+ZpWcdAFHjQKKlSoRdHfj9/OirDXr9NrZPyrF//wx3+WpglQJ3S8+TTrzW5G2OU++MRTuMAbAmYRRKViokIoK0ObMPrmiNHw34kP57IG8UZWOHBEpkHd5oJp+8KdPBe0lFnxHYkp/q/d9dv9OcaV/kRLFQsOPHdFHgAYA+liyJRIgAf0EaACgnylbJAESIAESIIF8Q2DOhxPl7WseiY8YeWSNAAAgAElEQVS3xyWny+C7cucVNoLht9Lq0KFDSvHx22+/xW+PnMY4gCxRIrXDqk2bNskJJ+T2fEEYb4T3jlKhYs35bOmMKgHPXXjPJofUfumll1Te7igXylTO7C1evFiaNfOuyKEBgKg89rt371b57aPobW70PE+bNk06d+6c66dUosjAY/+1116TiRMnCgzTEP6/ZMmSgggS3bt3l7POOktg8OamwJANhnOIGLBq1SrFHmkratSoIUgjcMEFF+QxgHPTftB1H+n5d9nyk/PIBsjbfPbj1wfdzdDeL6rK2mSgUPDHvPvh6b99w2ZL5lDm1u2co/Cv16m5HF+nWrz+g52GCQwInJbOFwySU++6XBaNnyqLx01VCqpkT+JYWyXKlVaGAIgM0LRfR6e3iFS9qMnUws+nqDD/y76ZZcg55umPf4umUQmuWwj27vhdVnw3R5DuDcYA6+ebhy/HvWu2bhw3BqgbsCGLTgOAeZ98oxT/6+bmjc4Eb/JuF50m8NxmCSeB/bv3qvQAsz+YYDiH6DWMstqe2VdFBvjx6xky5t4RrgbznzVjlQHA0okzZeEX38uicd/L3u2/G7ZRICtLEB0xFt6/YKHoRU1yBYeVVQQAyIabcuWHj7mpzrokQAIkkDIBGgCkjI4XkgAJkAAJkAAJgMC0Nz+XD25+Og6jz9XnyoCbc3vfJ5Py2wAA90N+49mzZ+e69cqVK6VevXopTdzcuXOlTZs2ua5t27atzJplfDiY0k0CuIiKtdQge4kqMX36dKVEg1ItsSBVxb/+9a/UOhSiqyhTOZOxefNmpYT1WmgAkJkGAF7lgtc7J0ADAOesjGpGTVkbG8OmZWtVSP/VR0P6I4y3VYE3c72jHv5Q+uN/m5VUDADOePDqXM0tnTRTGQIsHveD7N66w/BWWQWzlCEAFMuIEIAQ7JlQoiBTW9f+ojz94fEPRXhyOa5aJWl75onK2796iwaZMC22Y4ARzfLJc2XNUYMAMDIrhYoWlobdj6ULqFS/hm37Xip4NQD4c9+BnDD/r3xsGN2h64WnSreLh+QyBPLSX14bDAEY/yE9ACIDIIKHUSlXrZJs32htEJZ8XcvBPWXxl1Pl4P4/DdssXKxIXOGP9zcLCZAACZAACYSFAA0AwjIT7AcJkAAJkAAJRJjA5Jc+kk/veTE+ggE3DZM+15xnOiK3BgBr166V2rVr52qvadOmyuPWrCD/8Zo1a3L9jNzciSGR4dEPz/5YQTh2HFKWKlUqT7OvvPJKHk/ts88+W959991IzRyVtalNV6pRJRYuXKjCwsNLN7Hcfvvtcv/996fWmZBdRZlyPyGIHvLTTz/luhAyctxxx7lqzO271FXjaayciTKVRpz57tY0APA25VFQ1mKEKpf5tEVK6Q9P/73bd1kOvGLd6sq7P/bnJn/3pOffcw2195Vnm16zZtaSo8YAU+W3NT+b1mvQrbVkD8hJFVD2hONd9yEsF4RZpuZ9+q1S+q/8fp4hrmYnd5UWg7opo4zCxYqGBWla+oE0ASsmz5G1s5aolAF/7Mxt2JrYKTxfDZAuoHtrFSWgRLkyWvucqgHA5pXrleJ/2huf5+lPueqVldIfof7hxc0SbQI/TZ0fjwxw+NBh7YMpXqZkXOmPSBEsJEACJEACJBBGAjQACOOssE8kQAIkQAIkEEECXz/9tox7ZFS854PvulR6XHKG4UjcKq2gDEKIY/ybWGbMmCHt2+fdcH/zzTfSu3fvXHXLli0r27ZtEyj5YwV1UDexPP/88yrXcXJB6GaEcE4sL7zwglx++eWRmq1MVKzpCq1tN5Fuo0ogPQRCcv/6a+6wwRdffLG8/HLe3JN29w/r75Qp9zNDAwBrZpkoU+6lxNkVBw8eVBWR5oYlhwANALxJQliVtevmLs0V0n//7j8sB1q5Ya24sh8h/UtXKu8NjE9Xb1q2Jm4MsGHhStO7VG/ZUJqd1FlFCKjSqJZPvfGn2bDJFJTAytv/rXGC8OHJpVz1StLurH7K279qdl1/oES8VaS0WDF5rvpbO/tHwfNpVao1r68MARAloH63Vp5H79YAYNmkWTL5lY9k2Te5o8OhI/W7tlKK/+z+udP0eO4kGwgNgbkfTVKRAZZ9m3f+3XSy1PHHKaV/i4HdtMixm3uzLgmQAAmQAAmkQoAGAKlQ4zUkQAIkQAIkQAKGBL54eKRMfOad+G9nPHS1dP7boDx13RoAoIHTTz9dPv7441xtwZsfCvtTTz1V5YmGl/aYMWPksssuU+G4E8tFF10k8OJPLCNGjFB1E0vx4sXlxRdflPPOO08pVPbs2SPw1n7qqady1YNBAnIxu/XYTbfoZKJiLRUDAL+iSsTmd/369dKtWzdZt25drikfPHiwfPTRRxmT1xyDo0y5f6ppAGDNLBNlyr2UOLti165d6n2CbxJLDgG3BgDtzu4n5zwR/XQsuuY/LMra1dOPeffDwx8KR6tStWndXB7+JcuX1YUksHZ2bNwii8ZPVQYB8F41K8fXqaqiAmQP6CK12zUNrH+p3igsMoWw4FD8Q7aMSvOTu0rLU3sqb/+ChWlU5Wa+d/26TUUHUAYBc5YK0geYFXjXK2OAHq2lQfc2ckKTOqZ1p44aI1/8Z2Se348cOSIFCuA/q/+Tq9wx8w0pWionfcYP//tMefwjNHxy6fjXAdLtotOkSuPcUebcjJt1o0Vg92875P0b/ytLvpruquPdLhoiLU7pIXU6ZLu6jpVJgARIgARIIN0EaACQ7hng/UmABEiABEggwwh8ctf/qXyKsXLukzdI27/0zTXKVAwA5syZI506dcoTBQANI2R/xYoVZcuWLXnyrON3KEaQLqBWrdweU/v37xd4dS9alPcgMNYm0gbs27cvzyzdd999cscdd0Ru9jJRsZaKAYBfUSUgEDA+gef/8uXLc8lHly5dZMKECQIjk0wqlCn3s0kDgGPMXht+dx6AONiHZ3uhwoWkQNLhPnJi//XZm91Dz9AraACQd2L/0224bF1jnqvaSBTKVK4gx1WrKMgNfFzVSsf+/2oVBbm/S2oOXx1mcUyHsvbQwYM54fynLZTVR0P64z1gVZCH/VhI/xaCcMyZVPbt2hM3Blg8/gfToZWqUFZFBYDSOqxhqNMhUzFgm5aukWnw9n/zCzm4/0Aejgj73uG8k5S3f9QiK4RZ3hHZYsV3c2XFlByDAKsUHaUrllMGATkpA9pI6Url4kODAcBHtz/naqi3THlVpr89Tin+k3O2417dLj5N/RUpnr9TOriCmkGVvxvxoYy5d4SrEf1nzVgpyEhLrpixMgmQAAmQQDgI0AAgHPPAXpAACZAACZBARhEYfdOTKqxmrPzt/26XFqd0j//vVAwAcPHIkSPl73//u/L0d1qKFi0q77//vsDz2qhASdunTx/lze+0DBw4UD799NNIenFTWXtslv2IKoGQpL169ZL583N77jVt2lSmTJki5codO9R0Km9hqvf9yE/zdAfP44H9BwTPdYGsvJ5YXS88NUxDcNSXVIxKHDV8tBINAI7ReqLfFfLLj6sd42t9Wm8aACTQogFADgyEoF46caYsnThDrMKoOxa0pIpFihdTRgEwBiiHf5WRwNH/H0YD1SpmjHIgCGXtgb37ZNVRRT+U/pg/u1KzTWOl8Ec4/7qdWkiREsXsLsmc34/IMWOAcVNln0HYegwWXuswBMg+qbOKEFA4JArOIGQqebJnvjNeeftD+WxUEMa79em9Fa8COa7kLD4SwHO+fPIcWTllnqybs1SsDHxOaFw7xxigRxv5bc3P8vEdz3vuGSJlQOnfcnAPz22xgWgToAFAtOePvScBEiABEnBHgAYA7nixNgmQAAmQAAmQgEMCb1z5kMz/9Nt47WvGPiU1WjVS/ztVAwBcO3HiRLnyyitl2bJltj1p06aNCucPL3+rsnHjRrnqqqvkk08+sayHMMtXXHGFPPHEE1K4cGHb+4exAg0Ajs2K7qgShw8flq5duwqUx8kF6SrKlrUPR4y0E0YRKcIiS08PukbWz88d2cCqbzhgv2BE9CJlhIV3fugHDQC8zXJ+NQDYu+P3owr/mbJ00kz5Y+fulEFmFSoohw86Nyw0u1GZSuWVUYBZJIGohKT3Q1mL+YECMKb037Bghe181WmffdTDv4X6t1DRaK67bAeaQoWV389TaQLwt/OX30xbaNizrTQ7qbNKFQD5TFfxQ6aMxrJx4Uql9Mff4UOH81QpX6OydBw6UBDqv2K96unCke/vu3/3Xlk+ea5KFwBZNgrPrwtSmzP7SPeLhkj1lg11Ncl2Ik6ABgARn0B2nwRIgARIwBUBGgC4wsXKJEACJEACJEACbgi88rd/q4N5lMa928vwkfdIVsEsTwYAaAuhob/44gsZPXq0zJw5U3nv//HHH0rBijD/SBVw1llnKU9sNwUK4VGjRilP7VWrVql0AvDYrlGjhvTt21cuuOACyc6OTu6/58+4IU+4U3jcHDp8WAoWzMoTWrtUxXJy0ch73CALRV0v3to6o0ogVYTX8P4wMoF8h7XQACCsMxPdftEAwNvc5ScDgA3zl8uPk+DlP1N5kJoWOPNaR4/PdWn7c/rLafddKds3bJbtG39V/+7YuDnnf2/4VbZv3GypZHU6g/DGLnc0vYBZJIEg847P+XBirpRNsXEgqgs8orOysvIMbdgrd0nZKhVsh4w8y0rhf1TpbxflA/dLDOeP/x/rRRZ7AjCmiBkD/Lp8rekFNVs3iqcKqFS/hn3DGmv4aQBw5PBhFXUMSn8zw5IWg7pL27/0kab9OmkcFZvSRWD7+l9VdAAYBPw0db7s3rrTU9NIBxIL81/iuNKe2uLFmUeABgCZN6ccEQmQAAmQgMXW+IhdYjXSIwESIAESIAESIIEUCfy5b7+MOO82WTNzsdRs3VgufPUuQe5FlmAIwABg9YxFjm/WpG/HfGcAADi6okrQACCvqDECQG4mBw7k5B8uUqSI4+cy0yvSAMDbDGeyAcD+PX8c8/KfOMNSKVSxbnVp0KO1NOzeWsbe/4r8tnqjY7AwADj78ett6+/c9Jvs2LjFwFAgx2gA/fVakPsa6QXKHY0kkGwogHzvugoMAN6+5hFXzd0x601DA4AdP2/JFdLfzqMXhg4xhX+9Ti2kTsdmrvrBysYEIPcxYwCrtArwfs9JFdBFarVp7DtOPwwA1s1dKtPf/EJmvDPesP/la1aRTkMHCpT/FWqf4PsYeQN9BGDIAWOAFUgZMHW+HDnswqJLRO5f+pEULVVcX4fYUkYRoAFARk0nB0MCJEACJGBDgBEAKCIkQAIkQAIkQAK+EtizbZf839k3ydY1P0ufa/8qva88S7IKFvT1nmw8hwANAMY6FgUdUSVoAJAXNw0AcjPJZGWt44ctqSINAFIll3NdpsnUz0tWxZX+dgZsjXq2VXmiG3RvLVWb1o2DfKTn312FlHZqAGA3UzAAUJEDNm45GkEgJ3pALKIAlOReS+FiRXLSDCgjgYqGKQcKFXEWKt+LAcDWtb/kCum/bd0my6Eh+kG9Ts2lbqeccP612jbxioLX2xBAFIaYMcCyb2aZ1oZhbo4xQGdp1Ms6ZVaq0HUZABzc/2c8xL9ZVIkWp3SX9mf3l8Yntk+1u7wuRAS+HzlGPr7jOVc9ogGAK1z5rjINAPLdlHPAJEACJJCvCdAAIF9PPwdPAiRAAiRAAsEQwAH4C2feoA7BETq2ZpsmMuTey6VsleOD6UA+vUt+MQDIp9OblmEzBYA37JmmrPVGQwR5gB/vc7lSkjotx1WtKF2GDZYarRtJzVaNpEiJYk4vzch6UZepg/sP5Cj8J82UHyfOlF2btprOEzx6kdMcXv4NureRYqVLGNZNlwGAEwFDvnbIOwwFVDQBZSBwzFAAz4TXAoXucTAOMIkkUOr449QtUjEAgKJ4/fzltikRMDc5Hv45Cv8azL/tdVo9Xf/n/gOyeNzUHIOA8VPl0AHjVEOFixaR7AFdpNlJndW/To1J7Drn1QAAxkAI8z979ATDW1WodYJ0HHqytDq1l5SrXsmuO/w9QgSmjhojH91OA4AITVnouwoDgD/35UTkclp6XfkXKViokNPqrEcCJEACJEACoSFAA4DQTAU7QgIkQAIkQAKZTWDzinXy7GnXyx87d6uBVm5QUy55+0FtRgB79uxR7ZYsWTKzQboYHQ0AXMBiVUcE3BoANOnTQS4ada+jtvNDpagra3XMkRsPbyf3q9ywljIEqIG/1g2levMGTi7LmDpRlKlfV6yLe/mv/H6e5VzAux9/Dbu3kWrN6zuat/273YfiD0u4aBgAxCIIqGgCP8eiCeQYCuiIIlCoaBEVPQBh+DctM88Z7wj20UolypWOK/vh6V81u56by1k3YAIwuolFB9izzTzfeuPe7VVkABh+xAxHUulqKgYAiKgx/a0vVJj/zSvXG9625eAe0uG8AdKwR5tUusVrIkCABgARmCR2kQRIgARIgARIILQEaAAQ2qlhx0iABEiABEgg8wggp+PTp1wrRw4fVoNDCFgoB0scV9rzYH///XcpUKCAlCpVynNbmdIADQC8zeShQ4dUAwWZskJ5qS78bIqMf/x1ObBnnyuwJzStK416tlGeu/AGLVgo/6YAiaKy1tVkG1SGhzc8u6FwQhhqeED7WbIKZiljgGNGAY3k+NpV/bxlWtuOgkzhmx+TAcgBFNlmBREeGvVqqzz8ofjXsT5I6wT5cHMYASB6wI6fkW7gWCQBZTCwYbPs+z3HINLPAmVwvaPe/fDwr9K4tp+3Y9s+Elgzc3HcGACpHcwK1uw5qQK6SMW61QyrzXh7nKyavijPb38eOCAFsrKkkIEH7eA7L5WS5cvEr1n5/Xyl+J/3yTeG94C3f6ehA6X1Gb21GRH7iJdNeyRAAwCPAHk5CZAACZAACZBAviZAA4B8Pf0cPAmQAAmQAAkET2DV9IXywpk3xm8MpeDwV+8SeKR5KTQAyEvv8b6Xy6alaxxjxSH+FaMfdVw/0yvmd5lCTucFn02WBZ9NkfXzlmmZ7qysrJwQ3uqvjYoEkp9KFJS1Oubj1+Vr42HdV01bKIcP5Rh9GRWE8D+w17lRSf2uLaV+t9ayfu4yJZe7Nm+z7TKUyCpCQMwwoHVDKVUhJwx61EtYZeq31RvjMrDsm9mWmPHtadQTSv/Wao5YvBHY9/venBQDykDgaASBo4YCykjARcqN5J4MvO0iye7fWSrVr+Gtk7w6lAR+Wbomnipg46KVpn3EtzuWKiDxmYUBwPs3PulqbHcveE8KZBXI8fZ/a5xsXfOz4fXw9ofiv363Vq7aZ+VoE6ABQLTnj70nARIgARIgARJILwEaAKSXP+9OAiRAAiRAAvmSwNJJs+SVv90RHzs8ioa9fKcnFvldWQt4ONhXXpbIpfzVdDly5IhrpvCswuF+0/6dpF7nFq6vz6QL8qNMQWkHhT8U/xsXmh/+65pnePvCGADKvzodmwlyV2dyCauy1itzKPjx3oF394rJcwVyZFZKli8rSA3R+MT26t9nh/xTfvlxteMutD6tt/z12Zvj9eENDUOAdfOWxY0CDvyx37a98jUqJxkFNNKW79r25horhEmmoOiPyYGVDOA5x/zDy79h99ZSskJZjUTYlBMCeG6gcJ3w5FtOqsfr3DHrTSlbpYKra1g5mgRgKLJ43FQVHeCnHxaYDqJMlQrS7CREBuis1qFuDQCa9Ouo1qxGBdFbOg49Wdr9pa+UyvD1QTSlxP9e0wDAf8a8AwmQAAmQAAmQQOYSoAFA5s4tR0YCJEACJEACoSaw8PMp8vql98f7mKzUcdv5/KisBaOfps6Pe1nqyuUbY1+0VAnJ7t9JmvbrpP71GqXB7Zymu35+kSnk1o15+v+yZJUpdoT/Rfh2NzmoG/Vqp0IGL/9ujvpDfmurUqtNY2UQAMVgzTaNMy5dQJiUtV6fr0QP79Uzl8iBPeZ516u3bChNjir8kz28n+h3hScDAKNx4F2YaBRg5cmaeH3VpnUTjAIaCtJXhL2kU6YQyh9GH/iD8VksvY8Rs1rtmkrjXu2Ulz/eJSzpJzDnw4ny9jWPuOoIDQBc4cqYyn/s2i2Lx/2gjAEWf/mD6bgKFSksBw/86XncrU7tqRT/9bvS298zzIg3AAOAnZu2uhrFiVedI0VLFXd1DSuTAAmQAAmQAAmQQCYSoAFAJs4qx0QCJEACJEACESEwe/QEeee6x+K97XDeADnr0etS6n1+Udbu+nVrXOGyaPxUOXLY3Mu/RNnSsnfn7455Fi1ZXPZbKPGgmM3u10lFB4DndqaXTJapTcvWKE//hZ9NFivDEYTmbj6wm7QY2E3g5ff0oGtk/fzljqce114w4li0j3VzlsaNAVbPyJsnOLFhyGMsVUCdDs0yIl1AOpW1jifNouKyb2ap9w+8Qa289gsXK5rj5d+nvTQ5sYMgX7hZee706111rVy1yrkiADi5+PDBQzkRAo7+rZu7TKxyXcfaLFS08LG0AUgf0LqRlKte2cktA6sTtEyt/H5e/Bv064p1puNE2gV4+eeE9m8jpStldnSPwCZc441oAKARZj5qCtGllCEAogOMnyr7d5sbf7nBcnydatJp6MnS/pz+UqJcGTeXsi4JkAAJkAAJkAAJkAAJkIABARoAUCxIgARIgARIgATSSuCH/30mH976TLwPXYcPkdPuu8J1nzJZWQtFqfKwnDBDfllqHir7+DpVpXHv9tKodzv17/Nn3CB2StZE0E36dpQh91yuvLuWfDnNMuRrtWb1VGSApv07S/Xm9V3PVxQuyDSZ+nnJKuXpv/CzKQKvf7MCD10o/JsP6iYI155YvBoAJLb1574DsuJoZABEB9iyaoOlWFSsV10pE5H/t2brxpFMFxC0stbrc7Z9/a/y46SZap5Wz1wse7buNG2yUoOacS//el1aer2179fv3b5L1s1bnssoYM828/HFOgRjBkQxqNmqUc6/rRtK8bKlfe+v2Q38lqldm7bGU8vgO3Rw/wHTsdZo2TAe2r9Oh+y0MeGNnRGgAYAzTqxlTWDFlHlxYwBECXJbmp3cVboNP1Wi8N1wOzbWJwESIAESIAESIAESIIF0EqABQDrp894kQAIkQAIkQAKKwLcvfiBj73spTqP3lWfJwNsudkUnk5S1u7fuiHtYIlUC8mublUSFPwwAEksqBgAXjbwn3gTCtS/+cpos+Wqa+tdM8VO2yvEqKgDSBCDke6aUTJCpDQtWCGQIiv/fVv9sOjXw1oa3fvOBXaVY6ZKm9Q7s3ed6eouUKObomu0bNqvoACsm56QL+GPnbsvr6ndtKQ17tJXa7bMjky7Ab2WtI9A2lWIe3qtnLJZ1c5da1m4MY6M+HZSXf/maVXTcPq1tbFu3KU+kgEN/HrTtE969iUYBNVo3kqysLNvrdFTwQ6ZiRmdQ+MNwyKwgTQy8/FVo/x6tBd8ClugQoAFAdOYqKj0d98go+frpt1119+4F70nJ8vT4dwWNlUmABEiABEiABEiABEjAAQEaADiAxCokQAIkQAIkQAL+E5jw5Fsy/rHX4zfqf/350u/68x3fOOrK2rVzflRK/8Xjf7AMrV2+RhVp2q9j3MvfCtDrl97vmF+sYmK49uSLl387WxZ/NU1FBzDLA1+wcCHJ7t85xyCgXycpVsZcmey6cwFfEFWZQnhzhPZHiP9t6zeZUms2oMtRpX83KVysSMB07W+HVAPKIOC7OZbRKNBSqQrHScOebVS+4JptGoc2XYAfylp7ktY1kFt36cQZ8tPU+QKlv9mzjVaOq1ZJefnHlP4Fsgp4vX3or/958U+5IgVYpT5IHEz1Fg1yGQVUbljT01jNDBHsZArvZLuye+tOJQP4BuHPKhVM1aZ1c0L792ordTu1sGuav4eYAAwAEMrdTRly7xVStkoFN5ewbj4iMOPtcfL+jU+6GjENAFzhYmUSIAESIAESIAESIAEScEyABgCOUbEiCZAACZAACZCA3wQ+f+hVmfTce/HbDLr9Yul1xVmObhs1ZS28m1VY/6+ny/yxkwU5qs2KlZe/Izg+VNq46CcVGWDJlz/IhoUrTe+AHPJIFYDoAMjvGqUSJZlaO2uJUvjD099MgZtVMCuu8G8xqJsUCMhDWcecQ/kJY4DY32aL3OO4X9XseipdQK12TUKVLsBOWauDlZM2Vk9fJMu+nS1rZi5Wof2t3j91OzaLK/yrNK7tpPmMroPUFevnLVN/647+i+gVdqVIyWLH0gYcTR9Q9gTnHvMLxk6W/13+gN1tcv1+69SRppEZ1s1ZmvMNmjRTNsxfbtpuoaJFcow+TmwvDXq0kXLVKrnqAyuTAAnkHwI0AMg/c82RkgAJkAAJkAAJkAAJhJ8ADQDCP0fsIQmQAAmQAAnkKwIf//t5+f61T+NjPu3+K6XrhafaMoiCshbh2KFwQUh2q7DKx1WtKPDOboTw2r3b24493RV2bvpNRQVAmoBl38wy7Q5yhCMqAKID1G7XNN3dtr1/2GUKSlwo/KH43/XrVsPxFC5WVJoP6iYtBnaT7JM62445KhWQZzjRIAD53M1KVqGCyhigXucWUrNNk7SmC0iXAcDu33bI0kkzZdX0RbJmxmLZsmqDKa8S5coc8/Lv00GKliweFbFIWz9/37L9qFHA8rhRgF0KC3S2TJUKeYwCipYy5u3VAEAZnU3K8fDH394dv5vyqtywVk5o/97tVFQNFhIgARJwQoAGAE4osQ4JkAAJkAAJkAAJkAAJBEOABgDBcOZdSIAESIAESIAEXBB474b/ysx3xsevOOuxf0qHc0+ybCGMytr9u/9QCpfFX/4gC8ZMlkMHzXNJN+zRRpr07agU/sgnHdUCT22MVxkEfDVN9u3aYzgU5HvNiQzQWf0bxlDiYZQphGmPefpDqWtUkHYBCv/mA7spJV5+KIhCgVQBMApADnurUu1BqeIAACAASURBVK56JWmI6ABHjQEqN/AWmt0N3yANANbOWSorp8w96uW/RPbv3mva1erN68e9/JFCgcU7gS2rNuaJFHDk8BHbhis1qBE3CqiBSAEtG6prUjEAuPC1u+WXJauUwn/t7B9N743oIPj25IT2b2caNcC286xAAiSQrwnQACBfTz8HTwIkQAIkQAIkQAIkEDICNAAI2YSwOyRAAiRAAiRAAjkE3rzyIZn36bdxHEOfu0VaDelliicsytqfF0PZMkOF9UfuaLNSplJ5aXFK98h4+acql6umLVSpAhAd4LfVG02badq3o4oMAGOA0hXLpXo7rdeFRaZWTJ6rPP0XfjZF9ph4upeqUDYnvP+gbtKgW2utHKLW2OFDh5UhQI5BwGzZtGyt5RBqtWsq9To1V5EBarZu7Kv8+WkAAA9vROBASH94+VtFGYmHde/TQZr06eDrmKMmP372F6H2c9IG5Pxrl8oCfSlQoIDUaN1ISpQtrQzKdBWkZIHCH+H9Edof92EhARIgAS8EaADghR6vJQESIAESIAESIAESIAG9BGgAoJcnWyMBEiABEiABEtBE4MiRIzLyonuU8jhWLnzlLtMw5ulS1iIfNJQyi774XuaP+U7gAW9W6ndtKdkndYm8l3+qUwxlF6ICIDrAmllLTJuBEhbGAEgXkM6c4+mSKYCBIhee/gs/myx/mERRKFvleKXwh+IfedpZjAkgPUIsXQCMAnZv3WmKqlipEtKgZxup1bqxL+kCdBsAIK0IjGzWzFysFP9mUSEw4Ir1qitlf5MTO0j9bgzrHobnZf+eP2T93GXxtAEwCti1yTidh47+wrs/FtofBgAsJEACJKCTAAwAvnvpI1dNXjH6UUFUKBYSIAESIAESIAESIAESIAG9BGgAoJcnWyMBEiABEiABEtBI4MDeffLa8LuPhfQuIHLJmw8KwuUnlyCVtfAohmHCgrHfycZF5l7+JSuUlZan9JAmfTsopT/LMQJ7tu06GhngB/WvWWjs8jWrKEMAGAQEnYs6SJkCmR+/nhH39Idi0KiABxT+CPHPUO2pPVGIzBE3CJg817KRSvVrSN2OR6MDtGksTtMFmCnif9/9uxTMKiglSpQwvG+p44+z7A/eiYgIEfPyXzvHPKw7GmrUq600PjHHy79CrRNSA8arAiWwc9NvCUYBy1UaAbP3gV3Hyp5wvHp/xkL7ZxUqaHcJfycBEiABEiABEiABEiABEiABEiABEsgAAjQAyIBJ5BBIgARIgARIIJMJQJH22kV3y7o5S9Uwi5ctJcNfu0fqdMjONWw/lbWHDx5SOZQR1h9K/4MH/jRFDmUhvLKh8D++TtVMnhqtY1syYbqKDABjgN+3bDdsu2jJ4ipFgIoO0L+TFC5WVGsfkhvzU6Zi90JqBHj5I8Q/okkYFXhuQ+EPuarWrL6vY853jR85EjcGgFHALz+utkRQr0tLqYVUATbpAiDHMF5yU26c9JIg/3tyQZ9iHv74d/uGzabNQuEb8/Jv3KeDILc7S/QJ/LpinUwdOUamjhrjajC3Th0pMBpiIQESIAESIAESIAESIAESIAESIAESyF8EaACQv+aboyUBEiABEiCBSBLYtn6TSgcQU85ByTX81bulWvNjylDdytotP22QReOmynx4+S9cacoNBgktB/dQqQno5a9HvNbNXaqMAZAuYNPSNaaNNujeWrL7d1ZGAeWqV9Jz84RWdMtUrOmFX3wvCz+bopT+ZikjTmhSR3n6469Ko1rax8YGjQnA+ARpAmIRAsyMUXB16YrlpHaHbMN0AV4MAGBg9NMPC5TSf82MnND+VqlFYAwV8/KH3LBkJoEFYyfL/y5/wNXgaADgChcrkwAJkAAJkAAJkAAJkAAJkAAJkEDGEKABQMZMJQdCAiRAAiRAAplNAGH3R150t2xd+4saaOlK5aTHJWdImcoV1P/et2+f+rdYsWJ5QMATH3nl7cqSr6YrD394+h/cb+yNjTZqtWuaE9q/Twd6+dtB9fj7tnWblCEADAJWfj/PtLWqTevmRAbo10mqt2zo8a45l+syADhy5Ehc4b/gsyly5PBhw/5Vb9EgrvSvWJf5ubVMosdGYHQEY4AVk3OMAsxSVeA2UL7XatNERQf4c99++ej251zd/eSbh8vWdb8oxf/mletNr4XREd49OUr/9lKsdElX92HlaBKgAUA05429JgESIAESIAESIAESIAESIAESIIF0EKABQDqo854kQAIkQAIkQAIpEUAu5JfPv0P27vjd1fVXj3nS0AAAxgTwwoZiZcOCFaZtFi1VXCn8Y6H9Xd2clbURQB5seFar6ABfTlNKVqMCo5CYMQByX6davBgAHDp46Gho/ymy8PMppl2o1baJUvq3GNRNylWvnGpXeV1ABFZMmZtjEPDdHNm46CfTuyLXOlKH6CrVmtWLe/lDZljyHwEaAOS/OeeISYAESIAESIAESIAESIAESIAESCBVAjQASJUcryMBEiABEiABEkgLgckvfyyf3v1/ru6daADw44TpysMfyhQzBTIar9GqUU5o//6d6eXvinZwlVdMniuLv/xBGQWY5UWHIhZRAZRBQP/OAu/p5LLs29nyv8vuz/PfjxzJ+U8FCuQd05UfPC5Vs+vm+gFRI+DhD6OSxeN/MAVRr3OLo57+XeMRLIKjxjvpIrBn2854qgAYBezatFVX01KwcKFcXv6xSCfabsCGIkeABgCRmzJ2mARIgARIgARIgARIgARIgARIgATSRoAGAGlDzxuTAAmQAAmQAAmkQgC5sf/vrJtcXdp1+Kmyds5S2TB/uel1hYsVUQr/FkdD+7u6ASunncDPS1blRAb4aprlPNfp0Eyy++cYBFSsW131GwYALw+93dUY/jn+eWUAcGDvvpwoEp9NERiXmJWGPdrEw/uXLF/G1b1YORoEfl2+Nm4QAJk6csg41YPZaMrXqCzZJ3VRiv8G3VtHY9DsZWAEaAAQGGreiARIgARIgARIgARIgARIgARIgAQiT4AGAJGfQg6ABEiABEiABPIXgVQMAMwIVWtePye0/8Bu9PLPIDHa9evWuDHA0okzTUdWsV51FRWgdMVyMubeEa4I9Lv+fFk3d6ksmzTL9DoocpE2osXAblK0VAlX7bNytAkgKsVrw+92NYgbJ70klRrUcHUNK+cfAjAA2PnLb64GnH1SZylfs4qra1iZBEiABEiABEiABEiABEiABEiABEgg+gRoABD9OeQISIAESIAESCBfEfBiAFCwUCFpMbh7PLR/vgKXTweLPOyICqCiA3z5g/yxc7evJJqd3FUp/JsP7CqFihbx9V5sPLwEaAAQ3rlhz0iABEiABEiABEiABEiABEiABEiABEgg0wnQACDTZ5jjIwESIAESIIEMI5CKAUDnvw2S7pecIRXrVsswGhyOWwKrZyySxV/mGARsWbXB7eV56mcVKnhU4Q+lfzcpkFXAc5tsIPoEaAAQ/TnkCEiABEiABEiABEiABEiABEiABEiABEggqgRoABDVmWO/SYAESIAESCCfEkjFAODqMU9KzdaN8ykxDtuMwJafNqioALNHT5BNy9a6AoXw/h2HnqxSCLCQQDIBGgBQJkiABEiABEiABEiABEiABEiABEiABEiABNJFgAYA6SLP+5IACZAACZAACaREAAYAW9f+kufaHRs3S8nyZaRw8WJ5fqvSqBYNAFKinT8uWvbtbNm+/lfZu2OX7N3+u/o7Ikfk8OHDCkBWVpYULFhQSpQvIyXLlZXix5WS6s0bSNXsuvkDEEfpmgAMAHZv3enqutptm0qlBjVcXcPKJEACJEACJEACJEACJEACJEACJEACJEACJJBMgAYAlAk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shwArt27ZLJkyfL559/LnPmzJFp06bFR9ypUydp3LixnHTSSXLiiSdKpUqVUqZx4MABmTdvnowfP17dY/HixbJ27VrVXq1atSQ7O1twvwEDBkjr1q2lUKFCKd/LjwsPHz4sy5YtU/2fNGmSzJ8/37f+//HHHzJ9+nT58ssvZcqUKYrb77//roYFNo0aNZJevXrJwIEDpXr16lKgQAE/hpxym0HJVModDMmFQcoUhrx582YZM2aMTJgwQcny3LlzFYnSpUtLq1atpHnz5jJkyBDp3r27FC9ePCSUgu3GkSNH5Ndff5VvvvlGPet4zmOc0BO8o9q0aaOePXAqU6ZMsB0M0d3wnsI3Y+LEiXne6cnvKrzXa9SoIVlZWSEaAbsSZgKx78i3334rs2bNUs/itm3bVJfLly8vLVu2lHbt2knPnj3z/bMY5nlk36JBIOpr9CApR32NHiQr3ssZAaw9sSf++OOPBd+8H3/8Ua3TE793WH8OGjRIOnbsGLo9srNR5q6V+M75/vvvZebMmfFvPM4F8I3v3bu3OoPAvje/rh8hGxs2bFBnNV999ZUsXbo011lNbD0E+ejfv7+0b99eSpYsmcqU8Jp8SCB2FoGzgalTp+Y6H0jcy3Xp0kX69u2br5/FfCgeHLJmAnje1q9fL+PGjVNnTWbncTxnEgn6nFTzVLO5kBLAHg7rqU8++UQWLlxoqGfBt27w4MGedF8hHb5tt2gAYIuIFUggegSwmcQG8tFHH5XRo0fHlctWI4GS8Morr5R//etfUrFiRceD3rp1q4wcOVKeeeaZuMLc7mJsXh988EFldJDuDf+ePXsUo8cff1x9JJyUVPu/bt06ef755+Wll16KH4LY3e+CCy6Qe+65R2rXrm1X1dffg5Qpo4FgkQhF5L333qs+6rECuT333HPlscceC42yNkiZAoctW7Yo+YVsxQxJrIQBB2133nmnnHnmmVK0aFFf5SaVxtesWaPmOfndhUPRESNGSIsWLVJpVszaNWsMh2533HGHXH755aE0mNi/f798+OGH8tBDD+V6d6Hf11xzjdx6661SpEgR16wgv+D81FNPOX6n4yann3664gUjprAZLemSqVGjRsnVV1/t6DlzCh7zhW8oNiLpLn7JVOK48L568skn5f/+7/8cfwehLHjzzTela9eu6Uak7q/7e4TNKt7JL774oifZAp833ngj7esFJ/ON7xDeMVD+6CwwIsH7C0avicaVuEfMGA4Hb5deeqkyNAlL0S1TsXFFfY1uND9m7xCvMhXlNXq6181BfDv8fFb9kin0GeuPu+66S15//XVHQ0h1j+mo8QAqmcmC1a1POeUUue+++5Sxcn4p2FfDAPn++++Xjz76yPGwsR669tpr1TcsUw0BYKh94YUXKiWazjJ06FB1XlWuXDmdzYayLbM1hV1n//GPf8gjjzwSyn2vXd+d/P7DDz/IZZdd5vjMz6xN7GOw1w7bftcJAx11Dh48KJ9++qlgX5zoNBVrG2cBbdu2VYzggJLpBd89GNk8/PDDuc4prcYdO2fK5He50fiDPifNNNnTdaaVaVzwDH7wwQfqDDlmYGs1xlR1X1HnRgOAqM8g+08CSQRw+ImFu1NlYDJAWOS/8MIL0rlzZ0u22Fh88cUXymDAyUs2uTG8dKEswiY2HUpIbLzh6X/LLbcor4RUym233Sb4s9uA43Afyg5s8mMejm7uh83+E088oRRs6dhoBCVTZkzsDs+gQIByqEKFCm6waq8bpEzFOo+N7BVXXKE2X24LDH5w4BYWJUhM8Wz1nCBihlslIN5VWBDeeOONrhTaMZ5/+9vflIGFG8Mot3Phpn7s0BAHymPHjjW8FIcb//3vf10f4KxYsUJw+IPoJKkUyBLeVThkC0OUF50ytW/fPvW9w7dVd8Fm5d///rfuZh2356dMxTqB5xAGK/jup7JmSDej2Dj8+B6BxznnnJPSezx5kuFd2qNHD8dz71dFJxtxGCvgXaGrHDp0SK1/sS6zK6l8S+zaTPV3P2Qq6mt0I5Z+yVTU1+hGrPyQKaP7BPHtSPW5cnKdXzKFe4MNFLvXX3+967Un9sg33XSTWnNEKWLXpk2bVL//97//OcGfq06697quO+zhAijPcC6Ab5UTw22jW+FMAOt8cMu0gkiSiHaQKhszHjjjevfdd5WXeyYXPIe33367vPrqq66HmemMcO4Bg1uv5e9//7syYi1RooTXpiJ5/XfffacccH755RfL/odl7+Yn5FWrVskNN9zgypArsT9nnXWWepdXq1bNz26mve10nJOmfdAaO6DzTEtjt0LRFIx4sV5OZe2Jc+Wnn35aRYDND4UGAPlhljnGfEMACxAoA1NV3sRAwdP2tddekyZNmhiywyErFr133323580ZPLWwiA5SsY3+474333yz5/7/5z//UR8cM2UXvK/wOyxkvRRs8NEGwiEHWYKSKaMxOVno4LowGAAEKVMxVlD0DBs2zPXBYiJrGAFAYWJnxOKnzMW8FHAQZmeM41Zpg83G22+/rbz4vRwkhYET5sBptIdUDAAQknb48OEqPYmXgoNrLMCRbiJdxQ+ZgpLon//8p/LS1l0g+zgkKViwoO6mbdvzU6ZiN8dhNw43cPCW6nOY7kMkP79HOg0AdCvVbQUoqYIThWDsEt19XbBggTqQxLvMrrj9lti1l8rvfslU1NfoySz9lKmor9GTWfklU0byHcS3I5Xnysk1fsoU7q9r7Wm3x3Qy1qDqwGsba0+EXU21pGuvm2p/U7kO6yEYFcMBwWuB4ghr0kzzaEfKiG7dunnFk+d6nGu999570qxZM+1th6VBrCcvvvhiAcNUCg0AnFELw9mTs57qr4UUboiG5ySqTbr3bvpHn7tFPGd43lIxbE9sCRFfEZ0kU1NPpuOc1O+5D6p9P860gup7EPfRsfa0030FMY6g7kEDgKBI8z4kEAABHLDD00BHsVIg4cAMXlvIoe21pGOjgTyMf/3rX1UuNK/lhBNOkHfeecfU4w7hsXQpwk499VSVPqBSpUpeu+34+qBkKrFDbhY6uC4Mm7AgZQpjhnU/DGc+++wzx3NpVhHKWjzPQRrhxPpi56WW3Ge3ShtszDA2zI/Xkg5jpVifnXipJY7PrQEAlNvw2nr22We9YlLXI7cWDgbwfgy6+CVTfhoApOOAxG+Zis27LkVIOhhhDEF8j3QaAKQzAoBThWBMNnQaAECe4fEGxYqT4vZb4qRNp3X8lqmor9ETOfotU1Ffo8dY+S1TiXMS1LfD6fPktp7fMoX+wAjpvPPO8xzVBWsovCeRMi/MRecasnfv3sqINFO9IXXuSyATL7/8slJAZVLxywAgHWdOQc6LDkVIpjNiBADvEgkjL0RHdGLQna69m/dROmtBlzzhbjr3RM56H1ytoM9JgxuZv3fy60zL314H1zoMKmEoqyOK5iWXXKKcVdLpFBcEORoABEGZ9yCBgAjoXITg0GHMmDEqf1NyMTpchBIWXrIIoxILKY6NCDbxeDFbhb5HGDworIIqOg/b0Wd4hWKMRvm2EZr+/PPP1zY0LLphCBBUCUqmYuNZv369ChHtxKo4dk0YDACClCm7MMfIJYboFrVr11aINm7cqEIbPfbYY4Zikw5lbaohd90obbZv367eK++//77huPHcItw9OMH4Ae8rRNl44IEHDDe16cqvjTzWWNiahfs3GpxbA4AZM2bIaaedZhjKD/lokW4A3jhly5ZVnm1O3u2IRNOvX7+gXlUShEzB2AvPl5NDDzcDD/obGIRMxcY/a9Ys+ctf/mJohINoEfgNETqQIzIW6hgbOhg5zZkzR0aPHq0MnfAO0xku3sn8BPU90vX9SNc7CvOF9+w999zjygtG52EX3jeQJafPpptviRNZcVonCJmK+hodLIOSqaiv0cEqCJmKyXeQ3w6nz5TTekHJlJWxIL55WHsiWl/lypUF63lEWkNEPUSrMirIhQ7jzDAfSlophKBQxF4SRgwYw4EDBwQh3rHWNotYmKn5tWE8A2NbrGeSC2QDa3eshxAJAZEFY6weffRR0z0AFHHPPfec4PpMKTDSAQuk0NBZevXqpVIGVq1aVWezoWjLzggSa2yk3Tz55JOlSpUqkpWVpfq9e/dutW77+uuvVZouRJPA2d3xxx8finHp7oSuc61MfUfZ8caZEt45SKPqpOQ3AwCkF8G7Cylaqlevrt7jiMz0zTffqD2SVaTLTHyXx2RE1z431p7V2bsTuQx7nSDOtMLOwEn/rFKR4EwE73v8Cx3Nzp07lW4LegYjxzCsobDm6NOnj5NbR7YODQAiO3XsOAnkJZC8qDVa7DtdhKB1M6VE4uEilEMPPvig2tjHNhPJPbMLVR50Hq3kRYiREgLeNLC6e+GFF1R4PatDZasNZfLhIjb1MJQ4++yz4wtDJxv8GNNbb71VfcyCChUdlExhfPgwQxag8HFTwmgA4KdMrV69WnkWGYVqNwtVj4NPKHHxrBqVDz74QM444ww32D3VTTWyhBulDQ4zsAEzenbNwqriuUd6E7NIKkF72qRqMe3GAAAKfRzEGlnP4uAWh9JG6WBw3bhx41TuciPGkDW8r4IqQchUqmOxCpcItlCeZmdnp9q8q+uCkKlYh6wUIfgW4vs6YMCAtEQfsYMW5PfI7GBEp4Lcbrxefk/Vi1rX+IyMvfANRqQns5Qdbr4lXtgkXhuUTEV9jQ5mQclU1NfoQckU5iTIb4euZy6xnaBkysqg0mztabVGgEH+xx9/LB06dPADi+c2ca4AY9qRI0fmAwId0QAAIABJREFUacsqrOrKlSsFxg1GocrTYZjsGYSDBqyUINhvIy2AUUrBHTt2yDXXXGOY3xaOGjBOrV+/voMeZH4VK2NA7HOwFw7qDCVI2laKEHg24t0Tc9AJsl9hu5eRAUAYzpHCxsmoP9j3w3jpuuuuy/UzzjSxPjA6l8ovBgB4tqBYhJOAmbGeXYQOnNsjRUnjxo2jIA6u+hjk2burjoW0cpjPtMKCzMqg0mrtabVGwDoLqXGLFi0almFq7wcNALQjZYMkkD4CsUUtFiGwFoeSMOZRl9wrJ/mezazrsNnHCxIWxNis2lmdW72g0a+gF96JixAoCB9++GG1cTYKge4kV59VtITY4SIY3Xjjjcr62iy/k93CEKzg4QYlJDxxgyhByRTGYnYw0r17d7nhhhuU1R7GnlyClh8j7kHK1CuvvKIMJZKLXdi+xYsXC/JFGuVHdqMw9ip3ZkpBKATxfJQoUUJ5wBgVp0obeFXhoOehhx7K04xdeNFffvlFkIttwoQJea4N2hPLLAwm3ltghPe8UT/dzOfevXsVd6Nny87gyEr5AGMUhOMuVqyYV5GxvT4ImbLthEUFK2OUoDcbQchUDIXZgWQUwhoH+T2KugGA0YEq1qF4R0E5ceaZZxo+HToMAHAgiXUWPGcSC97hME4aNGiQp2+Jl+c++dqgZCrqa3RwC0qmor5GD0qmMCdBfjt0PnextoKQKaw94eWHeyUXuzRuVusEtIcUJ+lI1WU3FwsWLFB70xUrVuSpapc6y2w/k6meWFgT9ezZMw+nBg0aKOP3Fi1amOI2M2ABKxxod+rUyW6qMv53K2OUsBvSeJkcK2Pb/BLW2Ck/GgA4JZW3nlFqGxixI3c9ziOMUsNmugEAvmEw0MP4nSjuEWXDbE8E4k7PuVKfxfRcGeQ5aXpGqO+uYT/T0jdSby1ZnWtbnS9YrRPsztK99TgcV9MAIBzzwF6QgBYCCJOLzTYU2naLEByawrrsX//6l+m93SiR7Abw7rvvyrnnnmtYLWgFLjwtoJzq3LmzUqTaWXlZeVzHBmS2YEO4TFjKwhsW97M7vLFbGAbNKkiZSj7IRBitO++8Uy2U4ZkNgxQjb76gmRgJcVAyBU/rq666ytALxC4cltUBQZcuXeStt95SYSf9Lsn9wOEVnke8iypWrKiUOWZpM5xujOARCoUQ5De52Cm1rTzig+SEficfuCdGXMEYERLdaMPt5t1tlS/aLjS9lUy56YNXmQtCplLto13I16DDjQUhU2CFyDYwEMQ6I7ncdtttSkli5OmWKmfd1wX5Pco0AwAo3zG/SK9ilctXhwEAIjXhe5HoRYqDfnhEwssPqUuMitNviU65ClKm3PY7TGt09D35kN4vmYr6Gj1ImQrq2+FWdp3WD0Kmfv75Z7UuQ7jf5PLEE0+ofYxZ+e2339S6FZGVkkvQxt9OmaKe2bvDiVLbyiPejpebPoalrtn+xkloeqtvaTq+Z2FhmtgPq+gbQRtwB8ln9uzZMnjw4Dxp3KCcxVrIyrAkyH6G4V40AEhtFsxSTOB88+KLL1aOE/nRAMAtTUS+wXk4ntmw7E3cjiGV+kGdk6bSt7BdE+YzrTCxgk7AyGHMyVmt1Vlz0OmWg2ZKA4CgifN+JBAiAmaW6LEu6lTgWG1cw6DAtZoWKw/Z2HW6Nt9Lly5V6QEWLlxo2KWws/IiU8j5h5C9yPuMMFrYUMSiJVgpGsPOxGgiU5Upq8MyJ8oUs8VSkB4kULBDOYQ/bBgRjrFOnTpx4xgdBgBeOX311VfSv3//PFMXJCfcPPY+gDIVzwSMYWJRXawU927e3Vbt2IXxt3ouMa/4szN60vFJDEKmUu3nrFmzlHecUb4xRHKA9wBybgZVgpApjMUsXHRUvLCC/B5F3QDg9ddfl2HDhskpp5yinvk2bdrEU0L5aQAAb1uE6oNBSWKBMRnSmuDZC5MBQJAy5fZ9ErY1erpkyo5b2NboQcpUUN8OuzlI9fcgZArPEXJsJ6dFwtrxiy++ULlIzYpV5Kowh3k3y6ntZG9mZdQcZBSpVGXK7XVm+xsn82v2js7ksNFu+JopKGNtBJ3qzk3fvdY1CxcddIQxr+MI4noaAKRG2SiiG75nOHvC983MISHTIwC4pWl15oK2dJ0nu+1X2Oqnek4atnGk0p8wn2mlMh4/rvHqgGQVucru7NOP8QTZJg0AgqTNe5FAyAhYHfihq3aesm6GY5V7ER4Pzz33nG0qATf301nX6iOD+zjxcnDaHyvFJdoIOysvMoUFz/Lly6VSpUp5FGKZZgCQqkyZGVg4VUybKbYhW04MCJzKsV09pLvYt2+f1KhRI64oil2jwwBg2rRpSoFvlJv+22+/lR49elh20WphGCQnpCBBWNWaNWvmySmnywDA6gAWG3q8m81SjlilSwj6sM1vmbKTaaPfrcIBoz7SLsDQKcgShExhPGbvmrB/w2JzEeT3KOoGAEgFsnnzZmXIlRzVwU8DALyn4UmTmNYm0eMtbB6TQcqU23dK2Nbo6ZIpO25hW6MHKVNBfTvs5iDV34OQqZiRQXIfnSh4cY2ZkS5+C6NiAOt4GFw9//zzeaYFEfaeeuopldbLrFgZPTgxIEhVFtJ1ndUe7PPPP1fGI2bFLF1COgxJ08XP6r5W4YD79u0reDZhgJppxWoPh9QQ/fr1y7QhexoPDQDc44P39tVXX62eocQSS/Gybds2GgA4xGpmHI/LdZ4nO+xOaKulek4a2gG57FgYz7RcDsHX6jHjZ6M0qE4U+FbRutw4Ufk6SJ8apwGAT2DZLAlEgYCdt7aTF6iTcdopQcKc2xDjs7NCdHqw44SVnXdR2D0i/JKpTDMASFWmzA4HneYsioLFow4DAK+KH6sNWljCkuoyALBKeQDDEqQBOO+88/J48uM6KLAvvfTSPK+2mFcAQoCHoeiQqVTGYaUs6tixo7z99ttKaRqWokumMJ6HHnooj2c2/nuQkSH84qr7exR1AwArzn4ZAJjNAdatN910kwr/7/U74Jf8GLWrW6bc9D1qa3S/ZMoJsyit0YOUKZ3fDifzoLuODpnSocy2UhAjlPc555yje+ie2vPqhYWbm3kvOwnj6qnzabjYak04ZMgQZQBSuXLlPD3buHGjcgCYNGlSnt+efPJJgad3ENG20oDM0S3NogHFLn788cdV+o1MZGQWUpyRIYxFhwYAjh6pXJWM9tCnnnqqvPTSS8ppx+r7zwgAuXl//fXXAqMtIweVAQMGqBSfxx9/vPtJyrArUj0nzTAMhsNJ15lWmNh6ddSyMpwbNGiQeg6DjM4ZJFsaAARJm/cigZARsPI0QFd15UCBdxYUSPPnz89DAAqmoHMgu50GKysxtKUzN6PV4Q/uFRbloxlDv2QqyINMt/KRSv1UZcos1Ca8G9566y2pWLGiZXesDp/CopjTsbC1Osx18l6LwmZW54G7Vd5MvKMRThuK/qJFiyr5gvIf7+3rr7/eMLR9zCsgLIdtOmTK7XMORjjYhnecUQnjgaQumbJ6XwcZQcPtnDmtr/t7RAMAp+SP1YNnG9ZeiYdoyYZHNABwxjVqa3QdylpnZPLWitIaXfd7yoqZrm9HqvPi9TodMmXF24k3PMZg1Y9Ro0aptFlhKlZjdro3NlufOTVsDhMPu74gTD0M1J5++mnDqohchqgJjRs3jv8OTzesI3EgnVx69+6t/nu1atXsbp3Rv69evVqdM02fPj3POMNobKtzMszeGZkYQUMHNxoAuKNoZHyEcwG8d2C0hBKFMxN3o/an9p49e5QhEgwnjMq///1vZSQPA+b8XlI9J80P3NJxphU2rlZrZSeRXq3Wrk7P1MPGxGl/aADglBTrkUCGEbALraNrw4SFIxY777//viHBKIRZMcvpGBuQLkWOlScu7hX23Ml+ylSQB5lBPOqpyJQOBlYhk8LyLOpY2Fp56cGjHWO1KlabWbzP/vOf/0iRIkWCEBXTe+g8cLfLnYlOIL/3Pffcow4mX3jhBfX/G1mwI0oJ8nKXLFkyrXwSb65DptwOxio9AsKU45uYnZ3ttllf6+uSKat2YmGMETJ+4sSJMn78eGUcOHfuXDW28uXLS/v27VWuZHhJNG3aNE+aEF8hOGhcx7s48TY0AHAAPaEKvmN4h8MIKbEkGx7RAMCeaxTX6DqUtfZk8taI2hpd93sq1TVTWNaWVv3XIVM6vp9Wa9cwelIm5qpN5turVy/B2qtq1aqWj5vZ+gx73jFjxgii7GVSmTVrljJeQ6Qxo4I10B133KGMbpEC7OabbxYYvCWXWrVqCYxCevbsmUl4UhqLWXoENJbpSjWz5yf23i1cuLBaX48bN04ZGM2cOVMQsh2ldevWAkObgQMHCgwGypQpkxL/KF1EAwDns4XIGnA8gtFSYoEh2jPPPBOXFxoA2DPFOQuMu+6//37Ds5NMNHizp2JeI5VzUi/3i9K16TjTChsfrwys1q6Z/izSACBs0sz+kEBABIxypybe2suGCXkiN23apA5nkT8ah9tGBUYGr732mkAZEtaCscAaE2FljYpORY5ViD/c+8ILL5Rnn302VIq1RCZ+ylSQB5l+y2KqMmUVDstpuCIdB5R+8/G6qEP/rEL4O3mOosBJdx+RbwwHRoiQYFZg9Y8oE6tWrTKscskllyjjCBxghqnokCm347E6kES4VhhJxCIquG3br/q6ZMrq+cOBNQ4g8a+RAUny2GAEgO9vokecX+N32q7u75GZAQBCuCL3ZqKiAM9gq1atpF69eurAFkoWhAwOS7SNZIY6FGuJbZqlHkkMRxqrTwMAY4mO+hpdt0w5fe6jtkbX/Z6y4qTr2+F0LnTX0yFTVga2TtO3WUXpCqMBAObBLIS/0wh/6Vif6ZYfN+3hG4b0T5dffrnlGqhGjRoCj9GYsjbxHlD+wxAXIaPD+u13w8RLXStj27A7TngZd+xas+cPKSP69OmjzuGw5rYrkCkYm1x00UWh25vY9d3N70YGANizIh3b7NmzczXVqFEjqV+/vuC8EuttrL3TbfzvZqxe6xqd6+GZQjqaHj16xJunAYAxabzrd+zYIdOmTVPKfxi8GxWrdIte5zCK16d6ThrFsabS5/y2ZjJi9Prrr8uwYcPy/IRnCQaTnTp1skVrFlWXBgC26FiBBEggagTsvD2h1MbirkWLFrZD+/zzz1VeOqMNqtXF8CaFVWmDBg1s75HOCnaW+rfddpvyhC1UqJCnbmKRiJCA1113nenicPTo0YLwgGEsOmXKaHxBHmT6zTdVmdJxwGrVhtMQpX7z0bGwtcrthM0rwpCfeOKJhkM5fPiwTJgwQT2LCI2cXMLizaZDHpLHBsMtWPobhRq1mncsuHEdwpQWL17cbxFx3b4OmXJz0+3bt8vFF1+cx0MZbTg9FHdzP111dcmUlRIjlb7iEA7e3YkHTqm0o+sa3d8jr7wQ+hYHt1izhU0ZoEOxljhva9askfPPP195ssVKcjjS2H+nAYBIJq7RdcuUk/dCFNfout9TVpx0fTuczIUfdXTIlA7lfRTSdCXzt0qLAaNQKCjNIkLBaAIGfshjb1RiEYP8mPN0tol9xgcffCA33nijaSQAs/4hOhLOC9q0aZPOIYTm3h9++KGceeaZhv1xYvAdmoGk2BEzJUaKzcm1116r0r6FKYpbqmMxus4LL+xFrr76auWQk6l8YszMzvWwz4d8JBqw0wBAZP369TJ8+HD5+uuvXYkrZOqhhx6S0047LXT7N1cD0Vg51XNSjV0IdVNBn2mFEYYO5b1ZG3C+eO+990LleKJzDhgBQCdNtkUCESGAsLs4QIXVtNni+JZbbnGk1HazkMYhLayRoUBD3rqweT8ms7DL1QQLMVjx64hgYJWDFf2yO0RJt+jplCmjsQR5kOknSy8ypeOA1aqNsOQL1LGwtcu/jg0XFGbYcJUrV07ltI9ZaT///PMyduxYUzHIZAMADBrPGtIkIEydE8OuSpUqCbzdEYUibMrH2CTqkCk37wWj/OSx6+HRDl6Qu7AVHe8YjAleIwhxi/C1ukpyfndd7abSju7vkVcDAIwBHkwwqhw6dKijtVsq407lGh2Ktdh9zbxCksORxurTAEAkE9foOmXKqUxHcY2u+z1lxUrXt8PpfOiup0Om/DYACMvaM5m9Vf511MX7+YYbblB7ZRjLHzhwQNatW6f2z1gLmYXCx7WZagAQYzhv3jwVot5qz5HIGw4X8CQN4/pR9zPppD1ESIJCFt6ARgVGFmeccYaTpiJZByHaIT9QIOosMMhBpLKw7um8jNXNmsjsPtjHwbAJURMytRjtY80cxGgAIMoouVu3bo7FAVElcBYPA+4KFSo4vi7TK3o5J810NrHxBX2mFUaufhoAZPrakwYAYZRo9okEfCRgF+YZSpyXX35ZqlSp4qgXbhfSULxB0YjFc+fOnUNrBOAkRB+8ZHHY7nWDhMUOvGeheDQqOg0NHE2qy0q6Zcro9kEeZLocvuPqXmVKxwFrfjEAwKQsXrxYzjrrLEMvfseTZlAxLIewOuTBjAOeN3hcm0UkSb4uMWdpGL0igtws4X3+j3/8Q0aOHGmIF99XRAcIY9ElU24PQpyygKcgvpUFCxZ0eokv9XR/j3QYAGCgYQwjqUOxFptEI68Qo3Cksfo0AHBnAABuUVij65QpJy+IqK7Rdb+nrFjp+nY4mQ8/6uiQqfxqAAAlJCLh4TxAd8l0AwDsC5cuXSpIEfHNN984wocIiuCN/O1ezx8c3TDEleBti/Mko3RSffv2VYYBWCNkarF6x3sZcyaHQHZ7bmnGcciQIfLiiy+qFFyZVhDFDmcd77//fq6hme3BaADg3gAA5yZwioMjCs7FaQQgyhnHLj2OrrP3KD+zQZ5phZUTDQBSnxkaAKTOjleSQOQIwHsK+ZlhLWxUYMmKvLw9e/Z0PDYvC+n27dursH8wBAjbJtbO2webdeRw9qrswmIHH3JY9RuVMB7oJ/bTD5ky4hDkQaZj4XdZ0atM6ThgtWoDxj9YWKfbs0TXwhaHkvCIhcJQZ7nrrrsEf+l+Z+mQh2QueB/NnTtXbr31VpVDy23BweSjjz4aurBZumTKCY8ZM2aoDb1RhB1Y/GNzi1yTYSy6ZMrOAAAHH/jmIdco0gAhbQS+JXhHwpMJjIxKly5d5K233kq7143u75FVDlu3chK2g1sdijUwMGMOLzWsxYwiStEAwL0BQKK8hXWNrkumnDxbUV6j635PWfHS9e1wMid+1NEhU34bAGDf+fjjj0uxYsX8QOCpTUT7wTd9+vTpntpJvDjTw7DCsOiFF16Qe++911CBbQUSayhch9RtYY+mqE0gkhpCiHLs75AOwajgWfnnP/+Z9r2aX+O3Whcl3rN79+5y+eWXS79+/ZSSMSsrS6Dg/eijj5QMmUXgwP4Z/DKtIOoInhsdJSxGyTrGktiG0Z7Zav9KAwD3BgCJvPk+z6Hh9ZxU93MQ1vaCPNMKKwM/DQCge8EZaKdOncI6fE/9ogGAJ3y8mASiQ8CJVV0qIb9SzS8aI4dFz3PPPSfnnHNOaDZpdh7tOkMRf/vttzJs2DDTDZhRrq2wSJ1fMmU0viAPMv3gq0OmdByw6mjDDz52G8/Y7269gew891IZCw5MzIyoUmkv1Wt0zyUUsNhUXH/99aah/+FJY5Y6JjYOHBLgnd62bdtUh6b9uqA2S3YHkpAbGI+k24PdDLAumbJSpiDcIQ7NateubdgNu5Cu+Gb26NFDu4y4adCP79Hu3bsF8oOCA9qyZcuqf1HwrQUXKJhgpAVDTSOPt9gYwiRnOhRrGNcnn3yiFEyJ44bR6ujRo6Vdu3aG00cDAJFMXKPrkiknz3yU1+h+vKf8/nY4mRM/6uiQKb8NAMKy9jTjb/esuJ23sBmzue2/VX0oXaFchRLWqOAAGoaRmzdvtrzt3XffrZTgqJvfipWxLUKVw3s5Ozs7o7FYveOxPkIqN0TCMzMSsUpXBiU50k2UKFEioxhir4t15OHDh9W4ML7E5wcpSvDcTZo0SZ555hmZOXOm6fgzUc7WrFmjQtPjm5hYrM6IaQAgsn79ehk+fLggKkmq5dprr5UHHnjAs3NZqvdP53U6zknT2f8g7x3UmVaQY3J7Lz8NADJ57QnONABwK22sTwIRJIDDYyxk4W1nZumry6MdeBIPq3Foi3zSVrmksUnBxwyK9XQXbAqQGxxW+UYllSgJZmNatGiRskI285gIc3ixoGUqyINM3TKoS6ZgsQ8FyGeffZaniwgfhmfILoSYLgWfbkaJ7ele2EKphrDrd955p6Oc9giBjBDt8IQ38kTG+wyh8dJddM4lDkTgLXPLLbcYDgtM8DvkbNq0afLwww9b5izVaSSlg7NumTLrk1XaiSgcFOmSKa/KlK+++kr69+9viDkMz186v0f49k6dOlWuuuoqmT9/viGjMIW+9SoLGCC+fXgnJytLbrvtNhUKGXmljQoNAIzfVFFeo2NEOmTKyXclymt0jC/I95Sub4eTefGjjg6ZWrlypZx77rkye/bsPF10mjpKhxGBH3yctolw9jfeeKPjnPYwCEQUQERySS69evVS+5qqVas6vX0k6sHLEYois70/zmOg2IcB4KuvvqoiN1qdoaTivBEJUBadtEs7ESYjSD9Ze33H43wCa0kYluaX58/NfIAPDJbxDJqVMKd1czNW1MXa8L///a/A+Six9O7dW8lItWrVDJukAYA5aTyjmzZtknHjxslrr71maVCCVhDRDI4YYXUUcCtTTurrOid1cq9MqBPUmVaYWSFaJM4AjIpTZzEdRgRhZmTWNxoARHHW2GcScEnAziof1sGwcvUrj9WqVavkhhtuMLV0x3AuvPBCefbZZ9Nq9WjnLawzWoHdAQAUaAhTBsVbGEvQMuV1k5suhjplSgcDq00awr5jMZTuTYdfC1t40I4fP155ROKQEopsFHjatGrVSrp166aUjvBgR4F3DvL7JZd33nlHRSxJd9F54I4xXXrppYZexfg+4EAgcePvxKgiTNFL/JKpRBnAgSQ27mYbEqtQ5emWpdj9dckUFCCDBw82jBbxxhtvyNChQy2HbKVICYMXpI53sdc5t5JpROoYM2ZMKKJw6FCsoY2TTz451/vJiYU+DQCcSVlU1uix0eiQKTsyUV+jY3xBvqd0fTvs5sWv33XIlA4GVgYAYTB+c8IfnrVLlixRe36ss2EYGXM+wJ4Wueuh3B84cKBUr15dGbRh/Z1cwpKWzMmYndbZsmWLMiA28vzHGQPOYmBEEov+g3btjCrsIuE47VuU6lk9J1j/fPzxx9KhQ4coDSmlvsJbHYbb2KMlF6eOAWaKFCdrrJQ6HbGLEA3gkksukU8//dSw5zgrgIFAkSJFIjayvN397bfflKMJlNWJxW7fRgMAZ1OPM0Gk1kCqRLMoblFwFnA2Wme1dJ6TOrtj9GsFcaYVdko6GJgZAGSq8WlsTmkAEHbpZv9IwCMBHMTDujfdXuYbN25Ui0pEIjAqyAOMUK4tWrTwOOLULsdBGZQ3sLo3KlAS4vAF3gpec3/jIARzYuTJjXtDAQkrUSwCw1jSIVNBHmTqYq5bpvbt26essp9//vk8XYTHJ3JjV6xY0bL7YVesofM6FnVe59BsMxsmxZqOw2Zwsno3W0UhgacADgmuuOIKw8gyYdrEBiFTq1evVt8Ho28tvh848O3Tp49X0fT1el0yZXU4a3eQhAGG/TApDN+jn3/+WRlSfPPNN4YyEYZUCeiYDsWa1fOr44GAkROMvcqVK6ejuZTaSLdMhX2NnghVh0xZTVLU1+ixsQUpU7q+HSk9PBou0iFTVlG6nIbThsIchqhGygEn304NKAJvwuz9nkmKNUDFmhnewjC2TS52ZwyIAABF70svvWQ4P/nF4z3G0chLOQYmDA4lQT5EZkoMpwYAZs8fDQCOzSLWh5dffrnhtDp9twcpE6ney2rvlmqbidflR2OlZG6IuIhUgIgsYVaiYuznVSZ0n5N67U9Urg/iTCvsLN59911lLGlUnJx/WJ2pO/12hp2RWf9oABDVmWO/ScABgbB5sFgtoDGcdHnW2oW/xsYcm2scRpiFmnUwHaqKXY4jeEeMGDEi7TmOzcaTLpkK8iDT6Vxa1fNLpryGK4Inydlnny0LFy7M0/2wHC6GYWFrxilMVqG6DtzNeDvxosGB5tNPPy3XXXed4eMQlk1sEDKFiC04CDIqp59+uorokk4Fo5P3mi6ZsjI0gvcDvqVWhQYA9rNl9U3E1WF5n+tQrPltABAGw64wrHHCukZPfhp0yJTZExb1NXriuIKUKV3fDvs3nz81dMiUDt7fffed9OzZ03CQTsOa+kPIn1axhkQaF/wll7CsH3WN3My7Fu07iRBllpsb14dpb6KLl1k7v/zyi1xwwQUyYcIEwyoffPCBnHHGGX53IzTtm3nwd+nSRTkGQOlqVWgAYD+VVt+HTFIW+W0AANJO9oD2MxLtGgsWLJC//OUvsmLFCsOBIA0M0i4WK1Ys2gO16L1f56QZCyxhYEGcaYWdo9c1+969e+Xaa69VRpnJxWnKrrAzMusfDQCiOnPsNwnYEMAiDjlT8YI0KunwMrc62EAf03FgjQUILMmhWDULx4TQXvC81qH8v/rqq+X99983nBNs0kaNGmV6+JNuoU+nTOk4WAuKn58y9frrr8uwYcPyDAVGKl9++aV06tTJcphmz6DT64NgGIaF7YcffihnnnlmqBeFOg7crcJHImLLc889p1IkWJUo5Kz1W6bsDiSjkiNSh0xBVqzagecD/qwi6dAAwP5Na2cAgO9Bv3797BvyuYbXTTq657cBAO6RbuVaGNY4YVyjG4mnDpkyahfK/yiv0ZPHFKRM6fp2+Pw6Mm1eh0xZKbPbtm2rjNzr169vOUSzNb7T69PFL9X7ImoCziqSQ+Jj3fnFF18I0uE288o+AAAXlElEQVRlSrFKjeTkew35euCBB5RDQnLJT97aVsa2iIaHZwhGffmlmK2PmjdvLu+99540btzYEgUNAOwlxer74HSvbH+X9NcIwgAgDGnc0k0aqWD++te/mhoxZboC0s9z0nTPbRD39/tMK4gxeL2HlUMbomsgra1VsXoGnVzvtf/pvJ4GAOmkz3uTgE8EEMoTIeY/+eQTwzukQ/mPjlgtoPF70AYAyFMI62hYWvqt/Ef7N998s7zwwguGcxJ25X+6ZSrIg0wvj6XfMmV1QO8kgoaZh59TTwEvbJxem+6FLfLb33TTTcqzPbmESZGr48Ad7yV8K/73v//lGavTDWjYlbUYmN8yZWYwgnvje/v2229LnTp1nD4CaaunQ6bQeSvLaieHZQjBjcMR5AZOLmHwCgzD98jq2QWzdCu0Y/OmQ7HmtwEAIwDkzFbY1uhmL0IdMpXcdtTX6EasgnxP6fp2pOvjp0umvBjpHjp0SCl34dGbXOAtiPVn2bJl04XIl/vOmDFDTjvtNIERZWLJREXuV199pdI7GBWn3+v8rqw1MxiJMYXXLCJMeU3V6Iuw+9So1bmAE8MSOMFcf/31eXqXn6JK2E2N1bPrdK9sd48w/B6EAQAjAFgbyUMOMkmmkuXa73PSMDxHfvfB7zMtv/uvo30rBb6TCBpWUTigPzv11FN1dDOUbdAAIJTTwk6RQOoE7MJXQhmBQ4RmzZqlfpMUr7TK14Img3zhwpIeShnk9DJT/sMCDJuiokWLpjjinMv27NmjFIpGudvxO5T/r776qvTu3TuUm9YwyFSQB5mpTnYQMmUVWhvWjohkUbBgQcMhWDEM02Yj3QtbHKYgr1TygWTYPGx0HLjraMNqER4WS38/ZQoHknh+zCK7RCk3qw55iL18zMKSOjGIgDLm5JNPNvw2O8ntluo73Ol1YfgerV69Ws477zyZPn16nm6HyVtUh2IN3z3k9TWLaOV03szqnXXWWQLjuHSm6AiDTIVpjW41pzpkKrH9qK/RzVgFKVM6vx1en+dUrtclU9OmTVNKXqN9pZ3xmlWIeKztb7/99lDuEVPhjWus5DMTx6tjHWpmYBK2/UmqMmF3Hc6JYERq9Hw1adJErcOzs7Ptmsmo363OBewMIqyewUzKbe9lwnG2AyMJRAI1KpnkLQp5uO222+TJJ5/0gsz0Wpx3jh49Wtq1a+dL+1Fp1OqZxRhgxITos0WKFInKkBz1M4hzUkcdiXglHWuJiCOQffv2qXeykW7FifFafjampAFA1KWf/SeBBAJQxOBlaOTNiWo4eEdIZxwOB11wwIYFzUsvvWR46wYNGqhFYYsWLXzvGhYgCDcI5T48DY3K3XffrZT2xYsX99QfjBubA/wZFSyGERVgwIABoTzYCYtMBXmQmcqEByVTkKd//OMfMnLkyDzdtFOswdoRiu0ff/wxz7Vh8mxP58LWytgFm2LkKfWaCiQV+TK6RseBu9Vz5dQDy8yDC322O/DWxcKuHT9l6uuvv5bTTz/d8EAyaocdOmQqNhdWHjNWOVoRGhApAoy+mU42dXayoOP3dH+P8L1BhJLrrrvOcDhQlj/77LNSsmRJHcP11IYuxVoqnbC6t1OPy1Tum8o16ZapMK3R7fjplKmor9GtWAUpUzq/HXbz78fvumTKKh0Q1gkIX25maARvXXj6Jys3EQ4fe9Y+ffr4MfS0tGmlCIAiFxHNgjgPCHLwVjLmZA9mFZ0sLGsjP3la7X9xX5x/IUWCV6cNP8fgR9tW0aDs3jlW5wJh2b/5wcxNm2vWrJHzzz/f0AA1E9/NbtjE6kYhEmAq4/LjGnz7cCYBQyazkonPXlDnpH7MWdja9PNMK2xjteqPVTogq3OmXbt2qXRvMKhMLmE6P/FrLmgA4BdZtksCAROwOjRHV2AdDkVz586dPfcMB8tjx46Va6+9VrDptFOSY9M6YsQI5b1g5m0f5AvXasMDOFD04c/r4TkWO9jUX3rppYbMoRxCKCxs0MIYri5ImbITyiAPMu36YvR7UDKFe1steGAxjEOQZCW1lYebneFAKjy8XKNzYbt7925lQe3EihrGQDBSSs5FirGEUZGr48DdKmctxm0mT7H5tQqbjLDaH3/8sXTo0MGLOGi5VqdMJXbI6kAW9a655hp55JFHInMgqUOmYnyswvgPGjRIfRurVKmSZ37h4T9s2DBD47ywRFPQ+T2aN2+eSsOBP6wF7NZTCJ+I3Miob2bAaLXx1fJAuWhEl2LNxS3jVfOrAUDU1+h2c61LpqK+RrfjpPM9ZXcvnd8Ou3v58bsumUIYfxiKwoM9uUBZhIN9RG5J3vNZGZ/aKfH84OG2TewXIW+lSpWy3c+iLtZkMMLftm1bnltlqiLXKmetXWpGvKsmTZokF110keF3P2prTbfyhfpWxsZh2m+kMjav15iF8Ue7cAoaOnRonufS6lwgE6MpHDhwQBkX4117xx13qLRsdmdvcILB2aWZ81IU3s1eZcvJ9fnVAAD7N5zxQpl/zjnnSKVKlSxx4T2O1HbYv82fP9+wbiY+exhokOekTmQ2ynX8OtOKGpPFixcLIvgZObYNGTJERfarXLlyrmHZRaEI0/mJX/NBAwC/yLJdEgiYgF95m2655RaBN3zMojr5QAmKMeRJOeOMM6R58+bKsyErK0vwgt2xY4fMmTNHhZKCwYBZwaEIvP/NcuPpRIl+wUIcigSdpVGjRupAIzG6glU4Ry/3xkbumWee8T1cbVAyFWOBzRkOzsyiJbhlhgMVbHwRXcLPEqRMYRx21ujIfQTLxqpVq6rn8KeffpL777/f0NIR7eH5xOGR3UZYJ8PPP/9cbZiMDv/c3gfvDxgYIbpBYtm5c6cghOHEiRMFCkdE2YABFJSOMSUbZG7jxo0qbCTCSJkp1KDExWGlWXoFt312Wh9Wqoj4YBbVxWk7sXo4rMCCuGLFivFLrTzYUemCCy5QRiV4jmLcwHbWrFmW7/agw2oHIVPJvK0OJMPqGRKETIGTlSIEv+N7DyVJq1atlIEOUinA+AZpI4yew6C9AoP6HiVu5LGegqcR1lRYU5QpU0a9l2PrKRwYvfbaa4qTmTFl0M8d5hKHYHj/Ys2go+h634bNACAImYr6Gj0mP0HIVNTX6GAVhEzF5iSob4eOd4hRG0HIFO6LtRE8+Y2+Y+XLl1fKJxi9Y78MZfjcuXPVd89on4x1BNZ/OMwMc/n0009VH7Hvwnr7xBNPlMaNGxueCSASoZGhLcYX1L4tHSztPNjxzb/55pvllFNOkQoVKqizFMjHhg0bVESERx991HDPFBUZ8cLcztg2SCcSL+Pw61orRQjk484775Thw4cL3j9Ym0NhgjRdSIVpVMIW8U4Ht2QlNZ4zGGP16NFDKW5jjgKxcwG80+BwsXDhQsPb54fnzin3/GoAkLh/gzwgSg/2YMkyhXU5zuJGjRqlzmDM9m/gnYnPXtDnpE7lNsz10nGmFWYeRn3DugAGWkh1Y1Twjse3r3Xr1soxDudMiKCLM3Gj8+d0nJ+kgzkNANJBnfckAR8IWB10erldly5d5K233lIesChWHiWp3ifIxY4f/Y+NG9788CCOFb8U6LB0HzNmjO+pHIKSqRgvqw1EqrKFQxNY5fpZgpQpjMPOa83NWM0sJN20kUpdKP6wKNNVYPSABWCxYsXiTeqSJyOlua5+27Wj+x2CDSrCzHbq1Cl+a7sc9nZ9NPo9SKOu2P2DkKnEsdopuMPqGRKETPnxDQzaUEnX+yNRZoy+R1aW/G6fPazT0F7Xrl3dXuqpvs4xoCNQIEHpZRYq22lnw2YAEIRM+bEeCXKNHpvbIGRK97sw1veg1ui4XxAy5cf7HG0arUecPtup1AtCptAvu+hpbvqOtS0MorxGpHNzz1Tq6mBrZsybSn/Ceo1VDvtU+wwjXTgFwGAwU4uVghtjzg9ee1Zzi/0I3hP4VnstWD++8cYbUrt2ba9Nhep63d9KGOeDuV3UrlBB8KkzNADQA7Z3795q71OtWjU9DYakFT/2JbGhJZ+9h2TInrsR9JmW5w6nqQG7yBJOu4XzExjo9OzZ0+klka1HA4DITh07TgK5CfilrEXqgHfffVd5o6FgkwHveVgO6yhXXHGFPPzww+ogKIji5yIEHhyJkQX8OlwEpyDy1wYlU7F51705Q7vYxCJigp8lSJmKjcMqdJ/TseLZRli79u3bO71EWz3dC9vLLrtMEAIxcSOuQ55gDYqDteQQUtpA2DT0/+3dz8sNXxwH8FmxtPMHIKUoZKuEUso/YCulbKSwUfgXZM0fwJaIEOX3zxQLbFDK0h+gb++pq+t+n+eZuc+998zc+7ymbDxz75x5nXPPnDnzmc+ZRR+yVN+xUtr11Zxr09IBq/nOps+UaFPDZWiqmzZrujad0yz+3lTu1RxzuetRU6q1tsfKckPJ3FPyIcg0+o/R81vqepTx1Wj2krYuw/vl5jXLPCXTSclsLinDNB7+DJ/LoUOH6u/MW5CTbGshAGC0Tc37GH1Q3yXa1Cz6wkH5S4zRc6xS/VSONQuvUk6l+6mVUvq37dOSJSd9+qZNm9p+pLP9Jv295s3kZAZIwHbp61dJtGncuw2Xt2npgJLnNqtjNT3cPnjwYJ3hLoFXa3mbRp+Tub5k1MsbzIu2Jdg9mQdv3rw58akdP368XiIv/ZZt5XHI6NzoInndvXt3atlr05dn3mD79u2LRFSfSxfzpPOOWHpOa169pjHPlGdQeRaV5TxKZ3rtwl0AQBfqjklgBgKvX7+ujhw5Uv38+XOq3z6aASBfnknVPFRdLl12mwKksz179mydWrpk9GxSe2VZgzwsnPY2GoW40hrIkxy71NtFJdtUPGYxkVkiA0DJNjXcbrI2XX4/q0kPn4f/mVhMSvwutmkPbJfKADDJzX76p3xn+qgub/CnPeG+3Bt3GUAnCODEiRMTpfGOVVJrZXIk6bZKbiXa1PD5rLTmZm7kk1oza0z2bSvVpgbnnbchs+5x3kxaKe3hUk5djRNKXo8+f/5cT0o+f/581U0lb2xdvny52r1796q/Y5IPTvrwZ/TYMgC0r42lxjjzPEYfnHmJNjXvY/SS/VSOVfra0f5X0G7PEm1quCTp2/OWaLIujbvl4f+VK1dmvoTZuOVabv9JAtkShJyHaXn7cZEf/g/sMg5K2toEF0+yJb1t5h1mvczdJGWcxmeb+ulkf0v2xbXQdpo8J+lzuh5HNp3bpH9PIEl+L7mvX+3W5T3Jastc4nNrNQNA5uHyAspyS9q0tU/GwMwpDLLttv3cvOzX1TzpvPgsVc7Sc1rzbDXpPFOWHs78Z+l5y67MBQB0Je+4BKYskKjypNTOG73jTrKvVJTlUlx9+/atXjM7xxtnHe8MnrM24pkzZ+r1Abu4YXv8+HF18uTJZdf1Wk3VLJV6NxekTMrnzcVxjJqOXyoleek2lZuzWF24cKGJoNXfS64lWapNjZ541j+6evVqHbnYJiBn8GA7gQPD68C3Ap3iTg8ePKj7gWn8LpZLG5qH2tevX69v9tvYDE4vv688rMzDtKzB2eWW32AmttLPTmNr6jtyM5tU63lgO07d9KFfL9Gmhusg60Omf3/x4sU/19ykDzt16lS9Hm4X17emdlK6TaU8+S2mfi5evFilr2yzZXI7v8MsV9GFY8nrUSbPsi5dHgiM01ft2LGjDgJLX1oyO8Jo/X38+LE6evRo9f79+zZV27hP0qqePn164kj8uKbNZcmkgWvGagkwyP+XvgaWbFPzPEZPAynRpuZ9jB6nkm2qi2tHY2cxxg4l2tRocXI/nrXb83Z7mzFVgijPnz9fv4nUZZ8+Bmu9a94+zrUoQRZtt/TFye5z7NixhU5fv5THnz9/qvv371d5O7btmGjwPX257ret50n3y3X80qVLdSBNgpAGW5fX8knPaZafTz+ToIi293Hpc/JiTPqcDRs2zLJonX93fndPnjypAwHGeWjbh3vczvFWKEDGIdeuXavnhd++fVvvGbMElWROb3jZwT6fx2rKlnHRjRs36t/chw8fxvqKvXv3VufOnauSxWT9+vVjfXbedu5qnnTenAblLT2nNa9Og3Jnnunp06f1taztmCrzTBlb7Nq1q5N5pq7MBQB0Je+4BBZEIFF9GfBkQJ1/uTkbDP5yikkntmXLlmrPnj3Vvn376nTj8zSpsSDV5DQWXOD379/1gOfWrVvVmzdvqmfPnv094wxs8sZ/0irv37+/2rhx44Jr/Ht6ST0Wk7wVmcHhp0+f/k4i5QZ1586d1ebNm2uf9FFJ99/FA8c+VUpuaF++fFk9fPiwevXqVfXly5f/TbzlraO0rTzwTqaYSdfr7tP5K8tsBPLALeOD27dv17/HtLHBQ5FM5qafyluA+S1m7NB1AM5sFJb/1vhkPbtHjx7VGTmG+6p8KpNoWZc1/VT+pd9aKxHrpetiUY5njL4oNek85lng169f9QPfO3fu1IFSw/fJ6dcTcHr48OEqDwTmdS33TMD++PGjvhfJ9T1zA+/evfsbIDmYD0hwdq7xGXuvW7dunqt14rLngeT379+re/fu1Uv7ff369R+z4et+xtkHDhyotm7d6ro/sfzif8Fa6HMmqcX4ZK4kffJoX5X7kdzjZs5yMHfpHncS7cX/7KAvz7VvqetfAm1yj7tt27b6Om++afHbhDMsL2CeqdlcAECzkT0IECBAgAABAgQIECBAgAABAgQIECBAgAABAgQIECBAgEDvBQQA9L6KFJAAAQIECBAgQIAAAQIECBAgQIAAAQIECBAgQIAAAQIECDQLCABoNrIHAQIECBAgQIAAAQIECBAgQIAAAQIECBAgQIAAAQIECBDovYAAgN5XkQISIECAAAECBAgQIECAAAECBAgQIECAAAECBAgQIECAAIFmAQEAzUb2IECAAAECBAgQIECAAAECBAgQIECAAAECBAgQIECAAAECvRcQAND7KlJAAgQIECBAgAABAgQIECBAgAABAgQIECBAgAABAgQIECDQLCAAoNnIHgQIECBAgAABAgQIECBAgAABAgQIECBAgAABAgQIECBAoPcCAgB6X0UKSIAAAQIECBAgQIAAAQIECBAgQIAAAQIECBAgQIAAAQIEmgUEADQb2YMAAQIECBAgQIAAAQIECBAgQIAAAQIECBAgQIAAAQIECPReQABA76tIAQkQIECAAAECBAgQIECAAAECBAgQIECAAAECBAgQIECAQLOAAIBmI3sQIECAAAECBAgQIECAAAECBAgQIECAAAECBAgQIECAAIHeCwgA6H0VKSABAgQIECBAgAABAgQIECBAgAABAgQIECBAgAABAgQIEGgWEADQbGQPAgQIECBAgAABAgQIECBAgAABAgQIECBAgAABAgQIECDQewEBAL2vIgUkQIAAAQIECBAgQIAAAQIECBAgQIAAAQIECBAgQIAAAQLNAgIAmo3sQYAAAQIECBAgQIAAAQIECBAgQIAAAQIECBAgQIAAAQIEei8gAKD3VaSABAgQIECAAAECBAgQIECAAAECBAgQIECAAAECBAgQIECgWUAAQLORPQgQIECAAAECBAgQIECAAAECBAgQIECAAAECBAgQIECAQO8FBAD0vooUkAABAgQIECBAgAABAgQIECBAgAABAgQIECBAgAABAgQINAsIAGg2sgcBAgQIECBAgAABAgQIECBAgAABAgQIECBAgAABAgQIEOi9gACA3leRAhIgQIAAAQIECBAgQIAAAQIECBAgQIAAAQIECBAgQIAAgWYBAQDNRvYgQIAAAQIECBAgQIAAAQIECBAgQIAAAQIECBAgQIAAAQK9FxAA0PsqUkACBAgQIECAAAECBAgQIECAAAECBAgQIECAAAECBAgQINAsIACg2cgeBAgQIECAAAECBAgQIECAAAECBAgQIECAAAECBAgQIECg9wICAHpfRQpIgAABAgQIECBAgAABAgQIECBAgAABAgQIECBAgAABAgSaBQQANBvZgwABAgQIECBAgAABAgQIECBAgAABAgQIECBAgAABAgQI9F7gPzsCnsnZl8uD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23" name="AutoShape 23" descr="data:image/png;base64,iVBORw0KGgoAAAANSUhEUgAACAAAAAHhCAYAAAD6J17EAAAAAXNSR0IArs4c6QAAIABJREFUeF7s3Qn8VdP+//FPuJEhQ8rYLWOlKxJFGaIQDagoQqUkqVQyD91MpYylkCEyNZEmlEIkhW7oj0jXnCHD70qGDP0f731/p9853+/Ze+199jnf7znn+1qPR4/rfr97r732c629z/dxPp+1VqUNGzZsMAoCCCCAAAIIIIAAAggggAACCCCAAAIIIIAAAggggAACCCCAAAIIFLRAJRIACrr/aDwCCCCAAAIIIIAAAggggAACCCCAAAIIIIAAAggggAACCCCAAAKeAAkADAQEEEAAAQQQQAABBBBAAAEEEEAAAQQQQAABBBBAAAEEEEAAAQSKQIAEgCLoRG4BAQQQQAABBBBAAAEEEEAAAQQQQAABBBBAAAEEEEAAAQQQQAABEgAYAwgggAACCCCAAAIIIIAAAggggAACCCCAAAIIIIAAAggggAACCBSBAAkARdCJ3AICCCCAAAIIIIAAAggggAACCCCAAAIIIIAAAggggAACCCCAAAIkADAGEEAAAQQQQAABBBBAAAEEEEAAAQQQQAABBBBAAAEEEEAAAQQQKAIBEgCKoBO5BQQQQAABBBBAAAEEEEAAAQQQQAABBBBAAAEEEEAAAQQQQAABBEgAYAwggAACCCCAAAIIIIAAAggggAACCCCAAAIIIIAAAggggAACCCBQBAIkABRBJ3ILCCCAAAIIIIAAAggggAACCCCAAAIIIIAAAggggAACCCCAAAIIkADAGEAAAQQQQAABBBBAAAEEEEAAAQQQQAABBBBAAAEEEEAAAQQQQKAIBEgAKIJO5BYQQAABBBBAAAEEEEAAAQQQQAABBBBAAAEEEEAAAQQQQAABBBAgAYAxgAACCCCAAAIIIIAAAggggAACCCCAAAIIIIAAAggggAACCCCAQBEIkABQBJ3ILSCAAAIIIIAAAggggAACCCCAAAIIIIAAAggggAACCCCAAAIIIEACAGMAAQQQQAABBBBAAAEEEEAAAQQQQAABBBBAAAEEEEAAAQQQQACBIhAgAaAIOpFbQAABBBBAAAEEEEAAAQQQQAABBBBAAAEEEEAAAQQQQAABBBBAgAQAxgACCCCAAAIIIIAAAggggAACCCCAAAIIIIAAAggggAACCCCAAAJFIEACQBF0IreAAAIIIIAAAggggAACCCCAAAIIIIAAAggggAACCCCAAAIIIIAACQCMAQQQQAABBBBAAAEEEEAAAQQQQAABBBBAAAEEEEAAAQQQQAABBIpAgASAIuhEbgEBBBBAAAEEEEAAAQQQQAABBBBAAAEEEEAAAQQQQAABBBBAAAESABgDCCCAAAIIIIAAAggggAACCCCAAAIIIIAAAggggAACCCCAAAIIFIEACQBF0IncAgIIIIAAAggggAACCCCAAAIIIIAAAggggAACCCCAAAIIIIAAAiQAMAYQQAABBBBAAAEEEEAAAQQQQAABBBBAAAEEEEAAAQQQQAABBBAoAgESAIqgE7kFBBBAAAEEEEAAAQQQQAABBBBAAAEEEEAAAQQQQAABBBBAAAEESABgDCCAAAIIIIAAAgggkCTwxx9/2IwZM2z8+PG2aNEi+/77773f7rDDDta0aVPr3bu3nXjiiVapUqW0bnHPpzMQyAeBzz77zG6//XZ74YUXbNmyZRub1LBhQzv22GNt8ODBVr169XxoKm1AAAEEEEAAAQQQQAABBBBAAAEEEEgSIAGA4YAAAggggAACCCCAQJLAhx9+aJ07d7alS5emdTn++OPt0UcftWrVqqX9fdzzK0pnfPzxxzZ69OiUALOCy0cffbT169fPateuXVEocnKfa9assfvvv9+mT59uixcv9q5Rp04dO+KII6xv377WoEED3yQWHTts2DC74oorfNv2yCOPWJcuXXLS9opa6YYNG+ztt9+2O++8015++WV7//33PQo9F6eddpr16NGDpIuKOji4bwQQQAABBBBAAAEEEEAAAQQiCJAAEAGLQxFAAAEEEEAAAQTM1q9fb8uXL/dmx+ufArmJAKN8atWqZfXr17dDDjnEmjdv7v3vVlttVTB0Crp16tTJ3nrrrbRtdiUAxD2/YKBiNFRj5swzz7RXXnklbS1KAnj44Ydtt912i3GVinvqDz/8YOedd55NmTIlLUK9evVs4sSJXhKAX7nuuuvsmmuu8f09CQDZH18K/iv56L333ktb+amnnmr33HOPbb/99tm/ODVmTUCfkatWrfI+HxcuXGiff/65rVy50j755JON19hmm23swAMP9N5xBx98sDVq1MgOOOAA+jZrvUBFCCCAAAIIIIAAAggggEDFFiABoGL3P3ePAAIIIIAAAgiEEtDM1BUrVnjBJwVmE8vihzlZgY5TTjnFLrzwQi/gsckmm4Q5rdyOiRvAj3t+3BvXFgRTp061G2+80UvUiFo0S1xJHLvuuqsXINbs4/3339/bAsFv24Oo19AKCkoACCqaud6uXbuoVXO8mZdYccIJJ9jatWt9PW699VYbOHCg7+9JACj7oXTbbbfZoEGDfC+sd+ncuXPt0EMPLfvGccVAgb/++sveffddu++++yJ/RiZX3KJFCzvnnHOsTZs2VrVqVdSLUEB/P40bNy5ldRbdpj53lQTStWtX77Nvs802y+ju161bZ3fddZe3ldGbb7658XMgsY1R9+7dY9WfUaM4CQEEEEAAAQQQQAABBMpcgASAMifngggggAACCCCAQGEJaLb2kCFDbMKECbEbfvbZZ9v1119vNWvWjF1XriqIG8CPe37c+9LWBW3btrUvv/wyblUp5zdp0sTat2/vLUWuQEWcZABXcFkXVgLD5ZdfntV7qCiVhUmw6NOnj91yyy22xRZbpGVx9RErAGR3NP3yyy9eQoaSrIIK7tl1j1ubkuOWLVvmfa5NmzYtbnUbz1cillbg6NChg22++eZZq5eKyl9g0qRJ3koffsW1ypDrDpQAdvjhh/sepiQDtUFjjIIAAggggAACCCCAAALFK0ACQPH2LXeGAAIIIIAAAgjEEtBM8smTJ3v7gCcvXRyrUjNvhptmpx122GFxq8rJ+XED+HHPj3tTruBC3Po1C7ljx45ecKp27doZVecKLqvSa6+91q6++uqM6q/oJ4VJANAWAZpxXqVKlbRcrj4iEJ3dUUYCQHY9y6I2zbTWShojR44MXG0jTlu0EoDqr1u3bpxqODePBFzvZxIA8qizaAoCCCCAAAIIIIAAAgUsQAJAAXceTUcAAQQQQAABBHIloGDUiBEj7J///GdOLpHPe1nHDeDHPT8uuCu4ELf+xPlaTviqq66y3r17+waR/a7lCi7rPNcS9dm6D1c9iS0VtLT3a6+9tjHQp0SIZs2a2bnnnpt3yymHGQOabT58+HCrXLlyWgJXH1X0BAC9I++99157/PHHbfHixRsN9VxoGfcLLrjAjjzyyNArZZAA4HoS8+v3X3zxhbdiw5QpU3LesHxPmss5QJFdwPV+JgGgyDqc20EAAQQQQAABBBBAoJwESAAoJ3guiwACCCCAAAII5KuAZjVq+XX9y1XRnvJaXSAfZzXGDeDHPT+uuSu4ELf+kuefddZZXrLIzjvvHLpqLXOuxIGgMn36dC+wXt7lu+++sy5duticOXPSNiVusCYX9/fcc8/ZcccdF1i1K8GCBIDgnnE9564VFtLVPmzYMG/FFb+yyy672MyZM61Ro0a5GDbUGVLg66+/NvWv3lFlVbQFy/jx461evXpldUmukyMB12d03M8UtgDIUcdRLQIIIIAAAggggAACBSZAAkCBdRjNRQABBBBAAAEEcimg2c7aF/yyyy7L5WW8uhcuXOjNoM634grsub6cj3t+XA9XcCFu/enOb926tY0ZM8Zq1aoVqvqVK1eaEgeWLFmS9vhTTjnF2wu9evXqoerL5UGFmACwZs0aL0Dptye5gokPP/yw7bPPPr50JAAEjyrXc55JAsAbb7zhba/ht+XK2WefbaNHj7aqVavmcshTd4DADz/84D1bZTHzv2QzTjrpJO+9uNNOO9FHBSzg+ox2/Y3hunUSAFxC/B4BBBBAAAEEEEAAgYohQAJAxehn7hIBBBBAAAEEEAglsGDBAuvatatvACq5Ei2BrkBt9+7dTUsUb7fddt5y13/99ZcpSLJ8+XJvxqKCkGvXri11fRIAqoXqk6gHuYILUesLe3zU4JTGx6hRo+zll182BVNVGjZsaEom6NWrl9WsWTPspXN6XCEmAAjks88+s9tvv91eeOEFW7ZsmWdUp04dU3CpZ8+eplU4ggoJAMHDKhcJABs2bPC2mdDWAvPmzdv4Hj700ENNz1ePHj3yIikmpw9cHlceNUFOz5j6TCuZaIWUKlWqeHeX+IxcsWKFPf3003b33Xfb999/H+rO9VwqQW+zzTYLdTwH5Z+A6zOaBID86zNahAACCCCAAAIIIIBAIQqQAFCIvUabEUAAAQQQQACBHAh888033n7mM2bMcNau5cW1XLUCtgr6B5VPP/3Um7WqmYvJiQAkAJRPAkBQcEH7kP/444/23nvv2fz5871ZrongvHNQmFkxBqcKNQEgTH8FHUMCQLBgLhIA4vYZ5+dWQDOrtR2I3woNiavvsMMOdvPNN9sZZ5xhm2++ubNRWrFD26joHFfRKitTp061gw8+2HUov89TARIA8rRjaBYCCCCAAAIIIIAAAkUmQAJAkXUot4MAAggggAACCGQioJmn9913nzfz2lWUJDB8+HBTkCNsUf2vvvqqDRgwwF5//XVv9vHkyZOtbt26Yasos+NcgT3X7Ly458e90WwGF5QQ8MQTT9j1118fKhFAe5RPnDjRjjzyyLi3kTfnkwCQviseeeQRLxhaUYvrOc9kC4CKalkI963EqH79+tmECRMCm6vVcO666y477LDDIt2WVhd46KGHbODAgWlXzEmu7Oqrr7YhQ4bYpptuGukaHJwfAtn8jE53R2wBkB/9TCsQQAABBBBAAAEEEChvARIAyrsHuD4CCCCAAAIIIJAHAl9++aVpf2ktOx1Uoi7zXrKur776yq688krbcsstvRmPiSWR84BgYxNcgb2KlACQQFG/XXLJJd6+8a5SbPuUkwCQvsdJAHjfOnXqZG+99VZaIBIAXG+Kwvq9VkTRljfptrNJ3Ilm5yuIf9RRR2V0c2G3GGjSpIk9/vjjtscee2R0HU4qXwESAMrXn6sjgAACCCCAAAIIIFBRBEgAqCg9zX0igAACCCCAAAIBAk8++aR16NAh0Kg8lx5WYGTVqlWmbQP0T//95ptvpgRjtE+29lnWzMtmzZrZQQcdlFGCAQkA6YfBunXrvCSAsWPHBo6TbbbZxqZNm2YtWrQo02du/fr13piYM2eOLV682N55552NS3WrTQceeKDttddedvjhh1vLli2tZs2atskmmzjbmA8JANozfMGCBd7MYgUitV+4xrvuQ3uM165d23kfUQ+IugWA2qhnZ+bMmfb88897K30k9jVXWxs3buwFUPV8hlkWPWp7y/p413siHxMA1EefffaZl+gV9B7VeGratKn3T6u1VK5cucx4tRXNU0895Y2jRYsWpR1DCoCXZfLYb7/95r37Ro0aFehw++23W//+/Z3b4gRVomSrnj172uzZswOvVagJOPos/+CDD2zu3LneO03bKSxbtmzjvWpboTp16ljz5s29f/vss0+o93ScAVrW79diSABI9KM+j/Scfvzxx97nbqKU/MzV564+fzfbbLM4XVWQ58pG22Dpmdbnhsa3Pge7detmRxxxROD41upZX3/9tb344ove3zYrVqxIcVZde++9t7cliJ6XQw45xLbaaquCdKLRCCCAAAIIIIAAAtkXIAEg+6bUiAACCCCAAAIIFJSAArt9+/a1Bx98MLDdZb3ssL74VHBAs87vv/9+577LJRuvLQq0nLICcdWrVw/dJ67AXkVcASCBFzY4JXdtE+EXOFTwYMaMGTZ+/PiUIJ/6TEHH3r1724knnhgqkKbxq7GrL9jVd2GLvii/7LLLrF27dilBiaVLl3pL20epy++aClRq/CqIVbKsXr3ahg4d6n2pn9hTXPev8aWfJ85REF3Pnl/ihYIId955Z8qX/np2XnrpJe+cJUuWpCRCKBCv+zvrrLMCgzFhEwB0LQXwtE2EEj9cRe433nijHXPMMaEDe+pjJT9oO4rkIFMm40Xtffrpp+3uu+9OGXtqtxIVlAh1/vnnlwqiKCAt60RSg+s+s/17BYq0aoraGLVoK49Zs2Z5z8jLL78c6XQlfmlrmO7du5u2+IhSwo5x1blmzRq75ZZbvDEbNMtex2YyhqK0u+Sxrs8EHa9kHG0PENUoXbv0eackgKCSLsFEQcKbbrrJtAR8sqGChBo/l19+ue25556RKIKeFwXr1Q4lIbkCu3qGp06d6vXx8uXLQ7dB7b700ks93yiJQ2HHXibv19CN9zmwkBMAtBWG2q/3cZR+FIWSifRu1edP1apVIzEqoezmm29O+TxTBRqDxx57rA0ePDj033l616iu5557LiX5RO86fWarLr1j/IoSgu6991574IEHUs7Xyh/a5korZVWqVMn0d46sBg0alPZzo169ejZlyhSrX79+qUvpuXv77be951mrfYQtSrzo2rWrl7CkJEcKAggggAACCCCAQMUWIAGgYvc/d48AAggggAACCHgzpU899VR77733fDWCvqjMBaFmTF177bVewMAVDHJdX8EPzcxUYFVfyrqKK9hTkRMAZKeZmx07dgzsFwXxH3vsMdMX6unKhx9+aJ07dzYF29MVl3HiHM2Gu/DCC702ZVL0Zbm+XG/duvXG04cNG2ZXXHFFJtWlPcdvpm5QEChxjmb+ad9xBQn8SjqrH374wQvw+80i1j7lkyZN8mYi+pUwCQAaB/fdd59dc801kQLjcr/qqqu8vgsT1HM9k1Fm2ysYrgSVe+65J+2tp7P59ddf7aKLLnKufpG1QeNTUZ8+fbwA6hZbbBHqUgoivfrqq15QSgG0OEXPshI3TjvtNGewN3GdMGNcbdSKEfL1204hXbs1hpQYo750BZ/j3LfOVbKSgnpBRQklGofZKB999JGdfvrpXrDTr2i2r3x33XVX75AwYzSTJD4F0hWwVXJBpu9qrcyiIH6m72ld95xzzrEbbrjBW+UnTAkz9jJ9v4a5ftAxhZgAoFUStFKU3ttxk+P0jtV7TElgYf4mk6Xr80grmmjlpzBFCTJakcCv6G9PPSt+JejzKPFZ9Le//c1uu+02r91Bf8Oma7cSDMaNG+dtl5Xp37/ankZ1RE20COPHMQgggAACCCCAAAKFI0ACQOH0FS1FAAEEEEAAAQRyIuD6MloXTTfLOCeNMfOWBdYMpsSs6GxcJ8rezK5goys4Hff8uPfr6k9X+13XD7tihII9mpmXrmTDSAkrmpUcFCRz3Yt+r6CmZsYmiivQEKbO5GNK1p/4nStAdfLJJ4faciFdf7q2LchGAoBmgGo5ed1fpkWrRCjw6wrgusZLrhMAXEkDmd5/1POi3KdmnyoorWSWTINI6dqn+vQvzDLTrjGuIPfEiRO9JJdMVlZQEoCCbAoOhw0kRjX/888/vWCgEoP8ilbrULJagwYNolaf9vgw4033rnds8ooQstBsY7/SqlUrb0WSHXfcMXQ7NUv6uOOO8z1eiUZjxowxtadkUXKHVgVRm7Lxea4Ar1ZHCEpcKov3a2g8nwNz/RntCnCHef8nN12f+XrPx3nXl6TQeFF9Wu3H9f7Xua7P5XxKAFByw/Tp0717c717S7Zb722dr9WJ4pRGjRp571ZtD0BBAAEEEEAAAQQQqLgCJABU3L7nzhFAAAEEEEAAAQsT3BBTNmc3BrH/5z//8ZY+VjAl2+Xoo4/2gh+77bZbYNWuYKMrgB73/Lj3nevggtrnuoaOufXWW73ZuelKXCPN3FQwVF+yxy3Js/30PGg2ezYDHX6zCYMMNU4VxNfMbVcprwQALXX+5ZdfupoX+HsFgTRLUatBBBXXeIkSGHcFV9MFx3766Sdvm5SHHnoo1v3GPTnsfSqIFGb2aabtCZu44Rrjm2yySaggWVA7ldylzwvtgZ2L4lpNQ9dMrISx7bbbZq0JWqFCAcSgogCfZvomigK/J5xwgm/QUc/bM888E3qmtAL4mnUfNBs66D2fi2Q+rcQgm5122inQxjX24rxf43ay6/PT9TeG6/rZTABQ8F8z0e+44w7XZSP/XuNRf1sqEciVwFNICQBnnHGGnX322aGSXpITAPS8aUWiMIkDLuyoSR6u+vg9AggggAACCCCAQGEKkABQmP1GqxFAAAEEEEAAgawIhAm4p5tpmJWLp6nEFeiLe10tV679ioOKqw2uL+fjnh/3HnMdXFD7tDetgl4rV670bW7QcuVxjPQlufpR+5Jno5QM0LsCDVGvmckKAFpmXSsbhJk1W14JAFEd/I4Pk5jjGi9hA+NqQyYJAK5zsmXhqifsfSowrOfDNfvUdT2/34dN3Ah6F2nmurafyUYbtYqEAtVhtpOIes+u7UpUn1YQ0Xtj0003jVq97/EvvfSSaU/xoFIy+P7tt996W388++yzvqdpdrESs1wBV1Xgqk9JQE899ZQ1bty41PWytUJLuhvRChRDhw4NnDkeNPbivl/jdnKuP6OzlQCghDiNMe0nn6uiBB55uJbvd30u58sKAPo803YJSn4JU5Lb/cUXX3jP7wsvvBDm1MBjSACITUgFCCCAAAIIIIBAUQiQAFAU3chNIIAAAggggAACmQkowKjZSosWLfKtwLWfe2ZXTn+WX7BFAacWLVrYqaeeakceeaTVqFHDKleu7FWyfv160xen2tN85MiRgUtJh5mp6Qo2kgBgFmZWbOvWrb0VF7bffvtSnR3HWNdWEoeWlk5XNFYUKNUsOgUXtLywvpDXecuXL/dmC2uWXWLJ8ZIJAK5ltKOO95KzdBPnu4JAYa9T6AkAuk9XYo5rvIQNjOtarmB+usCJ3jFaklljozxLmPtUUo6CSK6tMTRD9YILLrD999/fqlSpYkqs0TMxZ84cu/322+31118PvNUwiRvZGuMu81wGuxYvXuwtgR+UqJCLFXLCJFkNGTLE9C8RzA8zYz/MZ2DC+7XXXjNtReK30scpp5ziLclf8h3vesZUv5bx1/jr0KGD7bzzzqbVIHSe3tHaUmDChAm+3R5m1YdsjT3X571rbKb7vattca+ZrQQA1dOlS5fARLTE5622bdp33329v8v0efvVV1/ZE0884fWl3t9BRe+i0aNHB+5XXygJAFHHQ3ICwJNPPuk9D37lkEMO8Z73ww8/3BKrjeiZkbWSfvR3zcsvv+ydnst3YtR75HgEEEAAAQQQQACB8hMgAaD87LkyAggggAACCCBQ7gIrVqwwzYbTl+5+Je6X0VFusmRgWV/0a39oBbQU9A8qCn7Mnz/fW3rVL2ChYNfkyZOtbt26vlW5go0uj7jnR/FKd2yugwu65q+//urt3T527Fjf5rZs2dIee+wxq169eqlj4hi5AmNhlif/8ccfvQQCLWuswIKSFRJl6dKlXtDDFbQI009NmjTxkiC0R3jJ4uqnMPXrmHR7cGt5a92DgrnpSpjggCvgklyvgkAKAGnWeb169bykCz3LMlaChWslA79AYuIarvESJjCeqMsVnPSzmTlzpnXr1i2jverD9qXrONd9asauZkar7/yK+krPrRK/FHRNV9asWeM93xq7QcWVuBF1jOvdPXjwYG8MaTa9tvrQtgua3e9aKUDbgbRr185FGPn3M2bMMC07H1T8knwiXyzpBNeY16HpxoNrGwDN2tdY1h7hruJKhvJbTUCfw3qm/fpMCRV33nln2vei2hRmH3RtS6BgqN+qC1HHnp9Fuvery831+2y1zXUdv9+Hef9r6X9te/Lggw/6XkZ/nz3wwAOmZCC/FSWUkKR65s6dG/hO0meFkjz9iuvzKF9WAIjSJ/q7QAmJDRo0cG7Hpb8lxo8f770b/YoSL959911v1Qb9jabEpKpVq0ZpEscigAACCCCAAAIIFJkACQBF1qHcDgIIIIAAAgggEEXANVNMdbmCTlGu5zo2sQeqvtzXl8aa6R3lC8zffvvNW6521KhRvpfS0qxaRcCvuAIvJAD8V871hXxQkCGOcdDS2MlfqLvGWtjfu4LprvHgd50oQSAFbbWlgpJhdt11V/v9999NyTsKmshZAcrkAIyrzWECQK7+TdyXgkBaeUMzF9MFlMPsA+7am9w1XqK8ozJNACjZj9lsU6LuuHV+9NFH3n7aQbP/R4wYYYMGDXIuV69ZpT179rTZs2f7PiquxI2wYzxoDIXdF7vkSh5hn2/XcWHuIUrw0XW9xO9dz7DfZ7Nr2X6dF2bFAtf2QH6JBK7P4DCz99VGBaC1VcG9996blsy1MlGYfktUHPX9GrYPs/Huj3utdOeHef+7Vn8Iuw2Irq/tIPReeuutt3xvp3///qZ3k982Hq7PoyjPoOvvXte7xPWeLnmTbdq0sWuuucYaNmzofUbq3Tpr1iwvSU5/52611Vb2888/24UXXuithpOu5GKbkVyMLepEAAEEEEAAAQQQyC8BEgDyqz9oDQIIIIAAAgggUKYCri9C1ZgowbUybbzPxbR0sGYj+5VHHnnEmx3tV1xf7roCvnHPj2voCny42h/2+sOGDTPtxexXcpUAEHR/xZgA4Aqwp/N3BQ/DBIBcARddV23TDO2gvcoVwFVQQ6sDBJWS+5knH+t6pqK8o4o5AUDLsSto71c0Q14BVddqKonzXUtSu2aTu95FiTF01113WatWrXxnEWvFDiW/BC0LH2UMhH3H6bgw9xAl+Bj22q5n2O+zOcw2AFrJQjPwFXj0K66VVvy2EnjnnXe8rXoU9E1XXDP3k8957rnnvO0X/EpQMl+YfkuMv6AEprD9FeW4sG2LUmeUY13v/zAriUR53jQY7wViAAAgAElEQVQmtZqEVhXxK66EDtfnUZRn0PV3bzYTALR1jP5OUsJEUHE97yQARBnhHIsAAggggAACCCCQECABgLGAAAIIIIAAAghUYIFJkyZZ586dAwWifNGbD5SuoAEJAMd7Qa1q1arF6i5XECNXCQBBKwDohhQo0JfuWoY+G8X1xXymCRUuP7VdQQPN1tXsSb8lltPdo6vNrgBQwlGzFv1KlLZ9/vnn3pLzif2J09WpFQ60pPgWW2xR6tckAPyXJOhdHGbJ7jAzv5PxV69e7SVLvfjii77jIKhO1xiPMobuuece6927t287crFUe5jnQMdECT6GfSe5nuGg8eDaBiDM8+9KJvFL2Anqc9dKHyVttHWI3huLFi1KyxaUNOQae3Her2H70O+4MG2Le42g8139ry2UtB3HvHnzfKvRkv7HHnts6Ga6EkpUUVCdhZgAoM80rWoQlGiTAHStAKA+e/zxxwO3AAjdGRyIAAIIIIAAAgggUGEESACoMF3NjSKAAAIIIIAAAqUFwnwRXWgJAK7ZXSQAZCcBwLXSQq4SAJYuXWpt27Y1BSn8ivYR11YQ1atXj/3YuwJxuUwAyDSZwdVmVwBIaK6AS5S2aUapZv5q1Qi/EuRIAsB/1YLexa5gqWu2frp+Wb9+vZdMo9m7fiVoZqrr80XP6A033BAqWWfx4sXebHC/feUzfQ5dLwjXc6Dz8y0BIMw2AEGfg65VMvzGkmu8NGrUyCZOnGh77723i937ves9FmfsJd5x2UwWC3VTIVeVCFtXJse53v+uz1jXbP10bXJtKaFzgpKJXM9hlGfQ9TdiNlYAaN26tbfyzc477xyqi1zPjipRv2m1ihYtWqTdbifUhTgIAQQQQAABBBBAoEIJkABQobqbm0UAAQQQQAABBFIFinEFANeXuyQAZCcBwPWFfK4SAMLMTtQo1/L0PXr0MM0M1n9HmUGf/JS4glCZBh5dwdGTTjrJNOt5p512ivzacrXZFQBKBMeCVgBwPUclG+161wQFB0kA+K9mUAKA673XsmVLe+yxxyInxcSZee8a465AW/IYco2BTJ9D18Pl2upE50cJPrqul/i96xkOGg9htgEI2nPdZe23/L8ryBu1j1yzooOeB9fYi/N+DduHfse52ha3ftf5rve/q33aZuSOO+6wLbfc0nWpjb8PkwQWlNDh+nsjyjPoele63kuu5yPM1jjp4FyrbiTOadOmjWl1gebNm1uVKlVC9wEHIoAAAggggAACCFQ8ARIAKl6fc8cIIIAAAggggMBGAdcXoUFBhrJk/OOPP0zLiC9btsw0O+3NN9807Qut//WbEerXPlfg0vXlriuIEff8uK6uL+9d7Q97fdcX8vpyWm3ZddddS1UZxyjMfsIlLxjnC3NXIC5TT1c/uYIQQf3karMrAKS6Xf3reo5Kts/1rtl///1t8uTJVrdu3cjjJcoqJa7ZzWFs1EDXGI7SpsQNx6nTNZ4yCdqpXTNmzDAFS/1K0Ph3tSnKGHfZZPocut53rnvQ+VGCj67rJX4fZvsFV0LICSec4Pv5GDSL29Xnfkvvu1ahCHvvYY/TLOuHH37Ytt9++1KnuPotytgL256wx7naFraeTI9zveNc7/4hQ4aY/kVNqtNKIoMGDfJtdtB4drUpyjPo+ixyjY1cvYs++ugjb7ufJUuWhOrabCU5hroYByGAAAIIIIAAAggUpAAJAAXZbTQaAQQQQAABBBDIjoDri1BdxW+2X3Za4F+LAr0KKOgLfs2M0n9no7gCl3G/3I17ftx7dAUXshEocwVRdQ9xlnR3tfHjjz+2M8880zR+o5Q6depYv379rFu3bqH25VXdrmC6q61+7XP1kysIEXTfrja7AkCq2xVwcT1HJdvnei50vF8Qx3VulGC7a+yGsVFbs9mmhFWcOl3BtYEDB9rw4cOtcuXKUR4Z7xk7/PDDfc8JSvTJ5hh32WT6HLowXPeg86dPn27t2rVzVRXp9677VWVB74gw2wCka7drKfKgrSTCtDkSguPgsko+yWabVZdrTMUdy65nNugd5+p/td8vAcTl5LpvrdYzZswY22abbUpV5fo8KoYEAP3NO2rUKBswYICLstTvlThw6aWXWoMGDSInZkS+GCcggAACCCCAAAIIFIwACQAF01U0FAEEEEAAAQQQyL7A22+/7QX4V65c6Vt5pktHx2nt999/byNGjLCxY8dGnuHvuq4rcOkKYri+nI97vqv9rt+7vmR3td9Vv37vCjDrmKCgbDaMXnrpJevVq5cXiI1alAhw/fXXW/v27Z176bruNVNPVz+RAPB/veoaLyQAuBM2Mh1PcYKJ2RzjrjGQ6XPoenc899xzdtxxxwUe9tBDD9nZZ5/tqirS7xcvXuxdN2iFm6A908NsA5BuyXXXygNBCYFh2hwJwXEwCQDpgeI8s64EKV3R9TeUX7e53gdB/VkREgDktm7dOrvyyiu9LRYyKeecc47dcMMNtvPOO2dyOucggAACCCCAAAIIFJkACQBF1qHcDgIIIIAAAgggEEXgww8/tM6dO3vL6vuVffbZx6ZOnerNLCqLopn+F1xwgc2ePTsnl3N9eR030BT3/Lg3HedL9rDXDpM4ErRMcLaM/vWvf5n2so66EoDuU7MMr7rqKrvwwgtt88039711EgDS07ieo5Jnufpcx7MCwPvWqVMne+utt9Kix1kimwSAsG+31OPCBLUztQ1q0aRJk7zP5qDiWnlA78WgbQDSrd7gSngImv3tCjxn1gP+ZxXrFgBxk1lc/RC0AgAJAMEra2g0uj7L4vaf+uCWW27xkmCjbnGl9jVr1szuueceq1+/frYfOepDAAEEEEAAAQQQKDABEgAKrMNoLgIIIIAAAgggkE2BH374wbTsqivY7go0ZKtNX3/9tTdzXNfLVXEFLuN+uRv3/Lj3XRYJANqSQXuKB5WJEyd6wcx0JZtGmjE3btw4b0a/Vo6IWvQlu/Yl3nTTTdOeSgJAelHXc1TyLFef63gSAAovAaBRo0amZ33vvfcuNVBc76IogXPX+IkbdPN7b7iuq/P0LtSM3S233DLq6yft8WFm74dJzHNtA6AkqGnTplmLFi28dvz55582dOhQb/uPdCVo+X8d7wo8ZwUnqZKrr77a24s+3bs7m2Mv2+12tS3uWHb1Q74mAAQldFSUFQASY03vgGXLlnnje9asWZGHYJMmTbzts/SeoCCAAAIIIIAAAghUXAESACpu33PnCCCAAAIIIICAhdnvVUzplgrONl+c/U+jtMUVuHQFfFxfzsc9P8q9pDs218GFH3/80fr162cTJkzwbaorOJULIwXqH3zwQRs9erRpFYmwpVatWt4KFwcffHDaU0gASC/peo5KnuXq86Ax4zqXLQDcWwAMHDjQhg8fbpUrVw77aHjHuYKJZbUMu2sMuN7LkW466eAwSXJNmza1xx57zPQuyUb5z3/+4yUV6L3kV1q1auUF+HbccUffY8IkEiiwqiXHK1WqZK6EgaA92tWIMCvDZMNHdZx22mneDGk/c9fnYJTkk2y1OVGPq21xx7LrmY2bABC0CkSQleu+46xw4pc8lq49Lh/X2CjLd9Fff/1lixYtMpkrWSdKueiii7ztAIJWOIpSH8cigAACCCCAAAIIFJ4ACQCF12e0GAEEEEAAAQQQyKqAlgrt3bt3YJ3plgrOaiPM7Msvv/T2UZ43b15g1aeeeqqdeeaZdtBBB1mNGjVKBbRcX+66Apdxv9yNe35cV9eX7HGDC3PnzjXtAx20NG3QPtG6v1waafncl19+2UsG0My5MEvoBs0kJQEg/Yh0PUclz3I9l0FBKdd4iTID27XEdVA7ku/J1aYoSQmJeuPU6XqPZ9IetWvGjBl20kkn+b6Wgp5117vIFWiL4h33veZ3g2GT5PRePPbYY+O+vr3zX3vtNTv55JO9z0S/EjYpz1VXciKB69i7777bW6HHr7jGb676KF17sjn2stKpSZW42hbXKc67VqtA6PNw2LBhvrcd5blNruS2227zVtvxK0FJSq4VABYsWGBHHnlkqK5y+bjurzzGuZJ5lNg4efJk02fv8uXLnfdar149mzJlClsBOKU4AAEEEEAAAQQQKF4BEgCKt2+5MwQQQAABBBBAIJTA0qVLrW3btoHBBlUUNeAX6uJJB7n2HtZMvzFjxnh7Gm+yySa+1bu+3HXdR9wvd+OeH9Wt5PG5DC6E3aLBNUOwLIz0hflHH31kCjo89NBDgYkAQQkuJACkH5Gu56jkWVoxomvXrr7Du2XLlt4s6urVq5c6JpvjpVgTAFx7xmcaVHQlFgQF7VzvIlegLXkgZHMMRH3HugxUX//+/b0Z6XFn2/7xxx/est833nhjYDPDbsujFQx69OjhO3tYy/o/9dRT1rhxY+9d6Regda3qosauXr3aunTpYi+++GLatgc941H7xHV8Nsee61pRf+9qW6bPaqIdrr+BXElOCv5fccUVvreVSTJRmMSCoL8bXAkAUT6PXD6u91J5vovUKfoMU3LjyJEj7fXXXw8cfq6knahjl+MRQAABBBBAAAEECkuABIDC6i9aiwACCCCAAAIIZF3AFSBIXPDoo4/2lhzebbfdst4GVegKstxyyy2mYJOWKg4qri93XV8Ux/1yN+75cXFzFVxYt26dXXLJJTZ27NjAJoaZdVaWRlpCV4HlPn36+CYBBAW3SABI390aB1o5xPU86uzffvvNGzujRo3yHTtBs/hd4yXKCiUff/yxt4KI3hPpiis4ljjH1aZMgmRx6ly8eLEdd9xxGY1xv04JM/s9KMDkehe5Am3J7XLZxA2aBr3Uwixt79pKJOx7XeNSQfSgbUwUSFdCjYL3rqJEKAX2tRy4X1Hg9ZxzzgncdsC1/L/qdm1dsP/++3szmOvWretqduzfZ3PsxW5MiQpcbYs7ll1/A7neca5koijv28Stu8aGjgtaRcOVABA20B1mqynXe6k830XJQ+mLL76wCy64wJQM5FfCrhSS7TFOfQgggAACCCCAAAL5IUACQH70A61AAAEEEEAAAQTKVeD+++/3vvx3Fc0KGzp0qG222WauQyP/3vUFb9g9Xl1ffpMAcLwpAFGtWrXQffT99997ywK7gv+qMGg5/cQFy/oLdM2q1T7XmqHrV/zGlysBwBVM8bueKwjkCkIEdV422ux6HhXw1MoKRx11lHMcvfPOO6atO9577z3fYzXjWcGKdMU1XhQInTlzpjVq1CiwLWGSWML2p6tNmQTxXHUGJRUoYHzGGWd4+0X7Fde7r+R5WkHj9NNPtyVLlqStcptttrFnnnnGmjVrlvb32RzjLptMvJ0D938P0Ljp27evt61IUNEWNqNHj7aqVauGrTrluLArrIRNhktU7lraX9s49OvXz/sbYOXKlWnbHibAGmaW9xNPPGHt27fPyCfKSdkce1GuG+ZYV9vijmXX30Cud5xrVSjXc5/OwDUGXW1yfR4FrUSS3B5tFaCVaIISbFyfveX5Lippu2zZMuvUqZPvc5tJIlqYMcwxCCCAAAIIIIAAAoUhQAJAYfQTrUQAAQQQQAABBHIq4Ar0JF9cgTotE5zJUsfa0/iOO+7w9jhWMOXvf//7xqpdX/CGTQB46aWXAoOSriBY3C93454ft6OzGVzQzO158+Z5SR+upWbVbteX+Il7Kw8j1xL0mSYAhA0+l+xXVz+5ghBB46QsEgB0/TBJAGGXNA+a/blmzRovuK2x6Ff0XtIqA5tuumnaQ8IE/7M5hps2beqtPCGjsMX1XAQFc1xbG6gNUQPUrsSw5P3j091jNse4yyZu0NTVR08++aR16NDBdZi3dLr+bbXVVs5jkw/QGNcsfa2yE1TCvmOT63Ct8qMVULTCz7hx49JeOszy/4kTXX3erVs3u/POOyP7RMI085LctNKHX4nzfo3alqjv/rhjOW4CwLfffmta8eHZZ5/1vdUoyaBKDNHfEPobz6+4AtWuz+8wz0WY4L/a5xob5f0uKvneCPpsdLnGHcucjwACCCCAAAIIIJDfAiQA5Hf/0DoEEEAAAQQQQKBMBMIsi5rcEAWS9IVu7dq1Q7VPgX8Fk7QUsWaTq5QMuLoSAMLseawvZrXfsd/y3rouCQD+KwBoyW8FizRTe/78+TZlyhSTaZiiWYGaJaoZw65l4eN8gf7GG294y/kPGDDAC8iFSUTR+NZ41b90JWhpalcwXfVFnZGrc3IZoHK1OUywxPU8Jhzr1Kljt99+uyloVbLfw2y/oHpcS0qvXbvWW+o4KDgalIwQZQWLMDZqs2sM65ios51ddbqCOa6AfZRnVO+A7t27+87+DzPusznGXTZxg6aud9w333xj5557rs2YMcN1qPcOVEJKmM9HvZs041rvs6DPrcRF9az179/f+Y5NbmSYbQCCbirM8v+J8139FGUMOqEDDsjm2IvTjnTnutoWdyzHTQAIE7APk/yVuPcwgXfXu/K5557ztjgJKvq7QKv8lEy+0fifM2eO94yF+XumPBIAlGypVYqUCBTlb+sVK1bYaaedZsuXL09LM2TIENM/199k2R7j1IcAAggggAACCCCQHwIkAORHP9AKBBBAAAEEEECg3AW++uorbwng2bNnh2rLDjvs4M0S09Le++23n2233XYbv2TUbFTVpyC/Zk4qmKwgXnIpGdB37TurZYrvuece03VLFn3Bq6WvFSR86623Attf0RMAQnVuBgf5ffmeripXkCgoAJI8E1DHXXrppd6KD5tssolvqxXMVFDOb2wEzWT++eef7cILL7T77rvPt34FQ66//no75ZRTvOCDxr+Cek8//bS3t/bee+9d6lxXEMgVhAjqorJMAFA7FNRTcPr888/3gp4KNqxevdpbDl3bRpR89ku23bVthCuBI1GfkhE0Hk4++WTbfvvtvX54/vnnQ69goXrCJgCEWZVAdSkgdcwxx3jbpmgfbL2n9F7UKiolt+FwPReuBIAwK7lorD7wwAPejG+/oJCWx9a7NOizoEmTJvb444/bHnvs4TsUsznGXTZxg6ZhXnn6zNJnnms8J54JvQ+6dOnijSn1dWLrHK2KoWdUWyvce++9NmvWrDCX994v+gysXr16qOOTD3ItwR5UYZjl/xPnK5CplThGjRoV+L4cOXKkl8AV9N5OrkDJaboHeb366qs2fvx4360ndF42x15kbMcJrrbFHctxEwDU/DDjRe8AfS7+4x//8L1jfQ7qXeK3jYhO1LhW8pLe2X7FFehOnKfk1MGDB1u9evW81WD0LhszZoz33IR5blWP67M3F++i5M8T/Y2rLQ30vg961vUeGT58uLftkl9x/b2b7bFNfQgggAACCCCAAAL5JUACQH71B61BAAEEEEAAAQTKVSDMTK1sNbDkF5OufWd13TZt2tjFF19shx56qFWuXNkUFNAXwwoKaD/yMF/wur4Qjfvlbtzz4/q6ggtx6093fpTgv86PY5RuZvoRRxzhzc5VUHPnnXf2Am2afa4gm4JrN910U+DMv6AAdJh9rYNM/cabq59cQYiga5Z1AkCcMaVAzcSJE61BgwaB1YSZARqnHYlzwyYAhFmVwK89fttGuJ4LVwJA2JVcEgkb2gt733339d6lel6UtKWZuAqYuWbKhpmJns0x7rKJGzQNM3aUUKLgtpawL+uiYKuC3npeMimubQD86oyy/H+iDq3SooS9oH3WE5/nem/r3pITJDQWlSyj8ag9zrUUvZJREqsH6VzX53g2x14m3kHnuNoWdyxnIwEgMSNdq9sEFQWr9TdZ586dbffdd/c+exWYVt/rPrXlU3K/laxL7yKt7HLSSScFXifO+zZq/7k+e3PxLkpXZyLJVkv8K8l266239m5F76GVK1d6Kw8pIdKv6F2hVZzq168flYDjEUAAAQQQQAABBIpEgASAIulIbgMBBBBAAAEEEMiGgAJImtXZu3fvUMH0ONcsuQKA9uju27evPfjgg3GqdZ7rChzE/XI37vnOG3Ac4AouxK2/5PmZ7Hkdxyjs0vRh71MzoqdOnWoHH3yw7yla9tsVoPA7WUuBX3755aV+7eonVxAi6P4KKQFA/XnZZZdtnB3td1/aRkSzO+fNmxe2a32PU8BRs03T7XEdNgFAlWtLE83kz6SU3AJFdbieC1cCgOr4+uuvvZmjer/mqqgftLpD1apVAy+RzTHusokbNA1rVRa+JdsSZbl1v/vIdBuAKMv/J66tALCCk3quc1Vcn+PZHHvZvgdX2+KO5WwkAOiew2wDEtdGfz9oyfvE6hhB9bm2OInSlvbt23vL5iuQXrK4Pntz8S5y1Rnl3hLHXnTRRXbDDTeE2iYpk/o5BwEEEEAAAQQQQCD/BUgAyP8+ooUIIIAAAggggECZCujLe82m1xKkYWbUZ9q4dAGwuXPnejMH4163YcOG3uxBBQ1LFlfgwPVFrOvL+bjnZ+qZOM8VXIhbf+J8LbeuZe/1RXrYZZwT58YxSt4CIBv3oiV09UV5UADi448/tjPPPDPUHt0l2+QXTHD1kysIEXTvuU4AuOuuu7xEnaBlncP0jZIqtDTzTjvtFOZw57LeYSrRuB03bpxptZNrrrmm1ClREgDCznRO165cJQDoWrkM3Gkfbs2A18xwV8nmGI/zznC1M+rvv/jiC29Z81wmWSS/Z7UEv7Y5ibuPd5hl3UtaRFn+P/lcJUr069fPm4Gci+L6HM/m2Mt2+11tc/2N4WpPthIAdJ1crgql5BIlioTd0uKbb77xVvpRQl6coi19dO0ePXqk3RbI9dmbi3dRmC1lotxz3BVDolyLYxFAAAEEEEAAAQTyV4AEgPztG1qGAAIIIIAAAgiUm4BmC86ZM8cGDBjgXAo6k0a2bNnSW7pUS2Enl2zMHNQXxN26dTMtS59uz3dX4CDul7txz8/EM/mcSZMmecvx5qqE3Z826PpxjObPn+/tGRw3SUTtC7t1gZ4H7XXcq1evyKy33nqrl0xTsriCQK4gRFBDcp0AoOD1Flts4dzbOaiNmQQotEqIlmAfO3Zs5H7QCQruK3nhsMMOM7+VJKIkAOh9NWTIENMqD1FLLhMA1Bbtk37++eenfQdGbWvi+NatW3vbA2hGepiSzTEe550Rpq1Rj9Gy5sOGDbObb7456qmhj9d7TvXvueeeoc8JOjDqNgBxlxBXUFPJVVriPdvF9TmezbGX7ba72pZPCQD67Js2bZq30olrS4coTvo7Tcl3+nsiSombkJBYsejzzz+3Tp065U0CQDZXwMrGiiFR+oRjEUAAAQQQQAABBPJXgASA/O0bWoYAAggggAACCJS7wGeffWYjRozwVgTIRsBVN9SmTRsv+HbggQemvT99EaqAWtSgmvaSVTBOQd1PP/3U98tdV+AgbqAp7vlxO33p0qXWtm3btKsfZFq3bFu0aOGZnnjiic6lv13XiWOk8aHAgfYWznRM6n4USFZwqkqVKq7mer/Xda+88krvulFKya0uEue6gkD5ngDQrFkzb/lkbduhlTuiFJ07atQoO+igg6Kc5h2baVBR752RI0da3bp1vXqykQCgejKZ6ey3r7rruQizBUAyqN7fV111VeA+0WE6QM+LZnNrSXf9d9iSzTHusokbNA17T8nHaa/6559/3hRUfP311zOpIu05WqVCq1N06NAhq8t3R90GQIl0Wu1hq622yvje9N5U0o3eZ5m+r0teXMlDSioIWoUim2Mv45v3OdGVpBd3LGdzBYDELbz55pt29dVX26xZs2JxKOCvsdCzZ8+MxnamCQklrxv0PnF99ubqXbR48WLr379/rHdJnM/WWB3LyQgggAACCCCAAAJ5KUACQF52C41CAAEEEEAAAQTyR0BfuH700UdeIODJJ5/MaBaYZiRpqfguXbqYlud3LRkfNbCi4J72kVXdWiZZQQfNnBw/fvzG9ipwpS9HFfgL2u9ds3oVXFAAQUsmJ4IWOr9x48beF9fapsBvyfi458fteV1fe9orgUJ73EYp+pJcM6C33HJLL0Fjv/3280xr164dOlAe5npxjTQ+FJBQMF6zE8MGltSHmlWr2YwNGjSIvKT2L7/8YloSW1sfaAawqwQtca9Atsboc889Z8uWLdtYlZ6Vww8/3AYPHuybJOO6rp7Zp59+2mvrokWLUtp66KGH2umnn+4tpRyU/PCvf/3Le1a04kLCV23TLPB//vOfG5dt1rOmJfXDmGh89e7d20u8iDrzM/meo/SD2qwVGLR6Q/L9Ktiid4aCZYn7U+BV7yiNjyhBT40FJUppZYIwY1FJEzq+pH8iWPrEE0+Y2pcosmratKlnpwScKEvB61nRrFmtRBE1eKfraqlsBaX22GOPSNdV27M5xl3vDCVH6DNm0003dT0eWf+92qYVHfQcyDjMGEjXCH2OKYGtefPmWX3fJl9LY1Wfi3rvKGkh3XtM7wiNN60AVLNmzax4aRuV22+/3ftsDfPuLHnR5CQ0Jbi5ns9sjr2sACRVovvXWFFyWLrnvHv37tauXbvAbWmC2pSoX58B+pxMjMfEeyTT+n/77TdvfOtz9+WXX47Eovew3sG6dsmVnyJV9L8HR0lI0Ge+EmqSk071rtU7UX/nKaCvkvgbUYmkegb8iutd5PobMeh+f/zxR69NSpqJ8vfb/vvv7634cvbZZzufjUy8OQcBBBBAAAEEEECgMAVIACjMfqPVCCCAAAIIIIBAuQisX7/eVq1a5QUVFfDQfyd/waxGKYimL3sVSNYXrgok7L777hl9ma0vWhUcffbZZ71AXXLAQl/QaiuBk08+OVRSQbmAcdGcC2hZa41HBTm1J7u2fUgEmBIJDUr40B7aGovbb7997DZpL2LN/NU2GbpeIoCvAILGvAL42itdM1XDrjAQu1HlXIG2HZDHzJkzPY9EUEXvAyWRKGin57VGjRpZa6mCJbqmAl3J/aBrapl/Bcs1m7Zq1apZu2Vd3EAAACAASURBVKZfRUq60LLSCpBpRYT33ntvo4Heh/Xr1/eCSq1atfI8/BKIctVQtU+rFSipSe9u9ZFWcEhe1lvtUltlp2QpjWVXoDVX7S3UepWc8u6779qSJUu8zyuNiZLOifdEtWrVPGsllunzMhvvpnx3098QCmzqna1/SgxIDoKn+xsiF0lo+e6Uz+1TUpFWF9HfZPqnd13y567arnedEgf1mat/ClBXrlw5q7elduhZUxJg8t+HiWRNfeYr+K9ERlfSaVYbloXK9LfvBx984CXg6TnR52lyoqCeCX3OyVarM+27775l/pmShdukCgQQQAABBBBAAIEcC5AAkGNgqkcAAQQQQAABBBBAAAEEEEAAAQQQQAABBBBAAAEEEEAAAQQQQKAsBEgAKAtlroEAAggggAACCCCAAAIIIIAAAggggAACCCCAAAIIIIAAAggggECOBUgAyDEw1SOAAAIIIIAAAggggAACCCCAAAIIIIAAAggggAACCCCAAAIIIFAWAiQAlIUy10AAAQQQQAABBBBAAAEEEEAAAQQQQAABBBBAAAEEEEAAAQQQQCDHAiQA5BiY6hFAAAEEEEAAAQQQQAABBBBAAAEEEEAAAQQQQAABBBBAAAEEECgLARIAykKZayCAAAIIIIAAAggggAACCCCAAAIIIIAAAggggAACCCCAAAIIIJBjARIAcgxM9QgggAACCCCAAAIIIIAAAggggAACCCCAAAIIIIAAAggggAACCJSFAAkAZaHMNRBAAAEEEEAAAQQQQAABBBBAAAEEEEAAAQQQQAABBBBAAAEEEMixAAkAOQamegQQQAABBBBAAAEEEEAAAQQQQAABBBBAAAEEEEAAAQQQQAABBMpCgASAslDmGggggAACCCCAAAIIIIAAAggggAACCCCAAAIIIIAAAggggAACCORYgASAHANTPQIIIIAAAggggAACCCCAAAIIIIAAAggggAACCCCAAAIIIIAAAmUhQAJAWShzDQQQQAABBBBAAAEEEEAAAQQQQAABBBBAAAEEEEAAAQQQQAABBHIsQAJAjoGpHgEEEEAAAQQQQAABBBBAAAEEEEAAAQQQQAABBBBAAAEEEEAAgbIQIAGgLJS5BgIIIIAAAggggAACCCCAAAIIIIAAAggggAACCCCAAAIIIIBAxgJ//fGn/XvJ/4t8/t7NDoh8TiGfQAJAIfcebUcAAQQQQAABBBBAAAEEEEAAAQQQQAABBBBAAAEEEEAAAQQqgIASAC6t3TrSnba5+lw76rwOkc4p9INJACj0HqT9CCCAAAIIIIAAAggggAACCCCAAAIIIIAAAggggAACCCCAQJELkAAQroNJAAjnxFEIIIAAAggggAACCCCAAAIIIIAAAggggAACCCCAAAIIIIAAAuUkQAJAOHgSAMI5cRQCCCCAAAIIIIAAAggggAACCCCAAAIIIIAAAggggAACCCCAQDkJkAAQDp4EgHBOHIUAAggggAACCCCAAAIIIIAAAggggAACCCCAAAIIIIAAAgggUE4CJACEgycBIJwTRyGAAAIIIIAAAggggAACCCCAAAIIIIAAAggggAACCCCAAAIIlJMACQDh4EkACOfEUQgggAACCCCAAAIIIIAAAggggAACCCCAAAIIIIAAAggggAAC5SSgBIAnLh/tXf27j1fbqlff9v57p33+brUO3i9tq2rsXdOOOq9DObW4fC5LAkD5uHNVBBBAAAEEEEAAAQQQQAABBBBAAAEEEEAAAQQQQAABBBBAAIEMBO7qMNj+veT/eWeeefcVdkCbIzOopThPIQGgOPuVu0IAAQQQQAABBBBAAAEEEEAAAQQQQAABBBBAAAEEEEAAAQSKUuDi3Vt596XZ/72njLCtd9yuKO8zk5siASATNc5BAAEEEEAAAQQQQAABBBBAAAEEEEAAAQQQQAABBBBAAAEEEChzgTenL7BHLxjmXfews1pb+2H9yrwN+XxBEgDyuXdoGwIIIIAAAggggAACCCCAAAIIIIAAAggggAACCCCAAAIIIIDARoF7Ol1mH77ypvf/u4y53A486Sh0kgRIAGA4IIAAAggggAACCCCAAAIIIIAAAggggAACCCCAAAIIIIAAAggUhEBi+f/qe+3uLf9ftcYOBdHusmokCQBlJc11EEAAAQQQQAABBBBAAAEEEEAAAQQQQAABBBBAAAEEEEAAAQQyFlg+e6FNOO967/wmXU6wjjddmHFdxXoiCQDF2rPcFwIIIIAAAggggAACCCCAAAIIIIAAAggggAACCCCAAAIIIFBEAvd2udI+WLDUu6MzRl9qDU85uojuLju3QgJAdhypBQEEEEAAAQQQQAABBBBAAAEEEEAAAQQQQAABBBBAAAEEEEAghwKJ5f933GNX6z15hG27y445vFphVk0CQGH2G61GAAEEEEAAAQQQQAABBBBAAAEEEEAAAQQQQAABBBBAAAEEKozAO3NetQd7DPXut/HprezUkQMqzL1HuVESAKJocSwCCCCAAAIIIIAAAggggAACCCCAAAIIIIAAAggggAACCCCAQJkLPND1Gntv/mvedTvfcbE16tCizNtQCBckAaAQeok2IoAAAggggAACCCCAAAIIIIAAAggggAACCCCAAAIIIIAAAhVYILH8f7W/72K9p9xk2+1WowJr+N86CQAMCwQQQAABBBBAAAEEEEAAAQQQQAABBBBAAAEEEEAAAQQQQACBvBXQzH+tAKBySKfj7LRbBuVtW8u7YSQAlHcPcH0EEEAAAQQQQAABBBBAAAEEEEAAAQQQQAABBBBAAAEEEEAAAV+BB3sMtXfmvOr9vtNtF9nBpx6Llo8ACQAMDQQQQAABBBBAAAEEEEAAAQQQQAABBBBAAAEEEEAAAQQQQACBvBVILP+//e47ecv/71Bz57xta3k3jASA8u4Bro8AAggggAACCCCAAAIIIIAAAggggAACCCCAAAIIIIAAAgggkFbggwVL7d4uV3q/a9SxpXW+fTBSAQIkADA8EEAAAQQQQAABBBBAAAEEEEAAAQQQQAABBBBAAAEEEEAAAQTyUuDh8663t2cv9Np22s0D7ZDOx+dlO/OlUSQA5EtP0A4EEEAAAQQQQAABBBBAAAEEEEAAAQQQQAABBBBAAAEEEEAAgRSBxPL/2+1a3XpPGWHVau2CUIAACQAMDwQQQAABBBBAAAEEEEAAAQQQQAABBBBAAAEEEEAAAQQQQACBvBP48JW37J5Ol3rtOqj9MXb6qEvyro351iASAPKtR2gPAggggAACCCCAAAIIIIAAAggggAACCCCAAAIIIIAAAggggIA9esFwe3P6i55ExxEDrMkZrVBxCJAAwBBBAAEEEEAAAQQQQAABBBBAAAEEEEAAAQQQQAABBBBAAAEEEMg7gcTy/1V32sF6Txlp1ffcLe/amG8NIgEg33qE9iCAAAIIIIAAAggggAACCCCAAAIIIIAAAggggAACCCCAAAIVXOCjJf/PxnYY7Ck0PLm5nXHnZRVcJNztkwAQzomjEEAAAQQQQAABBBBAAAEEEEAAAQQQQAABBBBAAAEEEEAAAQTKSODxC0fav56Y712tw/D+duiZJ5bRlQv7MiQAFHb/0XoEEEAAAQQQQAABBBBAAAEEEEAAAQQQQAABBBBAAAEEEECg6AQuqXmCbdiwwbbcvqpdMO0Wq7F3zaK7x1zcEAkAuVClTgQQQAABBBBAAAEEEEAAAQQQQAABBBBAAAEEEEAAAQQQQACBjAQ+Wfqe3XnSQO/cA9odZWeOvTyjeiriSSQAVMRe554RQAABBBBAAAEEEEAAAQQQQAABBBBAAAEEEEAAAQQQQACBPBWYfNGt9vqkuV7r2t/Y1w47u02etjT/mkUCQP71CS1CAAEEEEAAAQQQQAABBBBAAAEEEEAAAQQQQAABBBBAAAEEKqzAZXu0sT9//8M237qK9Ztxu+20b60KaxH1xkkAiCrG8QgggAACCCCAAAIIIIAAAggggAACCCCAAAIIIIAAAggggAACORH47K0PbFTr/l7dDVofYWfdc2VOrlOslZIAUKw9y30hgAACCCCAAAIIIIAAAggggAACCCCAAAIIIIAAAggggAACBSYw9dI7bMmjz3itPvm6Ptase7sCu4PybS4JAOXrz9URQAABBBBAAAEEEEAAAQQQQAABBBBAAAEEEEAAAQQQQAABBP5X4Iq9T7Lff/3NNqv8N+v/9Cjbpe4e2EQQIAEgAhaHIoAAAggggAACCCCAAAIIIIAAAggggAACCCCAAAIIIIAAAgjkRmD1O6vstuMv8Crf/4Rmdva9V+fmQkVcKwkARdy53BoCCCCAAAIIIIAAAggggAACCCCAAAIIIIAAAggggAACCCBQKALTrrzTFj00y2vuSUN72+E9Ti6UpudNO0kAyJuuoCEIIIAAAggggAACCCCAAAIIIIAAAggggAACCCCAAAIIIIBAxRW4qm57++2nn80qVbKBz46xXevvWXExMrxzEgAyhOO0zAX+/PNPmzNnjk2aNMneeOMN++KLL2z9+vVWvXp1q1Wrlh177LHWvn17q1+/fuiLrFu3ziZPnmwzZsyw5cuX29dff20bNmywnXbayerWrWtt27a1Tp062fbbbx+6znQH9u/f30aPHp3yqwMOOMDefPPNyPV+9tlnNmvWLHvmmWfso48+8tr83Xff2apVq6x27dqR6+MEBBBAAAEEEEAAAQQQQAABBBBAAAEEEEAAAQQQQAABBApV4Kv3P7FbWpznNb/+8YdZt/uHFOqtlGu7SQAoV/6Kd/GlS5dar1697F//+lfgzVeqVMm6du1qN998s1WrVi3w2OnTp1vfvn3t888/Dzxuxx139OpTvZkUBez//ve/lzo1agLAv//9b7viiiu8hAUlKZQsSgYgASCTHuIcBBBAAAEEEEAAAQQQQAABBBBAAAEEEEAAAQQQQACBQhWYPuRuW3j/U17z2w7pZUee275Qb6Vc200CQLnyV6yLP//883biiSfab7/9FvrGDzzwQHvhhRdsu+22S3vOlClTrHPnzvbXX3+FrvOuu+6y3r17hz4+caBWJZg2bVqp86IkAIwdO9YGDhzorXjgV0gAiNw1nIAAAggggAACCCCAAAIIIIAAAggggAACCCCAAAIIIFDgAkP+car9/D9rvbsY8Mydttv+exf4HZVP80kAKB/3CndVzXpXoPynn34qde9alr9q1aq2evVq+/3330v9vkOHDjZ16tRSP//000+tTp069uuvv5b6nZb+33TTTb06Sxb9XEv2/+Mf/wjdD1qmX8kL6UrYBIBLLrnERo4cGXjNKlWq2IoVK9KuNBC6sRyIAAIIIIAAAggggAACCCCAAAIIIIAAAggggAACCCCAQAEJrFn1uY04qqfX4v2ObWLdxw8toNbnV1NJAMiv/ija1vTo0cMeeOCBlPvbZZdd7P7777dWrVqZlvz/8ccf7YYbbrARI0aUcli1apXtueeeKT+/6qqrvOOTS40aNbxkgSOOOML78RtvvGEdO3a0Tz75JOU4rQCglQDCFCUY1K9f35TEkK6ESQDQtfr06VPq9N122837+XHHHWf77befbbnllmGaxDEIIIAAAggggAACCCCAAAIIIIAAAggggAACCCCAAAIIFI3ArOvutQX3POHdT5urz7WjzutQNPdW1jdCAkBZi1fQ61WvXt2+/fbblLtfuHChNWvWrJRIy5Ytbf78+Sk/V6LAOeeck/Kz5s2b24IFC1J+Nn78eOvWrVvKz2bPnm1t2rRJ+Zlm/y9fvjxUb1xzzTV23XXX+R7rSgDQdRo3blxqpYLBgwd7CQyVK1cO1Q4OQgABBBBAAAEEEEAAAQQQQAABBBBAAAEEEEAAAQQQQKAYBYYe2Nl++vZ/vFvrP3uU1Txg32K8zTK5JxIAyoS5Yl/kf/7nf0zL/CcXzXz//PPP08LcfPPNdvHFF6f87tprr7Wrr7465Wf16tXzlstPLh9++KHttddeKT/TDH4trZ9clJDwzTffODtm5cqVtv/++9tvv/3me6wrAaBdu3Y2c+bMlPOHDx9ul156qfP6HIAAAggggAACCCCAAAIIIIAAAggggAACCCCAAAIIIIBAMQt898mXNrxZd+8W6x7T2HpMuLaYbzfn90YCQM6JuUBUAQXHL7/88pTTbrvtNhswYEDKzw4++GBbunRpys8++OAD22effVJ+9vPPP9tWW22V8rPatWvbRx995Gza8ccfb3Pnzt14nFYDUDJCcglKAHjnnXe8BIINGzZsPOXoo4+2559/3nltDkAAAQQQQAABBBBAAAEEEEAAAQQQQAABBBBAAAEEEECg2AWeHvaAvTBmsnebra/sYc3PP7XYbzmn90cCQE55qTwTgSOPPNJefvnllFOXLVtmBx54YMrP+vbta2PGjEn52dixY+38889P+dm0adOsffv2KT/r1KmTTZw4MbB5kydPNh2XKA0bNrSnnnrKatWqlXJeUAKAZvmPGDEi5Xhtb7D55pvbuHHj7KWXXrKvvvrKttxyS9t7772tY8eOXvu33nrrTOg4BwEEEEAAAQQQQAABBBBAAAEEEEAAAQQQQAABBBBAAIGCEriuURf78evvvDb3m3m7/b1h3YJqf741lgSAfOuRCtyedevW2ZVXXml33HFHikLbtm1txowZpWTeffddU/D9jz/+2Pg7bTUwadIkO/bYY72fvf76617wP3m7gUqVKtnChQutadOmvtpr1641bTHwxRdfbDxGSQlaOaBmzZop5wUlABxyyCH2xhtvbDxeWxGcdtpp9tBDD/leWwkGSlpQwgEFAQQQQAABBBBAAAEEEEAAAQQQQAABBBBAAAEEEEAAgWIV+OGLb+zGJmd7t1en+cHW85Hri/VWy+y+SAAoM2ouVFJAS/q/+eab3o8VcH/vvffsl19+STlMy+drufwdd9wxLeADDzxgPXv2TFliXwfWqFHDNttsM1u9enWp82666Sa75JJLAjtk0KBBpm0HEuX000+3xx57zEskCJsA8NNPP9l2221nf/75Z+TOr1atmpc4oIQDCgIIIIAAAggggAACCCCAAAIIIIAAAggggAACCCCAAALFKPDsiIds/qjHvVs74bLudkzf/1uduxjvtyzuiQSAslDmGmkFNBM/qPTo0cNuvfVWq1q1auBxU6ZMsd69e9v3338feNzf/vY3u/POO61Xr16Bxy1fvtwOOuigjSsLaHn+999/33bfffdICQAffPCB1alTx/da2267rZcgoKSCdEkCJ554os2ePZvRgwACCCCAAAIIIIAAAggggAACCCCAAAIIIIAAAggggEBRCmj2v1YBUOn71K1W6+D9ivI+y/KmSAAoS22ulSLgSgDo06ePXXvttabZ8EFFM/O1CkDJ1QNKnqPr3Xfffda9e3fzu/aGDRvsiCOOsFdeeWXj6dddd51dddVV3v+PsgLAokWLrFmzZqWavscee9i4ceOsZcuW3u+++uor071q2f+SRasi1K3LPic8OggggAACCCCAAAIIIIAAAggggAACCCCAAAIIIIAAAsUl8OPX39l1jbp4N7XvkQfZuY/dWFw3WE53QwJAOcFzWbPmzZvbggULAil22mknmzt3rjVo0CDtcVrKf+TIkZE4zz//fBs7dmzac7SlgFYeSBQtwa8g/BZbbOH9KEoCwNNPP22tW7cudZ1PP/201DYCf/zxh9WvX9+0akBySU4+iHSTHIwAAggggAACCCCAAAIIIIAAAggggAACCCCAAAIIIIBAHgs8d+sjNvfWR7wWtrqkq7Xof3oet7ZwmkYCQOH0VVG3dO3ataal90ePHm0TJ05MuddddtnFVqxYUWorgEceecTOOuuslGNr1qxpt912mze7fpNNNrEXX3zRBg4caKtWrUo5bsSIEXbxxRen/ExbCGjJ/m+//Xbjz5944glr3779xv8fJQFg1qxZ1rZt21L9plUG0hWtTnDuueem/KpNmzY2c+bMou57bg4BBBBAAAEEEEAAAQQQQAABBBBAAAEEEEAAAQQQQKDiCQxv1t2+++RL78b7PHmL7dG4fsVDyMEdkwCQA1SqjCegJfoffPDBlEpuvPFGu/zyyzf+7K+//rJatWp5M/ITZfPNN7e3337b9t1335RzP/vsM292vZIMEmWbbbax1atX29Zbb73xZ7169bJ777134/8/5phjbP78+Sl1RUkAmDNnjrVq1Srl/EMOOcRee+21tEBvvfWWHXjggSm/0/9ftmxZPFDORgABBBBAAAEEEEAAAQQQQAABBBBAAAEEEEAAAQQQQCCPBH767j829IBOXov2PvxAO2/i8DxqXWE3hQSAwu6/omy9gvgHHHBAyr01bdrUXnnllY0/W7JkiR166KEpxwTNlu/atatNmDAh5fgZM2ZsnKGv+g477DBLnp2v7Qe22267lHOUALBu3bpS7lo5QKVdu3am1QVUXn/9dWvcuHHKsR06dLCpU6em7bc1a9ZYjRo1Un63zz77lNoWoCg7nZtCAAEEEEAAAQQQQAABBBBAAAEEEEAAAQQQQAABBBCoMALzR020Z0f8d0Lw8YPPspYDulSYe8/1jZIAkGth6o8s8NNPP5lm6CeX3Xff3TSTP1G0TcDpp6fuA9KvXz8bNWpU2usNHTrU/vnPf6b8TlsFDBgwwPvZtddea0OGDInc1pIndOnSxbQ1gcpXX31l2r4guSjJYNGiRWmvk24FgCZNmtjixYtjt4sKEEAAAQQQQAABBBBAAAEEEEAAAQQQQAABBBBAAAEEEMgXgRFH9bQ1q/670vf5U0fanofuny9NK/h2kABQ8F2Y/zfw0EMPWbdu3VIa2qdPHxszZkzaxn/yySdWu3btlN9phv2KFSs2/uzRRx+1M888M+WYTp06mRID0pW+ffuWut4dd9xh/fv39w5XW3RM3JKcAKC6NIP/ww8/3FjtFltsYd98802pBAcdcN9999m5556b0oSzzjqr1MoFcdvI+QgggAACCCCAAAIIIIAAAggggAACCCCAAAIIIIAAAgiUl8Av//nJrqnf0bv8Xoc1sN5T/ru6NiU7AiQAZMeRWgIEFixYYM2bN085QjPjFdCvWrVqqTM1U18z9pNLyeX9NYu+WbNmKceorlWrVtmOO+6Y8vOff/7ZlECg5fuTS/IWAJMnTzYlEMQtJRMALr300o1bAiTqvummm+ySSy5JudTvv/9u9evXt5UrV6b8/OGHHy6V6BC3jZyPAAIIIIAAAggggAACCCCAAAIIIIAAAggggAACCCCAQHkJvDh2is2+8X7v8scOOtOOG5Q66be82lUs1yUBoFh6Mo/v448//rDddtvNm/meXBo3bmxjx461Ro0aeT/W0v933XWXXX755fbnn3+mHDthwgTTbPhEWb9+ve2666723XffpRynJfMfeOAB22+//byfazWB3r1727PPPptynGbia4n+bbfdNpKckghq1qyZcs4BBxxgb775Ztp6Vq9ebXvssYepvYnyt7/9zUaPHm3nnHOO6b/VDrVx+vTpKXXsvPPO9u9//9uqVKkSqY0cjAACCCCAAAIIIIAAAggggAACCCCAAAIIIIAAAggggEC+Ctx8zHn29QefeM07b/JNtnfTA/K1qQXZroJPAJgyZYoXPP3+++8jdYD2mH/88cetdevWzvM2bNjgBZKfeuope+GFF0x7tev/qzRs2NAUAO7YsaMdccQRaWe0B11AQfGZM2favHnzbNmyZfb+++97h2vGuupu27attWzZ0mrUqOFsZ/IBCrovWbLEZs+ebQsXLvQC1GvXrvWWnj/wwAPtqKOOsnbt2nnX2GyzzSLVncnBd955p/Xr1y/tqZqxv9VWW9mXX36ZEihPHKz2vv7666XaOXLkyFIz6RPnKHiu+/riiy9M/VeyXHTRRXbzzTdHvpWoCQC6gK5z8cUXl7rWlltuadWqVTMlCZRMeNDB48ePL7V1QuQGcwICCCCAAAIIIIAAAggggAACCCCAAAIIIIAAAggggAACeSLw27pf7Ko6p3itqX3IftbniZut0iab5EnriqMZBZ0A8Msvv9jAgQPtnnvuyag3brzxRm+2eVBRYsGIESO8meoKoAcVBe2vv/56a9++vW3iGKhq+9133+0d70pe2GGHHezaa6+1nj172uabb+68VwX7r776aps1a5bzWC2tr0B63bp1ncfGPUDtv//+/y7nEbb8/e9/t+eff9722muvUqcosN+tWzfT6gBRyoknnuglc2j2fdSSSQKA2tm9e3d76KGHQl9OyRKjRo0KfTwHIoAAAggggAACCCCAAAIIIIAAAggggAACCCCAAAIIIJDvAi+Ne9JmXjvOa2bLC8+w4y8+O9+bXHDtIwEgIAHg66+/tvPOO6/U0uxBvawZ9kos0KoEfjPr161b581cV1JBlHLFFVeY/mm2vF9ZsGCBde3adeMKBWHq1woGWnr/sMMOC3N4rGPGjBnjJSf88MMPznpOPfVULwiu2fx+RTPnb7rpJs9crkFFAf8BAwbY0KFDM15WP5MEALVJSQDDhw/3Ej5+/vln32aqb5XsMWjQIKcPByCAAAIIIIAAAggggAACCCCAAAIIIIAAAggggAACCCBQSAK3HdfHVr/7b6/JvSYOs30Ob1hIzS+ItlbYBAAF6qdNm2YtWrRI21EKJmt1gXvvvTdyR6ruqVOn2nHHHVfqXC3Nr0CwguCZlHHjxnkrAVSqVKnU6e+9956dfvrp3hYFUcvRRx9tDz/8sO22225RT418/I8//miTJk2yp59+2tv2QNsgKJCvlQ60isLhhx9uZ511lvffYYu2D5C56vzggw9MyRt//fWXt3XCnnvuaa1atTIlFOyxxx5hq0x7XKYJAInKdP6DDz7otXPVqlVeIsT222/vrXBwwgkn2LnnnhuY8BCr8ZyMAAIIYc8b7wAAIABJREFUIIAAAggggAACCCCAAAIIIIAAAggggAACCCCAQDkJ/PHbert8r3be1WsesK9dMP1W27QMtiovp9stt8sWXQKAZuzfdtttGc/wTvTEo48+ameeeWZKxyiwf80111iPHj28oK2SBJREcNVVV5Waca9gs7Ym0HHJ5aWXXrLOnTt7+90nl8GDB3uz03fddVf7/fffvWXvL7vsslLB/GbNmtkjjzxitWvXTjnfbzsEze5XwsExxxzjLXmv/eZvv/12b1/6kkU/79+/f9rkgnIboVwYAQQQQAABBBBAAAEEEEAAAQQQQAABBBBAAAEEEEAAAQQKXmDhA9Nt+jV3effRol9na3Vpt4K/p3y8ARIA0vSKgvNnn322zZs3L+W3CqRfdNFFKUv7a2n3++67z3r16pVybLoVBpQw0LdvX28GeHLp06ePjRgxotTS/nPnzrWOHTva2rVrU47X9ZSEkFzmz59vp5xySsqxtWrV8vadP+qoo1KO1Qx87TE/YcKElJ+3bNnS+9kuu+ySj2OVNiGAAAIIIIAAAggggAACCCCAAAIIIIAAAggggAACCCCAQIEK3HFiP/v87ZVe68999Abb96hGBXon+d1sEgDS9M9zzz1Xavn+Jk2a2OOPP552CXnNqu/SpYu9+OKLKbVdd911duWVV26cUf/22297Af2VK/87sFUUbH/qqaescePGpVqiwP8FF1zgLc2fXEqucqDl87WlwLBhw1KO02x+JRZsvvnmpepOd49KWnjmmWdMqwxQEEAAAQQQQAABBBBAAAEEEEAAAQQQQAABBBBAAAEEEEAAgWwI/PXnn3ZprdZeVbvst6f1n3mHbbb537JRNXWUECABoASIZvTfcMMNXkA9uQRtLbB+/XpvuX5tPZBcFOzXbP1tt93W+3G6bQW0N70C/DvuuGPawak6Bw0alPK7pk2b2mOPPWaa4a/y7bff2llnnWXPPvtsynHaKkCJCenKJ598YmeccYYtWrQo5de33nqrDRw4sMI8KEqe0PYJSpLQFgkUBBBAAAEEEEAAAQQQQAABBBBAAAEEEEAAAQQQQAABBBDIrsCrE2bZk1fc6VV69AWn2YmXn5PdC1DbRgESAEoMhv/85z/Ws2dPmzp1aspvXIFxV6DeL0lAwXZtLVC5cuW0w3LGjBl20kknpfxOqwbMnDnTGjX677IYS5cutbZt25q2LkiUkseUrNzvPl3tKbZnRwkA2hJh6623JgGg2DqX+0EAAQQQQAABBBBAAAEEEEAAAQQQQAABBBBAAAEEEMgLgdHtBtin/1rhtaXHw9db3aMPzot2FWMjSAAo0at+M+ODZtOrikmTJlnnzp1Tattnn328RIIGDRqYX8D92muvLbXaQHIlixcv9rYj0HYAyWXu3Ll27LHHej9KlyRwwAEHeG2qU6dO2nH766+/2kUXXWRjx45N+b1WEhgzZoxpO4CKUEgAqAi9zD0igAACCCCAAAIIIIAAAggggAACCCCAAAIIIIAAAgiUp8DFu7fyLl9j75o24Jk77W9VSm9hXp7tK6ZrkwBQojdXrFhhp512mi1fvjzlNwsXLrRmzZr59v0rr7xihx9+eKnfJ85bs2aNt+T+vHnzUo5xJRa8//771qlTJ3vrrbd8z5swYYJ17do15ffHH3+8t+VAtWrVfNt83XXX2TXXXBP5vGJ6AEgAKKbe5F4QQAABBBBAAAEEEEAAAQQQQAABBBBAAAEEEEAAAQTyTWDJY8/a1Etu95rV/PyO1vrKnvnWxKJqT9ElAGjpe5Xk5fBr1apl9evXt6OOOspbKl+z4jfZZJO0HekK5Pv1vuu8MIH8dHWHOS/TQH6m5xXTE0ACQDH1JveCAAIIIIAAAggggAACCCCAAAIIIIAAAggggAACCCCQbwJjT7nIPnr9Ha9Z5zx0rdVr0TjfmlhU7Sm6BIAwvdOmTRsbOnSoNWzY0CpVqpRyiiuQ71f/0qVLveSC5MQDHZuY4R8mkJ+ubr8tCZK3Dsg0kH/bbbfZoEGDUi7r2jogjG8hHUMCQCH1Fm1FAAEEEEAAAQQQQAABBBBAAAEEEEAAAQQQQAABBBAoNIHE8v/Vau1iA+eOtc23qlJot1BQ7a2QCQDqIa0KcNddd1mrVq1SkgAyTQBwBfhdv/cbNd9995116dLF5syZk3JINhIAtEXAmWeemVIvCQAF9fzSWAQQQAABBBBAAAEEEEAAAQQQQAABBBBAAAEEEEAAAQTyVuCNyc/ZpEG3eO07slcHa3vNuXnb1mJpWEEnAGj2tmbyawZ8JkXB7scff9zq1au38XQSAA6wSZMmedskVITCCgAVoZe5RwQQQAABBBBAAAEEEEAAAQQQQAABBBBAAAEEEEAAgfIQuPvUS2zVq297l+4+/p+237GHlkczKtQ1CzoBQD21fv16W7t2rddpW265pVWp8n9LRvz000/27rvv2pgxY2zChAlpO/bqq6+2IUOG2Kabbur9PtMEgBUrVthpp51my5cvT7nO9OnTrV27dpbpCgBr1qyxM844w+bNm5dS76233moDBw70fpbpFgAy6dq1a0q9TZs2tccee8xbIaEiFBIAKkIvc48IIIAAAggggAACCCCAAAIIIIAAAggggAACCCCAAALlIZBY/n/bXXa0wc/fY1tss1V5NKNCXbPgEwDC9NYff/xh48ePt169epU6vHnz5qal8HfddVfvd5kmALjOyzQBIMx5mSYAZHpeGPNCOYYEgELpKdqJAAIIIIAAAggggAACCCCAAAIIIIAAAggggAACCCBQSAL/evJ5e7z/CK/JR/Q8xdr987xCan7BtrVCJACod3744Qfr0aOHTZs2LaWz9tlnH5s6dao1aNDA+/nixYvtuOOO27iqQOLghQsXWrNmzXw7Ol0CwC677GIzZ860Ro0a2YcffmidO3e2pUuXptTxyCOPWJcuXXzr9UsASKwsoBOHDRtmV1xxRUodxx9/vJfYUK1aNd+60yUAdOzY0e677z7bdtttC3ZQR2k4CQBRtDgWAQQQQACB/8/eXYBJWXUBHD90dwrSIA2iNCICokiHSEg3CEgI0iUNUgJKdyMipTQo3YIKiMTS3Z3fc+5+u847O7s72zOz//s8Puo7973xe4fdYe655yKAAAIIIIAAAggggAACCCCAAAIIIIAAAgg4JzClbg85+fshU7nRtL6Sp3xx526kVogEIk0AwOvXr2XAgAHmH/tiu7jvzI57R+IrV66UqlWrWl7Shf9FixZJ1qxZ5ebNm2ahf926dZY6AwcOFD2GwL+iAQOVK1eWy5cv+1ZJkCCBrF+/XooW9T4jQxf669evb2kif/78snjxYsmePbvDpvXohO7du8uYMWMsr7dt21a+/fZbiR07dojeWO5yMwEA7vKkGCcCCCCAAAIIIIAAAggggAACCCCAAAIIIIAAAggggIA7Cfik/4+fPLF02zpV4iRO4E7Dd9uxRpoAAH1Cjna863XbAIDr169LvXr1ZOPGjZaHOnr0aOnUqZO/D3ry5MnSunVry+sVK1aUuXPnSpIkSeTRo0fy5Zdfmt31tkXbHDZsmMSMGdNh2xs2bDAZCWyLbWCBXv/tt9+kVKlSljq22QccNXz//n354osvzPhsy5AhQ6RHjx5u+4YO6sAJAAiqGPURQAABBBBAAAEEEEAAAQQQQAABBBBAAAEEEEAAAQQQCFjg8MptMr/tUFPpvaZVperANpCFk0CkCQDQhV7daa/p8m2L/U55/xbqA9oZ799uel1I16CDaNGiiX8ZCGyDBBw9c92h37lzZ8tLDRo0kIkTJ4pmAtBy/Phx+eyzz+To0aOWepp9oHbt2g7fSl5eXibQYefOnZbXNbNAuXLlwuntF/HdEAAQ8c+AESCAAAIIIIAAAggggAACCCCAAAIIIIAAAggggAACCHiWwLQGveXElv1mUg2n9Ja8Fd7zrAm68GwiTQCAptBv2LChn539js68d7ToXrx4cVmwYIFkyJDBz+M8c+aM1K1bV/bs2WN57eeff5YqVar4XnN0TEBAO/Vv374tzZo1k59++snSrn02grt370rz5s1l2bJllnoBZRdYvny51KxZ01I/oDm68Hs4REMjACBEfNyMAAIIIIAAAggggAACCCCAAAIIIIAAAggggAACCCCAgB8Bn/T/cRLGl6+3z5B4SROiFE4CbhsAoLvu+/XrJ3HjxjU75OPFi+cv2dOnT0UXzXv27Omnjp53rwvlUaJE8X1t7969Uq1aNdGgAdsyZcoUs9BuW1d39o8fP146duxoqfvhhx/KnDlzRBf4fYp/gQI6rgEDBkj06NEtbWgAge7213T9PiVnzpyydOlSyZ07t+81HYMGLXTp0sVyv9bVLAD58uWzXNfAglatWpl2bItmSFBTzVgQWQoBAJHlSTNPBBBAAAEEEEAAAQQQQAABBBBAAAEEEEAAAQQQQACB8BA4una7zGk5yHRVvHFlqT7oi/Dolj7+L+C2AQC6iK2L42vWrDG78nWnvO7CT58+vcSMGdNM78GDB3L48GGZNGmSLFy40M9DL1GihMybN08yZsxoee3hw4fSrl07mTVrluW69jNo0CCpXr26CTjQMUyfPl0GDhxoWaTXm8aOHSsdOnSwBAvoYrMu9OuxALZFU/n37dvXzCFJkiSi/euu/969e4um6rctusg/ePBgiRUrluX6X3/9JbVq1ZJjx45Zrn/00UdmzAUKFJCoUaPKqVOnzCK/vYfOTTMIFCxYMFL94SAAIFI9biaLAAIIIIAAAggggAACCCCAAAIIIIAAAggggAACCCAQxgIzG/eTvzd6Z05v8EMvyVepZBj3SPO2Am4bAOBf2ntnH68ueM+ePVtKlSrl8JYdO3bI559/7mcB3pn2NUBg8uTJkiJFCj/VT548aQIX7I8LcKbdIkWKyNy5cyVbtmx+qutCtmY56NatmzNN+akzYsQIk0nBk3f/b5++ws+8X716LU+ePpFYMWM6nPt7zaoFy5ObEEAAAQQQQAABBBBAAAEEEEAAAQQQQAABBBBAAAEEEIiMAj7p/2PEiSU9d82W+MkTR0aGCJuz2wYA6IK37oTX3exBLdmzZzc79D/++GPLDn3bdjStvu6Sb926tZ/d/QH1pzvuJ0yY4HCR3ue+bdu2SaNGjYIUXJA/f375/vvvpVixYv52r5kDNABAMx4EpegRBPpPQMcoBKU9V607p8U3cvSXHU4PL32BHNJ+1Vin61MRAQQQQAABBBBAAAEEEEAAAQQQQAABBBBAAAEEEEAAgcgs8Nf63TKraX9DUKxBRakxtH1k5oiQubttAIBqPX36VFavXi3Dhw+Xffv2BQqoqfZ14V3T6Nun/Xd0swYBrF+/Xrp27SpHjx4NsH1tu3HjxtKnTx+HO//tbz548KBZrN+0aVOg4/7ss89k6NChkjlz5kDrPn782AQ3jBo1Sm7duhVgfc2CoEcS1KlTx8+RAoF25IYVCABww4fGkBFAAAEEEEAAAQQQQAABBBBAAAEEEEAAAQQQQAABBNxGYHbzgfLnrzvNeD+f1EPeruI4G7vbTMgNB+rWAQA+3i9evDAp9desWSPbt2+Xw4cP++7aL1q0qOTIkcPs9i9TpoykTJkyyI9JF9V///13kxHgjz/+kEOHDpk2kiZNKoUKFTLt6iK9LqhHiRLF6fZ9xr1kyRLZu3ev7N6929yrwQRvv/22OZ6gdu3akitXLokaNarT7WrFa9euyYoVK4yJjtnLy8vcr9kPChQoIFWrVpUKFSpIwoQJg9SuO1cmAMCdnx5jRwABBBBAAAEEEEAAAQQQQAABBBBAAAEEEEAAAQQQcHWBrzNUkFcvX0nUaNGk1765kjBlUlcfsseNzyMCADzuqTChMBEgACBMWGkUAQQQQAABBBBAAAEEEEAAAQQQQAABBBBAAAEEEEAAATm+eZ9Mb9jHSBT9vILUHN4BlQgQIAAgAtDpMmIECACIGHd6RQABBBBAAAEEEEAAAQQQQAABBBBAAAEEEEAAAQQQ8HyBua0Hy5HVv5uJ1vvuaylQvbTnT9oFZ0gAgAs+FIYUNgIEAISNK60igAACCCCAAAIIIIAAAggggAACCCCAAAIIIIAAAggg0CNLZXnx9LmB6L1/niRKnRyUCBAgACAC0OkyYgQIAIgYd3pFAAEEEEAAAQQQQAABBBBAAAEEEEAAAQQQQAABBBDwbIF/fjsoU+v1NJMsXOdjqTWqk2dP2IVnRwCACz8chha6AgQAhK4nrSGAAAIIIIAAAggggAACCCCAAAIIIIAAAggggAACCCCgAgvaDZNDK7YajDrjusq7NcsCE0ECBABEEDzdhr8AAQDhb06PCCCAAAIIIIAAAggggAACCCCAAAIIIIAAAggggAACni/Q661q8uzREzPRXnvmSOK0KT1/0i46QwIAXPTBMKzQFyAAIPRNaREBBBBAAAEEEEAAAQQQQAABBBBAAAEEEEAAAQQQQCByC5za+Yf88NnXBuGdmmWl7riukRskgmdPAEAEPwC6Dz8BAgDCz5qeEEAAAQQQQAABBBBAAAEEEEAAAQQQQAABBBBAAAEEIofAoi9HyoEfN5nJ1h7TRQrWKhc5Ju6isyQAwEUfDMMKfQECAELflBYRQAABBBBAAAEEEEAAAQQQQAABBBBAAAEEEEAAAQQit0DfXDXl8b2HBqHHrtmSNF2qyA0SwbMnACCCHwDdh5/A8yfPAuxs84TFsnHsfFMnU6Hc0mLhUIkRO2b4DZCeEEAAAQQQQAABBBBAAAEEEEAAAQQQQAABBBBAAAEEEHAjgTN7/5RJNb4yI85f+X2p/31PNxq9Zw6VAADPfK7MKhgCzx49kdHl2shNr8vm7hpD2kmxhpWC0RK3IIAAAggggAACCCCAAAIIIIAAAggggAACCCCAAAIIIOD5Aku6jJZ9i9ebiX72bScpVPtjz5+0i8+QAAAXf0AML3wFds5aJT/1nmg6TZ0jo7T9cZTESRQ/fAdBbwgggAACCCCAAAIIIIAAAggggAACCCCAAAIIIIAAAgi4gUD/fJ/Jw1v3zEi775gpyTK84Qaj9uwhEgDg2c+X2QVDYHylDnL+8D/mzvLdGknZDnWD0Qq3IIAAAggggAACCCCAAAIIIIAAAggggAACCCCAAAIIIOC5Al4Hj8mEKp3MBPOULy6NpvX13Mm60cwIAHCjh8VQw0fg8M9bZf4Xw0xniVInkzY/jiJaKXzo6QUBBBBAAAEEEEAAAQQQQAABBBBAAAEEEEAAAQQQQMBNBJZ9PU72zP/FjPbTER2lSL3ybjJyzx4mAQCe/XyZXTAFptXvLSe27jd3l2pVUyr1aRHMlrgNAQQQQAABBBBAAAEEEEAAAQQQQAABBBBAAAEEEEAAAc8TGPhOXbl/7baZ2Ne/T5fkmdJ63iTdcEYEALjhQ2PIYS9wYtsBmfZ5L9NRjNixpM2PIyVd/rfCvmN6CFWB3bt3y7x582Tx4sXyyy+/SMGCBZ1u//z587Jo0SJZuXKlnD17Vq5duyYJEyaUFClSmHYqVqwoVatWldixYzvdppeXl8ycOVPWrFlj2rx//76kTJlS8uXLJ7Vq1ZJ69epJjBgxnG7v9u3bMmvWLNPen3/+Kbdu3ZI4ceJIqlSp5K233jLjq1mzpiRNmtTpNqmIAAIIIIAAAggggAACCCCAAAIIIIAAAggggAACCAQmcOHISRlXob2plqNMIWk255vAbuH1cBIgACCcoOnG/QQWtBsuh1ZsMQMvVPsj+ezbzu43iUg44pMnT5pF//nz58upU6d8Bfbt2+dUAMCzZ89kyJAhMmzYMHn69GmAghkzZpQxY8ZItWrVAqz3+vVr0+agQYPkyZMn/tbNlSuXzJ07V955551An5wGNbRq1Uru3r0bYN1kyZLJ2LFjpX79+oG2SQUEEEAAAQQQQAABBBBAAAEEEEAAAQQQQAABBBBAwBmBn3pNkJ2zV5uqNYd1kKL1KzhzG3XCQYAAgHBApgv3FDj/xz8yvmIH38G3WDBE3no/8IVZ95yte49ad+frbn1d+NeFfkfFmQCA58+fm8X8tWvXOg0SJUoUmT59ujRp0sTfexo3biyzZ892qk3NMvDrr79KsWLF/K3fs2dPGTp0qFPt+VTSMTZt2jRI91AZAQQQQAABBBBAAAEEEEAAAQQQQAABBBBAAAEEEHAkMKhQfbl7+YZ5qevWqZIyazqgXESAAAAXeRAMwzUFVvSeJDtmrTSDy/1xMWk8vZ9rDjSSjmrTpk3y7bffyoYNG+TFixcBKjgTAPDFF1/IpEmT/LQTLVo0efPNN+XBgwdy8+ZNh6/v379f3n77bT+vaYaAzp39Zo/QVP2amv/SpUuiGQJsS9q0aeXo0aOSJEkSP+1poEPdunUdjiFNmjTmWIE7d+74eT1mzJii2RHSp08fSd8tTBsBBBBAAAEEEEAAAQQQQAABBBBAAAEEEEAAAQRCQ+DS36dlzEdtTVPZShaQlguDtmkxNMZAG/4LEADAuwOBAARuel2WMR+3lacPHptan0/qIW9XKYWZiwgEZWd9YAEAZ8+elSxZssirV68ss2vWrJnZbZ8iRQpzfdeuXSad/unTpy31GjZs6GeXvwYL6DEBGjhgW7766isZMGCAxI0b1xxT0KhRI9mxY4elTvv27WX8+PGWa7q4r+3dunXLcr1evXoyevRoSZUqlQkmWL58uclIoPVtS69evcwxBBQEEEAAAQQQQAABBBBAAAEEEEAAAQQQQAABBBBAILgCP/f9XrbP+NncXmNIOynWsFJwm+K+MBAgACAMUGnSswTWj5orG8bON5PKXDSvtFk20rMm6MazcRQAoGfea7HfqR9YAMCECRNEF91tS7ly5WT9+vV+hLZv3y4lS5a0XE+XLp2cO3fOcm348OHSvXt3y7Xy5cvLL7/8Yrl29+5dyZEjh1y5csX3evz48eXChQuSKFEi32szZswQDUiwLUWKFDFBCXoUgW3R4IEvv/zScq1EiRKiY6cggAACCCCAAAIIIIAAAggggAACCCCAAAIIIIAAAsEVGFqskdw6f9Xc/tXmyZLqrQzBbYr7wkCAAIAwQKVJzxJ48fSZjCjVXG5fuGYmRiST6zxfnwAATZlfrVo1qVGjhpQqVUoqVqwo69atsww0sACAjh07yrhx4yz3TJ06VZo3b+5wwrpA//DhQ9/X9JgA+2MIypQpI1u2bLHcr8cVfPjhh37a1N35Q4YMsVxftmyZ1KxZ0/eaZhmYO3eupY7+v2YksC8XL140xxbYFk3/7+Xl5ToPkJEggAACCCCAAAIIIIAAAggggAACCCCAAAIIIICAWwlc/cdLRpVpZcacuUheafMjG2dd7QESAOBqT4TxuKTA79NXyMp+P5ixpc6RUdqvHCsx48Z2ybFGpkGtXr1akidPLroL3nYHvO6yD2oAQFDcNM2+pu9/8uSJ7226U//OnTuWZlKmTCnXr1+3XHv8+LHEju33vfPrr7/KJ598YqmrO/jHjh3re02DG3777TdLncOHD0v+/Pn9DP/Zs2cSK1Ysy3UNlNCsAhQEEEAAAQQQQAABBBBAAAEEEEAAAQQQQAABBBBAIDgCqwZOkd+mLDe3VhvUVko0rhKcZrgnDAUIAAhDXJr2LIGx5b+Qi3+eMpMq/3VjKdu+jmdN0INmE9YBAJs2bfKzi79q1aqyYsUKi6JmBXj16pXvNT2e4MaNGw6ljx49Kvny5bO8VqVKFfn5Z+8zdIJa/vrrL8mTJ4/lttKlS8vmzZuD2hT1EUAAAQQQQAABBBBAAAEEEEAAAQQQQAABBBBAAAEjMLxkU7lx5pL57y4bfzAbZymuJUAAgGs9D0bjwgIHftwki770TmOSKHVyafvTt5I0XSoXHnHkHVpYBgDs2rVLateuLefPn/cF1oX+nTt3SuHChS3oceLEsWQJiB49uvl/rW9f/v33X8mWLZvl8nvvvSe///57sB5kly5dZPTo0ZZ7R44cKV999VWw2uMmBBBAAAEEEEAAAQQQQAABBBBAAAEEEEAAAQQQiNwC109fkBHvex+dnP6dHCZjNsX1BAgAcL1nwohcWGBKnR5ycvshM8JSrWpKpT4tXHi0kXdooRUAoOn1O3bsaCBfvHhh0ud7eXlZYPXogUmTJknr1q39gGfJkkVOnz5tua4783PlyuWn7okTJyRHjhyW6++++67s378/yA/y5MmTkjdvXnn69KnvvfHjx5czZ86YIxPsy+3bt2Xp0qUyb948SZw4saxcuTLIfdrfsHv3btPe4sWL5ZdffpGCBQs63ebDhw9lyZIlZhyaGeHq1auixy6kSpXKGFWuXNkEYSRJksTpNjVgY+rUqbJhwwbzTHTO8eLFE31GmhmhWbNmfvydbpyKCCCAAAIIIIAAAggggAACCCCAAAIIIIAAAghEAoG1Q6bLlklLzUyrDmgt7zWrFglm7X5TJADA/Z4ZI45AgWOb9sqMRn3NCGLEiSVtfxwlb+az7tqOwOHR9f8FQisAYPr06dK8uXckm6OSMWNG+f7770X7c1Tq1KljFsBtS9u2bWXixIl+qjvasV+oUCHZu3dvkJ6rLvqXKFFCDhw4YLlvyJAh0qNHD99rWm/16tVmkX7t2rXy7Nkz81rFihXN9eAUDTzQ9ubPny+nTnkfl6Fl3759TgcA6JEH7dq1M8EWARUNZBg1apQ0atQo0KHq3AcOHGgJiLC/SbMyaHYErRs1atRA26QCAggggAACCCCAAAIIIIAAAggggAACCCCAAAKRTWBk6RZy7aR3huRO6ydJmlyZIxuBW8yXAAC3eEwM0pUE5rUeIn+s/s0MqVDtj+Szbzu70vAYi4hZkF+3bp3FIiiL0D43Dhs2zLJobo/79ttvS79+/aRaNccRbrqr/rPPPrPcpscAzJ07VzQ4wKc4qqev6c70zZs3B+mZNmhAhHvFAAAgAElEQVTQwCzC2xYNJNAjCrRvzQKg89LAhLt37/ppO6gBANeuXZNFixaZPtXYUXHWXh3U5dWrV07PWQMwHGVf8GlAMziMGzfO6fYaNmwos2fPdro+FRFAAAEEEEAAAQQQQAABBBBAAAEEEEAAAQQQiAwCN89dlmHFm5ipps2TVTr+OiEyTNst50gAgFs+NgYdkQJeB47JhKqdfIfQYsEQeev9dyJySPRtJxBaAQBbt241i/CBlTZt2phd/XocgG3RYwPy5Mkjmt7fvuTOnVsyZ84sZ8+eNWnuHRUNLPjpp58C6973dd3hr4v7tiVlypTmGIF06dKZIIBatWrJpUuX/G3T2QCATZs2ybfffmtS6us8AyrOBACcO3dOsmfPLk+ePPHTlKb+1x36jsat1/WoBnW2L2vWrJFKlSr5uR47dmxznMDFixcdjl0DADQQgIIAAggggAACCCCAAAIIIIAAAggggAACCCCAAALeAr+OmCWbxi8y/12lXysp2aI6NC4qQACAiz4YhuXaAj/2+E52z11jBpmnfHFpNM37WACKawiEVgCA7Wx0kfvy5cvmPHvd9X/lyhXLZEeOHGlSyNuX3bt3myACRwvbgWl16tRJRo8eHVg18/rQoUOlZ8+elroJEyaULVu2yDvvvGMCDerWrSs6noCKswEAjRs3dnqnvDMBAL1795bBgwdbhqbBC8uWLZOSJUua6xrI8Omnn4qXl5elnmYA0EwA9kXnfejQIctlPV5AgyTixYsnjx8/ll69esmYMWMsdfRoBz3OQDMmUBBAAAEEEEAAAQQQQAABBBBAAAEEEEAAAQQQQEBk9Iet5fLxs4ai4y8TJG3erLC4qAABAC76YBiWawvcOn9FRpVuKc+feJ+bXn9SD8lfpZRrDzoSjS4sAgBs+XRHf/78+S1nyuti+9WrV0V3l9sX3S2vi+/Xr193+BQSJUpkUt9PnjzZ8rqzO9EnTZokX3zxheXeOHHimGMQdPFcU+rXrl1bli9f7pteX7MVZM2a1Sx025aQBAAkS5bMNHXz5k1Lm84EAHzwwQeybds2y30zZ84UDTSwLY529evuf/ssChosoEcf2JbChQubAAj7TA0fffSRyWRgWzZu3Chly5aNRH9qmCoCCCCAAAIIIIAAAggggAACCCCAAAIIIIAAAo4F7ly6LoMLNzAvps6eQbpssq5n4OZaAgQAuNbzYDRuJPDL8Fmy+TvvVCeZi+aVNstGutHoPXuoYR0AoHo1atTwk55//fr1Uq5cOYe4t2/flgkTJsjKlSvl1KlTZve57jSvWrWqdO7c2aTTHzFihOVe3bWfIUOGAB/W3LlzpVGjRvL69WvferpzXfv55JNPzLUbN25I6tSpzcL3+++/b8ZevXp10bT7xYoVs7Qf1ACAtGnTih5VoG2WKlVK9H4NPLAtzgQA5MyZU44fP265799//5UsWbJYrmkmBQ1usC0pUqSQa9euWa5pRoZu3bpZrmmghB7XYF8WLVpkAjRsS5cuXWTUqFGe/QeF2SGAAAIIIIAAAggggAACCCCAAAIIIIAAAggg4ITA+m/nyoYx803NSn1aSKlWNZ24iyoRJUAAQETJ06/bC7x6+VKGFGkod69473auMbS9FGtQ0e3n5QkTCI8AAE33r4v2tmXatGnSrFmzIBM+ffrUBAPYHiugu9X37NkTYFs//fST1KpVS16+fOlbTxf5NXNAgwbekXhaNPhgxYoVUqVKFfHZpa/XdTd8cAMAVq9eLcmTJ5ciRYpYdtQH175gwYJy4MABy3z/+ecfyZYtm+Xao0ePTPp+26J2Z86csVzTjAqLFy+2XFNPdbUvem/mzJktlzUrgH0gQ5AfLDcggAACCCCAAAIIIIAAAggggAACCCCAAAIIIOABAmPLt5OLf/5rZtJhzXhJl/8tD5iV506BAADPfbbMLBwEtk3+UVZ/M9X09EaOjPLl2gkSLSbnhocDfYBdBGcROlOmTKI77m2L7irX3eWOSpMmTWTWrFmWlxYuXGhS+Qe16G7z0aNHW24LLP2/pqyvVKmSPHvmfQyFT9EsAl27dnVqCCEJAPCvg+DYa1vt2rWTiRMnWpp1tGNfgx4024Bt0eMNdBe/bXnvvfdkx44dlmsXLlwQzVhgX54/fy4xY8a0XHZ0PIJTqFRCAAEEEEAAAQQQQAABBBBAAAEEEEAAAQQQQMCDBO5dvSXfvFvPzCh5prTy9e/TPWh2njkVAgA887kyq3AUGP1ha7l83HvhuPzXjaVs+6AvAIfjcCNFV8FZhC5durRs3brV4uPfYvqtW7fMznT9t23Rc+ffffddp4118b5Hjx5+Fv81Hb6eaR8tWjSHbenCtu5Q193wtqVTp05+2gpoMK4UAPD3339L/vz55cWLF75DTpIkidnF73Osgh4loIv/upDvUzTjwfbt26V48eKWqebNm1f+/PNPy7WbN29K0qRJHZJoAIAGAviUlClTytWrV51+llREAAEEEEAAAQQQQAABBBBAAAEEEEAAAQQQQMATBTaOWyDrRs4xU6vYq5l80KaWJ07To+ZEAIBHPU4mExEC+xavlyVdvHdvJ3ojubRfNU4SpU4WEUOhz/8LBCcAYNy4cdKxY0eLYfTo0WXo0KHSunVriR8/vnnt4MGD0qpVK9HFftuiKeRPnToV4DPQVP937tyRY8eOmWCDqVOnyqVLlyz3xIoVS3bt2iUFChRw2NahQ4dEgxXu3r1reV3PsJ8/f74lHX9gbwhNua+p921LxYoVRdP7B7cEx96nrxkzZkjz5s3l9evXlu51MV6fhb2VVho+fLh069bNz3AdZXTQoxASJ07scGqxY8cWfT4+RZ/3/fv3g8vAfQgggAACCCCAAAIIIIAAAggggAACCCCAAAIIeITA+EpfyvnDJ8xc2q8aK+kL5PCIeXnyJAgA8OSny9zCTeD7T7vJ6d1HTH+lWtWUSn1ahFvfdORXIDiL0LrYqzvQ7c+S19Z1d3iaNGnMgrDuIndUli5dKp9++qm/j2PFihVSvXr1AB+XLnLPnTvX32MEzp07Zxbsr1+/7qcdDUCIESNGoG8H3SmvC+1aDh8+7CfQICIDAHRM6qgBF/bZFewnpnOdMGGCtGzZ0uGcM2bMKF5eXpbXghIAEC9ePHnw4EGgnlRAAAEEEEAAAQQQQAABBBBAAAEEEEAAAQQQQMBTBR7evCv989c200vyZirpuXu2p07Vo+ZFAIBHPU4mE1ECf63bJbOaDTDdx4gTS9qtGCNpcmeOqOFE+n6DEwCgaLq7/uOPP3a4wB4Qas+ePWXw4MEBugcWAJAsWTKZM2eOVKhQwd92fv31V/nkk09C9HzLli0rGzduNG24YgDAggULTBaAx48fBzhPTf0/bdo0adKkicOsBwQAhOhtws0IIIAAAggggAACCCCAAAIIIIAAAggggAACCMiWiYtl7dCZRqJ8t0ZStkNdVNxAgAAAN3hIDNE9BGa3+Eb+/GWHGWyhOh/LZ6M6ucfAPXCUwQ0AUIrTp09L27ZtZd26dYHKpEqVSsaMGSOafj+w4l8AQJw4caR+/foyZMgQSZ48eYDNeHoAgKbyHzlyZGCUltfbtGkjkyZN8nMPAQBBYqQyAggggAACCCCAAAIIIIAAAggggAACCCCAAAJ+BCZU6yxe+/8219v9PEYyvJsTJTcQIADADR4SQ3QPgbP7/5aJ1Tr7DrblwqGSraTjc9zdY0buO8qQBAD4zHrfvn0yf/582blzp5w6dUru3bsnmhY+derUJg2/psqvUaOGxIoVyykoDQCoXbu2OYNez7R/5513pESJElKrVi1JkiSJU214cgDAvHnzpEGDBhaHdOnSmQCLDz/8UKJGjSpbt26VTp06medhW0aMGCFdu3a1XNMjEeyPcwjKEQAJEiQwz5yCAAIIIIAAAggggAACCCCAAAIIIIAAAggggEBkFHh894H0ze199HHCVEmlz4EFkZHBLedMAIBbPjYG7aoCS7uOlb0LfzXDy1O+uDSa1tdVh8q4EJCDBw/Ku+++a5HQwIbVq1cHWyc4wRevXr2SDBkyyIULF3z71cCKI0eOyFtvvWUZy/nz5yV37txy//593+u6WH/p0iWJHz++7zWt8/ff3lGJPuXmzZuSNGlSh3OLESOGvHjxwve1NGnSyMWLF4PtwI0IIIAAAggggAACCCCAAAIIIIAAAggggAACCLizwLbJy2T1N9PMFMp1+lw+6mLdxOfOc/P0sRMA4OlPmPmFq8CdS9dlWPHG8vLFS9Nv/e97SP7KpcJ1DHSGgLMCe/bskaJFi1qqR0QAgKNxVKpUSVatWuVwKo0aNZI5c+ZYXlu5cqVUrlzZ91qxYsVk9+7dljoaPPDmm2/6afPZs2d+MjnkzJnTTwCBs67UQwABBBBAAAEEEEAAAQQQQAABBBBAAAEEEEDA3QW+r9lVTu85aqbRdvm3kqlwbnefUqQZPwEAkeZRM9HwElgzeLps/X6p6S5z0bzSZlnQzjQPr3HSDwK6QK4L5bYlIgIAFi1aJHXr1rWMo3379jJ+/HiHD2nAgAHSv39/y2t6VEDHjh19r9WvX98c4WBbdL5FihTx06YeKZA1a1bL9Y8//lj0yAUKAggggAACCCCAAAIIIIAAAggggAACCCCAAAKRTeDZw8fSK3t1M+24SRLKgKNLIhuBW8+XAAC3fnwM3lUFBrxdRx7cuGOGV2NoeynWoKKrDpVxhbKAppF/8OCBSUcfPXr0UG49dJtzlQAAXajXBXvbUrt2bdHAAEelXbt2MnHiRMtL48aNkw4dOvheGzFihHz99deWOvZBAj4vLly4UOrVq2ep26dPHxk4cGDogtMaAggggAACCCCAAAIIIIAAAggggAACCCCAAAJuIPD7tBWysv8PZqSlv/hMKvRo6gajZog+AgQA8F5AIAwEtkxcImuHzjAtv5Ezk3ReP0kkSpQw6IkmXU1AAwD0fHo9l54AAO+ns2/fPilYsKC/j2rnzp1SokQJy+sJEyYU3ZmfPHlyy/VHjx5J9uzZ5cKFC5br9kcA/Pnnn5I3b15LnRw5csiRI0ckRowYlusfffSRbNiwwXJty5Yt8sEHH7ja24vxIIAAAggggAACCCCAAAIIIIAAAggggAACCCAQ5gKTa3eXf3ccNv1opmvNeE1xHwECANznWTFSNxMYWbqFXDt53oz6k68bS5n2ddxsBgw3OAIEAJSXdevWWegCCwB49uyZpEmTRm7evGm5T9P1z5gxQ3LlymWue3l5SevWrf2k5o8dO7ZcuXJFEiVKZLm/cOHCJvjAtjRs2FAmTJhgAjSePn0qepzA0KFDLXWyZcsmJ06ckCgE7QTnjwD3IIAAAggggAACCCCAAAIIIIAAAggggAACCLixwIunz6VHlspmBrHix5FBx39y49lEzqETABA5nzuzDgeBPfN/kWVfjzM9JXojuXT8dYLET5Y4HHqmi4gUIAAg6AEA+rxGjhwp3bp1c/joUqdObbIpXLx4UV6/fu2nTpcuXWTUqFF+rm/cuFF0d7/9PdpW2rRp5fr166IZBeyLHj2gRxBQEEAAAQQQQAABBBBAAAEEEEAAAQQQQAABBBCIbAI7Zq2SFb29j+F9v2UNqdy3ZWQjcPv5EgDg9o+QCbiywMTqXeTsvr/MEEu1/lQq9W7uysNlbKEgQABA8AIAdJG+cePGMmfOnCA9hQoVKsiKFSv8pPX3aaR3794yePBgp9ts2rSpTJ8+3en6VEQAAQQQQAABBBBAAAEEEEAAAQQQQAABBBBAwJMEpn7eS/7ZdsBMqfWS4ZKleH5Pml6kmAsBAJHiMTPJiBI4una7zGk5yHQfM04s6bBmvKR6K0NEDYd+w0GAAIDgBQDoo3n58qUMHz5chgwZIg8fPgzwacWIEUM6duxoUvjHiRMnwLojRoyQvn37mpT//hXNCqCZBPQ4AFL/h8MfFLpAAAEEEEAAAQQQQAABBBBAAAEEEEAAAQQQcDmBVy9fydcZKphxRY8ZQ4b8+7NEiRrV5cbJgAIWIACAdwgCYSwws0l/+XvDbtNL4TofS61RncK4R5qPSAECAIIfAODz3C5fvizLli2TtWvXyj///CNXr16VV69eScqUKSVz5sxSvnx5qVWrlmTKlMnpR3327FmZNm2abNq0SU6cOCH379+XRIkSScaMGaVs2bLSvHlzyZYtm9PtUREBBBBAAAEEEEAAAQQQQAABBBBAAAEEEEAAAU8T2D1vrfzYfbyZVonGVaTaoLaeNsVIMR8CACLFY2aSESlw/vAJGV/pS98htFk6QjIXyxeRQ6LvMBRwpwCAMGSgaQQQQAABBBBAAAEEEEAAAQQQQAABBBBAAAEEEHAzgRkN+8qxzXvNqFsuGirZ3ivgZjNguCpAAADvAwTCQWBxp29l/9INpqc85YtLo2l9w6FXuogIAQIAIkKdPhFAAAEEEEAAAQQQQAABBBBAAAEEEEAAAQQQQCCkAl3fLO/dRJQoMuzMaokWPVpIm+T+CBAgACAC0Oky8gncu3ZLvnmnnu/EG0zuJfkqlox8EJFgxgQARIKHzBQRQAABBBBAAAEEEEAAAQQQQAABBBBAAAEEEPAwgb2L1snSr8aYWRX5/BP5dPh/2a09bKoePx0CADz+ETNBVxFYNWCK/DZ1uRmOHgGgRwFQPE+AAADnn+mjR49M5bhx4zp/EzURQAABBBBAAAEEEEAAAQQQQAABBBBAAAEEEEAg1AVmNR0gf63fZdptMX+IvFXqnVDvgwbDR4AAgPBxphcEjEC/vLXk0e375r9rDG0vxRpURMbDBAgAcP6BPnjwQF6/fi0JEiRw/iZqIoAAAggggAACCCCAAAIIIIAAAggggAACCCCAQKgLdEv3ifnOXsvQ06skeswYod4HDYaPAAEA4eNMLwgYgU3jF8qvI2ab/34jZybpvOF7ZDxMgAAA5x8oAQDOW1ETAQQQQAABBBBAAAEEEEAAAQQQQAABBBBAAIGwEti/dKMs7jTKNF+wVjmpPaZLWHVFu+EgQABAOCDTBQK2AsNLNpUbZy6ZS590byxl2tUByIMECABw/mESAOC8FTURQAABBBBAAAEEEEAAAQQQQAABBBBAAAEEEAgrgTktB8nRtdtN883mDpIcpQuGVVe0Gw4CBACEAzJdIGArsGvOalnec4K5lOiN5NJl4w8SJ1F8kDxEgAAA5x8kAQDOW1ETAQQQQAABBBBAAAEEEEAAAQQQQAABBBBAAIGwEuieqZK8fP7CND/k5M8SI06ssOqKdsNBgACAcECmCwTsBb6r3FHOHTpuLpdq/alU6t0cJA8RIADA+QdJAIDzVtREAAEEEEAAAQQQQAABBBBAAAEEEEAAAQQQQCAsBA79tEUWtB9umi5Q7QOpN6F7WHRDm+EoQABAOGLTFQI+An+t2yWzmg0w/xszbmzptG6iJM+UFiAPECAAwPmHSACA81bURAABBBBAAAEEEEAAAQQQQAABBBBAAAEEEEAgLATmtR0qf6zcZppuOnug5CxbOCy6oc1wFCAAIByx6QoBW4HpDfrI8S37zKXCdT6WWqM6AeRmArOaegdx2JbXr1+LBgFEjx5dokSJ4uf1xjP6udksw264BACEnS0tI4AAAggggAACCCCAAAIIIIAAAggggAACCCDgjEDPrFXl+ZOnpuqgEz9JrHhxnLmNOi4sQACACz8chubZAheP/itjP2nnO8kvVoyWjAVzefakPWx2Mxr1lWOb9jo9q8xF8kqbH0c6Xd/TKxIA4OlPmPkhgAACCCCAAAIIIIAAAggggAACCCCAAAIIuLLAH6t+k3lthpgh5q3wnjSc0tuVh8vYnBQgAMBJKKohEBYCC9uPkIM/bTZN5/mkhDSa2icsuqHNMBIgACBksAQAhMyPuxFAAAEEEEAAAQQQQAABBBBAAAEEEEAAAQQQCImA7TpVk5n9JVe5oiFpjntdRIAAABd5EAwjcgo8vHlX+uev7Tt5TQ+f+6NikRPDDWdNAEDIHhoBACHz424EEEAAAQQQQAABBBBAAAEEEEAAAQQQQAABBEIi0DtHDXn64JFp4ptjP0rsBPFC0hz3uogAAQAu8iAYRuQV+Lnv97J9xs8GIEuxfNJ66YjIi+FmMycAIGQPjACAkPlxNwIIIIAAAggggAACCCCAAAIIIIAAAggggAACwRU4+ssOmdPiG3O77vzXDAAUzxAgAMAzniOzcHOBPjlryJP73hFWtUZ2lMJ1y7v5jCLH8IMaAJChYC5pt2J05MBxYpYEADiBRBUEEEAAAQQQQAABBBBAAAEEEEAAAQQQQAABBMJAYHGnb2X/0g2m5UbT+kqe8sXDoBeajAgBAgAiQp0+EbATWD96nmwYPc9cfSNnJum84XuM3EAgqAEAOqWo0aNJisxvSorMaSVFFv23938ny5hGEqRI4gazDr0hEgAQepa0hAACCCCAAAIIIIAAAggggAACCCCAAAIIIIBAUAT65aklj+7cN7cM/GuZxEkUPyi3U9eFBQgAcOGHw9Ail8DQYo3k1vmrZtKfdG8iZdrVjlwAbjjb4AQABDbN5JnS+gkOSJo+tSR5M1Vgt7rd6wQAuN0jY8AIIIAAAggggAACCCCAAAIIIIAAAggggAACHiDw94bdMrOJd8r/7KXelebzB3vArJiCjwABALwXEHARgV1z18jyHt+Z0SROk0K6bp0qMePGdpHRMQxHAkENAIgVL47JAPD47oNggWoQQIosGiDgnTlAswYkTZ9KkqZLLdFjxghWmxF5EwEAEalP3wgggAACCCCAAAIIIIAAAggggAACCCCAAAKRVWBp17Gyd+GvZvoNp/SWvBXei6wUHjlvAgA88rEyKXcVGPdJe7lw9KQZ/getP5WKvZu761QixbiDGgCQuUheafPjSHn68LHcPHtJbpy5JDfOXvT+9xnvf9+/fjtYdglTJfv/kQLeAQKaNcD8ky61xE4QN1hthvVNBACEtTDtI4AAAggggAACCCCAAAIIIIAAAggggAACCCDgV2DA23XkwY075oX+R5ZIvKQJYfIgAQIAPOhhMhX3Fzi2aa/oorIW3f3/1ebJHpn63f2flPcMbI9tcGZOPgEAAdV9/uSZ3Dp3RW56/T9A4P+BARogcPviNWe68VMnXtJEvsEBesRA0nSpfIMD4idPHKw2g3KT14FjcvfyDT+3PHnyRF7La4kTO46f13RcmYvmDUo31EUAAQQQQAABBBBAAAEEEEAAAQQQQAABBBBAAIFABI5v2SfTG/QxtbIUzy+tlwzHzMMECADwsAfKdNxfYGq9nvLPbwfNRArX/Vhqjezk/pPywBms6DNJdsxcGaSZORMAEFCDr168lJvnrsitc5fl5tnL3lkDTCYB7+wBr1+/DtJ4tHLsBPF8gwOSZXjDZAzwOVYgcdqUQW7P0Q0aADChatDex22WjSQAIFT0aQQBBBBAAAEEEEAAAQQQQAABBBBAAAEEEEAAgf8E9DhqPZZaS70J3aVAtQ/g8TABAgA87IEyHfcXuHzsjIwu18Z3Ih3WjJd0+d9y/4l50Ax+6jlBds5Z7Tsj3VUfL1miQGcYLVo0cwRAWBWTOeDcZe8MAj5HDPw/OOD502dB7jZGnFjmOIHkmdL4ZgzwOVZAswhEixHdqTYJAHCKiUoIIIAAAggggAACCCCAAAIIIIAAAggggAACCIS5wDfvfi73rt40/fQ7vEjCI1NwmE+KDiwCBADwhkDABQXmtR0qf6zcZkaW55MS0miqdyoWSsQL/Nh9vOyet9Z3IJ9P6iFvVykV8QMLZAR3Ll73zhxwXjMIXDEZA3yyBzy59zDI448aPZoJDjBZA9Kn9j5WwGQP0P9OLbHi/5fWnwCAIPNyAwIIIIAAAggggAACCCCAAAIIIIAAAggggAACoS5w8veDMqVuT9NuxkK55IufRod6HzQY8QIEAET8M2AECPgReHz3gfTN/anv9WZzvpEcZQohFcECS7uOlb0Lf/UdRYMfekm+SiUjeFQh714j/TQowDuDwP8DBP5/tMCDG3eC1YHJGvD/gICoUaNaMiY40yBHADijRB0EEEAAAQQQQAABBBBAAAEEEEAAAQQQQAABBJwXWNF7kuyY5X28ce0xXaRgrXLO30xNtxEgAMBtHhUDjWwCy3tOkF3/TzOfpVg+ab10RGQjcKn5LukyWvYtXu87poZT+0jeT0q41BjDYjAPbt7xDQ6wBghcFM0qEFaFAICwkqVdBBBAAAEEEEAAAQQQQAABBBBAAAEEEEAAgcgqMKRIQ7l98ZqZft+DCyRByqSRlcKj500AgEc/Xibn7gK9slWVZ4+fmmnUGfuVvPvph+4+Jbcc/6KOo+TAso2+Y288vZ/k/riYW84lNAf96M79/4IDzv+XPcD7iIGLIeqKAIAQ8XEzAggggAACCCCAAAIIIIAAAggggAACCCCAAAIWgVM7j8gPn3Uz19Llf0s6rBmPkIcKEADgoQ+WaXmGwPpv58qGMfPNZN7ImUk6b/jeMybmRrNY2H6EHPxps++Im8waILk+LOJGM4iYoT598Mj3OIFTO/+Q7TN+DtJACAAIEheVEUAAAQQQQAABBBBAAAEEEEAAAQQQQAABBBAIUGBl/8ny+7SfTJ1Ph38pRT7/BDEPFSAAwEMfLNPyHIFBhRrI3cveqdYr9WkhpVrV9JzJufhM5n8xTA7/vNV3lM3mfCM5yhRy8VG73vC8DhyTCVU7BWlgBAAEiYvKCCCAAAIIIIAAAggggAACCCCAAAIIIIAAAggEKDCsRBO56XXZ1Om9f54kSp0cMQ8VIADAQx8s0/IcgT0LfpVl3caaCSVOk0K675gp0WJE95wJuuBMXr96LfPaDpEjq3/3HV3z+YMle6l3XXC0rj+k4AQANJrWV/KUL+76k2OECCCAAAIIIIAAAggggAACCCCAAAIIIOjGsE0AACAASURBVIAAAgi4uMCZvX/JpBpdzCjfyJVZOq+f5OIjZnghESAAICR63ItAOAmM/qitXP77tOmt9BefSYUeTcOp58jXzcsXL2V+2yFydO0O38m3XDhUspUsEPkwQmnGwQkASJbhDak5rAPuofQMaAYBBBBAAAEEEEAAAQQQQAABBBBAAAEEEEAg8gqsHjRNtv2wzABUG9RWSjSuEnkxIsHMCQCIBA+ZKbq/wImtB2Ra/V5mIjHjxpavf5suCVMnc/+JudgMXjx9bnb+/7Vul+/IWi0eLllL5HexkbrXcIITAKAzjBI1ilTu01JKtqjuXhNmtAgggAACCCCAAAIIIIAAAggggAACCCCAAAIIuJDAiFLN5fqpC2ZEvfbMlcRpU7jQ6BhKaAsQABDaorSHQBgJ/PDZ13Jq5x+m9cJ1y0utkR3DqKfI2eyzx09kfpuh8vfGPd4AUaJIm6UjJHPRvJETJBRnHdwAAJ8hFKrzsdQY0k6ix4wRiqMK26b27NkjRYsW9dPJ7du3JXHixJbr5cuXl3Xr1oVoQFmyZJF///3X6Tb++OMPWbVqlWzatEkuXbokV69elSRJksiZM2ecboOKCCCAAAIIIIAAAggggAACCCCAAAIIIIAAAq4vcO7gcfmuiveaUsqs6aTr1qmuP2hGGCIBAgBCxMfNCISfwNV/zsmoMi19O+y0fpKkyZU5/AbgwT09ffBI5rUdKsc37zOzjBotmrReOkIyFc7twbMOv6nd9LocpM40CnHzhEWiZxL5lHRvZ5fKfVpIpiJ5gtRWRFR++fKlFCpUSA4dOuSn+4gOANi2bZt07dpV9u3zfq/blgwZMsjZs2cjgow+EUAAAQQQQAABBBBAAAEEEEAAAQQQQAABBMJI4JdhM2XzhMWm9cp9W8r7LWuEUU806yoCBAC4ypNgHAg4ITCn5SA5una7qZn3kxLScGofJ+6iSkACj+8+MIv//2w7YKpFixnD7PzP8G5O4CJYYGX/yfL7tJ98RxEjdiyp3LeFFGtYKYJHFnD348ePly+//NJhpbAKAMiVK5f89dd/ARP2nT9//lxatWolM2fO9HfwBAC49NuKwSGAAAIIIIAAAggggAACCCCAAAIIIIAAAsESGFWmlVz9x8vc22PXbEmaLlWw2uEm9xEgAMB9nhUjRUB0p3rvHP9FZrVcOFSylSyATDAFHt2+J3PbDJF/tx82LegCs+78T18gezBb5LbQFtiz8FdZNWCKee/7FA0A0CMBXLFcuXJFsmfPLvfu3XM4PEcBAE2bNpXffvvN6encv39frl27Zqnfr18/6d+/v8M2tH61atVk8+bNAfYRWBCB0wOkIgIIIIAAAggggAACCCCAAAIIIIAAAggggIBLCFw4clLGVWhvxpIswxvSfYf/m8RcYsAMIlQECAAIFUYaQSD8BJZ1Gyd7FvxiOsxSLJ9ZsKYEXeDBjTsyt/VgOb37qLk5Vrw40nrpcHkz31tBb4w7wlTA68AxEwTgdfCYbz96FIAeCaBHA7hSqVevnixcuNDfITkKAAjq+Js0aSKzZs3yvS1mzJji5eUlqVOndthUnTp1ZPFi7/ROtqVgwYLSokULKV26tGTMmFFixIgR1KFQHwEEEEAAAQQQQAABBBBAAAEEEEAAAQQQQMCFBdaNnCMbxy0wI6wxpL0Ua1jRhUfL0EJLgACA0JKkHQTCUaB7pkry8vkL0+PnE7rL29U+CMfe3b+re9duydyWg+Ts/r/NZGIniGcW/9Pmyer+k/PgGSztOlb2LvzVd4ZxEsU3QQCF6nzsErPWHfZly5YNcCwhDQC4fPmyWax/9uyZbz/169eXuXPnOux36tSp0rJlS8trcePGlcmTJ4veR0EAAQQQQAABBBBAAAEEEEAAAQQQQAABBBDwXIExH7WVZ4+fSrlOn8s7Ncp47kSZmUWAAADeEAi4ocDGsQtk3ag5ZuRv5MosnddPcjiLKFGi+LmuZ5OPHTs20FkfPHjQ7GTetGmTXLx4Ue7cuSPJkiUzu4xLlSollStXljJlQv7LIiRjDHQSDircvXxD5rT8Rs4dOmFejZs4gbReMtw4Ulxf4Lepy002ANtSskV1qdKvVYQOXhfk8+fPL8ePHw9wHCENAOjevbsMHz7c0sfevXulUKFCfvp98uSJZMiQwXJcgO7y1z/TJUuWjFAvOkcAAQQQQAABBBBAAAEEEEAAAQQQQAABBDxRQI+HTZQokZ+p/fTTT+ao1oDKy5cvZd26dSaj6/79+83ajH73nCJFCvNdb7ly5aRGjRqSO3dup+iuHD8jh1f+JmU71JUYsWOae86fPy+rV6+WX375Rc6cOSNXr16VmzdvyqlTp8zmM4pnCBAA4BnPkVlEQoGB79ST+9dumZlXHdhG3mta1aKwfPlyqVmzph+ZwAIA9Azzjh07OkwZbt+YLiJOnDhR8ubNG6wnENwxBqszEbl94ZrMaTFQLhz91zQRL2kis/M/dXZ+qQXXNCLu+2fbAVk1cIpcOeHl2322kgWkxtD2kjxjmogYkgwZMkR69erl27ceBbBnzx7zocm2hCQA4MGDB5IuXToTjONTihYtKrt27XI450mTJskXX3xheW3AgAHSt2/fCDGiUwQQQAABBBBAAAEEEEAAAQQQQAABBBBAwNMFOnToIN99952faQYWAHDgwAGTzVU3ZwZUdFNlo0aNZNSoUWbTZkDlwpGTJvNxlKhR5PTp09KzZ09ZsmSJvH792s9tGgxAAIDnvDsJAPCcZ8lMIpnA/iUbZHHnb82sE6dJIb32/pcC/OHDh5IzZ04TyWVfAgoAuHTpkpQoUULOnj3rtGbixIlly5Yt8vbbbzt9j1YM7hiD1IlN5VvnrsisZgPk8rEz5mqCFEnMzv+U2dIHt0nui0CBpw8ey9KuY+SPVb/5jkKfaeW+LaVA9dLhOjIvLy/JlSuXPHr0yPQbL148OXHihMmUEZoBAGPGjJHOnTtb5qZZOurUqeNwvkWKFBHNDuBT4sePL+fOnZNff/1V5s+fL/qB8tatW5I0aVKTvUA/NGpbjrJyhCsonSGAAAIIIIAAAggggAACCCCAAAIIIIAAAm4ocOjQIZOtVXfy25eAAgD0eNkKFSrI06dPnZ61rsno2oyu0QRWdLNYp06dLEfL2t9DAEBgiu71OgEA7vW8GC0CFoFRZVrJ1X+8d0F/9m1nKVT7I/Pf3bp1k5EjRzrU8i8A4MWLF1KwYEH5448//NwXJ04ck/r/2rVrZuHevuiuZE19rmeLO1uCM0Zn27avd+PMRbP4f/Wfc+alhKmSmZ3/KTK/Gdwmuc9FBDaMmS/rv/0v+EWHVfqL2lKhR5NwG2GVKlVk1apVvv0NGjTIZAPImjVrqAUA6J/PLFmymAV8n5ImTRoTrKNp/e2LppnShX3bD5rvvPOORI8e3RIUYH+fBi3oB9EkSZKEmx8dIYAAAggggAACCCCAAAIIIIAAAggggAAC7i6gu+qLFStmMsM6Kv4FAOjOfN2gpRlg7Yt+T5swYULRzZvPnz/387pmgV62bFmAdAGtxfjcqGtAusaTPj0bJt39fegzfgIAPOVJMo9IKXBy+yGZUqeHxE2SUOqM/Upyli0sf//9t9mN7+iXgSL5FwAwd+5cadiwocVRFwtHjx4tLVq0kNixY4suQi5atMikoXn8+LGl7owZM6RJE+cWXYM7xuA85GunzsusJv3l+umL5nbNlqA7/5NFUKr44MyBewIWOLp2u6wcMEXuXLzmWzHnh0Wk7riuEidR/DDl04V/DQDwKZkyZTJ/BvXPS2gGACxYsEA+//xzy1x8Ag0cTVDPb9KI0eAUzRywfft2EyxAQQABBBBAAAEEEEAAAQQQQAABBBBAAAEEEAhcYMqUKdKqVSt/K/oXANCsWTPR9RXb8sYbb8j06dOlfPnyJmOrbvgaPHiwjBgxwk/7moU2c+bMDvv9/vvvpW3btn5eS5s2rbn+0Ucfmey2QdncGbgENVxBgAAAV3gKjAGBEAh8/2k3SZUtnVQZ0Fqix4whH3zwgWzbts3fFv0LAPj000/lxx9/tNynv1D0TBj7oguPffr0sVxu0KCBzJkzx6mZBHeMTjVuU0mzI8xs3F9unrtsriZ5M5XZ+Z80XeqgNkV9Fxe4d/WWLP1qjBzfss93pPq8K/dtIXkrvBcmo9cgGP1wZHtkxvLly6V69eqmv9AMANDd+5o+yqfEihXLHPGRIkUKh3ML7MNmqlSpJGrUqHL5svefDfuiHyS7du0aJm40igACCCCAAAIIIIAAAggggAACCCCAAAIIeJLAjRs3JHv27ObIVf+KfwEA+h2v3m9bdIOWHtdsXz788EPZtGmT5bIGCjRt2tRP3aNHj0rhwoXlyZMnlte++uorE0wQM2ZMT3oEzMVOgAAA3hIIuLnArfNX5MXT55IyazqzAK/neAdU/AsA0KwB9un/T548aRYx7cv+/fvNOTa2pUyZMn5+8TgaR0jGGJRHdfnYGZnRuJ/vrvBkGd4wO/8Tp00ZlGao62YCqwdNk20/WFMeletcXz7qXD/UZ6LBMUOHDvVtt2zZsrJx40bf/w+tAAD9QKcf7GxL48aNZebMmf7OaciQIeYYAvtSrlw5GT9+vOTIkcO8dPDgQdHgHc1aYFs0AtTLy0uiRYsW6m40iAACCCCAAAIIIIAAAggggAACCCCAAAIIeJKALsAH9H2tztVRAMCdO3f8HMeq381euHDBIc+oUaP8bNwaOHCgnw2berP90bV6bdiwYfL11197Ej1z8UeAAADeGgh4iID+otAIs2vXvNOga/pu3cFru0Cp1/0LAAgKw+7du81ZNralatWqsmLFigCbCa8xXvrrlExv2FfuXb1pxpM8c1ppvXi4JHojeVCmSV03Fdi3ZL2sGjBFHt/978wkzQLQcErvUJvRiRMnJF++fPLs2TPfP2+HDx+W3Llz+/YRWgEAmuZp3bp1lrHrwn2BAgX8nY9/5zrp0SD2qf31jCn92aFHfNiW33//Xd57L2yyJ4Tag6AhBBBAAAEEEEAAAQQQQAABBBBAAAEEEAhVgZcvX5rvIxcvXiy6GfDixYvme1DdqZ4hQwbRTUY1atSwfBca2ABev34tmj11yZIlsnfvXrl69apoltN06dLJxx9/bHaw58yZM7BmAn1d1y7mzZtnxq7HpBYsWDDQe0JaYefOneZ7VJ2jFk3HX7x4cTMO2+JfBoCg9K8L+D169LDcMmbMGOnYsaPl2l9//SV58+b1HZO+WLp0adm8eXNQuqOuGwsQAODGD4+hI2AroOe16HkuPkUX+vWXm+7utS2hEQCg6f/1GADb4uiXjP0TCo8xXjhyUqY36CMPbt4x3WtmhFZLhkvClEl5w0QigeunL5gjAc7s/ct31imyvCk1h7aXLMXzh1hCd/vbflhq37692VlvW0IjAEDTNGmggW0pWbKk/PbbbwHOQdM4ffvtt5Y6+qHc/pgPnwr169eX+fPnW+prNGmXLl1CbEUDCCCAAAIIIIAAAggggAACCCCAAAIIIOAeAgcOHJCWLVuazKEBFT2XXrMR63eIyZIlC7Du8ePHzTqFBhP4V3TTUufOnUUzmwY1K6lmMtbFdv1+89SpU75d7Nu3L8wDAHRT1bvvvitHjhzx7VcX+levXi2amt+2hEYAwPvvvy+6ccu26NGxmuHZtugufz3m1bZoplkNutDjY/X75StXrkjcuHFNFmg9IrpNmzYSP35893ijMspABQgACJSICgi4voD+4ixSpIi8evXKDDZ58uSiv/T0l0xoBgBo5J/+Em3RooXvzmft78033xSNKEuYMKG/WOExxnOHTsj0Br3l0Z37Zhyps2eQVouHS/zkiV3/ITLCMBH4sft42T1vraXtCj2aSOkvage7vwULFsjnn3/ue79+wNU/b0mSJLG0GRoBAPohWo/NsC1Lly41H8gCKhoFqtGgtmX06NHSqVMnh7eNGzfOT5SoRo1qYA8FAQQQQAABBBBAAAEEEEAAAQQQQAABBDxfQDc8VahQQZ4+fer0ZHXhecuWLZI4sePv4DWg4KOPPpJbt2451Wbt2rVFv3+NGjVqgPU1E/KiRYvMwr8u9Dsq4REAoN+52m6i0qNcN2zYIM2bNw/VAICHDx+aI1/1e1zbUrlyZVm5cqWf6esRzrYBF3HixJHPPvtMZs+e7a+rZnfQIIWAMs869RCp5BICBAC4xGNgEAgEX0AX/XXx3/aH+eTJk02Unv7yC0kAwKxZs0T/0fLkyRMTPXfjxg3LYBMlSiTr16+XwoUL+zuJsByjT6deB47J1M97ydMHj8ylN3JmMjv/4yXxPygh+Orc6U4C22f8LKsGTpFXL176DrtA9dJS77ugn3V07949yZEjh1y+fNm3rQQJEkiaNGn8kOgxAfYlVapU5sNw6tSpZevWrQEyamqtTJkyiabt9ynp06cXTdkfWBTsyJEjRY8BsC3fffedtGvXzmGfGlSgHwBtiwb6aDQoBQEEEEAAAQQQQAABBBBAAAEEEEAAAQQ8W0C/c8yfP788ePDfsao+M9aNT7r579KlS5bvKn1er1mzpixbtswPkB4JrAECXl5efl5744035P79+w77053reryxo6K72DXzqS6y2x9pal8/rAMA1EO/K9Z5aNEsBj7HxIY0AEA3Z2lbWrT9Y8eOyePHjy1T1BT/GrShG0Jtiz5D/Q5aN3QGtehmN11rypgxY1Bvpb6LCRAA4GIPhOEgEFSBSZMmyRdffOF7m/5C1ag6jZALaQCAnlOza9cuf4ek6WamTp0qb731VoDDDssxasea5n1qvZ7y/Il3ZGLaPFnMzv84iUhXE9T3k6fW16Mh9EiAS3+f9p2iBonUHd/NBIs4WzQ1UqlSpZyt7m+9tGnTyoULFwJsRxfwdSHftuiufk3fFFjR6Ne6detaqmlWAE2h5ag4ygCg/dhnEQisX15HAAEEEEAAAQQQQAABBBBAAAEEEEAAAfcTaNasmcyYMcMycF2k1zT25cuXF035r5ujBg8e7Ce1vN6kmwczZ87s5/tI++8XdZe5Bgvo8cW6gK/t66Yl28V8TVN/5swZ0f7tS+PGjQPcxW5bP6wDAHRDlW6s8ikdOnTw3aEf0gAA9Q6o6PPS7AOOsjL/888/kj17dn9v102dGiCg3087ChLQLBBr1qxxvzcxI7YIEADAGwIBNxbQNDf6g1wj6XyKLlDqGeFaQhoAoL8E7t6966+QppfRX/gaaeZfCesxnt59VKbU7SEvn78wQ3gzXzaz8z92/Lhu/GQZelgJLGg3XA6t2OLbfJSoUaRyn5ZSskV1p7rUoy7y5MnjVN2AKgUWAKBRnenSpbP8+dM0TfqhLGnSpIH2r9Gn2odtKVGihGzfvt3hvfXr1zfHe9gW/fDdtGnTQPuiAgIIIIAAAggggAACCCCAAAIIIIAAAgi4t0CKFCn8ZP/V7xL1O0X7omnudSd+QN8lPnv2TLRNDRqwLbt37zYZjW3L8OHDpXv37pZrffr0kYEDB/rp21EAgO5a13Lz5k1L/bAMANAMBHq0gU/RXfi68O5zTGxYBwC0bdvW+PjM3XbiO3fudPjcNNusZnzV56flypUrou1o2n/7ohkHNLsBxX0FCABw32fHyBGQhg0byty5c30l6tSpIwsXLvT9/5AGAPTv318GDBgQoHSMGDFMlJ79UQM+N4XlGP/dcVim1Okhr1+/Nt2lL5Dd7PyPGTc27w4E/BXY9N0i+XW499EWPqVQnY/ls1GdAlXTgBZN4x/SElgAgKax+uqrryzdBDUlv36Q3rt3r28bGjWqGT3sP2D/+++/kjNnTj8ps86dO2eCECgIIIAAAggggAACCCCAAAIIIIAAAggg4LkCusHQZ+HaZ5YBfX85atQoPyn6dTFaF+19iqNMqv5tUNLNUClTpjTHEPsU3YR19OhRP+g+AQA6vmrVqkmNGjVMxtaKFSvKunXrLPXDKgDg6dOnZlPkyZMnffv74YcfpFWrVr7/H9IAgA8++EC2bdsW4JtOv6fW45nz5ctnqbd27VrjYV8cfd+rmRdy585tghdsyzfffCO9e/f23Dd9JJgZAQCR4CEzRc8UsP8FGjduXDl+/LhlwS6kAQC2cvrLV9Pu6C5h/QWvv+R8ih43oAuLhQsXtmCH5Rj/+e2gSfvvUzK8m9Ms/seIHdMzHzizClWBU7uOyNIuY+Tmucu+7aZ7O7s0ntZXEqb2jhgNacmaNatJfWVbbt++bdIrBVT0Q5emyzp//rylmn7gDUr2gR9//FE+/fRTSxtp0qQxmUFKly5trh86dEjq1atnfnbYlipVqsjPP/8cUgLuRwABBBBAAAEEEEAAAQQQQAABBBBAAAEPE9C0/nrcqG0ZM2aM6Ln1PsX+WGC9rrv8hw4d6lCjaNGismfPHt/XdDOT7ui3D0xYvXq1OfNeNznZpsnXYwrCKwBAgx369evnO1bbY5l9LoY0AMAWSQMk9Lvh7777TvToV9uixyTod7u2RwGokWZvti8+Gyntr0+bNk1085ltqVSpkqxatcrD3rmRazoEAESu581sPUTg+fPnUqBAAdF05D7FPsJOr4dmAIAt3ezZs0Uj7WyLprux/QUblmM8sXW/TKv/X/RZpsK5zeJ/tBjRPeQJM43wEpjZpJ/8veG/D5YxYseSmsPay7ufeqdBCkkJbgCAoz+3umC/efPmIA9HP+jpBz77oh+c9SwtTfNkXzSYSKNjc+XKFeT+uAEBBBBAAAEEEEAAAQQQQAABBAIW0POW9Tu0xYsXy/79++XixYvikypbz8YuV66c2dGqOzJDUjTttp7zbF801bPumg2s6MaEqVOniqa5Pn36tOimhnjx4kmWLFnMxgI9f5r00IEp8joCninw/vvvy++//26ZnG400oVwn2K/SK7XdQG7Xbt2DlFq1qwpy5cvt7x28OBBsw7iTAmvAAD9eag/n22zFehOfTWxLaEZAGDbbpMmTWTWLGt22yFDhpiAjNevXkmUqFHN7xj1sC2FChWyZIu1fe2PP/6wPDt9TZ+lPlOK+woQAOC+z46RR2KBESNGyNdff20R0PNbYsa07n4/ceKEQ6Xs2bOb64MGDfKzQ9gZVv2LSurUqS1nAkWPHt2cV66Lh1rCaozHNu2VGY36+g4zc9G8ZvE/arSozgydOgj4EVg7dIZsmbjEcr1Yw0pSY4jjD6POEgY3AEA/XOmHLtuyYsUKqVq1qrNd+9bTKFn94sDZD2v651gDEGrXrh3kvrgBAQQQQAABBBBAAAEEEEAAAQQCFjhw4IC0bNlSdFEroKK7Whs1amSycDo639kZ5w4dOpjFNvviTACALibp4p1tBlD7dqJFi2aOL9S6mh2UggACni/w8OFD6dWrl4wbN84yWd2EtHLlSsu14cOHmx3/tkWPG+7b97/v9m1fK1mypGzfvt1Sf+PGjVK2bFmnYMMrAEBT62uKfZ+iPwv1e2D7EtjajKbuT58+vVNzs6105MgRyZ8/v+W+4sWLy44dO+TF0+cSLUY02X/ggJ9szRpgsWzZMof9Xb9+3RzBYFuyZcvm51iAIA+WGyJUgACACOWncwSCJ1CmTBnZsmVL8G62uUujeDUSLTilYMGCon9psS16lrhGAWsJizEe37xXpjf87wNC1hJvS6vFw4IzfO5BwCLw98Y9sqTLaHl4867v9UxF8kjLhUMleswYwdIKTgCARtVrNg3bosE9+mcruH+Z1hRRbdu2Ncd3+JfmSftLly6dzJgxQz78MOTZD4IFxk0IIIAAAggggAACCCCAAAIIeLCAZvarUKFCgIvq9tPXTQL6HWBgxwna36cbAXS3p27isS+BBQBoCm/7xb2AHkvDhg1Fs4VSEEDA8wT058Hhw4fNxPQ7xmPHjsnjx48tE82bN6/JXKpp+W3L3LlzRX8+2JZatWrJkiXWjVg+r9um8/e5pinoNRW9MyU8AgD0u9UYMWI4/NnqzBht65w8edJh4EBg7Tx48EASJEhgqfbmm2+a42SfPX4q0aJHk+s3b4geDWBbihUrJjt37nTYvKMMAHrEwu7duwMbDq+7sAABAC78cBgaAv4J6C9K/6K1gqLmEwDg5eUlGTNmtNyq6b9tjxiwb1cXJc+ePWu5fPnyZZMZQEtoj/HOxWsy4oMW8vzxU9N+tpLvSMuFQ4IyXeoiEKDAi2fPZdrnveTUriO+9eIkii91x3eTnGULB1kvOAEAuvivQQC2RaP9u3TpEuT+7W/QtIK6u3/Tpk1y4cIF82FdP5hrxGiVKlXMzoLYsWOHuB8aQAABBBBAAAEEEEAAAQQQQAABq4CmjNa/f+vCjX3RY/r07OZLly6JHqlpXwLatenIWReodKHH9ixt23oBBQCsWbPG4WKbfl+QKlUqc1zBixcv/HSrAQD2C328BxBAwP0FHC3K285KjwIZPXq05fx5n9f1XPqcOXNaEHTx/MyZM5I2bVrLdf2e0iezsO0L+jNJA6ecKeERAKDjSJEihSUzsjNjc1THJwDA0XHLuplr4sSJDpt2tJajGZ/V+/Fd798x+p227uDXTWU+RX+OX7t2zU/wgL4+bdo0adGihaW/Bg0ayJw5c4I7Pe5zAQECAFzgITAEBIIqoL8Avv/++6De5qe+TwCA/uVCz/Cy/0vG3r17TbSwfdm6das568u26Jlit27d8t2lHNpj3L90gyzvOcEEAGT/oKA0nzcoxPOnAQQcCfzUa6LsnL3K8tL7LWpI5X4tAUMAAQQQQAABBBBAAAEEEEAAAQSCLKCLZJp1z7bo7szp06ebc5p1ke3evXsyePBgc6ymfTl16pRkzpzZqX6nTJkirVq18rduQAEA77zzjp9jBPW87mHDhpnvDnWRTtN/jxkzxtK+bizSxSw9WpAS/gKa6UHP/F68eLHoBhAN1Hj27JlZqMyQIYM5HrJGjRrmM9e7QwAAIABJREFU3HJny+3bt80547oA++eff5rvfePEiWMCQd566y1zVKUGpyRNmtSpJsNijE51TKUQCQQWAKBrAHpciH9HleTJk8fPJsNSpUrJjz/+6HuPHmGqAUS2afV9Br1t2zZ5//33nZpDeAUA6MZJzYQQ0uITAKBz/OCDD/z8ftAFfQ0Osy/9+/cXPUrBtmiWBM2WcNPrijx79FjeyJnJHCFt//tEj2Xo1q2b5V5dE9KfDToe26IZHOrXrx/SaXJ/BAoQABCB+HSNQFgL6G5fjdSyLV9++aWMHTvWT9fVq1cXPWfctuhu/kmTJpndwXqWjX5Q018k+pcIjRazLU2bNjV/aQlqcXaMWyYulnUj58pbpd6RprMHBrUb6iMQJIHDK7bK4i6j5cXTZ773ZStZwBwJQEEAAQQQQAABBBBAAAEEEEAAAQSCIuBox6iedV2iRAk/zejRfJq9z7bod2763Vtg5caNG6I7QXWx1r/iXwCALhzbbwQqXLiwSQFtvwjoKINhUM7qDmwevO68gB7R2rJlSzl48GCAN+kz1OyPmmnSv8VanwY0kEC//71797+jMh01ru3o98yBLRKGxRidF6JmSAR0YVoXqAMqGhSi59nny5fPTzVHxwBoJQ0o8vn5t2vXLnO8gKOixw/Yn3fv31jCKwDAWU89etl+vcTRz1/NqqIZEezXW/Tnr67NvPvuu6ZLzSCjm0J79Ojh5wgC3amv60DHN++T66cuSMkW1U1WGc3irMFAPkUzMHz33Xfm94n+95UrV6R169by888/W6al60KauUaDfijuK0AAgPs+O0aOQKACzi6ua0P6IbFo0aIOU43Fjx/fRIxev37dYaoy/YWtxwVoRGlQizNjvPTXKVnQfoQky/CGNJnZP6hdUB+BYAk8vHXPHAlw4eh/0Y8JUiSRxjP6SfoCOYLVJjchgAACCCCAAAIIIIAAAggggEDkErhz545omn/boos9ejyfo6ILtF27drW8pDts+/TpEyicLurMnDkzwHr+BQCMHDnSz85QXXxq06aNn/YWLVokdevWtVzX4wt17JTwE9Bz1zU9+tOn3kemOlPefvtt2bJliyROnNhh9Z49e8rQoUHbABNQgEpYjNGZeVIn9AV0kf7o0aNmAVl/BtgWzWji3451RxsPnR2d/vzUzMPOFHcNANC5TZgwQdq3b+9wmnqEq66/6PHLtov5PpX1z/S+ffskiois7D9Zzh86IR3WjDcvO/p9otf1uAUN4NEgAd30aV/090jjxo2dYaeOCwsQAODCD4ehIRBSAWcW12370LROGpnm6Ie+f2OJFSuWLF26VCpXrhys4QY0Rl34/7nvD+J14Jjk/LCwNJrWN1h9cBMCIRFY1HGkHFhmjbwv362RlO1g/YtuSPoI6F6NAtW/yOmfNVLphZUy7SKAAAIIIIAAAggggAACCCDgGgKabl93eNoWTbnfsWPHAAe4c+dOee+99+T169emnh4ZULx4cdHv3myLfwEAderUMSnkbcuePXtEd6HaFz3D2/5IAs0KoGnoKeEjoLtzdWe07gq2LxpwoqnDdXHP/shXraup+5ctW+bnPkeBHVpJM8OmSZPG7NLWBVn7EjNmTJM+PH369JaXwmKM4aNLL4EJNGnSxBwRYVuGDBni52eXvq7fa+pisn3QgO291apVM2n1T5w44XtZd6/re8jZ4s4BADpHRxkDApu7/pnTIJssWbLIvzsOy4J2wyVrifxSb0J3c6v+PtBnNXv27MCa8n1dAxHGj/cOIKC4twABAO79/Bg9AgEKBDUAQBvTXxh6do/tL1v/OtFzwSZPniwFCxYM9pMIaIz//HZQ5rUeIlnfe1saTukd7D64EYGQCuyZ/4ss+3qcpZmcHxaRprOs5y2FtB9H92sAgP4FK0GCBAQAhAUwbSKAAAIIIIAAAggggAACCCDgQgJ63vXvv/9uGdGhQ4dEd3n6V/S7A00TfeTIEd8qutC/evVqp1JQ600aPLBjxw5LF5qlQLMV2BddVNZFX9uSNWtWP2dIuxCrxw2lWbNmMmPGDMu8dBe27sbXhVBN+X/v3j0ZPHiwn3PA/8femcDNVP1//KSfXWSvLJFsiSwhyZK1lCJbWlRE0q5SoRDak0qpkPbtnwhRorK12rckUfqJREm2Nr//630ed5x7587MvTN3nmdmnu/39XpeZebcs3zOmXPvPd/P9/Plou+++85G4uDsqVKlSmHpIy655BI1ZswYhcw7zsR33nlHOxSdku1DhgxRo0aNsvUn6D5m3CSm8YDYa5zS/BCOnHuIOcQPP/xQr1nKIHfPWScEI9JNnH322VopxQxMZJ0513g0yNKdAMDYnnrqKa328ttvv8VcHd26ddOOeuT69//2h3qx771q0+erdQpbUtlaxu8WYhm/z/3790esF5UB1GYGDhwYs20pkB4ICAEgPeZJeikIxIVAPAQAGuKlYfbs2ZoJinwMD/sHDhzQcjvI/JMqgBsMOYAStVgEAHKxdx8jN51EcZbrE0fg1x9/VhMvHax+2bQ1VFnx8mVVvzfuV6UqnZB4AxFqEAJA0qCVigUBQUAQEAQEAUFAEBAEBAFBQBAQBASBlEFg3759Cifq44/bAxBQ3Zw+fXrUfuKgRYLfsjZt2iicbV5zUHNd7dq11Zo1a2zt7Nq1S5UoUcK1bQgAZnR5mTJl1M8//5wyeGZ6R0jXunPnTtswFy1aFMqrbn7Bepg3z65u6ZTtx9GKw960xo0bK/KzQyYwDafjTTfdZPuMfO60b1rQfcz0OU2n8aE8gQPftPLly6sff/wxrmGw7zlVTmbNmqXOPfdcz/VlAgGAwULcQY2F8UP+giwBMYK9uHr16pqsdfnll+v/x3DwT7p8qNowf5n+/4f/+74rZvh4UG2gXghAkAwgXaAeAM59+/bVZAKxzEFACACZM5cyEkHAFwI7vt2iylS1yzL5qiAbCiP9f2KDmtnQkjQhCHhH4MWr71Vr3v/UdkGXB25QZ1x2nvdKfJQUAoAPsKSoICAICAKCgCAgCAgCgoAgIAgIAoKAIJAmCODsWrFihe4t0dTIXxOAYxpOedQ6yQEdyZB5r1GjRigim/SB1FurVi1fBADktr///ntbMziIIuWKL1CggC33fJEiRcKiwtNkKtKum8jw47gzDaUGHHxu5pYHnEhfIo0t69Wrl3r55Zdtl/Pvyy67LKzKrVu3Kpy9piFF/sMPP4Q+SkYf026i0qjDSMQ7c76jEkxEupsx1yhGmIZDev369b5Hzb6DwjCEI8uqVq2q1q1b50sNNdUIAL6BiPMCzqk5r8ZOPedMSaMcJ46ZeJkQADJxVmVMgkAMBH777w41dfA4ddmzg1W+ggVSEq99v+5RhUsUTcm+SacEgQXPvaNm3PucDYg65zVTlz87JHBwhAAQOKRSoSAgCAgCgoAgIAgIAoKAICAICAKCgCCQ4wg4o6qdHSIam8h+crlHs+7du6v/+7//CxW58cYbQyoCfhQAcOaZDlwq9EMAQD7aLR99jgMtHdDy33fddZcNiccee8wWcd2iRQu1YMECWxmIJE6Zdwr89ddfKn/+/Lay0QgIXqbASx+91CNl4kNg/vz5YWq/pJTAoe+2Bw0fPlyNGGFPjXr++eerGTNm+OrAkiVLFHvY5s2bbde9/vrr6uKLL/ZVV24lALzcf7RaNTMrbUyfl0aqGq0a+sJNCmcuAkIAyNy5lZEJAq4IvHXrGLXi3U/U3wf/Us37XaQ63tMvx5FaPWuR+uzl97L68b//qcqNaqu2Ay/N8X5JBwSBaAhsW79ZTbhkiPpjx6+hYqWrlFc3TB+rChYrEhh4QgAIDEqpSBAQBAQBQUAQEAQEAUFAEBAEBAFBQBBIGQRiEQCIviVKu2TJkhH7jMx/u3btQt+jFLBhw4ZQdLgQAFJmunO0I82bN1cLF2Y5CC1DWrxu3bpx9Wvt2rXq1FNPtV1LDnfUKuK1oPsYbz9y63WcP0LiQG7etEaNGqmnn35aNWjQQH8MyWf8+PGaUIIsvWkvvfSSlqaPZMjTI2+/fft29eWXX+r0wxAG+Nw0CAFI4Pu1TCYAHDp0SON09NFH22D556+/1d01L1L//Pm3/jyS/L9fLKV8ZiAgBIAI87hx40YtebJ48WLfMz1o0CA1cuRIRR6kWMaGyiY3d+5cnc/jm2++0Zcgl1KvXj1Fjidy9JBDyY+xYX/xxRfqvffe07l3YOshJUVeFm7sMPouuOAC3QayUGK5B4Hftu5Q9zXuFRrw4M9fVOQxj2Xc3LnJOHP7xLou1vefPPO2em/UxFCxhj3aqe6PDox1mXwvCKQMAs9dfJf6dtFyW39QAkARIAgTAkAQKEodgoAgIAgIAoKAICAICAKCgCAgCMSPAJGRr7zyivr000/Vli1btOw5jlZy5eL06tKlizrzzDM9N0Cu97feekvndV+9erXOm86ZS9myZbWUO+eBPXr0CJP4jtYAeZcnTJig875v2rRJR24TkU1uX/pINDl1i6UOAi1btlSsrWjGmpgzZ46qU6dOWDHWISkCvv3229B3zzzzjLrmmmtC/xYCQOrMd070hL1myJAhIUUIqw/sMew/8dqtt96q1SlMe/jhh9Vtt93mu8pk9dF3R+QCNW7cOHXDDTe4IsE9j3vKtm3btAKE0/A5ffXVV1F9TZRZuXJlVKS5l77//vtx+SAymQDAPb1gwYKK1CumEej56nUP6I+I/EcBQEwQsBAQAkCEtfDqq6+65rfxsnTOO+88nS/HmYfHvJZ8TjyQjRo1Sv3665HoUbf6S5QoodmePLA5pXXcyuPsJ3/PzJkzY3YXWRZuzvICEBOqjCrw0jWj1Or3FukxNejaWl089vaY40sGAeCjcW+q2Q9MDrXdqOc5qtvDN8fsixQQBFINgQ/HvKLmjHnF1q0zLjtPdXnA/aHZT/+FAOAHLSkrCAgCgoAgIAgIAoKAICAICAKCQHAI7Ny5U1111VWeztg6deqkoyIhBUSzd999V11//fURc3Vb1+JsIW/3FVdcEXNA9913nz47xCEcyYgaxDlH2Tx58sSsUwpkLwIEbkEGefLJJ9Ubb7xhazySDDdzPmzYsFBZnGtLly61za8fAsBJJ50UJsPtJwUAQUNE94rlHAI333yzDgTEWFNff/21wg9hGqQRIvXZY+IxCCfUYe43RYoU0WvHS53Z0cd4xiXXZCHgtmfEwqZixYp6TUE4i2axCACQ6VARKFSoUKwmXb/PjQSA165/QC2f9onG44qJ96hTz/FORowLZLkorRAQAkCE6UomAQBWGyoBSKf4scGDByv+YFpFMlijvBg48zVFa4c8PrygNGnSxE93pGwaIwCrfFCFc0MjuOm9J1T506pFHVHQBIC5Y19THzzyUqjNMy7roLo8cGMaoypdz+0IfL9knZpwyWD11/6DISiOr1lZDfxwfELQCAEgIfjkYkFAEBAEBAFBQBAQBAQBQUAQEATiQgBn1llnnaV++uknz9fXqlVLffbZZxEjF8nTTk5jpHy9Gmd2/fv3j1gcZ9rjjz/utTrVq1cv9eKLL3ouLwWzHwFIJy+88IKtYYgbZg53VB5YbwcPHjmD4FwYGXXT/BAAqG/dunW263ft2qUITnOzvHnzKs4sLDvhhBPU1q1bsx8waTGEQKy0EiiBELnvltPdC4w4/Zs2baqJJqY512e0upLdRy/jkDLREXjqqad0gCkEoFjWrVs39cQTT8Qkv1FPJAIAew+K2p07d47VXNTvcxsB4H+HDqmhNS4KnUWL/H9CyycjLxYCQIRpTYQAwOYI+9KZj4OmeCh64IEH9AYajz333HOaheV2o4TR17Nnz5gyKm7tIgWGagF5XsRyBwLTRzyrFk6Yqgdb4+zTVZ+XR0UdeJAEgDmPvqw+fOzVUHtn9jpfdb7v+twBvIwy4xF4suNNasvyrHQu2FF5jlLXvPGAqnLmaXGNXQgAccEmFwkCgoAgIAgIAoKAICAICAKCgCAQNwI4VQmUsSJpzYqKFSum+MPR6cx/TDnk11H9dBqpA0j5aTpsrTLIvHOO6EY24HP64cy3zbWk/kTd02lIBFMnfTQdtFY5CAAQAcRSE4FVq1YpArZMQxbbTFWLAu2sWbNCRVgnJ598ctiArHSzzi9YixjpBYjexVjzn3/+ua0oqSXKly8fVi8S4E6l2po1a4YRCFIT4cztVSzn+oABA7RaSMmSJeMCgfzupEMxrWHDhjo9itc0w8nuY1wDk4vCEEDN480339T7DKmrSWXNPQ9CEPsHBDnWg7WXeIGwfv366rvvvtPK2exXjRs3Vh06dNCkkiAstxEAVr23UL18zWgNXdVm9VS/1+8PAkapI4MQEAJAhMl0EgB46GLD87OhuVW9YMECzfQlV4ppSHDB2IUp+ffff2vJlDvvvDPMmc9myE22UqVKtuuR8rnlllvUs88+a/ucfkM4aNWqlYKVyYvE2LFjtYSY0/j8xhtvdCUXZNCal6EYCNxe/pzQv/q8PFLVOLthRHyCIgDMfvAF9dGTR6TMml51geo0coDMiyCQUQjMHDlBzX92im1MrW/sqc4ZFFu60QmEEAAyamnIYAQBQUAQEAQEAUFAEBAEBAFBIA0QGD16tBo6dKitpzg9Jk+erMidjQPr559/1pH506ZNs5VDupjzN0gCplEf9ZpWpkwZ9fbbb6tmzZrpj5csWaK6du0apuxJOygBOA1nCo4Z00gvwFkgCqKcF5L/+7HHHrOV4VwRGW+vDrs0mLKM6iJncMjpm4YTHmc8hrIn57xuBBS/QLAOLOLAZZddpjgTNw1CAE46p+HEcxIO2rdvr3N3i+UcAi1btlQoQUQzyEEQP+rUqeOroyhQsLc49zD2rQoVKniuK5l99NIJotpR2IBAtWbNGp2emdzq4FKtWjV14YUXKqToIylfxGoD387ChQvVjBkztCIM9wr+unfvHqbsEasu83v6jYoMvqFjjz1WTZ8+3c/lUjbNEWD+WacQ/Cx746aH1dIp8/Q/Lxs/WJ3W0a4Ak+ZDlu4HgIAQACKAmAwCANL/PIQ7JZxg3j300ENh0v7ciHnoJ1+PaRMnTlTI9Zg2b948LZFilj3xxBO1pFeLFi1sZWFv3XDDDTqfimlt2rTRn5FXSix3ILDguXfUjHuf04MtX6equmnWkxEHHgQB4L3Rk9Qn4/8v1EazPp3UBSMiy9jljlmQUWYqAhvmL1UTLh1iG17FejXUDTPG+hqyEAB8wSWFBQFBQBAQBAQBQUAQEAQEAUFAEEgYAc7UiNg3jSjIc889kk6R73Cw4wR1Ru5/+OGHinM209ycXhAKrrzySls5t6h+ov/JD28aTjcib01r1KiRjuB2Rti2a9dO0SfT5s6dq1q3bp0wVlJBbAQ4n3XOM+fByGy7GaldncFfBKWtX78+VLx06dJq586dsRuPUcIkAHA+fccdd9iugDxC0JrTXn/9dXXJJZfYPkbxluhysdRAAD8B+8aTTz6p3njjSDAWveP8n/XkNRXA/fffr1MTm8a1H3/8sYKIFK8F2UcvfSDAE5WW33//PWpxFBIIloQU49VI7YLf55577nFNhUHaZqdfKFbdpFyYOXOmdvpzD0J5A0MBhM/Fcg8CbgSAe07pog7s2adBEPn/3LMW/IxUCAAR0EoGAQD5Jhz6PFhZxs0WpjAP6E7jBnjddddpaX7TuEnx8AXjB4PtyQMWN2LTiObnwc0px0QZHvp5+DcNZuns2bMDk1zxsxClbM4hMKR6Z/XXvgO6AxePvU016Gp/QbV6ligBAKIBhAPLmve7SHW8p1/ODVxaFgSyAQFY+Y+2ukb9/O2Rg6O8BfJrEsDxNSt76oEQADzBJIUEAUFAEBAEBAFBQBAQBASBEAJEP3JYjiQxTlwO0EuVKqXz05ICkcg+5LRjGXLbSNz6NdQY3aTjY9XzxRdfqDPOOCOsGIe+RPuJZQ8C5FavUqWKrTH+vXHjRtcO9O3bVxGsY9rzzz+vyONuGvLopgOX76jT2RYpAqwzP+t6nL3IL5v28MMPq0GDBtk+e/rpp9W1114b1k+cf6QNNe3WW291VQjNHpRzVyvsSRBATIvmgB0+fLgaMWKErTypHogotuyUU05RpINN1EwCANHQtWvXtlVZo0YNxZk2igOmuZFKcAY7x5lo/+T6YBBgP3I6n++77z5FVH8sY1/BR2Eae9QHH3wQUi+JVYeX7xPpo5f6ITA4/Sexrps0aZLq3bt3rGJa7RnlgK+++ipiWa8EAM4SrecYFGLcyAqZQgCwCA358uWLiXFuL+AkAKx5/1P14tVZhKuTGtdW1055OLdDJON3QUAIABGWRTIIAM46aZq8JDj4eRF1Mxz9AwcOtH3FS+prr72mYCNjsD3Jt+KUWOJl99JLL3WtFyYpLE1ehk0bM2aMTiUglnsQWDVzoXq5f5YEXfHyZdTgz+3KEBYSiRAA3r1nvFr0/LshUFv276rOG3p17gFZRprrEZhy5xPq81eO5OYDkI7D+qnmfS+KiY0QAGJCJAUEAUFAEBAEBAFBQBAQBASB0PkIDgQvUXGdOnXSkuqQAiKZW4SrF6jjIQAQ3EE0t1POnfaEAOAF9eDK4MQklaZprJepU6e6NuLmVJowYYK6+mr7ucfpp5+uli5daqtjw4YNqmrVqrbP9u/fH6YSSjT45s2bbeVIMUo0q2mQSNyCjLj2pJNOspXFgYsDTyz5CPBeX65cuTASB3OFc7VBgwa6E5y9sS/hlHXK+6PayvmvX2Md4sQ0jbXMmnYz+uR0Yvbq1UuNGzdOpyWAUAU5welIZR1/8803klrW7wRlU3lIHNybTMPHANEtmuG3wHGNU9oyUocgP+9UREl0KPH20Uu7biQorjv66KN1SmYCMXfv3h1WFY5pSDIVK1aM2AxEHHw8TtUY84I8efKofv36uaZyscqx9/Pbwu/z3//+N+qwMoUAAOENJZ3ixYt7mcZcXcZJAHjr1jHqqzfnaEx6Pn67qt9FFH1y9QKJMHghAEQAJmgCAGymO++8MyznFs52cudEYjlxM4U9ZhoMURif1sMhLw/kH4NpZpmzjHOYMMd4AIRFZlqs/siPKDMRGN24l9q9NYtJ3vGevqp5vy5hA42XAPDO4HHqs5eOSBKdfV131eGu2MzJzERaRpWbEVg9a5F6qd8oGwQ1WzdSvV+MLo8nBIDcvGpk7IKAICAICAKCgCAgCAgCXhHAwUm0vlOKPdr1tWrV0vl5nbm2rWsefPBBfZbj1+IhADzxxBPqpptucm1KCAB+ZyB7y3fr1i3sfI3ozebN7bl4SQvqlHx3i9jHOXvRRXayeI8ePcIkvFnvTucdTiMczU4jJ7Xz7JHUBaZKafailvtaw4FOSlY3IzCscOHC+mzXiog1y9WtW1c75XG8+jW/BABSQ0AOMR2+tEnbrK1ffvlF4ah0Gg5W1qlYaiLAua7zXle+fHn1448/RuwwexH7m0lGIb0IKS3iIaPEQiaePsaqk+9x7kOi+vXXX23FCY4kGLJs2bJ6vb/zzjtaucWZjnnIkCFq1Cj7eZ5VEWVJgeBUiAEn0jXzm2jWrJluAxJANPv+++9V5cre1EKFAOBl5jOrjJMAMLxOd7Xv1z16kA9tma2OynNUZg1YRhMIAkIAiABj0ASASA538iIh3x/JyNvFQ5fzxjNnzhzVtm1bfZkbSYCXTVjA5IdyM9hVSH3xomEaN29eRiK9/Aay6qSSlENgy7L16skLsvJ55S9cUI1Y83/q6Lz2l4p4CABv3/G4+uLV2aHxtr7xYnXOIHtuu5QDQzokCCQRgYN796tHzu6nft92JE9fwWJF1G3znlVFjyvp2rIQAJI4IVK1ICAICAKCgCAgCAgCgkBGIMAZR5MmTVxl94sVK6b427p1a1hELYMnzeIzzzzjigOSx85zE6IFYxnOOvKze7Xt27fr85s9e7IOcp0mBACvSGZ/OWT5cSwRwWgZkYzMqdPhvm7dOh2ByzueWZbzO+uMDycvzn8z+hNH0qJFi8LSViDVjmS7abt27VIlSpRwBYL+QASwrEyZMurnn3/OftBycYtuzvhYcBB5/NFHH4Wlioh1nfW9XwIA1w0dOlSNHp2lFurFkEh3qgx4uU7KxI8ATvgrr7SfsQ4YMCCMZGS1gBowe5Vp3HecaUms70kfTNoJJyGFdMO33367p44nu4+eOqGUIiVLnz59bMUbN26sCYDsr6a5kfGaNm2q92A3Q32ZiH3TcOL/3//9Xyh402s/3QgA9M+NrCUEAK+oZk45kwDw9dwv1PNXDtODq1i/hrph+tjMGaiMJFAEhAAQAc6gCQCwI2GVwaI0LZpMP+WQToIptnLlyojXIQGFFI9p7du3V4yhZEl3hxJlR44cqe655x7f1wW6AqWylEHgqU4D1fdL1un+uEXp+yUAmDI01Nnm5ktU+9t6pcx4pSOCQE4i8Nr1D6rl0z62deHisbepBl3bhHVLCAA5OVPStiAgCAgCgoAgIAgIAoJAOiCAowqHlWk4QSdPnqwVEzlAx9HZv39/NW3aNFu5QoUKadUASAJO41ozncCpp56qVq9eHTgknBeRbiCSCQEgcMgDqxDHJ+vMtDvuuEOrfboZjigcss7oapzxRFi7KVigRDFo0KCw6nAy4TAyLdpaKVCggJZvt6xIkSJhAUeBASMVRUSAwCuCwZirWEb0NQ7JaKlKYtURDwGAOnH0cm5srhlnW6xZAsxIB+B0pMbql3yfGAKojLRs2dJWCYrAOPSLFi0aVvnw4cO1vLxpOPhRGXYayiIEJDqVHlAOJmLeqyWzj177QDlSWJDKwDT+fdlll4VVA1kQZQTTIOFAoHDasmXLwpz8lIXIxZ7u1ywCAL8rFGQgg6EiQGoBSI6mCQHAL7rpX94kAJhBl90euUU1urh9+g9QRpAUBIQAEAFWJwGAiPj4zC78AAAgAElEQVTSpUurTZs2ha7gM1jd9erV05sxzLGCBQu61ujFke92oZfr4nXkx3tdUlaiVJrjCPy+fZcadfqloX7cvfRVVbTsEQKJHwLAGzc9rJZOmReqq92tl6u2txypO8cHKx0QBFIAgSVvfajeHPiorScnNqgZ9tD277+H1ME/D6oC+Quoo48Olwtr1POcFBiNdEEQEAQEAUFAEBAEBAFBQBDIOQROPPHEsNy7s2bNCstPTJQ2kXROJyuRjm3ahJNxOfMxAzIiOUsSGTmRva1bR8/bKgSARBBO3rVTpkxRXbt2tTWA04ezvGOPPTZiw0SGQkZxylE7L8ibN6/Ou07eaDcjmtfplPJDAEBynrMesexHALUPlB/Yp5YvX65QkkBmHeISUdmkd0ClNZKyq58ex0sAoA0ckhMnTlTz5s3T6xqFWshSrD32LequWrWqn+5I2YAQIFiElAysHdMaNWqklWus1MH8xsePH6/uuuuuMBUcggqdUv6sx7PPPluhZmxaz549dbChH6JHsvroF8IWLVqoBQsW2C5bsWKFVmRxGooH+fPnt30MzqYqi/Vl9+7ddaS/aW7pX7z2l/0bkuIFF1xgC+pEIVoIAF5RzNxyJgHg3vo91R87skhkD37/nsrzn9jqVJmLjIwsGgJCAIiAjpMA4GUZ8VAGM7JLly5hNwovjny3NniQhwn+6aef2r42UwfE68h/7LHH1MCBA231xkod4AUHKZO+CLw64H61Yvp8PQCYYzDILPNKAHj1ugfUinc/CV3X/vYrVJubeqYvKNJzQSCJCOzZvks93KqfOrhnX1ytVG1WX/V7/b64rpWLBAFBQBAQBAQBQUAQEAQEgUxAgECNKlWq2IbCv535eK0Cffv21Q4t04jKJu+v03DGmVG65HB/8sknA4MNRwPnMJEkmK2GhAAQGOSBVYTziLzOTgc6zpsLL7wwajvIReM4NdMGuF2Ao421ytp0c7oJASCw6ZSKBIG0RACC0A033ODa91KlSilIPtu2bQuT8ecCCG5EqhNtbhmR5qeffrpCydhpJ510koKUFMvOPPNMLblvWdB9jNV+ot+vXbtWofZjGoQIyHqmQYbhGcFM6cI94b333tNphaZOnapJM/v27dMKHkT0k3KIdAJ+TQgAfhHLzPIWAeCHz9eoiZdlqV6VO/VkdfP74zJzwDKqQBAQAkAEGOMhAFhVIamDNJepBhAvAYDcXeSS+eCDD2w9DYIA4DZGIQAE8rtK60puL38kmviWOU+rE045SY/HCwHg5f6j1aqZC0PjP/fOq1Sr63ukNR7SeUEgOxCYfNVwte7Dz303JQQA35DJBYKAICAICAKCgCAgCAgCGYbAxx9/rFq1amUbVadOnfThu5sNHjxYy1WbNmHCBO2QNY1DeyTSTXvkkUe03HVQdt9996khQ4aEqiMA5IsvvlDfffedrQkhAASFeDD1QDrB0eNUkiDCljmNZpwXPvzww746cu211+qIXqcJAcAXjFJYEMhIBNwUHmINFJl6HNpO8tz7778fppwTqy7n9yhDOFMgB9lHv/3xW557vDPNAXv2bbfdZqsKRz+qQKbx7IGzfvv27a7NQuSCsDF27FhfSgpCAPA7i5lZ3iIAzB45UX364kw9yIvuu0E16XVeZg5YRhUIAkIAiAAj0kbI+sPmisfII4Pj3mLoCgEgHhTlmpxAYOaoiWr+M2/rpmu1O0Nd+fxw/f+xCAAvXn2vWvP+EaWK8wb3US0HdMuJIUibgkBaIrB48nQ17e7wQ51ogxECQFpOtXRaEBAEBAFBQBAQBAQBQSAHESCn9ttvZ73zWuYm2btu3TpVq1YtW7nRo0ernTt3qjlz5ugUkZz5ENmHXDe5hNu2bet5ZCg+nnLKKaEcy0RqcnaEVLEQADzDmO0Fcfoz35s3b7a1jYz2iy++GNWp88orr4TJbVeoUEGh0EkKijx58qhPPvlEkWfbuQbIx3777bfb2iQi19kPPykASG2KFL2YICAIpDcCTz31lLr77rttijWRRsQ98IknntD3LqcliwBAO0H1MZkz9e2336ratWurP//8M9QMRED2WRQVTLvjjjsU+3I8hiLzo4/aU4JGq0cIAPGgnHnXWASAR5pdrX7ftlMP8P5NM9R/8sVW5sg8NGREXhEQAkAEpA4dOqRz3fBfpHCKFi0aeohHom3r1q06VxMMMLecXTy4k0fn+OOP1y3ESwBAcgcGuJM5BxONFwIs3hQA9O+KK66wIYBMD1Jk5M8Ty70ImCoA/V6/X1VtVi8qAWDylcPUurlfhAA7/+6+qsU1XXIvgDJyQSBOBMZdeIv6YenXnq8WAoBnqKSgICAICAKCgCAgCKQwAjhfcYyR+g75WQ5eOWjlcBrZVdLs8a6aiHFoRp5W2iE39/Tp031V9+OPP6o33nhD52vG8UvO3QIFCqiyZcuqhg0baslvIr9MKV1fDUjhbEGAeSNq2pReL168uI7Wy5cvn60P8ThCOnbsqHMk41iNZeT4nTFjRqjYqFGjtBrAySefLASAWODl0PeQP5Bx/vpr+zsbv31IJUcfHTkHL+eLnLWZeaTJM71q1SpVrVo124jYbyCfmEFJrCnIB6YqBWUgqpiGkiiy1G6GfLcpV33CCSfo802xzESAe+m///6rFWr95G1PNTS4f7/wwgtaWn3NmjX6HJ4xcf/lt8P9l+eESOvebTxBP3f873//U++8846aMmWKjgDnXsNvrUyZMqp+/fqqa9euinzxzvtMkFhD5sFXwXPK8uXLdR+Yf3AhbTHEJYhK/H8ki+e+56zLTQHAKhNEH4PEzKyL3wvy/EuXLrU1gaoL6i5Ow1/z+uuvu3aHewH7K3v47t27w8rwe2SdNGrUyNNwhADgCaaML8Re+NPyDeqFXsP0WI+rfqK6dd6zGT9uGWBiCAgBIDH8dK4c8setXLkyrCYY4Rb7O14CgJfr4iUAxHtdgpDJ5WmAwKLn31Xv3jNe9/TEBjXV9e8+FpEAMPHyoeqbj5eERnXBsGtUs76d02CU0kVBIPUQeK7nXerbhcs9d0wIAJ6hkoKCgCAgCAgCgoAgkIII4Ewjt/XMmVkyltEMB9v48eNdI9YiXcdhLnXj9OdAHDI/dt5553lqk7Ic6iMXj3M2Vr5ucsaSr7tx48axhiPf5xACvXv3VpMnT7a1ThTfAw88ENYj0gL069fPd08hq+BcikYGwfEPAcCyypUra0cupBIhAPiGPFsuwHEFIWnZsmW29kg/wf6CMz+akdrhjDPOsBVBPtokgZhfErBD4I5pEJcgmVjWpEkT7UQyDfJA+fLlw7rC/ufsY82aNcMIBNkCpjSSLQhwD9y/f78mvaUrAQCHNnnTCdKLZiVLltSy6iixRLNkPHds3LhREVW/YsWKqG3zeyPorm7dutky/9KIPwQgR/C8aBoET8ipbvfzdu3aqQ8//DCskZtvvlmT+SCyQvwiHRHPuk6V6R49emhiqRcTAoAXlDK/DASAjx55VX1+WP7/whH91Vl9OmX+wGWECSEgBICE4Ms6DECqyy0H3DPPPKMfUjAeBi6++OIwFhk3FlIFRLJIBIB333039LLIYQQ57Exr3769Zp3zABTJ3AgAMBI5sChWrFiCyMjl6YrA1tUb1eevzlJfvv6+OvTvIT2MqmfVVUXLldb/D2Pcsq/nfRmSnOGzC++9Vp3V+8J0Hbr0WxDIcQSEAJDjUyAdEAQEAUFAEBAEBIFsQgA5VaLRnDm0ozVPtOtnn30WNbqad3Qrso+IXDengR8CwI033qiefPJJz6gQnUteXQ6NxVILASIzOfMwjehMzl1wkDkNOWWIH6YR1YeDHwcrUX0LFixQ+/btC7sWQgHEAjeDSIL0//fffx/6mshR0lBiQgBIrXVDb3Cics62aNEiW+fq1aun9xsvig84enr27Gm7nlzQSHG72YgRI9Tw4VkpGS3j/BHnkmU4Ozn7Mw1HkRsJiZQCrC3TGBMRv2KZiUC6EwA46+bM249NmjRJQfRys2Q8dyAZT9Q4Cr5eDIVh9gwhAXhBK/vKEOHvJALyfLBkyRJFmhY3I3qfwFDTUKOYNm1aWHE3FWZULHhGNc/ZI41YCADZtxZSoaU5Y15RX73xQVhXIJTs/eW3kL+m2PGlQuSuIV++nApdlz6kIAJCAAhgUnjhI0eb0+69916dfwdDggtH/wcf2H+8Zhm3riA7A7t327Ztoa95sUBdwGIO87DvZDiedtppWvYnkqwPzN8777xTkxdMGzBggM5BA+tcLHciAAFg7LnX+x5851HXqTOvPMJE912BXCAICAJKCACyCAQBQUAQEAQEAUEgNyBw8OBBReSqW7QcZHT+kKVGutZpkOwh2zsNBx0OM6LrTIltNzy9EgDeeustRYSW08jTjQOYiGA3adeKFStqp7K8V6fOamatNWvWTCvbmcZBPQf2boZD5+OPP9ZO/oULF+pIPtJI1KhRI1QcKWoitZ0qFqSD/OGHH1wP9p1OLadcshAAUmfd0BPOz1BrcJ7nnXTSSToyFBlyL+Z2dhctAvT666/XObNNe/zxxxWkJMvIP+0kmjhJAlZZpKqRrDaNM0vOJcUyE4F0JgC4EWaYpVjS6kjs45TnPmxaMp47uCfg/HeqcNAuKYz+/vtv7Q9wGmf1q1ev9uT4TbWVaaUQyaR0R26BlRA1uP+TviGSnX766WGBnhAC+NxpPM9WqVJFPxeYBsGgQYMGMadZCAAxIcqoAhAAPhxjV6OINsC8BfKp+zb6S22WUYDJYKIiIASAABbI4sWLdeSC00znPocRN910k46uN+2WW27RDLNIOYCQkkFSxjRuDDwIWcxdNwICL5vIiEW6iSA7c91116mXX7azgyLltQkAJqkiTRCIhwBA1D/R/2KCgCCQGAJCAEgMP7laEBAEBAFBQBAQBNIDgdGjR6uhQ4faOkuOWqTZIcAjVfzzzz+r/v37h0VSFSpUSKsGOFXriKZGRt2LeSUA8J7P+75pEPF5HyeXN2oD/P+VV14ZSi9gleVzN/KAl/5JmWAR2LRpk3b+O9UmiPjjDCRRg1SAQ8dZP6QB51kRxJA6deqE1gtOFMgJqFtYJgSARGckuOtx2vA7Rj3CtNKlS2vnvzOiPlrLlMdZaBpOJiLzkYo2jTNE1pSTzORMAUA+9Nq1a9uuhaCyatWqMOeim1w1Dq6WLVsGB5jUlFIIpCsBgDPrSpUqKQhWpkFgGTNmjCbdcP9FOcVNWh35dad6SzKeO1DnJT2RaeR9R30IkiOGahEBgagPmIZ/oE+fPim1Xrx0BiIFKjbFixf3Ujzlyzz99NPaP2IakfkQvnhuiGZuKVggn0S6L6Dy41QHiEZCNNsWAkDKL6VAOygEgEDhzPWVCQEggCXg5qSnWlPenwcTohH4M42DB5zwkW6cMHcHDhxou4acNLCALYmx9evXq+7du2v2oGnRDhxgnPHgxAuIaSgLtG3bNgBUpIp0RSAeAkDf1+5T1ZpHZkWmKxbSb0EguxEQAkB2Iy7tCQKCgCAgCAgCgkBOIIDzfMuWLbamyaF97rnn2j7jkJmDVKdjlXfwNm3a2Mq6EQAgEnA9B7LO93BnxLYTByL3ChcurCP4LKM+0vsR+Wva7bffrh555BHbZ0Tv+kkdkBPzkBvaZO3ghHc6XzhXefHFFwPLi40sO9HZpj388MPqtttus31GtD8pIixzk4AXAkBqrEzO8XAusk5MI80HjnO3KM9oPUdJAOegMyIYuf7nn39ep4XAOK+D/OSU5kdRZPv27WHkJzcZ6l69eqlx48bpc0OcwJxFOqXUq1atqpVKgs4NT47iF154Qb333nsKggJOXBxqOG2rVaumFTe6dOmiIH15tR9//FFNmDBB59uG0EMb7M9E1J599tnakWoqc8Sql/o4M4VQwb1jx44dCjIGxA7mlbNa+pnuKi7pSgDg9+B0jvM7wZnuXK+k0CDgzjSINs50Hcl47jj//PP1OjeNf3fo0MH2mRv5h/sSJLF0s0wiAOCPQcGHvd4ySHnsC87nUbd5Yp/g2dU0fDOnnnqq67RCNIBwYBrKME5lFreLhQCQbr+UxPorBIDE8JOr7QgIASDBFQEbmAfpkSNH2mpyi8DnBuKUlosWqc8DLQ88U6dOtdUN2xHlAMvIF3P11VdrhqFp0dQFYEnywG0aeeyQS+ShSCz3IiAEgNw79zLynEdACAA5PwfSA0FAEBAEBIH4EOBgCgI0achmz57t2zHyxRdfaGI0jjGk35EY5V2JA1LSnTmdvbF6SU5uosmJrPn666/Vzp07NekaZwHRWjh1nBGXseqU74NBAOcN82Aa/8ax7mZ9+/YNU9LDOcAcmmYRADi8bd68ubrooot0TnWIBlYknlXeiwIACgRI+JqG7D+OI6fhqHMeFnfr1k2RQkAs5xDgd89aYA8wjT2A8xOkpIMytyhCzmQ4v7GM8xYiQS0rWbKkJqc4A0KEABDUrCRWD9L6SOw7DUcx9ycvxpybEtKQQgYNGuR6KfsN+xf3QNMhZRW+9dZbw4hGfDd37lytHOq8hrrKlSunc5OjKOC0ZKiU8AxAmhbOKaMZa3/s2LFh6UzdrkGlA4VVnNmRjN8yZBvKkqIlkkHCoAxKrNHq43oi0AnKckZ4e5n3VCmTrgQACCxOxVr+7Ux/C878Xrg3m4b8vym1noznDuT/jz32WIVagWXkjIek40aqgaAC4cYy1ixkIKeaUaqsnUj9yBQCAL4WntPMVFPMG4QvCIJeDKLWs88+ayuKcoBTydkq4KYAwDvTOeecE7M5IQDEhCijCggBIKOmM8cHIwQAlymArceBAg/mTma/WZyHa1i/vXv3DsvhwqY+adIk24scjPOePXsqDrdMI/8bJAJn/hykhLjpmA8TNWvW1DnnTHk4+sFDKS8DplGWB3rk5UyDWMADOfWYRu6vYcOGBfoSnOMrXDrgGwEhAPiGTC4QBAJDwC8B4Oi8/1EPbJ4ZWPtSkSAgCOQeBFLFWesmx+llFoj04eBYLGcRwHGF05/oFSSMLYuU/9Ktt7zr8G5CbuJoRpQVDn0vTntSoXEo54waN+sn8pCoMdMZl7No5p7WeYdu1aqVbcA4WJzEd6uAM186nxMJCgne+Z4L4YNc3TiXLIv30BRZd0t1z6qL6F2cDU4jAgxSgWmkBWDNiuUMAnv27NGRwcuWLbN1gLXHfOXPnz/Qjrnlq2aNslYx+oMDaNu2baF2WV+sKaeZTiLrO6KncTbhJP7kk08C7btU5o4A6T6c53d+sXKmgeD8jr3hpZde8lUVEcXsb3nz5nW9jpQqPFN5Nc4xObMM0tz26lj10wf6EsnclDWi1Ynj2KnYYJVHzYV7jTNiN1p9OATpo5NwFmtcqfJ9uhIAWrRooUh3axqpUk477bQwaCF1OPdziC9m+oxkPHegxsu5u2kQASOtLyLNnb97lAGcBMVUWTuR+pEJBACURHivYO2YBuELRSevxvuPk5Tiln6C+iAaQHY1iSl8zvtTNN+T1Zd4n2W9jiUny2XCmooXv/8dOqT27vxd7d21W+3defhv1261etYitfnLtZ6rzVsgn7pv43TP5aVg7kJACAAu840sFg+uvIzhyCfioG7dugqZL4wbBFEEMHmReHPmJOI6mInOaP9IagGUv+eee3S0P8xvolU4/OAB3nljwMnPQ73z4Wbt2rWaueZktsM6I+9RvXr1NAuWGwtOfucBG1H/MOD9Spjlrp9L7hitEAByxzzLKFMTAb8EAEZRqnI5dcfCYA9vUhMd6ZUgIAgkikAqOmtx/D733HO+hyYEAN+QBXYBMrk4unD84+h3M68EAIjJOOM41PVikKBRCCDCKpJxUN+vXz9FZFYs42AfiXZn7s9Y18n32YsA77lOtbv58+fryG4vlsihKTKuvGubxr8tqW7rc/YkCCWmjR8/XhNRxLIfAaKd27dvHyYBzbkIa8dJ7Aiih27pG82IbZxZOLUSNadjK9H65PrICCSDAEBrnA0++OCDOhKd879ohsMfJzhBQ8joRzOcV5wtRotsJ/CIdcm5Z5DS/24EGPpKlDMkF8h+u3fvDut+vnz5tAoGEdtOIzgLJ53TkOWHEGOpBTm/hwAAEcBpbvLbVh+JIIf05UzPYH2/ZMkSfS6cbpauBAA/OHNPdkquQ/4yU634qY+yXp47UN5wptA1SV/ONt1IOmbqYL99zKny6e6sXbx4sY7Qd6qiOBV7vODLflGhQgVFuirL2Js2bNigU4qYRloUJ5EomvqVs/1EnmW9jCW7yhzcG65G8+fBg+rAgYPq2OLHunajQJFC2dW9wNrZtyvcqa8d/Tj5Dzv7/+D/f/lN/bnvyPqJtwNCAIgXudxxnRAAXObZ7cXNz3JASooHamdEP3XwYEtUfzwsYvIdQSwgT5fTeIFAWi6SlFis/vOiMHDgQIn+jwVULvheCAC5YJJliCmLwP7f9njq27cLl6tXBtwfKluhbjV140z7obOniqRQ2iCQKtHaFmAcVqKWRIQDee6Q2OWAkkNpohh41nFGd6YN2BnW0VR31hIp48xx62UKhADgBaVgy8ybN089+uijOv8u8vzRzCsBAMI0adKcRpQrewqyxU6LJt3+5Zdf6pQBZs52rscBQdQs9TmjffiOCM10i8AKdnZTtzb2MGSYzcNVSPNI7OI48mKJHJpCUIKoZBoRiBASkGknmpcIMCJYzXVHHmne/bND2hciDep+OBL47bj9pqLhRNABSgU420ijgKMOkg1KgjhByE0bKeo4Ur1WSg8i1XHS8dxA33DSsO8nMwUHv3FUIJDhNY0IO6ItOZz3YkThO3OKk2s90lkOzz7MgWmkBbj22mv1R25OKi/9cJYRAkA8qMV3TbIIAFZvUINgL+F5GocRaUcgr/H7Y70iC81vsHLlyp4HwG944sSJins2a5jfM/sQ+2jr1q21corbmaLnBlwK0gb1O4Oj2Ds4p+Q3x15JKlJ++6bKKdVFipgldcLy5cttLV5//fVavr9w4cL6vsC1nOGaRl/Yf80zWXDB2eYkBxKIBRmCPRsjxzwRvUjGmxZNWSAR7JJ9bW4gAHD+bqZaAVMUfUkJEY95fe6YMmWK6tq1q62JG264IYwMaBWA8MN6jXSPiKevOXFNOhMA2E8ghzhTlKDWzLNcPKQo5nzcuHG2qeBdhOcq6zkx0t7nTPEcbT4TeZbNiXUSqc07TuygDv0bm6RtXX/OoCtV6xsvTokh7N/9x2Hnvd2RH4rc3/mb+uMX/narP12IDskchBAAkolu+tctBACXOUQaiJu48+E11nTDIscBz8NHNGYujHOkf5zR/dHq55CBCIJoB1O8VNM+L5l+DLUD/niAFhMEhAAga0AQSA8EVrw7X7163RESQLXm9VXf1+5Lj85LLz0hkIrR2nQcBwGHZRxSRjOcdMgcIrMtlv0IpIOzFlSI6F63bl0IIA5eouVutQpCAMAZLZZ9CCBZHElW19kLLwQAnHPOnJeonBHBj9OAtcB7GQfxTil/Dl3J7+60M888Ux/em9amTRu9F5GvmQM/cjo783Xi6Fy5cmX2gSkteUYAx7pTRp85xAHk1RI5NMVphcPKufZZn1bEKA540zgLwKHXsmVLr130XQ6nzsyZM7XDmbYsYks0goyzEcaGQwLFQA70IxlqBwQimHnMI5XlTIJnBPKARzNIHJxbXHxxsIe6BEb06NFDsUeYhnMP5z+H8V4NTIngM6OpuT+xVzijTTk7Yj2YRBXaQaHRIhHgVPJKPojWRyEAeJ1BKZddCEAK5ndvGgFM3I+dDjWUUniGM61p06Zhah1E3Dds2NBWDgIO+7mzTqJ5ISeaRnQ2hAfLcNDhqDON6O05c+aEwbRo0SLVrFkz2+dE+aIEm26W6QQA3pdr165t26dR7yUFr5eUUW7z6fW5g+cCno1Ni0ZQ5rnlrrvuspV/5JFHwtL5pvoaS1cCAL9fVI/dyMUQrrwQHXnPYL8zjWdAfDY//vhj2NTx7sFzgZv6Cekjli5dGlPZxao0kWfZVFpTqUYAOPjHfltUvhWhjyN/7y+7sxz6O/n/3xRlg7a8BfKrY8oUV8eUOlYVKVVcFSl9rP7//67aqNZ/7K6059YHIQAEPTOZVZ8QAFzmkxfhVatWaUmuWLkorcuRl+MgAkk3L4eW5KHDWc/hbCzr3r27ZqR6yQnDjYV8qDxExCIwIPuPjBgv3UHnv4s1Jvk+dREQAkDqzo30TBBwIvD5q7PUlDuORP7XOb+ZuvwZO6tcUEsvBFI9WpsoJZ4bOGD3YhyQc+CeDKldL+3n5jLp4KxlfnCumJFgRHYhyS6Wegi4rSkrz7pTMtcLAcBN/YHDUd6pTOPAiwM33tEs42DemRuWqFyiNU3D6UcUn5XKzfqOXMqzZ8+2leW9TJRLUmvduUXXERlLVCvR5F4t0UNT7nn33nuv/otlOJg5HHY6j2Jd5+V7fgMEE+D0537sjGCjDj8EAD/3CfZq1FqiBSTgaOI8xKvaIU48IpWj5f/2gotVJhJZg98/ZKJ40h1CRnKeCXEuAyGCfQkjzzTR/6gdmObm1PQ6HtYR6RtNw8ngZ917bUvKCQKJIkB0PL8J0/i3Mzc236MIAlnGNOT/nQFSRHA7FU5NRQ3zerf0A2b6DcqSRoEUrqZNmDBBKyK4GfuGmZ4BtaBY6keJ4piM6zOZAMDY2GdxopoGsc3paPeKrZ/nDjdJd78EgESUCryOKehy6UoA4BmGd49EDFIR5CKn8d4DqTmWH8a6jmdZnhkgAXi1RJ9lvbaT7HLZQQD4a/9Bu9T+L1lS+zjysxz7WVH6/P/BP6Kn4YkHj6Py5Mly6pc+/IdjHwf/Yee+dvRrh/+xuoybzRnzivpwjF1VKlpfhAAQz0zlnmuEABBlrnmB5CF02rRp+oURprf1UFq9enW9UfOCi/Off3tx/LxcBYgAACAASURBVJvN8fDIy/Fbb72lkKtkM8c4JCe3FHXDXodx77duHAj0myg9Z7/Je4fcJgdfzpw0uWfpy0gjISAEAFkbgkB6ITD/mbfVzFETQ51ufMm5qutD9qiK9BpR7uxtOkRrc2CHQ9/JYOcZhagY2PTOXHrMJpGTTqZ87pzl7B11qjtrQYO1RBSoaekYCZO9M5tzrVlriujTTp066Qh83ldwODqltmMRADi0Ze7NaFnUyNhn3CTTOeCFTGQae44Z3YVzdtiwYbYykWSFiRQkYtA0IZ/k3Npya3nFihXaiU5OZtN4x+Vd1o8lemjKeiVKnr9YxhkBaQOQfw3KuLdC3H/ttde0szmaeSUAREp7iHoByj2obpikG9rkt0/aH+e+bfXn9ttv14EITuM3jTON37fTyOXNXHOekqhBHiK1odM48yAKz4uBsal0QHQpZzNuzzfsP+xbRP05ZcV5NuIMqXnz5l6aDSsjBIC4YEv7iywlDyJR45GizikAeBZwkvL4XRMV6zTG6AxAclO1gHDsVBLh/BQVAKcR7e0MmOIe73w28YoPe1+hQoVsyijsY25RvF7rzKlymUwAcEu7gmoEz4tuKXljzYHf5w4hALg7LmPhnFPfJ5MAwJjWr1+vFSFikSAhUvKsQaoSP5bos6yftpJZNl4CwD9//qWd+n/wF3LiZzny94ak97Oi9g/ssb87BDWewsWLGo79Eocd+qZz/4hj/+i8/0moWSEAJASfXOxAQAgAsiQEAUHAhoAQAGRBCALph8AHj7yk5o59LdTxlv27qvOGukczpN/ockeP/UThxXKsgVgypLVvueUWrTJkGs4Z8uVBAOCwjGgfciWbUsIcgiOBW61atdwxmSkyylR31gITilvOw2GiWrt06ZIiKEo3TASQG8fhhayv6Zgg4sUvAYC0D6R/MI3ofad8v/X9nXfeqdXZTJs6daomIliGahp50E3jsA+yttNw5kG6Np12rEUOf8VyHgFUG7i/OFM/ENFHZJ9fS+TQlAjQ888/Pyy6O1ofuO9xbwxK3p7c1V5zgHshAKDYwcGzk1xBvmSIBji+iD4nbeHixYttQ42U3xhCDlG9lgOTi3DAEGGLk4boWcgLkAKd0XNECTujh/3OMeWTla8d0gmBGebYYvUPBUf2rXhNCADxIpfe12Wys9aambVr14al0CAn90cffWSbPEhUzv2HPQSygNP+/vtvlS9fPtvH/IYg8MRjELNJH2QaxDP2gnSzTF1TPA84UwERVU3qCN5L/Vo8zx1CABACgHOdcR4yffp0/T7Cs+f27dv1Gclxxx2nVYN4V+nYsaPf5anLJ/IsG1eDSbrILwGgcMli6tA//6oDvyfHqZ+/cMHDTv0SWRH7hyP3idLXsvylsyL1+Xe+gvmThEp4tUIAyDaoc0VDQgDIFdMsgxQEvCMAAeCla2JHt5g1dnngRkX+cTFBQBDIOQTeHfaMWjTpyKHEOYOuVK1vDDavas6NLvNbTvVobQ69eXE18xwT9UbEDRLbpuGcIerWtKFDh6qRI0dm/kSm0AhT3VkLVPTReQjCwV2DBg1SCEnpSiwE4iEAEClIxKDtebJLFy1r7makhbjxxhttX40ZM0ZBTLIM+X4ibk0jWtmZq9v6nvQFplQnUcJukuqxxi/fB4sATn8cP9xfTMOJTL7deKJiEzk0RR560qRJtr4Q1Y2DF2U9Upig6IczwnSo4/xmnUeTzPeKnBsBABzcHFxeCACQaZzOaX7HzrQY/B7IX88BtmVE8uOEcyp1EPmPAoBp/NsZkQ9ekBnMtCFEA/NvnisSsWQRAOgTa6hv375qzZo1UbsILmARSVbc6/hymgDA8x4ODNJNkHYAh0Ykc8tr7XWcZjmUFJzS8DhOUInwQ76w6kzHlAmZ6qw15xlpfu7fprnJoJPX3fl7Y59AocTNIABABLAMZ/DPP//seylCRITwY+bzhsBEVLmb+oDvBrL5gkxcU9x/Bw8ebEOSZzieAU0FF69Qx/vc8dJLL2minGl+UwA8+uijauDAgV67mhLl0jUFQEqAJ51QfgkA8UBG9H2WI/+wU99w7OPkN537BY5J7Nkznv55uQYCwP5f93gpGirTadQAX+WlcO5BQAgAuWeuZaSCgCAgCAgCGY7AW7eOUV+9OSc0ys6jr1NnXhEfwzjDoUq54aV6tDaqA85DLxjsTmlOgMVR4JTaxaGLY1cs5xFIFWctSJDL9brrrrOBgiNtxowZOs81a4lIVBwCRGL1798/EJnonJ+FzOpBPGsKeUycdaa5RQBa3z/11FMKiX7TnMQi8noS8W8a6yiSBLebIxnnQTyysZk1ozk3mp07d+r5QjXGNJQeIIfghInH4iUAbNiwIWzPwSG+fPly7ZQ0jcjQzp072z5r2bJlGCklnv5bBADWJviQfoO2tmzZEkYw8EIAcCPLkBbDGfFKXyH0OVUX3JRaaHfWrFm24aH04Zbflr382WeftZVl30dpIRFLJgGAfqEYwhitFI6kNMAxjTIKKkfsQb1797alJol3PDlBAMBRCDEPpz/jtJzusdZUMgkA27ZtUyeccEJcMAoBIC7YknoREfk49llrlkEqgvBlpvThO4hC7H2mRZtT9mRnvRCOohmqPzfffLMuQopWyE1W2lfrOp4VeF5l30pHyzQCgNu7A6lrUKJCOcivJfLcAUmK92HTIqnkUGb06NGKZ1fTSBkEuSydTAgA6TRbqdVXZPwHV71Q/e/Q/+LqmHbe48y3/g5H6x9x9GdF6hcuUTSu+uUiQSBTERACQKbOrIxLEBAEBAFBIFci8FK/UWr1rEWhsV/y5CBVr3OrXIlFOg061aO1n3nmGXXttdfaICWCcNCgQa4wn3jiidoxYRmHcsgoI4sslrMIpIqzFhTcZN2joYPziyhbcr2LpQ4C8awpIusqVqxoGwQqIxy+uzl5ORydOHGirTxRhGa+8T59+qjnn3/eVgbiwIAB7tEQbgQAnAU4I8SyH4E9e/YoSCDLli2zNY6zGmekM2e0nx7GSwBwi5RnzbH23AxZfdN5xBrDYeWMlvfTd8pSBwSDCy64QKFcYVm84yIyFsl+0w4cOBBGauB7t5y5bhGO/H7NaFvIW9z33Wzy5MnaUW4aJAP2d7HsRYAIe4hSOP0hdripoGQXAYD1w9o0zY0s5hUhIQB4RSp7yuGIbtq0qVq6dKmn375zP7X2QhQp3MxJAEBRxJnmxHkd6i7R1Drow/jx4xXPOelqmUQAIFUMEffsW5bxboBCCQQsv5boc4dbyj2eRZ3Pq1a/UC1AvcA0yPROEoHfcWR3eSEAZDfi6d3e/w4dUiumL1Arp89Xa+d85nswTa/sqFrf2FM79o/Kc5Tv6+UCQUAQUEoIALIKBAFBQBAQBASBDENgwiWD1YYFRw7Qe794r6rZulGGjTJ3DCcex1oypLWJViBqwTQOiy+99FLXifCTtzN3zGTqjDKeNZUMZy2IsH5ee+013+BAPHHmg/ddiVwQGALxrCkaRynElBbnMyJru3XrFtY3N2e9U17cjahUq1YtRRoA5/V8VqdOnbB2cFjiuBTLXgT279+v2rdvrxYtOkJgpAdI7OOcPOaYYxLqULyOcrdI9SlTpugIfDeDwPDJJ5/YvkItoG7dugn1P9LF8Y4Lkg3R7JZBKiAK0s3cfisQEd59991QcSJn8+bNa7s8Wv7tuXPnqrZt29rK44SbMGFCUnCSSsMR4Dc3YsQIfQ+GeBXNYhEAUHNAwt2rsV6cUdakhHH+dqjPLcLWqxIIcvGJkm+8jimocpnkrHViQhoX3h1Ma9iwoZbWd1PeyQ4CQCz1CvbuYcOGKVRo0sHWf/RVWDdRNmJdQYhwe5aq0aphOgxNTZ06VT8f/vvvv6H+Mh5SA7G2/FoQzx0bN25UVatWtTXtlk7HKuD2GyDlhFMRy+9Ysru8EAC8Iw4RDYUKp2qU9xrStyRBSSumz1erZi5MaBCS2jQh+ORiQUAjIAQAWQiCgCAgCAgCgkAGIvBkx5vVluXrQyO7buqjqlLDWhk40sweUjyOtWRIayNnOG7cOBvY0Zwg7dq1U8gJmxZJCjizZzD1RhfPmmIUQTtrqROpTqfDj+hrPifCC+IBB2PmYZ9+gTnqKLV48eJAcmun3gylX4/iXVOkf0DK1TTWGRHHlnOeub/nnnvCJMi5BucV31mGVDTqI2YOYL4jWpmobcvBsGrVKtW1a1eFFLFpKJTgmIonx3z6zVrq9BiZcRzKRNKZdtJJJ2nHUNmyZRPubLyOcjflCaJBI0lBn3rqqWrt2rW2/q5cudKVbJLwoA7npW/SpImtqljOWgpzGM0BvmX8Nvi3m2PVzcEByW/hwiMHujhanfLdyHzzW3Mz5pVIYNMipRUKAqdk1cF+gbF3pJvCkZVWwgs2XtaUl3qsMjjsSH1lWqRnSvJj33bbbbaykFVMJQw/bad62UwlAKDugbPdNNQeSA9WoUIF12nJDgIApBOIW7EMFTQUhVL9+WDYqd3U/t3R0x6YYz17QHfVYbBdjSUWFjnxPe+UpIix0pJYfXjooYcUZFC/FtRzB8+ovK+YShPsTaiZuN1Pq1evrkgtZBnEOVQI0s05LAQA7ysutxEA1n34uVo5fYF2/B8yyDo2xAji95EBQAgA3teblBQEIiEgBABZG4KAICAICAKCQIYi8HDLvmrHxh9Do7vlg6fUCbWqZOhoM3NY8TjWkhGtfdVVV6kXXnjBBjKRGJEiYtz6zSFfgwYNMnOi0mhU8awphhe0s5Y6ccB+/PHH2pGEckX9+vX1OjMj9sgF3rFjR/Xdd9/ZUO7SpYuWKxbLeQTiXVM4FnGYmjl7GQ2ONKKhSpQoocjPGyk6dezYsdq5b5pbGgC+J4c00eS7d+9WkKQsx515LYe4HNSJZR8CHJ736NFD4fwzrXTp0tr5TxR5EBYvAQBZ+iFDhti6gPOb/crpCMLZfdppp9nKBpUCIBIG8Y6rSpUqatOmTbZqIS6ccsopYU198803qkaNGrbPuZdzT7eMaG6cdaaBBb9fN3PrN86dGTNmBDHd2VYHTiRUQ7hnZQIBgPXqptwQNAEAghfKEpZB3OIe7+YwIz/7448/HioLSTBWXvdsWwBJaCgTCQBIniN9blrRokX18x/PfZEMEtjmzZttX0dL6+BMAYByDM5Vr8ZzAUTC2bNn66h/p0IRKhdOMorXurOrXCYSACD8QiwnYt+0W265RY0ZM8Y3tEE/d0AodT7DkKrgsssus/XNjfgWSfnE96Cy+QIhAHgHPDcQAL75ZKlaOWO+dvr/feBPV3Aq1K2uTuvYXP/d3+QKdejfIypUsdAUAkAshOR7QSA2AkIAiI2RlBAEBAFBQBAQBNIWgVGnX6p+374r1P9BCyaq0ieVT9vx5LaOx+tYCzpam0gtIrZM80sA+Oqrr9Tpp5+e26Yw5cYb75pKhrPWKzjkBHeSR4hgJVexU3baa51SLjgE4l1T9AAnPoe48RgS5ESOm8ZBG2vF6TTwUj8EAWf+eS/XSZn4ECCHL+Qy570FBx+OoSDvF/E6yt32HkZL/nqiWSEqYBzs9+rVK4yoBJEFFZNkWbzjuvjiixV5h00bMGCAjnB12q233hrmZEG2+8svvwwVdYsm90sACNrJnCzMzXozgQCA+kPz5s11WovOnTurLVu2hKnrBDk3KLw4c3VHi+KlXzxvWgZpzCQPZMc8Z2cbmUYAQOUHAqlpPL+h+ILaUzQjhQ/qYaahNgI50M14HjTJfRD/tm7dGtf0QXxiDzMJipAWiOxO5WjtTCMAkEIHhQae903r2bOnevXVV30rMiTjuWPWrFmKPdI0FHHeeOMN1bp1a/0xSkDsr85n02jp9OJauEm4yE1Rgt/FgQMHtPqBmxU6NrG0TUkYRo5VmakEgO8+Xakd/kT7H9iz1xXfcrVPDjn9S1Q4LlTmjhM7CAEgx1akNJxbERACQG6deRm3ICAICAKCQK5A4N9//lHDanVTf+47EBrvkC9fVseekHVoLZbaCMTrWAs6WlsIAKm9Tvz0Lt41RRtBO2v99Js8rBygmSakEj8IJq9sImuKXiHPT3SgU7rf6nHNmjV1jtXp06fbBkHUccWKFcMGhgMLYoBzvVgFiTKFdEC7puGMfv7555MHlNRsQ+COO+5QOP6chpMFEpsXI395tAhSq454HeVcz8E+B/xOYx2VK1dORyUiSe5mRLQT2Z4si3dcbnnVcQQTtQg5wDK3cnyHQ+ajjz4KlRMCQPopAOCUmDZtmt4rTTn9eNeU1zWOQ8xcO4UKFdIqL8WLF3etAiLQ0qVLQ9+lo1KEV2wol0kEAPaTK664QuF0tYx9hnu5kwTihhHpTViPpqFyVr58OJEdMk7+/PltZXl2cBII/MyFk3zCtXPmzFFt27b1U022ls0kAgDPcvz+f/nllzAMUYfwQgA+88wzbc91yXrucEtpRqchq0B4cSOioISCko6XcWTrInI0NqRaJ/XX/iMpg2L1pc3Nl6r2t10eq1iu+T6TCADff7VWrZi+QEf7792523UOjz/lpJDTv1SlE1zLfPbSe77nv0kvO8nGdwVygSCQyxEQAkAuXwAyfEFAEBAEBIHMR+Dgnn3q7lO62AY6fPVbqnDxopk/+DQfYbyOtaCjtYUAkOYLyeh+vGvKqiJoZ61XZMkPjTPKNLcIcK/1SbngEEh0TdGT9evX6+hj8rziDEJOGznySy+9VF1zzTU6UtCMOK5cuXKYhLk5IqIAiSwnAotoUQ7gyDeM8wnn/08//aQ6dOhgA4HyRHEn2+gLa5nIL6KnnMSGSO3jdJg7d67v7kVSa8EpQySjM6eulwaiyTB7uZ4yRMeTjiERI30IkvyxLBGnJmNt2bJlxHz2kdoeNWpUWPqAWP30+3284+L3QSQ1Ua5OI+oW5wpO/UiR1qT/MaOyhQCQfgSASGst3jXlZe0Szesk7LC/P/PMMxEvZ982HYCXXHKJwnHG/Z+0FUhRE22LggupgS6//HKFkzldLVMIAOwP3bp1U8itW0aKCe6zzJEXQ0KdKG/TWJ+NGzcOu5wUEs6UMe3bt1coTsRryP0/+uijtssnTpyoSDWUqpZJBAA3tRC/uPPMZz43Jeu5A7ICdZNCwovx7Ecqodq1a3spnqNlhACQGPzpTgD4ceUGtXJ6lrz/79vcya7HVT9RO/3rdGyhylQRpdHEVoxcLQgkBwEhACQHV6lVEBAEBAFBQBBIKQT2/LxLjWxwaahP+QsXVMNWvKHyFrRHS6RUp6UzKhHHWpDR2sgdT5482TYjflMAEMHlJVJTpj25CCSypqyeBe2s9TLi/v37q2effdZWNB2kM72MLd3LBLGmomFAJD8KEKYNGjRIPfjgg3FDhxQr0a+W5cuXT0v7RpIzjbuhwxfi1Jk5c6Z2+hNNbjnd/UhrV69eXW3YsMF3VyLt1RxUI5Ecj+UmAgD4EOGPM+ill16yRbO6YUdaANIDcN9MtiXirOVaIvlxoPo1Z+5lnB/kcTfNbwqAjh07eibD+O1vssqncwqASJgksqZi4Yzz/vXXX7cVW7NmjYJ04masTaJn/ViNGjX03s5+mY6WCQQAiHwoNTjJZdFSPbjNFeWJ2DbtscceUzfffHNYcdYV68u0u+++W917772hjyAOQlYybceOHaFULs5KUQV64YUXbB/TjqmSkmprTAgA9hnJLgIArUJC6dGjh02xxG19sEdBAoWElw4mBIDEZikdCQA/rduknf7I++/a4k5qKXNyhVCkf9lq9ue/xBCTqwUBQSAZCAgBIBmoSp2CgCAgCAgCgkAKIrBz80/qwWZHDqSLHV9KDf3qlRTsqXTJQiBRx1pQ0dpuKQWmTJmic8a6mVukKo4rZLzFchaBRNdUrN4nw1lLmxdeeGGYcyjZ8tqxxirfZyGQzDWFA4HoazOPOtGdkFCqVKkS1xQQcU8EsylLnAz5f+qfP3++dvq//fbbYTls6bwfAgBS2eRc9WuRCABE3xOxFo/lNgKAhRER8dz7cHDh9CYyGdlpopSJ5GM+iUJOFpHEOVeJOmvnzZunyKXsJrFMW8WKFdPOLif5yqmWwfVgYBp4rFq1ynV5LV68OEy5AeedM9o3nrWZndcIAcA72vxe2LPNHO1t2rTRv6VI9u2336pq1ap5b+RwSVIaoDZQoUIF39fm9AXpTgDgt92uXTudGsU0J2nIC86QQ5wR0jhP2Vecsum06VxLH3/8sX5+sAzC0yeffGJrOhIp4ddff9XvLPzXNCTbGzRo4KX7OVLm7hoXqYN77dhH60iVJnXUJU/dqYqWKZEj/Y3WaDopAFjjQPECAhLqU6yV7du366+4P5LOgGdP7nWkEEoXEwJAYjOVLgSAHd9uUStmLNCO/x0bf3QddKnKJxx2+rdQx9esnBgwcrUgIAhkKwJCAMhWuKUxQUAQEAQEAUEgZxGA0ftYuwGhThxXvZK6dV5k6c2c7a20HoRjLYho7bvuuktHNJpGbk/kOd2MnIumw44yRNc6HQQyw9mPQBBrKlKv/ThrcSgR1W9apKhuHKmVKlXSDjfTyO1KjlexnEUgWWuKPYM9xil7H0syOhoa7FusO9M5gQOXfZI1FoRR94gRIxT56UlnEM28EgDcHKykSUBSOZa98847Os+309zyu3s9lN61a5d2DovlLAKJEgDoPYfT48aN0wQrIhghmfBbgHQ1cOBALYGNk8w0omjNiH+clqSTMA1nL+mI3Iw82shzm3bttdeqp59+OmcB9dm6EAC8A4YDGGUq01hzKD9EMggqkASchlOYez9kAp413WS3uS/Nnj3bewdTpGQ6EwAgXeBk//33321oQjKC3OPlfuWchkaNGqmvvvrK9jGpetizjjnmGAVe3G/vv/9+Wxmc96Q4Mdt8/PHHw9QDIBRyLc8FRYoU0XUsW7ZMpx7CgWsaqVHYI1PRlr3zkVo4aZr670r/KkGMp2qzeqpBlzaqQdfWqTg86VMOIiAEgMTAT2UCwK4ftoXk/bd9vdl1oCUqHheK9C936smJgSFXCwKCQI4hIASAHINeGhYEBAFBQBAQBHIGgR+WrlPjLhwYarxyo1pqwDv2HIc50zNp1YlAshxrVjteo7XJedm3b19b9yAEOKU5rQJEXZmOr8KFC+sDQa/OJVkJyUMgWWvKr7OWyGgzMosR41D6+uuvwyR/3aKAypYtG4qsSR5aUrMXBIJaU/v27dPRdjgRcNwgt+6MIiTHL+lEihYtGrNrRGLt3r1b/fDDD+rTTz9Vzz//vK7baTgdcT4GZW750CPV7ZUAwJiJHjMNVQGizeM1HLvI2puG1D3Rs2LpgUAQBIBoI8W5BhnAimKkLA451COcVr58ebV169bQxyhW/PHHHwqiitMmTZqkrr76atvHOOHuvPPO9AD+cC+FAOBtutiHK1asqNeDZThTifB3Wx9WGcgo5Mnmb+HChToFCuRByCmWQQIYOXKkTerd+g7FjnSR2bb6nK4EAAia3KPc1ESYa2fEvtvKgTzMfdo0CIBE95uKPXyP475cuXK6PedzAt8TgY0cu2msP1KTbN4c7ugiDRApcSgDwc3NIM117drV26LPhlJ/7T+oFk6cqhZOnKb2/WonXSTSfIMurTURoGqz+olUI9dmCAJ+CQBNr7xAdRp1JNgkQ2CIexipRgDY/dMvWU7/GQsiEoaOLVdandaxhXb8VzjNvwpP3GDJhYKAIJA0BIQAkDRopWJBQBAQBAQBQSB1Efh24XL1XM+7Qh2s2aax6v3CiNTtcC7tWVCONTf4/ERrf/nll6px48a2ajiANXNoW1+65ZVu1qyZPsAVy3kEglpTiTprcc7iWHJGSHPQ+9xzz4WiS4nu6969e1i5IUOGqFGjRuU8oNKDQFIAkNOX6Lxodtxxx2k1gEj5os1rcTgVL1485uzccMMN6oknnohZzk8BNwIAUYiQF3B4meaVAMBe27lzZ9u1iUoROzEn+tF00PkZs5TNGQSSTQC49dZb1ZgxY2yDc8r/W1926NAhLOIawk3dunXDwCG6ln3eNKK9W7VqlTNAxtmqEAC8AQdhFCUp0yLlcvdWY3gptzRBEAOGDh0ab5U5cl26EgCSIdduTQBzOHr0aM/z0bt3bwXJyM3Yk1AfiZT2JFIjgwcP9tUHz52No+D2b35QiyZNVV+89n4cV9svKVnpBLXr+59c6zmmTAllkQFQDMwNxrsJJoT1rNnes+NXdd8ZV6h///rb1/TnLZBPHV+jsjquZmV1fI1Kh/9bWRUuEZu866uhNCicCgSAvTt3qxXT52vH//dL1rmiVrRsyVCk/4kNRF0vDZaWdFEQ8IWAEAB8wSWFBQFBQBAQBASBzEFg7ZzP1Au9jzj961/USvV8YlDmDDADRhKUs9YJhd9o7UOHDqnjjz9e7dixI1QVstnk58SpZRqHdM4D12HDhqnhw4dnwIyk/xCCWFNBOWuRhHVLI4GzlMguIvvMyFMLfRzBRPaVKlUq6RPCwQ1RX+RxJ683ksWJWqTc6/HmVccJRcQ8fSS/rd+D7UTHkx1riihOnODIinuxWAQAogfZkyCSBG0WAYA2mjdvri666CLtvCdCskmTJrbmvBIAICncdNNNtmsTjdanX1OnTg3VCcb8rjLV+J3wR2R6tKjjdBp/sggA4ITD1un8R3adNeLmHEGSG0KNaX369FEoCJkGyQTyl5lbG5Ug9npLgjtd5kAIALFnCowqV66sfvrpiJOReYb8F2QaETeSlNf9NfYosq+EEADmuoJNGpJ77rlHS/5HMu65kJZQE4mWbmDTpk1qwIAB6oMPPog5sahNQVYhjUFO29fzvtQR/5D4nZa3QH51Vp8L1ecvz1IH9uz13NWzB3RXLQd0U0unzFNL356rtq52T9uC9DeqABACChXPXCcuz4683xYsWNAzhplWcOf3P6k1sxerNbM/MEYJGQAAIABJREFUVT8s+zrQ4RUtUyJECiCH/HE1Kqvja1ZSeY4+OtB2UqmynCIAHPh9b8jp/91nq1whKVLq2FCkP4qgYoKAIJC5CAgBIHPnVkYmCAgCgoAgIAjERIAX/jduejhUTmTbYkKWrQWCcKzR4USjtamD/OwPP3xkrfAZcp/IbOKUQ55zypQp2qFrHtDhaEFuE/lXsZxHIIg1FYsA4MdZSxoJZ37paChxKDdz5sykRoqyfmkDh/qsWbO00xALwplAdFHDhg1dpej9EAD4vS1evFj3EYKC5UzDkbZ3r/fD3yBWZDLXVJkyZRS5oznU9yIhbI0nEgEAp0Dbtm3VI488osgjnQxjHnFGXXDBBTY5/USctUj1I9lvGbmP9+zZk1D32b9JLWDZ+eefr2bMmJFQnal8sThrI88Oex6/GVKwQCKaMGGCzWHLlThFUGSpV6+ea0UQUkjjYspx83sj7/v111+vSReQCMnf7XS8kQ6ANtPNZE3FnrHJkycrIrJNu+6663QO9yBt3bp1YeowrFXyuaeqIcXsNNYUqQ9Ic+PmxD72hNIpOZxkKgBYA4ZcB6EItZBvvvlGK9ZAIoFQ1Lp1a51WpGrVqp7x+eqrrxREVFIEfffdd/qeyjMUJFPujzzzQZRj78tJ+/TFGdrxv3NzeKT+cdVPVGf16aQaX3Ku7uKwU7up/buPpNqI1W8IAB0GH/l9oi6wdMpctfTteeqPHb+6Xl6jVSNNBqh7QYtY1afd97mVAPDTuk0hp/+29e654L1OZvk6VdV/8uVV1EmaCi9WtmpFdVyNSsokBZSocJyXS1O+THYSAMB75Yz5asX0BWrD/CPP9yZIhYsX1ZH+dTo2V1Wa1El5/KSDgoAgEAwCQgAIBkepRRAQBAQBQUAQSFsEPn1hhpo69KlQ/1vf2FOdM+iKpI8n0ahVDvVef/11fRBE3lle2sldzMFNixYtVMeOHT05CXGkFShQIOTk8zNwPw47P/VaZZPpWDP740Vam4N7ov/MqD2rDqK1ObB0+65///5q/Pjx8QxfrkkCAslcU/E6a5GUxsEbKe+qBQNqE+SFd0ZRBwET+8D8+fO1Q53c6r//Hp5PNQgCgFskt9V/L/sJDjr6+NprrykOw52WrgQAnPzkdka2n1zi5Bk/++yz9T7ux/Fv4cH9AIUInAMlSpTQeaDPOOMMnb/Xq4pAEOvKrCMRAgBpMCB6WFa9enWtXgABCycG40WhAucH65R9l3FHM36vplrEJZdcourUqaPeffddtXbtWnXw4EGNIU60Ll26qMsvv1znXU5XE2et+8y5RU47SzLvL7/8srr44oujTv/dd9/tmpoF4haRtER9o+xiGnvWqlWrFHnC081kTUWfMe6rEK3YTyzDqc19jD0sSENBAqUq09zSrgTZZqJ1jax/iZbY9mrNru6kLhje32txKZfGCPy+fZdaNHGqWjhxmvrXsWcyrFPanaGa9e6kTj7LnmJl+/rw58JYMOB4dbMNC5ZpZYBlU+a5fn903v8cVgVoo046IzmEylh9D/r73EQAQAreivTftWWbK5SVTj9F/bhyg/r3b/t9OxrubW6+VLW/7XJdZNcP29S2dZvUT19vVtv4W7dJf+bF8hcuGFIIyEonUEmnFShYrIiXy1OmTLIJAP/+86+W9udv3dwvXMddsGiRkLy/c89IGaCkI4KAIJBUBIQAkFR4pXJBQBAQBAQBQSA9EPho3Jtq9gOTQ509f+jVqkX/roF3PoioVQ75iEB+8803Y/aP3PNPPfVU1EhPt5z1MSs+XMCLw85rXW7lkumstdrzE61NNHSnTp3U3397ywWIM4nIGg74xVIDgSDWVNDOWpAhah2n9nvvvaej43FMEjGKkxIHJNHUl156aVzO4GjIE606YsQI3TbOqWiWKAGAvQunR6TI7Wj7CSQaIt9iRTPmBAEgNVZ26vciEQIA5AVSR3g1yABE3rJfuxnOfb8StzVq1NDKBkE77ryOKdFy4qx1RzAWAQBiJcSrDh06xJwCng3atWunVQS8GM5g1ukVVySfdOqlP37LyJqKjhjPjNw3TeMZhJQ1QRvPDfXr17dV26BBA7VkyZKgmwqsPiEABAZlxlSEU5Zo/1UzF4aN6ag8R6mzenfSEf8lKpTNtjHz7o4iACkCNi5e4dpu8XJlNBmgfpc2qvRJ5bKtb0E3lOkEAEgdOP1Xz/5U7d35myt8J595mqrd4SxVu0NTdUyZEmpItU6eI/mp0CQAuDVAlDrqABYhgP/6UQtABUWrBRikAJQDUtWSRQBYOWOBjvZfPWux69AhUBDpz1+1Fg1SFR7plyAgCGQTAkIAyCagpRlBQBAQBAQBQSDVEZh1/2T18VNHnOrdHr5ZNep5TiDdDipqlRyiTZs2dY18jdRRHCEff/yxqlvXHiVhlY+Uj9vLwNOZABBvtDbSvVdeeaVrbnYTMw59rbzpXrAMokyi+dqDUpWwxkKkI1G7pEZAahsHMA4PsK9QoYJ2qHTr1k0RpSaWMwhY+dq9tJ4oAYAIa1RLIlm0/QSJ2x9++CFmN4UAEBOiHCuQCAEAlRUzh7aXQUCgIZofaX+nffvtt6patWpeqrGVwRmMo439K91MnLXuMxaJAABBhJQ+9913n1aC8GqQqvr27atJVdEMtY9nnnlGoW6RriZrKvrMoeLiJINACjj33Cy58lhGRD/PTZaxp6HOU6RIeATopEmTtAS8aawtL2ThWP1I1vdCAEgMWVIqYUdnQP7w5VM/1o5/oq2dVqrSCdrp3/SqCxIDLICrf9++M0QG2LHxR9caK9avoRp0aa0adGmj8hcpGECr2VdFJhIA1rz/aZbT//3F6q997pL81VueHnL6Fzr2GBvgQRMAIs1mImoB1GmRArLSCGSlE0iFlClBEgDWfvCplvcn2h9ijtPyFsgfcvrXaNUw+3440pIgIAikPAJCAEj5KZIOCgKCgCAgCAgC2YfA1CHj1Kcvzgw1eMmTd6h6nc+OuwNBRq3iTCUn48qVK8P6w0E1MvbI1JPv3mk4K9avX68KFSoU9h0OWucBtNfDJCTLkZhOlqVqtDYRzMi2ky8a6V6k/0mjcMIJJ6izzjpLR2pz8JsdFkS+9qBVJRj3ihUrtFwyeUqjGdLKt99+uxo+fLjKly9fdkAmbRgIuBEAIGm4SQcnQgD46KOPdI7aaOaXAEAfN23apA4dOhSqVggAqbu84yUAEFXN/mrOM6OEFMA9ke+Q2F6zZk3Y4EuXLq1zGx9zjP1Al9Q5bdq0CSuPXDepXrjfku8dhRynJSuCN9kzJ85ad4QhAPTo0UOnkICcRhQ1REvIaTjp4zXWO9H9ixcv1uQl7tUQSFhfrKF+/frpNtPZZE1Fnj1Ij+xPpkE64lncLbe9W01uBIKnn35aXXvttWHFSQ3EmjONdxDSoaSqCQEgsZlJd2ftXwcOaol/pP737gpPO0XU7lm9L1Q1WzdKDKgkXQ1ZAVUA1AEO/hH+7k2zp55zpiYDnHpu0yT1Ithq031NgQbras3sI05/Fe4n1qDVat8ky+l/blOVr1CBiEB+8Zp/xZbGl3gjecWavUTVAgoWLayOq1lZqwUcX6PS4f+vpPIXCT8PitWXeL9PlACw/qOv1Aok/mfMV//8Ga7ASCoOK9L/lLZnxNtNuU4QEAQyHAEhAGT4BMvwBAFBQBAQBAQBvwi8fuNDatk7H4Uuu2LiPfoFPh4LMmqV/LO9evWydQPn6ZgxY3S0GU4QnBbkROZgmZz0pj3//PPqqquuChvGo48+qm677Tbb5zt37tQH1WKpiUCQ+dqToSoxffp0TSrB4eHVWNuQKsSyFwGLAMBe0rx5c3XRRRepzp07qy1btigcCqbFSwDASXTaaadpx0c080IAwEFLH/kjxQb7nrnOMoUAgNMbMheOa6+ErOxdOf5bi5cAwH6HUs3ChQvVggULtGP+hhtuUORbJyLWMqL9e/bsGXbve/LJJ9X1119v6zD3R+rij3o3bNignn32WXXhhReGynE/HTlypLr33nvDBrt69WpF+ph0skx01qYT/pnY10xcU/HuU875hQDpjL5324uirYvnnntOXXPNNbYiEH7Zq9jruG9znxgyZIh6/PHHbeW4F5LWJ5VJJkIASGxXSFdn7c8bftCO/0iO1SaXn6cj/sucnD5KO2vnfKaJAKtnLXKd1HyFC2hFAMgAJzaomdjEJ/HqdF1Te3ftDjn9v5m/1BWhPEfnORzlnyXvnyeNlTMSVQsoXqGsgxRQWZWtVjGhlUU6TVJ4OI33maPz5HHFu/cLI1zb/HbRch3lT7T/n3v3h5U5Kk+ekNM/3jO6hAYrFwsCgkDaISAEgLSbMumwICAICAKCgCCQfAQm9x6u1s05Eklz9SujVfWW/vOHuREA4o1a7dq1q5ZSN2306NFq8ODBYYCMGjVKO0dMu/zyy3UeW6fdfPPNtoNDpEX/+OOP5IMsLfhGIOh87clQlcCR1rBhQ9c870RX4sx0i6oFDOThOTRPN+NwAyc0B/Pp5qzF6U4E7AUXXGAj/QTlBGEukdDGQWEZqQBw6BKZbVo0AgAEphYtWqgqVarYrslkAsDevXtV0aJF025NRfr9BrmmIrXx2GOPqYEDB9q+Rnli7ty5cW8rkAIgNZkGMWDo0KFx15kTF2aiszYncJQ2jyCQiWsqiH0KYh3P+pZEO4ixl2/dutVVvj/SmuK5AhUBN3UTntVROOF56uDBcFnrdNijhACQ2G6Sbs5aInmR+ScPu9OKHV9KNevTSTv+iehNVyNie+mUeVoZ4IelX7sOo1TlE7LIAF1bq+Lly6bUUNNpTf364/aQ03/zV2tdccxbML92+tfp0FTVah9fMEdKTVCUziSqFgBB4jiUAmpW0uQA6/+LlvUWEAIBYPYDkz3DdVSeo9RDW46oK2z6Yo12+vO377c9rvXUOb+ZOq1jC1XnvLM8tyMFBQFBQBAAASEAyDoQBAQBQUAQEAQEAVcEnuk2SH332arQd9dOeUSd1NhfxJ9FAAgiarVu3bph8v/kMXbLn75kyRLthDWtVatWCtljpxFJO3Xq1NDHRDUS3ZipZuaM8yrDmipYBJ2vPRmqEm3btg1ztrF2IZ/wO8BIY4Gj3xkRjuzyokXu0TOpMgdu/YAAIM5a9xlC+vqUU05RkFcwohJJC4Ez3w8BINL8CwEglX8Z9r4F4ViLNVoOr52y7YmS2txyxMerhhGr/8n8PhOdtcnCy3pOSLdnhGThQb33nXGF+u2/P3tuokmv89RF993guXyqFAxin7rpppvUE088YRsSZFsISn4NUiUkJqL5vVqHDh00aSnVCYnDa3eP6OhxG2uRkseqhj3aqqrN66uqZ9XzCkfGlksXZy2p9RZOmqp2btoaNhcnnVFbO/2RYc8027n5J7V0SlaKgEh7Z+XGp4bIAP/JlzfHIUj1NbX9m++103/17MXqp7V2ErEFXsFiRQ5H+jdVNc6WPPCJqgUUKl40jBQAQQByhWnxEACun/aYWjEjy+m/5+dfXdc/e0Odjs11xL88k+X4FiEdEATSFgEhAKTt1EnHBQFBQBAQBASB5CMw9tzr1dbVG0MN3TTrCVW+TjXPDedU1KrbASZRjDgynEZ0EblKLTv//PN1bvtMtXR21gadrz1oVQnysTsjtIl6w+F73HHH2ZbUqlWrtCy8abzYE8mWL1++tFp+6bymIgEdhBOEulEWMPcT1ElQA4C4JASAyMtc1lT8WwBKI7/88outgt9//11H4MZj69atU7Vq1bJdWq9ePbVsWXgUYzz1Z9c1QgDwjjTrJW/evKpQoezLk+u9dzlTUggAMz0Bj5JNxYoVNSnQMlKV4Mh3Ph95qlAprRxw3XXXKdKcRDMc/tdee61ODcb6TUX7++BfWvr9i1dnK5x58RrPixABqh3+O75m5XirStvrUtlZu+fnXVrmn4j/f//+Jwzjht3bqbP6XKhOqGVXdUrbyYjR8U2frw4pA7jhweU4OFEGqNmmUY7BkIprasvy9SGn/87N4SQSwDqmdPGQ0//kpnVzDL90aThRtQDGWbLSCer4GofVAmpW0ooXC557JxAIarU7Q0f685vI85+jA6lTKhEEBIHcjYAQAHL3/MvoBQFBQBAQBASBqAj889ff6pFW16hd3/8UKnfbR8+qstVOTAi5ZEetIv+Po800Io+IQHKa01mCPDe5tTloXLt2rXbIlipVSuHw6NKliyKVAHlH09XS2bEWdL72oFUlILz06dPHtjT498SJE12XS9WqVdXGjUcINhSCRFC5cnod5Kbzmor0Ow6CAIDjHwKAZcwrzlT2PyEARN9BZU3Ff4epUaOGJh2ZRvRsuXLl4qp0+/bt6vjjj7ddy/pFgSedTAgA3mdLCADhWAkBwBsBwJnyBiSDItZCOnrxxRe1UhLPSpAMUDypUKGCatOmjerVq1cYWcn7qk9uyU1frNZO/2XvfJSUhoqUOjZEBoAYULRMiaS0k0qVpqKz9ocl69TCSdPUyhkLwqAqXKKYdvoj9Z+/SO4lV6149xNNBiAlgpsVOvYY1aBLa1W/a2tVvnbVbF1yqbKmNi5ekeX0f3+x2rN9lysGxcuVCTn9KzW0kzSzFbQMaixRtYBEoKjZupF2+PP3n/zpFQiQyLjlWkFAEMgeBIQAkD04SyuCgCAgCAgCgkDaIrB/9x/q4RZ91d5du/UYyJF2x6LnVYkK9ohmPwNMFgGAfKOvvvqq6tu3r+Kw37Ly5ctrZ74zAhLnPnnL/RjOFZQEqlev7ueylCmbzo617MjXHmmivKhKDBs2TN177722KsaOHauQw3WzM888U3322We2ryKltUiZBeTSkXReU37m24/s+YEDB7T0P6QVy9555x3VuXNn/U8hAERf0bKm4v/FFytWTO3ZY88f+scff/jKvW22vnz5clW/fn1bhxo0aKBItZNOJgQA77MlBIBwrHILAcD7KpGSsRA4+Mf+rGj/12arX74LT2FwVJ486n+HDsWqJvT9Ke3OUMdVr6S2LFuviAomijWSUQ51gCyVgHoqz9GZF0WaKs5a5mD5tI91xP+PK+zkO76rWK+GdvzX63S257nODQX3/fq7Tg9AmoCf1m5yHTIBB5ABGnRtrbzmYk8Eu5xcU+s+/Dzk9D+4Z5/rMEpVLqdqd2iqHf8VTvOuyJgIJrn92iDUAiJhWL3l6SGnf75CBXI71DJ+QUAQSCICQgBIIrhStSAgCAgCgoAgkCkI/L5tp3rgrN7qnz+znOrkQ0MJAMm5eCwoAsALL7yg+MNw5iOpvXPnTluXcIbMmTNHNWoULimIs7VaNf8v0CVLllQ4RYg6SjcTx1p8M+ZHVcJLC+RYJi3Ajh07QsX5XViHT17qSJUysqbCZ2Lw4MHq/vvvD31BDuO5c+eG/i0EgOirV9bUEXx69uyp3njjDRtgs2bNUueee24YiNwDWVumlS1bVhHFbxoR/eZnSHTj9C1SpEhYnZMmTVJXX3217fPu3burN998M1W2IE/9EAKAJ5h0ISEAhGMlBADv6ye3l/x20Qrt9Cevs5tVbVZPnXrOmerDx15Ve3dmkau9WLOrO6kLhvfXRXds/FGTACAD/LBsfcR84Fa9Jzc9TVVtlpUyoHyd7I2q9jK2eMrkpLOW/v594E+1cNJU7fh3m8d6nVqqs3p3UhXr14hneLnqmm1fb1ZL356rlQEi/SaqnlVPEwHqd2mdtFzo2bmmUFlcM3txyOl/6J9/XeccMo/l9M+NqT5S9YfgVAvY9NkqRdCMVzsqz1HqoS2zvRaXcoKAICAIJISAEAASgk8uFgQEAUFAEBAEcg8CRK881OKIE6DkicerWz54Ki4Zw6AIAG4R1OaMNG/eXE2YMCGik3/evHlaNtRptWvXVjVr1lT//POPjtDetm1bWJlzzjlHzZ6dfi9u4ljz95v1qyrhtXanPDzX+Ykw99pOdpSTNWVHGfl10ohYKiSkDFmxYoVNmlgIANFXpqypI/iMGDFCDR8+3AZYJAf8nXfeqR588EFb2R49eoQRCM4++2z1ySef2Mo9/fTTOn+205o0aaJQQDFt/Pjxqn//LEdUupgQALzPlBAAwrESAoD39ZMbS+7/bY/6nGj/V2erX7fYCVfgUey4Uqr2eWdpx3+VJnU0RCPrX6L27PjVM1wmAcB50fdL1oUIARADfvvvEXKpsywS61oZoFk9TQg4tlwZz31IpYLZ6aw1x/3zt1vUoonT1OevzgqDI3/hguqsPp30X5GSxVIJrrTpyzefLNHKAKgqRLL6F2WpArB+g7RkrykcxDj9V8/+VK3/6MuIXSf1geX0L12lfJBDlLqShMBH495Usx+Y7Ll2IQB4hkoKCgKCQAAICAEgABClCkFAEBAEBAFBILcgsHXNRjX2/9k7D3ApinQN/xxyFpAgOadDzjlIEEHEsKbFFdE1r2Fds645rHHNXjGBaxYjqKAIKojkDJIkowgSBQQk3Oerwwxz5nScru7pnvPV85zLXae6uuqtv7ur6k8D/hEfLjaoV495UrIKuQstqcsA4LjjjlOeamZl8ODB8sADDwgU+kYFYbq/++479Td58mRZvny5vPjiizJkyJB4dRgB3HfffXlCu6PCwoULpVmzZpGafirWrKfLa1QJJ8IARVTLli1l6dKluarDoASGJVErlKncMwZv/4kTj+X5vfrqq+Xpp5/OVYkGANZSTpk6xgcGJUg9k1xuvPFGueOOO1Rqm8OHD8sbb7yhPPXBLrF89dVXeQzdRowYIZdddlmuekiHg+8fIg7AaGXPnj1y++23y1NPPZWrXsmSJWXDhg2C72+UCg0AnM8WDQByWO3fvVdWTVsoyN8+5ZVPBB6bTkv9rq1k2Mv/lmKlSzq9JKPrZapMLZs0S3n7L/zie8P5Q4hnKP2bndxFSlXI/c6c+5G5gtNMGFqfbh9GHiGrf5o6XxkEIDoA/t2/+w9T+YKCEYrUht1zUgYULhaN/NN+K2uTgS2dNFN5+y//dnYellWb1lVK//bn9M/o5zjIwR0+dCgnRcDoCfLTDwsMb41IhDAEaHtmX6nSuLbn7vkhUzt+3hJX+q+aZjwOdLxW26ZK6d9iYDcpV6Oy57GwgWAJ0AAgWN68GwmQgDsCNABwx4u1SYAESIAESCDfE1g9c7E8f/q/4hzqd2sll73zH1dcdBkAwCsS3pFWpXDhwoIQxn/7299c9TG5MowCPv3001z/GYYBUMBEqVCxZj1bXqNKOJEFKISfffbZXFX79eunUlVEsVCmjs3aW2+9JUOHDo3/B6QLQaqRcuVyp0uhAYC1pFOmcvO55JJL5OWXX84DrUiRIlK1alXZvn27oTEcItzAACC57N+/X9q1ayeLFi3K8xvSAFSsWFFFvkFqneQSxe8exkADAOdfl0xV1toR2LN9l1L4rz6q9N+46Ce7S2x/r9elpVIAZ5/UWcpF1NPadpAOKmSSTP2+eZtMf2ucUvxDuZdcyp5wvMrr3GxAV6nTIdsBHX+rbN+4WVb9sDAeIWDDwhWWN6zToZk07NFapQyo1baJv53z0Lofylqj7vzw+lil+N+yakOen5ud3FW6XTQkHtXBw3B4qQUBPGcqRcDorw3nAZdWza4XNwYoWb5MSjx1yRRSdMQ8/TcsWG7al3pdWkjzgd3UX5lK5VPqMy8KBwEaAIRjHtgLEiABYwI0AKBkkAAJkAAJkAAJuCYA74eXht4evw4W6xeM+LfjdnQZACTeEIqK1atXy5tvvimPPfaYQMERK8hvjFD+HTp0cNzH5Ioff/yxnH766bn+cxRDtlOxZi0CXqNK2AkYlHhQ5iWWsmXLyoIFC6RmzZp2l4fyd8pUzrTs2rVLeWonpgwpXbq0UtAmF3h1Jxfkaof8ValSJU94drOJ9+NdGgYho0zlngV44yOizaRJzj1G69SpI1OmTDGUP7SOiDeIVgFvfqdl4MCByhCuYEF3UX+ctu9nPRoAOKebScpaq1Hv+nWb8u5XXv7TFsqvy9c6h5RCzWrN6kuzAZ0l+6Qukt9yOWeCTC35apoK8b9kwnTD2W/St2OOt/+ALoIw+2EtiOa2avoiWYfoAHOWyrb1eVMWxPqOkPaIDqBSBvRoI0j/FpaiS1lrNB6kZpj88kcq1H9y5I+ChQsppT88/o+rWjEsOPJNPyCzsz/IiQywf49xZIvGJ7aXtmf2kVZDerni4kWmNixYkaP0H/e9bF6x3vS+jXq1jSv9w/yecAWOlYUGABQCEiCBMBOgAUCYZ4d9IwESIAESIIEQE1g0bqqM+vu98R52OPckOeuxfzrqsd9Kq1GjRsmFF16Yqy/9+/eX8ePHO+qfUaUlS5bkyuGNOq1bt5Y5c+ak3GY6LqRizZq6n1Elxo4dq4xIkFYiVmCcgv9+8sknp0MctNyTMpWDEalEevbs6ZlptWrVHCtl/X6Xeh5Mig1QpvKCg1HbnXfeKU888USud4gRYij2kRIAxiRWZePGjXLVVVfJJ598YlkPCv8rrrhC3RtRdcJepr4+Nk8XDx08KPsPHJDixYoLcq8mly4XnBL2YQXWv0xQ1hrB2r7h16Mh/Repf39bvdGSaZnK5aVupxZSt1NzmfDUW7Jr01bHc3BctYqyY2Ne7/BYA1CkIipAs5O6SJ2O0Uol5RhCQsWoyhQ8j6H0h7f/71u25xk6FMCtT+ulvP1rtsmbqiUVVkFfs2LyXFk9Y1FOuoA5S2Xf73tMu1C+ZpWcdAFHjQKKlSoRdHfj9/OirDXr9NrZPyrF//wx3+WpglQJ3S8+TTrzW5G2OU++MRTuMAbAmYRRKViokIoK0ObMPrmiNHw34kP57IG8UZWOHBEpkHd5oJp+8KdPBe0lFnxHYkp/q/d9dv9OcaV/kRLFQsOPHdFHgAYA+liyJRIgAf0EaACgnylbJAESIAESIIF8Q2DOhxPl7WseiY8YeWSNAAAgAElEQVS3xyWny+C7cucVNoLht9Lq0KFDSvHx22+/xW+PnMY4gCxRIrXDqk2bNskJJ+T2fEEYb4T3jlKhYs35bOmMKgHPXXjPJofUfumll1Te7igXylTO7C1evFiaNfOuyKEBgKg89rt371b57aPobW70PE+bNk06d+6c66dUosjAY/+1116TiRMnCgzTEP6/ZMmSgggS3bt3l7POOktg8OamwJANhnOIGLBq1SrFHmkratSoIUgjcMEFF+QxgHPTftB1H+n5d9nyk/PIBsjbfPbj1wfdzdDeL6rK2mSgUPDHvPvh6b99w2ZL5lDm1u2co/Cv16m5HF+nWrz+g52GCQwInJbOFwySU++6XBaNnyqLx01VCqpkT+JYWyXKlVaGAIgM0LRfR6e3iFS9qMnUws+nqDD/y76ZZcg55umPf4umUQmuWwj27vhdVnw3R5DuDcYA6+ebhy/HvWu2bhw3BqgbsCGLTgOAeZ98oxT/6+bmjc4Eb/JuF50m8NxmCSeB/bv3qvQAsz+YYDiH6DWMstqe2VdFBvjx6xky5t4RrgbznzVjlQHA0okzZeEX38uicd/L3u2/G7ZRICtLEB0xFt6/YKHoRU1yBYeVVQQAyIabcuWHj7mpzrokQAIkkDIBGgCkjI4XkgAJkAAJkAAJgMC0Nz+XD25+Og6jz9XnyoCbc3vfJ5Py2wAA90N+49mzZ+e69cqVK6VevXopTdzcuXOlTZs2ua5t27atzJplfDiY0k0CuIiKtdQge4kqMX36dKVEg1ItsSBVxb/+9a/UOhSiqyhTOZOxefNmpYT1WmgAkJkGAF7lgtc7J0ADAOesjGpGTVkbG8OmZWtVSP/VR0P6I4y3VYE3c72jHv5Q+uN/m5VUDADOePDqXM0tnTRTGQIsHveD7N66w/BWWQWzlCEAFMuIEIAQ7JlQoiBTW9f+ojz94fEPRXhyOa5aJWl75onK2796iwaZMC22Y4ARzfLJc2XNUYMAMDIrhYoWlobdj6ULqFS/hm37Xip4NQD4c9+BnDD/r3xsGN2h64WnSreLh+QyBPLSX14bDAEY/yE9ACIDIIKHUSlXrZJs32htEJZ8XcvBPWXxl1Pl4P4/DdssXKxIXOGP9zcLCZAACZAACYSFAA0AwjIT7AcJkAAJkAAJRJjA5Jc+kk/veTE+ggE3DZM+15xnOiK3BgBr166V2rVr52qvadOmyuPWrCD/8Zo1a3L9jNzciSGR4dEPz/5YQTh2HFKWKlUqT7OvvPJKHk/ts88+W959991IzRyVtalNV6pRJRYuXKjCwsNLN7Hcfvvtcv/996fWmZBdRZlyPyGIHvLTTz/luhAyctxxx7lqzO271FXjaayciTKVRpz57tY0APA25VFQ1mKEKpf5tEVK6Q9P/73bd1kOvGLd6sq7P/bnJn/3pOffcw2195Vnm16zZtaSo8YAU+W3NT+b1mvQrbVkD8hJFVD2hONd9yEsF4RZpuZ9+q1S+q/8fp4hrmYnd5UWg7opo4zCxYqGBWla+oE0ASsmz5G1s5aolAF/7Mxt2JrYKTxfDZAuoHtrFSWgRLkyWvucqgHA5pXrleJ/2huf5+lPueqVldIfof7hxc0SbQI/TZ0fjwxw+NBh7YMpXqZkXOmPSBEsJEACJEACJBBGAjQACOOssE8kQAIkQAIkEEECXz/9tox7ZFS854PvulR6XHKG4UjcKq2gDEKIY/ybWGbMmCHt2+fdcH/zzTfSu3fvXHXLli0r27ZtEyj5YwV1UDexPP/88yrXcXJB6GaEcE4sL7zwglx++eWRmq1MVKzpCq1tN5Fuo0ogPQRCcv/6a+6wwRdffLG8/HLe3JN29w/r75Qp9zNDAwBrZpkoU+6lxNkVBw8eVBWR5oYlhwANALxJQliVtevmLs0V0n//7j8sB1q5Ya24sh8h/UtXKu8NjE9Xb1q2Jm4MsGHhStO7VG/ZUJqd1FlFCKjSqJZPvfGn2bDJFJTAytv/rXGC8OHJpVz1StLurH7K279qdl1/oES8VaS0WDF5rvpbO/tHwfNpVao1r68MARAloH63Vp5H79YAYNmkWTL5lY9k2Te5o8OhI/W7tlKK/+z+udP0eO4kGwgNgbkfTVKRAZZ9m3f+3XSy1PHHKaV/i4HdtMixm3uzLgmQAAmQAAmkQoAGAKlQ4zUkQAIkQAIkQAKGBL54eKRMfOad+G9nPHS1dP7boDx13RoAoIHTTz9dPv7441xtwZsfCvtTTz1V5YmGl/aYMWPksssuU+G4E8tFF10k8OJPLCNGjFB1E0vx4sXlxRdflPPOO08pVPbs2SPw1n7qqady1YNBAnIxu/XYTbfoZKJiLRUDAL+iSsTmd/369dKtWzdZt25drikfPHiwfPTRRxmT1xyDo0y5f6ppAGDNLBNlyr2UOLti165d6n2CbxJLDgG3BgDtzu4n5zwR/XQsuuY/LMra1dOPeffDwx8KR6tStWndXB7+JcuX1YUksHZ2bNwii8ZPVQYB8F41K8fXqaqiAmQP6CK12zUNrH+p3igsMoWw4FD8Q7aMSvOTu0rLU3sqb/+ChWlU5Wa+d/26TUUHUAYBc5YK0geYFXjXK2OAHq2lQfc2ckKTOqZ1p44aI1/8Z2Se348cOSIFCuA/q/+Tq9wx8w0pWionfcYP//tMefwjNHxy6fjXAdLtotOkSuPcUebcjJt1o0Vg92875P0b/ytLvpruquPdLhoiLU7pIXU6ZLu6jpVJgARIgARIIN0EaACQ7hng/UmABEiABEggwwh8ctf/qXyKsXLukzdI27/0zTXKVAwA5syZI506dcoTBQANI2R/xYoVZcuWLXnyrON3KEaQLqBWrdweU/v37xd4dS9alPcgMNYm0gbs27cvzyzdd999cscdd0Ru9jJRsZaKAYBfUSUgEDA+gef/8uXLc8lHly5dZMKECQIjk0wqlCn3s0kDgGPMXht+dx6AONiHZ3uhwoWkQNLhPnJi//XZm91Dz9AraACQd2L/0224bF1jnqvaSBTKVK4gx1WrKMgNfFzVSsf+/2oVBbm/S2oOXx1mcUyHsvbQwYM54fynLZTVR0P64z1gVZCH/VhI/xaCcMyZVPbt2hM3Blg8/gfToZWqUFZFBYDSOqxhqNMhUzFgm5aukWnw9n/zCzm4/0Aejgj73uG8k5S3f9QiK4RZ3hHZYsV3c2XFlByDAKsUHaUrllMGATkpA9pI6Url4kODAcBHtz/naqi3THlVpr89Tin+k3O2417dLj5N/RUpnr9TOriCmkGVvxvxoYy5d4SrEf1nzVgpyEhLrpixMgmQAAmQQDgI0AAgHPPAXpAACZAACZBARhEYfdOTKqxmrPzt/26XFqd0j//vVAwAcPHIkSPl73//u/L0d1qKFi0q77//vsDz2qhASdunTx/lze+0DBw4UD799NNIenFTWXtslv2IKoGQpL169ZL583N77jVt2lSmTJki5codO9R0Km9hqvf9yE/zdAfP44H9BwTPdYGsvJ5YXS88NUxDcNSXVIxKHDV8tBINAI7ReqLfFfLLj6sd42t9Wm8aACTQogFADgyEoF46caYsnThDrMKoOxa0pIpFihdTRgEwBiiHf5WRwNH/H0YD1SpmjHIgCGXtgb37ZNVRRT+U/pg/u1KzTWOl8Ec4/7qdWkiREsXsLsmc34/IMWOAcVNln0HYegwWXuswBMg+qbOKEFA4JArOIGQqebJnvjNeeftD+WxUEMa79em9Fa8COa7kLD4SwHO+fPIcWTllnqybs1SsDHxOaFw7xxigRxv5bc3P8vEdz3vuGSJlQOnfcnAPz22xgWgToAFAtOePvScBEiABEnBHgAYA7nixNgmQAAmQAAmQgEMCb1z5kMz/9Nt47WvGPiU1WjVS/ztVAwBcO3HiRLnyyitl2bJltj1p06aNCucPL3+rsnHjRrnqqqvkk08+sayHMMtXXHGFPPHEE1K4cGHb+4exAg0Ajs2K7qgShw8flq5duwqUx8kF6SrKlrUPR4y0E0YRKcIiS08PukbWz88d2cCqbzhgv2BE9CJlhIV3fugHDQC8zXJ+NQDYu+P3owr/mbJ00kz5Y+fulEFmFSoohw86Nyw0u1GZSuWVUYBZJIGohKT3Q1mL+YECMKb037Bghe181WmffdTDv4X6t1DRaK67bAeaQoWV389TaQLwt/OX30xbaNizrTQ7qbNKFQD5TFfxQ6aMxrJx4Uql9Mff4UOH81QpX6OydBw6UBDqv2K96unCke/vu3/3Xlk+ea5KFwBZNgrPrwtSmzP7SPeLhkj1lg11Ncl2Ik6ABgARn0B2nwRIgARIwBUBGgC4wsXKJEACJEACJEACbgi88rd/q4N5lMa928vwkfdIVsEsTwYAaAuhob/44gsZPXq0zJw5U3nv//HHH0rBijD/SBVw1llnKU9sNwUK4VGjRilP7VWrVql0AvDYrlGjhvTt21cuuOACyc6OTu6/58+4IU+4U3jcHDp8WAoWzMoTWrtUxXJy0ch73CALRV0v3to6o0ogVYTX8P4wMoF8h7XQACCsMxPdftEAwNvc5ScDgA3zl8uPk+DlP1N5kJoWOPNaR4/PdWn7c/rLafddKds3bJbtG39V/+7YuDnnf2/4VbZv3GypZHU6g/DGLnc0vYBZJIEg847P+XBirpRNsXEgqgs8orOysvIMbdgrd0nZKhVsh4w8y0rhf1TpbxflA/dLDOeP/x/rRRZ7AjCmiBkD/Lp8rekFNVs3iqcKqFS/hn3DGmv4aQBw5PBhFXUMSn8zw5IWg7pL27/0kab9OmkcFZvSRWD7+l9VdAAYBPw0db7s3rrTU9NIBxIL81/iuNKe2uLFmUeABgCZN6ccEQmQAAmQgMXW+IhdYjXSIwESIAESIAESIIEUCfy5b7+MOO82WTNzsdRs3VgufPUuQe5FlmAIwABg9YxFjm/WpG/HfGcAADi6okrQACCvqDECQG4mBw7k5B8uUqSI4+cy0yvSAMDbDGeyAcD+PX8c8/KfOMNSKVSxbnVp0KO1NOzeWsbe/4r8tnqjY7AwADj78ett6+/c9Jvs2LjFwFAgx2gA/fVakPsa6QXKHY0kkGwogHzvugoMAN6+5hFXzd0x601DA4AdP2/JFdLfzqMXhg4xhX+9Ti2kTsdmrvrBysYEIPcxYwCrtArwfs9JFdBFarVp7DtOPwwA1s1dKtPf/EJmvDPesP/la1aRTkMHCpT/FWqf4PsYeQN9BGDIAWOAFUgZMHW+HDnswqJLRO5f+pEULVVcX4fYUkYRoAFARk0nB0MCJEACJGBDgBEAKCIkQAIkQAIkQAK+EtizbZf839k3ydY1P0ufa/8qva88S7IKFvT1nmw8hwANAMY6FgUdUSVoAJAXNw0AcjPJZGWt44ctqSINAFIll3NdpsnUz0tWxZX+dgZsjXq2VXmiG3RvLVWb1o2DfKTn312FlHZqAGA3UzAAUJEDNm45GkEgJ3pALKIAlOReS+FiRXLSDCgjgYqGKQcKFXEWKt+LAcDWtb/kCum/bd0my6Eh+kG9Ts2lbqeccP612jbxioLX2xBAFIaYMcCyb2aZ1oZhbo4xQGdp1Ms6ZVaq0HUZABzc/2c8xL9ZVIkWp3SX9mf3l8Yntk+1u7wuRAS+HzlGPr7jOVc9ogGAK1z5rjINAPLdlHPAJEACJJCvCdAAIF9PPwdPAiRAAiRAAsEQwAH4C2feoA7BETq2ZpsmMuTey6VsleOD6UA+vUt+MQDIp9OblmEzBYA37JmmrPVGQwR5gB/vc7lSkjotx1WtKF2GDZYarRtJzVaNpEiJYk4vzch6UZepg/sP5Cj8J82UHyfOlF2btprOEzx6kdMcXv4NureRYqVLGNZNlwGAEwFDvnbIOwwFVDQBZSBwzFAAz4TXAoXucTAOMIkkUOr449QtUjEAgKJ4/fzltikRMDc5Hv45Cv8azL/tdVo9Xf/n/gOyeNzUHIOA8VPl0AHjVEOFixaR7AFdpNlJndW/To1J7Drn1QAAxkAI8z979ATDW1WodYJ0HHqytDq1l5SrXsmuO/w9QgSmjhojH91OA4AITVnouwoDgD/35UTkclp6XfkXKViokNPqrEcCJEACJEACoSFAA4DQTAU7QgIkQAIkQAKZTWDzinXy7GnXyx87d6uBVm5QUy55+0FtRgB79uxR7ZYsWTKzQboYHQ0AXMBiVUcE3BoANOnTQS4ada+jtvNDpagra3XMkRsPbyf3q9ywljIEqIG/1g2levMGTi7LmDpRlKlfV6yLe/mv/H6e5VzAux9/Dbu3kWrN6zuat/273YfiD0u4aBgAxCIIqGgCP8eiCeQYCuiIIlCoaBEVPQBh+DctM88Z7wj20UolypWOK/vh6V81u56by1k3YAIwuolFB9izzTzfeuPe7VVkABh+xAxHUulqKgYAiKgx/a0vVJj/zSvXG9625eAe0uG8AdKwR5tUusVrIkCABgARmCR2kQRIgARIgARIILQEaAAQ2qlhx0iABEiABEgg8wggp+PTp1wrRw4fVoNDCFgoB0scV9rzYH///XcpUKCAlCpVynNbmdIADQC8zeShQ4dUAwWZskJ5qS78bIqMf/x1ObBnnyuwJzStK416tlGeu/AGLVgo/6YAiaKy1tVkG1SGhzc8u6FwQhhqeED7WbIKZiljgGNGAY3k+NpV/bxlWtuOgkzhmx+TAcgBFNlmBREeGvVqqzz8ofjXsT5I6wT5cHMYASB6wI6fkW7gWCQBZTCwYbPs+z3HINLPAmVwvaPe/fDwr9K4tp+3Y9s+Elgzc3HcGACpHcwK1uw5qQK6SMW61QyrzXh7nKyavijPb38eOCAFsrKkkIEH7eA7L5WS5cvEr1n5/Xyl+J/3yTeG94C3f6ehA6X1Gb21GRH7iJdNeyRAAwCPAHk5CZAACZAACZBAviZAA4B8Pf0cPAmQAAmQAAkET2DV9IXywpk3xm8MpeDwV+8SeKR5KTQAyEvv8b6Xy6alaxxjxSH+FaMfdVw/0yvmd5lCTucFn02WBZ9NkfXzlmmZ7qysrJwQ3uqvjYoEkp9KFJS1Oubj1+Vr42HdV01bKIcP5Rh9GRWE8D+w17lRSf2uLaV+t9ayfu4yJZe7Nm+z7TKUyCpCQMwwoHVDKVUhJwx61EtYZeq31RvjMrDsm9mWmPHtadQTSv/Wao5YvBHY9/venBQDykDgaASBo4YCykjARcqN5J4MvO0iye7fWSrVr+Gtk7w6lAR+Wbomnipg46KVpn3EtzuWKiDxmYUBwPs3PulqbHcveE8KZBXI8fZ/a5xsXfOz4fXw9ofiv363Vq7aZ+VoE6ABQLTnj70nARIgARIgARJILwEaAKSXP+9OAiRAAiRAAvmSwNJJs+SVv90RHzs8ioa9fKcnFvldWQt4ONhXXpbIpfzVdDly5IhrpvCswuF+0/6dpF7nFq6vz6QL8qNMQWkHhT8U/xsXmh/+65pnePvCGADKvzodmwlyV2dyCauy1itzKPjx3oF394rJcwVyZFZKli8rSA3R+MT26t9nh/xTfvlxteMutD6tt/z12Zvj9eENDUOAdfOWxY0CDvyx37a98jUqJxkFNNKW79r25horhEmmoOiPyYGVDOA5x/zDy79h99ZSskJZjUTYlBMCeG6gcJ3w5FtOqsfr3DHrTSlbpYKra1g5mgRgKLJ43FQVHeCnHxaYDqJMlQrS7CREBuis1qFuDQCa9Ouo1qxGBdFbOg49Wdr9pa+UyvD1QTSlxP9e0wDAf8a8AwmQAAmQAAmQQOYSoAFA5s4tR0YCJEACJEACoSaw8PMp8vql98f7mKzUcdv5/KisBaOfps6Pe1nqyuUbY1+0VAnJ7t9JmvbrpP71GqXB7Zymu35+kSnk1o15+v+yZJUpdoT/Rfh2NzmoG/Vqp0IGL/9ujvpDfmurUqtNY2UQAMVgzTaNMy5dQJiUtV6fr0QP79Uzl8iBPeZ516u3bChNjir8kz28n+h3hScDAKNx4F2YaBRg5cmaeH3VpnUTjAIaCtJXhL2kU6YQyh9GH/iD8VksvY8Rs1rtmkrjXu2Ulz/eJSzpJzDnw4ny9jWPuOoIDQBc4cqYyn/s2i2Lx/2gjAEWf/mD6bgKFSksBw/86XncrU7tqRT/9bvS298zzIg3AAOAnZu2uhrFiVedI0VLFXd1DSuTAAmQAAmQAAmQQCYSoAFAJs4qx0QCJEACJEACESEwe/QEeee6x+K97XDeADnr0etS6n1+Udbu+nVrXOGyaPxUOXLY3Mu/RNnSsnfn7455Fi1ZXPZbKPGgmM3u10lFB4DndqaXTJapTcvWKE//hZ9NFivDEYTmbj6wm7QY2E3g5ff0oGtk/fzljqce114w4li0j3VzlsaNAVbPyJsnOLFhyGMsVUCdDs0yIl1AOpW1jifNouKyb2ap9w+8Qa289gsXK5rj5d+nvTQ5sYMgX7hZee706111rVy1yrkiADi5+PDBQzkRAo7+rZu7TKxyXcfaLFS08LG0AUgf0LqRlKte2cktA6sTtEyt/H5e/Bv064p1puNE2gV4+eeE9m8jpStldnSPwCZc441oAKARZj5qCtGllCEAogOMnyr7d5sbf7nBcnydatJp6MnS/pz+UqJcGTeXsi4JkAAJkAAJkAAJkAAJkIABARoAUCxIgARIgARIgATSSuCH/30mH976TLwPXYcPkdPuu8J1nzJZWQtFqfKwnDBDfllqHir7+DpVpXHv9tKodzv17/Nn3CB2StZE0E36dpQh91yuvLuWfDnNMuRrtWb1VGSApv07S/Xm9V3PVxQuyDSZ+nnJKuXpv/CzKQKvf7MCD10o/JsP6iYI155YvBoAJLb1574DsuJoZABEB9iyaoOlWFSsV10pE5H/t2brxpFMFxC0stbrc7Z9/a/y46SZap5Wz1wse7buNG2yUoOacS//el1aer2179fv3b5L1s1bnssoYM828/HFOgRjBkQxqNmqUc6/rRtK8bKlfe+v2Q38lqldm7bGU8vgO3Rw/wHTsdZo2TAe2r9Oh+y0MeGNnRGgAYAzTqxlTWDFlHlxYwBECXJbmp3cVboNP1Wi8N1wOzbWJwESIAESIAESIAESIIF0EqABQDrp894kQAIkQAIkQAKKwLcvfiBj73spTqP3lWfJwNsudkUnk5S1u7fuiHtYIlUC8mublUSFPwwAEksqBgAXjbwn3gTCtS/+cpos+Wqa+tdM8VO2yvEqKgDSBCDke6aUTJCpDQtWCGQIiv/fVv9sOjXw1oa3fvOBXaVY6ZKm9Q7s3ed6eouUKObomu0bNqvoACsm56QL+GPnbsvr6ndtKQ17tJXa7bMjky7Ab2WtI9A2lWIe3qtnLJZ1c5da1m4MY6M+HZSXf/maVXTcPq1tbFu3KU+kgEN/HrTtE969iUYBNVo3kqysLNvrdFTwQ6ZiRmdQ+MNwyKwgTQy8/FVo/x6tBd8ClugQoAFAdOYqKj0d98go+frpt1119+4F70nJ8vT4dwWNlUmABEiABEiABEiABEjAAQEaADiAxCokQAIkQAIkQAL+E5jw5Fsy/rHX4zfqf/350u/68x3fOOrK2rVzflRK/8Xjf7AMrV2+RhVp2q9j3MvfCtDrl97vmF+sYmK49uSLl387WxZ/NU1FBzDLA1+wcCHJ7t85xyCgXycpVsZcmey6cwFfEFWZQnhzhPZHiP9t6zeZUms2oMtRpX83KVysSMB07W+HVAPKIOC7OZbRKNBSqQrHScOebVS+4JptGoc2XYAfylp7ktY1kFt36cQZ8tPU+QKlv9mzjVaOq1ZJefnHlP4Fsgp4vX3or/958U+5IgVYpT5IHEz1Fg1yGQVUbljT01jNDBHsZArvZLuye+tOJQP4BuHPKhVM1aZ1c0L792ordTu1sGuav4eYAAwAEMrdTRly7xVStkoFN5ewbj4iMOPtcfL+jU+6GjENAFzhYmUSIAESIAESIAESIAEScEyABgCOUbEiCZAACZAACZCA3wQ+f+hVmfTce/HbDLr9Yul1xVmObhs1ZS28m1VY/6+ny/yxkwU5qs2KlZe/Izg+VNq46CcVGWDJlz/IhoUrTe+AHPJIFYDoAMjvGqUSJZlaO2uJUvjD099MgZtVMCuu8G8xqJsUCMhDWcecQ/kJY4DY32aL3OO4X9XseipdQK12TUKVLsBOWauDlZM2Vk9fJMu+nS1rZi5Wof2t3j91OzaLK/yrNK7tpPmMroPUFevnLVN/647+i+gVdqVIyWLH0gYcTR9Q9gTnHvMLxk6W/13+gN1tcv1+69SRppEZ1s1ZmvMNmjRTNsxfbtpuoaJFcow+TmwvDXq0kXLVKrnqAyuTAAnkHwI0AMg/c82RkgAJkAAJkAAJkAAJhJ8ADQDCP0fsIQmQAAmQAAnkKwIf//t5+f61T+NjPu3+K6XrhafaMoiCshbh2KFwQUh2q7DKx1WtKPDOboTw2r3b24493RV2bvpNRQVAmoBl38wy7Q5yhCMqAKID1G7XNN3dtr1/2GUKSlwo/KH43/XrVsPxFC5WVJoP6iYtBnaT7JM62445KhWQZzjRIAD53M1KVqGCyhigXucWUrNNk7SmC0iXAcDu33bI0kkzZdX0RbJmxmLZsmqDKa8S5coc8/Lv00GKliweFbFIWz9/37L9qFHA8rhRgF0KC3S2TJUKeYwCipYy5u3VAEAZnU3K8fDH394dv5vyqtywVk5o/97tVFQNFhIgARJwQoAGAE4osQ4JkAAJkAAJkAAJkAAJBEOABgDBcOZdSIAESIAESIAEXBB474b/ysx3xsevOOuxf0qHc0+ybCGMytr9u/9QCpfFX/4gC8ZMlkMHzXNJN+zRRpr07agU/sgnHdUCT22MVxkEfDVN9u3aYzgU5HvNiQzQWf0bxlDiYZQphGmPefpDqWtUkHYBCv/mA7spJV5+KIhCgVQBMApADnurUu1BqeIAACAASURBVK56JWmI6ABHjQEqN/AWmt0N3yANANbOWSorp8w96uW/RPbv3mva1erN68e9/JFCgcU7gS2rNuaJFHDk8BHbhis1qBE3CqiBSAEtG6prUjEAuPC1u+WXJauUwn/t7B9N743oIPj25IT2b2caNcC286xAAiSQrwnQACBfTz8HTwIkQAIkQAIkQAIkEDICNAAI2YSwOyRAAiRAAiRAAjkE3rzyIZn36bdxHEOfu0VaDelliicsytqfF0PZMkOF9UfuaLNSplJ5aXFK98h4+acql6umLVSpAhAd4LfVG02badq3o4oMAGOA0hXLpXo7rdeFRaZWTJ6rPP0XfjZF9ph4upeqUDYnvP+gbtKgW2utHKLW2OFDh5UhQI5BwGzZtGyt5RBqtWsq9To1V5EBarZu7Kv8+WkAAA9vROBASH94+VtFGYmHde/TQZr06eDrmKMmP372F6H2c9IG5Pxrl8oCfSlQoIDUaN1ISpQtrQzKdBWkZIHCH+H9Edof92EhARIgAS8EaADghR6vJQESIAESIAESIAESIAG9BGgAoJcnWyMBEiABEiABEtBE4MiRIzLyonuU8jhWLnzlLtMw5ulS1iIfNJQyi774XuaP+U7gAW9W6ndtKdkndYm8l3+qUwxlF6ICIDrAmllLTJuBEhbGAEgXkM6c4+mSKYCBIhee/gs/myx/mERRKFvleKXwh+IfedpZjAkgPUIsXQCMAnZv3WmKqlipEtKgZxup1bqxL+kCdBsAIK0IjGzWzFysFP9mUSEw4Ir1qitlf5MTO0j9bgzrHobnZf+eP2T93GXxtAEwCti1yTidh47+wrs/FtofBgAsJEACJKCTAAwAvnvpI1dNXjH6UUFUKBYSIAESIAESIAESIAESIAG9BGgAoJcnWyMBEiABEiABEtBI4MDeffLa8LuPhfQuIHLJmw8KwuUnlyCVtfAohmHCgrHfycZF5l7+JSuUlZan9JAmfTsopT/LMQJ7tu06GhngB/WvWWjs8jWrKEMAGAQEnYs6SJkCmR+/nhH39Idi0KiABxT+CPHPUO2pPVGIzBE3CJg817KRSvVrSN2OR6MDtGksTtMFmCnif9/9uxTMKiglSpQwvG+p44+z7A/eiYgIEfPyXzvHPKw7GmrUq600PjHHy79CrRNSA8arAiWwc9NvCUYBy1UaAbP3gV3Hyp5wvHp/xkL7ZxUqaHcJfycBEiABEiABEiABEiABEiABEiABEsgAAjQAyIBJ5BBIgARIgARIIJMJQJH22kV3y7o5S9Uwi5ctJcNfu0fqdMjONWw/lbWHDx5SOZQR1h9K/4MH/jRFDmUhvLKh8D++TtVMnhqtY1syYbqKDABjgN+3bDdsu2jJ4ipFgIoO0L+TFC5WVGsfkhvzU6Zi90JqBHj5I8Q/okkYFXhuQ+EPuarWrL6vY853jR85EjcGgFHALz+utkRQr0tLqYVUATbpAiDHMF5yU26c9JIg/3tyQZ9iHv74d/uGzabNQuEb8/Jv3KeDILc7S/QJ/LpinUwdOUamjhrjajC3Th0pMBpiIQESIAESIAESIAESIAESIAESIAESyF8EaACQv+aboyUBEiABEiCBSBLYtn6TSgcQU85ByTX81bulWvNjylDdytotP22QReOmynx4+S9cacoNBgktB/dQqQno5a9HvNbNXaqMAZAuYNPSNaaNNujeWrL7d1ZGAeWqV9Jz84RWdMtUrOmFX3wvCz+bopT+ZikjTmhSR3n6469Ko1rax8YGjQnA+ARpAmIRAsyMUXB16YrlpHaHbMN0AV4MAGBg9NMPC5TSf82MnND+VqlFYAwV8/KH3LBkJoEFYyfL/y5/wNXgaADgChcrkwAJkAAJkAAJkAAJkAAJkAAJkEDGEKABQMZMJQdCAiRAAiRAAplNAGH3R150t2xd+4saaOlK5aTHJWdImcoV1P/et2+f+rdYsWJ5QMATH3nl7cqSr6YrD394+h/cb+yNjTZqtWuaE9q/Twd6+dtB9fj7tnWblCEADAJWfj/PtLWqTevmRAbo10mqt2zo8a45l+syADhy5Ehc4b/gsyly5PBhw/5Vb9EgrvSvWJf5ubVMosdGYHQEY4AVk3OMAsxSVeA2UL7XatNERQf4c99++ej251zd/eSbh8vWdb8oxf/mletNr4XREd49OUr/9lKsdElX92HlaBKgAUA05429JgESIAESIAESIAESIAESIAESIIF0EKABQDqo854kQAIkQAIkQAIpEUAu5JfPv0P27vjd1fVXj3nS0AAAxgTwwoZiZcOCFaZtFi1VXCn8Y6H9Xd2clbURQB5seFar6ABfTlNKVqMCo5CYMQByX6davBgAHDp46Gho/ymy8PMppl2o1baJUvq3GNRNylWvnGpXeV1ABFZMmZtjEPDdHNm46CfTuyLXOlKH6CrVmtWLe/lDZljyHwEaAOS/OeeISYAESIAESIAESIAESIAESIAESCBVAjQASJUcryMBEiABEiABEkgLgckvfyyf3v1/ru6daADw44TpysMfyhQzBTIar9GqUU5o//6d6eXvinZwlVdMniuLv/xBGQWY5UWHIhZRAZRBQP/OAu/p5LLs29nyv8vuz/PfjxzJ+U8FCuQd05UfPC5Vs+vm+gFRI+DhD6OSxeN/MAVRr3OLo57+XeMRLIKjxjvpIrBn2854qgAYBezatFVX01KwcKFcXv6xSCfabsCGIkeABgCRmzJ2mARIgARIgARIgARIgARIgARIgATSRoAGAGlDzxuTAAmQAAmQAAmkQgC5sf/vrJtcXdp1+Kmyds5S2TB/uel1hYsVUQr/FkdD+7u6ASunncDPS1blRAb4aprlPNfp0Eyy++cYBFSsW131GwYALw+93dUY/jn+eWUAcGDvvpwoEp9NERiXmJWGPdrEw/uXLF/G1b1YORoEfl2+Nm4QAJk6csg41YPZaMrXqCzZJ3VRiv8G3VtHY9DsZWAEaAAQGGreiARIgARIgARIgARIgARIgARIgAQiT4AGAJGfQg6ABEiABEiABPIXgVQMAMwIVWtePye0/8Bu9PLPIDHa9evWuDHA0okzTUdWsV51FRWgdMVyMubeEa4I9Lv+fFk3d6ksmzTL9DoocpE2osXAblK0VAlX7bNytAkgKsVrw+92NYgbJ70klRrUcHUNK+cfAjAA2PnLb64GnH1SZylfs4qra1iZBEiABEiABEiABEiABEiABEiABEgg+gRoABD9OeQISIAESIAESCBfEfBiAFCwUCFpMbh7PLR/vgKXTweLPOyICqCiA3z5g/yxc7evJJqd3FUp/JsP7CqFihbx9V5sPLwEaAAQ3rlhz0iABEiABEiABEiABEiABEiABEiABEgg0wnQACDTZ5jjIwESIAESIIEMI5CKAUDnvw2S7pecIRXrVsswGhyOWwKrZyySxV/mGARsWbXB7eV56mcVKnhU4Q+lfzcpkFXAc5tsIPoEaAAQ/TnkCEiABEiABEiABEiABEiABEiABEiABEggqgRoABDVmWO/SYAESIAESCCfEkjFAODqMU9KzdaN8ykxDtuMwJafNqioALNHT5BNy9a6AoXw/h2HnqxSCLCQQDIBGgBQJkiABEiABEiABEiABEiABEiABEiABEiABNJFgAYA6SLP+5IACZAACZAACaREAAYAW9f+kufaHRs3S8nyZaRw8WJ5fqvSqBYNAFKinT8uWvbtbNm+/lfZu2OX7N3+u/o7Ikfk8OHDCkBWVpYULFhQSpQvIyXLlZXix5WS6s0bSNXsuvkDEEfpmgAMAHZv3enqutptm0qlBjVcXcPKJEACJEACJEACJEACJEACJEACJEACJEACJJBMgAYAlAk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shwArt27ZLJkyfL559/LnPmzJFp06bFR9ypUydp3LixnHTSSXLiiSdKpUqVUqZx4MABmTdvnowfP17dY/HixbJ27VrVXq1atSQ7O1twvwEDBkjr1q2lUKFCKd/LjwsPHz4sy5YtU/2fNGmSzJ8/37f+//HHHzJ9+nT58ssvZcqUKYrb77//roYFNo0aNZJevXrJwIEDpXr16lKgQAE/hpxym0HJVModDMmFQcoUhrx582YZM2aMTJgwQcny3LlzFYnSpUtLq1atpHnz5jJkyBDp3r27FC9ePCSUgu3GkSNH5Ndff5VvvvlGPet4zmOc0BO8o9q0aaOePXAqU6ZMsB0M0d3wnsI3Y+LEiXne6cnvKrzXa9SoIVlZWSEaAbsSZgKx78i3334rs2bNUs/itm3bVJfLly8vLVu2lHbt2knPnj3z/bMY5nlk36JBIOpr9CApR32NHiQr3ssZAaw9sSf++OOPBd+8H3/8Ua3TE793WH8OGjRIOnbsGLo9srNR5q6V+M75/vvvZebMmfFvPM4F8I3v3bu3OoPAvje/rh8hGxs2bFBnNV999ZUsXbo011lNbD0E+ejfv7+0b99eSpYsmcqU8Jp8SCB2FoGzgalTp+Y6H0jcy3Xp0kX69u2br5/FfCgeHLJmAnje1q9fL+PGjVNnTWbncTxnEgn6nFTzVLO5kBLAHg7rqU8++UQWLlxoqGfBt27w4MGedF8hHb5tt2gAYIuIFUggegSwmcQG8tFHH5XRo0fHlctWI4GS8Morr5R//etfUrFiRceD3rp1q4wcOVKeeeaZuMLc7mJsXh988EFldJDuDf+ePXsUo8cff1x9JJyUVPu/bt06ef755+Wll16KH4LY3e+CCy6Qe+65R2rXrm1X1dffg5Qpo4FgkQhF5L333qs+6rECuT333HPlscceC42yNkiZAoctW7Yo+YVsxQxJrIQBB2133nmnnHnmmVK0aFFf5SaVxtesWaPmOfndhUPRESNGSIsWLVJpVszaNWsMh2533HGHXH755aE0mNi/f798+OGH8tBDD+V6d6Hf11xzjdx6661SpEgR16wgv+D81FNPOX6n4yann3664gUjprAZLemSqVGjRsnVV1/t6DlzCh7zhW8oNiLpLn7JVOK48L568skn5f/+7/8cfwehLHjzzTela9eu6Uak7q/7e4TNKt7JL774oifZAp833ngj7esFJ/ON7xDeMVD+6CwwIsH7C0avicaVuEfMGA4Hb5deeqkyNAlL0S1TsXFFfY1uND9m7xCvMhXlNXq6181BfDv8fFb9kin0GeuPu+66S15//XVHQ0h1j+mo8QAqmcmC1a1POeUUue+++5Sxcn4p2FfDAPn++++Xjz76yPGwsR669tpr1TcsUw0BYKh94YUXKiWazjJ06FB1XlWuXDmdzYayLbM1hV1n//GPf8gjjzwSyn2vXd+d/P7DDz/IZZdd5vjMz6xN7GOw1w7bftcJAx11Dh48KJ9++qlgX5zoNBVrG2cBbdu2VYzggJLpBd89GNk8/PDDuc4prcYdO2fK5He50fiDPifNNNnTdaaVaVzwDH7wwQfqDDlmYGs1xlR1X1HnRgOAqM8g+08CSQRw+ImFu1NlYDJAWOS/8MIL0rlzZ0u22Fh88cUXymDAyUs2uTG8dKEswiY2HUpIbLzh6X/LLbcor4RUym233Sb4s9uA43Afyg5s8mMejm7uh83+E088oRRs6dhoBCVTZkzsDs+gQIByqEKFCm6waq8bpEzFOo+N7BVXXKE2X24LDH5w4BYWJUhM8Wz1nCBihlslIN5VWBDeeOONrhTaMZ5/+9vflIGFG8Mot3Phpn7s0BAHymPHjjW8FIcb//3vf10f4KxYsUJw+IPoJKkUyBLeVThkC0OUF50ytW/fPvW9w7dVd8Fm5d///rfuZh2356dMxTqB5xAGK/jup7JmSDej2Dj8+B6BxznnnJPSezx5kuFd2qNHD8dz71dFJxtxGCvgXaGrHDp0SK1/sS6zK6l8S+zaTPV3P2Qq6mt0I5Z+yVTU1+hGrPyQKaP7BPHtSPW5cnKdXzKFe4MNFLvXX3+967Un9sg33XSTWnNEKWLXpk2bVL//97//OcGfq06697quO+zhAijPcC6Ab5UTw22jW+FMAOt8cMu0gkiSiHaQKhszHjjjevfdd5WXeyYXPIe33367vPrqq66HmemMcO4Bg1uv5e9//7syYi1RooTXpiJ5/XfffacccH755RfL/odl7+Yn5FWrVskNN9zgypArsT9nnXWWepdXq1bNz26mve10nJOmfdAaO6DzTEtjt0LRFIx4sV5OZe2Jc+Wnn35aRYDND4UGAPlhljnGfEMACxAoA1NV3sRAwdP2tddekyZNmhiywyErFr133323580ZPLWwiA5SsY3+474333yz5/7/5z//UR8cM2UXvK/wOyxkvRRs8NEGwiEHWYKSKaMxOVno4LowGAAEKVMxVlD0DBs2zPXBYiJrGAFAYWJnxOKnzMW8FHAQZmeM41Zpg83G22+/rbz4vRwkhYET5sBptIdUDAAQknb48OEqPYmXgoNrLMCRbiJdxQ+ZgpLon//8p/LS1l0g+zgkKViwoO6mbdvzU6ZiN8dhNw43cPCW6nOY7kMkP79HOg0AdCvVbQUoqYIThWDsEt19XbBggTqQxLvMrrj9lti1l8rvfslU1NfoySz9lKmor9GTWfklU0byHcS3I5Xnysk1fsoU7q9r7Wm3x3Qy1qDqwGsba0+EXU21pGuvm2p/U7kO6yEYFcMBwWuB4ghr0kzzaEfKiG7dunnFk+d6nGu999570qxZM+1th6VBrCcvvvhiAcNUCg0AnFELw9mTs57qr4UUboiG5ySqTbr3bvpHn7tFPGd43lIxbE9sCRFfEZ0kU1NPpuOc1O+5D6p9P860gup7EPfRsfa0030FMY6g7kEDgKBI8z4kEAABHLDD00BHsVIg4cAMXlvIoe21pGOjgTyMf/3rX1UuNK/lhBNOkHfeecfU4w7hsXQpwk499VSVPqBSpUpeu+34+qBkKrFDbhY6uC4Mm7AgZQpjhnU/DGc+++wzx3NpVhHKWjzPQRrhxPpi56WW3Ge3ShtszDA2zI/Xkg5jpVifnXipJY7PrQEAlNvw2nr22We9YlLXI7cWDgbwfgy6+CVTfhoApOOAxG+Zis27LkVIOhhhDEF8j3QaAKQzAoBThWBMNnQaAECe4fEGxYqT4vZb4qRNp3X8lqmor9ETOfotU1Ffo8dY+S1TiXMS1LfD6fPktp7fMoX+wAjpvPPO8xzVBWsovCeRMi/MRecasnfv3sqINFO9IXXuSyATL7/8slJAZVLxywAgHWdOQc6LDkVIpjNiBADvEgkjL0RHdGLQna69m/dROmtBlzzhbjr3RM56H1ytoM9JgxuZv3fy60zL314H1zoMKmEoqyOK5iWXXKKcVdLpFBcEORoABEGZ9yCBgAjoXITg0GHMmDEqf1NyMTpchBIWXrIIoxILKY6NCDbxeDFbhb5HGDworIIqOg/b0Wd4hWKMRvm2EZr+/PPP1zY0LLphCBBUCUqmYuNZv369ChHtxKo4dk0YDACClCm7MMfIJYboFrVr11aINm7cqEIbPfbYY4Zikw5lbaohd90obbZv367eK++//77huPHcItw9OMH4Ae8rRNl44IEHDDe16cqvjTzWWNiahfs3GpxbA4AZM2bIaaedZhjKD/lokW4A3jhly5ZVnm1O3u2IRNOvX7+gXlUShEzB2AvPl5NDDzcDD/obGIRMxcY/a9Ys+ctf/mJohINoEfgNETqQIzIW6hgbOhg5zZkzR0aPHq0MnfAO0xku3sn8BPU90vX9SNc7CvOF9+w999zjygtG52EX3jeQJafPpptviRNZcVonCJmK+hodLIOSqaiv0cEqCJmKyXeQ3w6nz5TTekHJlJWxIL55WHsiWl/lypUF63lEWkNEPUSrMirIhQ7jzDAfSlophKBQxF4SRgwYw4EDBwQh3rHWNotYmKn5tWE8A2NbrGeSC2QDa3eshxAJAZEFY6weffRR0z0AFHHPPfec4PpMKTDSAQuk0NBZevXqpVIGVq1aVWezoWjLzggSa2yk3Tz55JOlSpUqkpWVpfq9e/dutW77+uuvVZouRJPA2d3xxx8finHp7oSuc61MfUfZ8caZEt45SKPqpOQ3AwCkF8G7Cylaqlevrt7jiMz0zTffqD2SVaTLTHyXx2RE1z431p7V2bsTuQx7nSDOtMLOwEn/rFKR4EwE73v8Cx3Nzp07lW4LegYjxzCsobDm6NOnj5NbR7YODQAiO3XsOAnkJZC8qDVa7DtdhKB1M6VE4uEilEMPPvig2tjHNhPJPbMLVR50Hq3kRYiREgLeNLC6e+GFF1R4PatDZasNZfLhIjb1MJQ4++yz4wtDJxv8GNNbb71VfcyCChUdlExhfPgwQxag8HFTwmgA4KdMrV69WnkWGYVqNwtVj4NPKHHxrBqVDz74QM444ww32D3VTTWyhBulDQ4zsAEzenbNwqriuUd6E7NIKkF72qRqMe3GAAAKfRzEGlnP4uAWh9JG6WBw3bhx41TuciPGkDW8r4IqQchUqmOxCpcItlCeZmdnp9q8q+uCkKlYh6wUIfgW4vs6YMCAtEQfsYMW5PfI7GBEp4Lcbrxefk/Vi1rX+IyMvfANRqQns5Qdbr4lXtgkXhuUTEV9jQ5mQclU1NfoQckU5iTIb4euZy6xnaBkysqg0mztabVGgEH+xx9/LB06dPADi+c2ca4AY9qRI0fmAwId0QAAIABJREFUacsqrOrKlSsFxg1GocrTYZjsGYSDBqyUINhvIy2AUUrBHTt2yDXXXGOY3xaOGjBOrV+/voMeZH4VK2NA7HOwFw7qDCVI2laKEHg24t0Tc9AJsl9hu5eRAUAYzpHCxsmoP9j3w3jpuuuuy/UzzjSxPjA6l8ovBgB4tqBYhJOAmbGeXYQOnNsjRUnjxo2jIA6u+hjk2burjoW0cpjPtMKCzMqg0mrtabVGwDoLqXGLFi0almFq7wcNALQjZYMkkD4CsUUtFiGwFoeSMOZRl9wrJ/mezazrsNnHCxIWxNis2lmdW72g0a+gF96JixAoCB9++GG1cTYKge4kV59VtITY4SIY3Xjjjcr62iy/k93CEKzg4QYlJDxxgyhByRTGYnYw0r17d7nhhhuU1R7GnlyClh8j7kHK1CuvvKIMJZKLXdi+xYsXC/JFGuVHdqMw9ip3ZkpBKATxfJQoUUJ5wBgVp0obeFXhoOehhx7K04xdeNFffvlFkIttwoQJea4N2hPLLAwm3ltghPe8UT/dzOfevXsVd6Nny87gyEr5AGMUhOMuVqyYV5GxvT4ImbLthEUFK2OUoDcbQchUDIXZgWQUwhoH+T2KugGA0YEq1qF4R0E5ceaZZxo+HToMAHAgiXUWPGcSC97hME4aNGiQp2+Jl+c++dqgZCrqa3RwC0qmor5GD0qmMCdBfjt0PnextoKQKaw94eWHeyUXuzRuVusEtIcUJ+lI1WU3FwsWLFB70xUrVuSpapc6y2w/k6meWFgT9ezZMw+nBg0aKOP3Fi1amOI2M2ABKxxod+rUyW6qMv53K2OUsBvSeJkcK2Pb/BLW2Ck/GgA4JZW3nlFqGxixI3c9ziOMUsNmugEAvmEw0MP4nSjuEWXDbE8E4k7PuVKfxfRcGeQ5aXpGqO+uYT/T0jdSby1ZnWtbnS9YrRPsztK99TgcV9MAIBzzwF6QgBYCCJOLzTYU2naLEByawrrsX//6l+m93SiR7Abw7rvvyrnnnmtYLWgFLjwtoJzq3LmzUqTaWXlZeVzHBmS2YEO4TFjKwhsW97M7vLFbGAbNKkiZSj7IRBitO++8Uy2U4ZkNgxQjb76gmRgJcVAyBU/rq666ytALxC4cltUBQZcuXeStt95SYSf9Lsn9wOEVnke8iypWrKiUOWZpM5xujOARCoUQ5De52Cm1rTzig+SEficfuCdGXMEYERLdaMPt5t1tlS/aLjS9lUy56YNXmQtCplLto13I16DDjQUhU2CFyDYwEMQ6I7ncdtttSkli5OmWKmfd1wX5Pco0AwAo3zG/SK9ilctXhwEAIjXhe5HoRYqDfnhEwssPqUuMitNviU65ClKm3PY7TGt09D35kN4vmYr6Gj1ImQrq2+FWdp3WD0Kmfv75Z7UuQ7jf5PLEE0+ofYxZ+e2339S6FZGVkkvQxt9OmaKe2bvDiVLbyiPejpebPoalrtn+xkloeqtvaTq+Z2FhmtgPq+gbQRtwB8ln9uzZMnjw4Dxp3KCcxVrIyrAkyH6G4V40AEhtFsxSTOB88+KLL1aOE/nRAMAtTUS+wXk4ntmw7E3cjiGV+kGdk6bSt7BdE+YzrTCxgk7AyGHMyVmt1Vlz0OmWg2ZKA4CgifN+JBAiAmaW6LEu6lTgWG1cw6DAtZoWKw/Z2HW6Nt9Lly5V6QEWLlxo2KWws/IiU8j5h5C9yPuMMFrYUMSiJVgpGsPOxGgiU5Upq8MyJ8oUs8VSkB4kULBDOYQ/bBgRjrFOnTpx4xgdBgBeOX311VfSv3//PFMXJCfcPPY+gDIVzwSMYWJRXawU927e3Vbt2IXxt3ouMa/4szN60vFJDEKmUu3nrFmzlHecUb4xRHKA9wBybgZVgpApjMUsXHRUvLCC/B5F3QDg9ddfl2HDhskpp5yinvk2bdrEU0L5aQAAb1uE6oNBSWKBMRnSmuDZC5MBQJAy5fZ9ErY1erpkyo5b2NboQcpUUN8OuzlI9fcgZArPEXJsJ6dFwtrxiy++ULlIzYpV5Kowh3k3y6ntZG9mZdQcZBSpVGXK7XVm+xsn82v2js7ksNFu+JopKGNtBJ3qzk3fvdY1CxcddIQxr+MI4noaAKRG2SiiG75nOHvC983MISHTIwC4pWl15oK2dJ0nu+1X2Oqnek4atnGk0p8wn2mlMh4/rvHqgGQVucru7NOP8QTZJg0AgqTNe5FAyAhYHfihq3aesm6GY5V7ER4Pzz33nG0qATf301nX6iOD+zjxcnDaHyvFJdoIOysvMoUFz/Lly6VSpUp5FGKZZgCQqkyZGVg4VUybKbYhW04MCJzKsV09pLvYt2+f1KhRI64oil2jwwBg2rRpSoFvlJv+22+/lR49elh20WphGCQnpCBBWNWaNWvmySmnywDA6gAWG3q8m81SjlilSwj6sM1vmbKTaaPfrcIBoz7SLsDQKcgShExhPGbvmrB/w2JzEeT3KOoGAEgFsnnzZmXIlRzVwU8DALyn4UmTmNYm0eMtbB6TQcqU23dK2Nbo6ZIpO25hW6MHKVNBfTvs5iDV34OQqZiRQXIfnSh4cY2ZkS5+C6NiAOt4GFw9//zzeaYFEfaeeuopldbLrFgZPTgxIEhVFtJ1ndUe7PPPP1fGI2bFLF1COgxJ08XP6r5W4YD79u0reDZhgJppxWoPh9QQ/fr1y7QhexoPDQDc44P39tVXX62eocQSS/Gybds2GgA4xGpmHI/LdZ4nO+xOaKulek4a2gG57FgYz7RcDsHX6jHjZ6M0qE4U+FbRutw4Ufk6SJ8apwGAT2DZLAlEgYCdt7aTF6iTcdopQcKc2xDjs7NCdHqw44SVnXdR2D0i/JKpTDMASFWmzA4HneYsioLFow4DAK+KH6sNWljCkuoyALBKeQDDEqQBOO+88/J48uM6KLAvvfTSPK+2mFcAQoCHoeiQqVTGYaUs6tixo7z99ttKaRqWokumMJ6HHnooj2c2/nuQkSH84qr7exR1AwArzn4ZAJjNAdatN910kwr/7/U74Jf8GLWrW6bc9D1qa3S/ZMoJsyit0YOUKZ3fDifzoLuODpnSocy2UhAjlPc555yje+ie2vPqhYWbm3kvOwnj6qnzabjYak04ZMgQZQBSuXLlPD3buHGjcgCYNGlSnt+efPJJgad3ENG20oDM0S3NogHFLn788cdV+o1MZGQWUpyRIYxFhwYAjh6pXJWM9tCnnnqqvPTSS8ppx+r7zwgAuXl//fXXAqMtIweVAQMGqBSfxx9/vPtJyrArUj0nzTAMhsNJ15lWmNh6ddSyMpwbNGiQeg6DjM4ZJFsaAARJm/cigZARsPI0QFd15UCBdxYUSPPnz89DAAqmoHMgu50GKysxtKUzN6PV4Q/uFRbloxlDv2QqyINMt/KRSv1UZcos1Ca8G9566y2pWLGiZXesDp/CopjTsbC1Osx18l6LwmZW54G7Vd5MvKMRThuK/qJFiyr5gvIf7+3rr7/eMLR9zCsgLIdtOmTK7XMORjjYhnecUQnjgaQumbJ6XwcZQcPtnDmtr/t7RAMAp+SP1YNnG9ZeiYdoyYZHNABwxjVqa3QdylpnZPLWitIaXfd7yoqZrm9HqvPi9TodMmXF24k3PMZg1Y9Ro0aptFlhKlZjdro3NlufOTVsDhMPu74gTD0M1J5++mnDqohchqgJjRs3jv8OTzesI3EgnVx69+6t/nu1atXsbp3Rv69evVqdM02fPj3POMNobKtzMszeGZkYQUMHNxoAuKNoZHyEcwG8d2C0hBKFMxN3o/an9p49e5QhEgwnjMq///1vZSQPA+b8XlI9J80P3NJxphU2rlZrZSeRXq3Wrk7P1MPGxGl/aADglBTrkUCGEbALraNrw4SFIxY777//viHBKIRZMcvpGBuQLkWOlScu7hX23Ml+ylSQB5lBPOqpyJQOBlYhk8LyLOpY2Fp56cGjHWO1KlabWbzP/vOf/0iRIkWCEBXTe+g8cLfLnYlOIL/3Pffcow4mX3jhBfX/G1mwI0oJ8nKXLFkyrXwSb65DptwOxio9AsKU45uYnZ3ttllf6+uSKat2YmGMETJ+4sSJMn78eGUcOHfuXDW28uXLS/v27VWuZHhJNG3aNE+aEF8hOGhcx7s48TY0AHAAPaEKvmN4h8MIKbEkGx7RAMCeaxTX6DqUtfZk8taI2hpd93sq1TVTWNaWVv3XIVM6vp9Wa9cwelIm5qpN5turVy/B2qtq1aqWj5vZ+gx73jFjxgii7GVSmTVrljJeQ6Qxo4I10B133KGMbpEC7OabbxYYvCWXWrVqCYxCevbsmUl4UhqLWXoENJbpSjWz5yf23i1cuLBaX48bN04ZGM2cOVMQsh2ldevWAkObgQMHCgwGypQpkxL/KF1EAwDns4XIGnA8gtFSYoEh2jPPPBOXFxoA2DPFOQuMu+6//37Ds5NMNHizp2JeI5VzUi/3i9K16TjTChsfrwys1q6Z/izSACBs0sz+kEBABIxypybe2suGCXkiN23apA5nkT8ah9tGBUYGr732mkAZEtaCscAaE2FljYpORY5ViD/c+8ILL5Rnn302VIq1RCZ+ylSQB5l+y2KqMmUVDstpuCIdB5R+8/G6qEP/rEL4O3mOosBJdx+RbwwHRoiQYFZg9Y8oE6tWrTKscskllyjjCBxghqnokCm347E6kES4VhhJxCIquG3br/q6ZMrq+cOBNQ4g8a+RAUny2GAEgO9vokecX+N32q7u75GZAQBCuCL3ZqKiAM9gq1atpF69eurAFkoWhAwOS7SNZIY6FGuJbZqlHkkMRxqrTwMAY4mO+hpdt0w5fe6jtkbX/Z6y4qTr2+F0LnTX0yFTVga2TtO3WUXpCqMBAObBLIS/0wh/6Vif6ZYfN+3hG4b0T5dffrnlGqhGjRoCj9GYsjbxHlD+wxAXIaPD+u13w8RLXStj27A7TngZd+xas+cPKSP69OmjzuGw5rYrkCkYm1x00UWh25vY9d3N70YGANizIh3b7NmzczXVqFEjqV+/vuC8EuttrL3TbfzvZqxe6xqd6+GZQjqaHj16xJunAYAxabzrd+zYIdOmTVPKfxi8GxWrdIte5zCK16d6ThrFsabS5/y2ZjJi9Prrr8uwYcPy/IRnCQaTnTp1skVrFlWXBgC26FiBBEggagTsvD2h1MbirkWLFrZD+/zzz1VeOqMNqtXF8CaFVWmDBg1s75HOCnaW+rfddpvyhC1UqJCnbmKRiJCA1113nenicPTo0YLwgGEsOmXKaHxBHmT6zTdVmdJxwGrVhtMQpX7z0bGwtcrthM0rwpCfeOKJhkM5fPiwTJgwQT2LCI2cXMLizaZDHpLHBsMtWPobhRq1mncsuHEdwpQWL17cbxFx3b4OmXJz0+3bt8vFF1+cx0MZbTg9FHdzP111dcmUlRIjlb7iEA7e3YkHTqm0o+sa3d8jr7wQ+hYHt1izhU0ZoEOxljhva9askfPPP195ssVKcjjS2H+nAYBIJq7RdcuUk/dCFNfout9TVpx0fTuczIUfdXTIlA7lfRTSdCXzt0qLAaNQKCjNIkLBaAIGfshjb1RiEYP8mPN0tol9xgcffCA33nijaSQAs/4hOhLOC9q0aZPOIYTm3h9++KGceeaZhv1xYvAdmoGk2BEzJUaKzcm1116r0r6FKYpbqmMxus4LL+xFrr76auWQk6l8YszMzvWwz4d8JBqw0wBAZP369TJ8+HD5+uuvXYkrZOqhhx6S0047LXT7N1cD0Vg51XNSjV0IdVNBn2mFEYYO5b1ZG3C+eO+990LleKJzDhgBQCdNtkUCESGAsLs4QIXVtNni+JZbbnGk1HazkMYhLayRoUBD3rqweT8ms7DL1QQLMVjx64hgYJWDFf2yO0RJt+jplCmjsQR5kOknSy8ypeOA1aqNsOQL1LGwtcu/jg0XFGbYcJUrV07ltI9ZaT///PMyduxYUzHIZAMADBrPGtIkIEydE8OuSpUqCbzdEYUibMrH2CTqkCk37wWj/OSx6+HRDl6Qu7AVHe8YjAleIwhxi/C1ukpyfndd7abSju7vkVcDAIwBHkwwqhw6dKijtVsq407lGh2Ktdh9zbxCksORxurTAEAkE9foOmXKqUxHcY2u+z1lxUrXt8PpfOiup0Om/DYACMvaM5m9Vf511MX7+YYbblB7ZRjLHzhwQNatW6f2z1gLmYXCx7WZagAQYzhv3jwVot5qz5HIGw4X8CQN4/pR9zPppD1ESIJCFt6ARgVGFmeccYaTpiJZByHaIT9QIOosMMhBpLKw7um8jNXNmsjsPtjHwbAJURMytRjtY80cxGgAIMoouVu3bo7FAVElcBYPA+4KFSo4vi7TK3o5J810NrHxBX2mFUaufhoAZPrakwYAYZRo9okEfCRgF+YZSpyXX35ZqlSp4qgXbhfSULxB0YjFc+fOnUNrBOAkRB+8ZHHY7nWDhMUOvGeheDQqOg0NHE2qy0q6Zcro9kEeZLocvuPqXmVKxwFrfjEAwKQsXrxYzjrrLEMvfseTZlAxLIewOuTBjAOeN3hcm0UkSb4uMWdpGL0igtws4X3+j3/8Q0aOHGmIF99XRAcIY9ElU24PQpyygKcgvpUFCxZ0eokv9XR/j3QYAGCgYQwjqUOxFptEI68Qo3Cksfo0AHBnAABuUVij65QpJy+IqK7Rdb+nrFjp+nY4mQ8/6uiQqfxqAAAlJCLh4TxAd8l0AwDsC5cuXSpIEfHNN984wocIiuCN/O1ezx8c3TDEleBti/Mko3RSffv2VYYBWCNkarF6x3sZcyaHQHZ7bmnGcciQIfLiiy+qFFyZVhDFDmcd77//fq6hme3BaADg3gAA5yZwioMjCs7FaQQgyhnHLj2OrrP3KD+zQZ5phZUTDQBSnxkaAKTOjleSQOQIwHsK+ZlhLWxUYMmKvLw9e/Z0PDYvC+n27dursH8wBAjbJtbO2webdeRw9qrswmIHH3JY9RuVMB7oJ/bTD5ky4hDkQaZj4XdZ0atM6ThgtWoDxj9YWKfbs0TXwhaHkvCIhcJQZ7nrrrsEf+l+Z+mQh2QueB/NnTtXbr31VpVDy23BweSjjz4aurBZumTKCY8ZM2aoDb1RhB1Y/GNzi1yTYSy6ZMrOAAAHH/jmIdco0gAhbQS+JXhHwpMJjIxKly5d5K233kq7143u75FVDlu3chK2g1sdijUwMGMOLzWsxYwiStEAwL0BQKK8hXWNrkumnDxbUV6j635PWfHS9e1wMid+1NEhU34bAGDf+fjjj0uxYsX8QOCpTUT7wTd9+vTpntpJvDjTw7DCsOiFF16Qe++911CBbQUSayhch9RtYY+mqE0gkhpCiHLs75AOwajgWfnnP/+Z9r2aX+O3Whcl3rN79+5y+eWXS79+/ZSSMSsrS6Dg/eijj5QMmUXgwP4Z/DKtIOoInhsdJSxGyTrGktiG0Z7Zav9KAwD3BgCJvPk+z6Hh9ZxU93MQ1vaCPNMKKwM/DQCge8EZaKdOncI6fE/9ogGAJ3y8mASiQ8CJVV0qIb9SzS8aI4dFz3PPPSfnnHNOaDZpdh7tOkMRf/vttzJs2DDTDZhRrq2wSJ1fMmU0viAPMv3gq0OmdByw6mjDDz52G8/Y7269gew891IZCw5MzIyoUmkv1Wt0zyUUsNhUXH/99aah/+FJY5Y6JjYOHBLgnd62bdtUh6b9uqA2S3YHkpAbGI+k24PdDLAumbJSpiDcIQ7NateubdgNu5Cu+Gb26NFDu4y4adCP79Hu3bsF8oOCA9qyZcuqf1HwrQUXKJhgpAVDTSOPt9gYwiRnOhRrGNcnn3yiFEyJ44bR6ujRo6Vdu3aG00cDAJFMXKPrkiknz3yU1+h+vKf8/nY4mRM/6uiQKb8NAMKy9jTjb/esuJ23sBmzue2/VX0oXaFchRLWqOAAGoaRmzdvtrzt3XffrZTgqJvfipWxLUKVw3s5Ozs7o7FYveOxPkIqN0TCMzMSsUpXBiU50k2UKFEioxhir4t15OHDh9W4ML7E5wcpSvDcTZo0SZ555hmZOXOm6fgzUc7WrFmjQtPjm5hYrM6IaQAgsn79ehk+fLggKkmq5dprr5UHHnjAs3NZqvdP53U6zknT2f8g7x3UmVaQY3J7Lz8NADJ57QnONABwK22sTwIRJIDDYyxk4W1nZumry6MdeBIPq3Foi3zSVrmksUnBxwyK9XQXbAqQGxxW+UYllSgJZmNatGiRskI285gIc3ixoGUqyINM3TKoS6ZgsQ8FyGeffZaniwgfhmfILoSYLgWfbkaJ7ele2EKphrDrd955p6Oc9giBjBDt8IQ38kTG+wyh8dJddM4lDkTgLXPLLbcYDgtM8DvkbNq0afLwww9b5izVaSSlg7NumTLrk1XaiSgcFOmSKa/KlK+++kr69+9viDkMz186v0f49k6dOlWuuuoqmT9/viGjMIW+9SoLGCC+fXgnJytLbrvtNhUKGXmljQoNAIzfVFFeo2NEOmTKyXclymt0jC/I95Sub4eTefGjjg6ZWrlypZx77rkye/bsPF10mjpKhxGBH3yctolw9jfeeKPjnPYwCEQUQERySS69evVS+5qqVas6vX0k6sHLEYois70/zmOg2IcB4KuvvqoiN1qdoaTivBEJUBadtEs7ESYjSD9Ze33H43wCa0kYluaX58/NfIAPDJbxDJqVMKd1czNW1MXa8L///a/A+Six9O7dW8lItWrVDJukAYA5aTyjmzZtknHjxslrr71maVCCVhDRDI4YYXUUcCtTTurrOid1cq9MqBPUmVaYWSFaJM4AjIpTZzEdRgRhZmTWNxoARHHW2GcScEnAziof1sGwcvUrj9WqVavkhhtuMLV0x3AuvPBCefbZZ9Nq9WjnLawzWoHdAQAUaAhTBsVbGEvQMuV1k5suhjplSgcDq00awr5jMZTuTYdfC1t40I4fP155ROKQEopsFHjatGrVSrp166aUjvBgR4F3DvL7JZd33nlHRSxJd9F54I4xXXrppYZexfg+4EAgcePvxKgiTNFL/JKpRBnAgSQ27mYbEqtQ5emWpdj9dckUFCCDBw82jBbxxhtvyNChQy2HbKVICYMXpI53sdc5t5JpROoYM2ZMKKJw6FCsoY2TTz451/vJiYU+DQCcSVlU1uix0eiQKTsyUV+jY3xBvqd0fTvs5sWv33XIlA4GVgYAYTB+c8IfnrVLlixRe36ss2EYGXM+wJ4Wueuh3B84cKBUr15dGbRh/Z1cwpKWzMmYndbZsmWLMiA28vzHGQPOYmBEEov+g3btjCrsIuE47VuU6lk9J1j/fPzxx9KhQ4coDSmlvsJbHYbb2KMlF6eOAWaKFCdrrJQ6HbGLEA3gkksukU8//dSw5zgrgIFAkSJFIjayvN397bfflKMJlNWJxW7fRgMAZ1OPM0Gk1kCqRLMoblFwFnA2Wme1dJ6TOrtj9GsFcaYVdko6GJgZAGSq8WlsTmkAEHbpZv9IwCMBHMTDujfdXuYbN25Ui0pEIjAqyAOMUK4tWrTwOOLULsdBGZQ3sLo3KlAS4vAF3gpec3/jIARzYuTJjXtDAQkrUSwCw1jSIVNBHmTqYq5bpvbt26essp9//vk8XYTHJ3JjV6xY0bL7YVesofM6FnVe59BsMxsmxZqOw2Zwsno3W0UhgacADgmuuOIKw8gyYdrEBiFTq1evVt8Ho28tvh848O3Tp49X0fT1el0yZXU4a3eQhAGG/TApDN+jn3/+WRlSfPPNN4YyEYZUCeiYDsWa1fOr44GAkROMvcqVK6ejuZTaSLdMhX2NnghVh0xZTVLU1+ixsQUpU7q+HSk9PBou0iFTVlG6nIbThsIchqhGygEn304NKAJvwuz9nkmKNUDFmhnewjC2TS52ZwyIAABF70svvWQ4P/nF4z3G0chLOQYmDA4lQT5EZkoMpwYAZs8fDQCOzSLWh5dffrnhtDp9twcpE6ney2rvlmqbidflR2OlZG6IuIhUgIgsYVaiYuznVSZ0n5N67U9Urg/iTCvsLN59911lLGlUnJx/WJ2pO/12hp2RWf9oABDVmWO/ScABgbB5sFgtoDGcdHnW2oW/xsYcm2scRpiFmnUwHaqKXY4jeEeMGDEi7TmOzcaTLpkK8iDT6Vxa1fNLpryGK4Inydlnny0LFy7M0/2wHC6GYWFrxilMVqG6DtzNeDvxosGB5tNPPy3XXXed4eMQlk1sEDKFiC04CDIqp59+uorokk4Fo5P3mi6ZsjI0gvcDvqVWhQYA9rNl9U3E1WF5n+tQrPltABAGw64wrHHCukZPfhp0yJTZExb1NXriuIKUKV3fDvs3nz81dMiUDt7fffed9OzZ03CQTsOa+kPIn1axhkQaF/wll7CsH3WN3My7Fu07iRBllpsb14dpb6KLl1k7v/zyi1xwwQUyYcIEwyoffPCBnHHGGX53IzTtm3nwd+nSRTkGQOlqVWgAYD+VVt+HTFIW+W0AANJO9oD2MxLtGgsWLJC//OUvsmLFCsOBIA0M0i4WK1Ys2gO16L1f56QZCyxhYEGcaYWdo9c1+969e+Xaa69VRpnJxWnKrrAzMusfDQCiOnPsNwnYEMAiDjlT8YI0KunwMrc62EAf03FgjQUILMmhWDULx4TQXvC81qH8v/rqq+X99983nBNs0kaNGmV6+JNuoU+nTOk4WAuKn58y9frrr8uwYcPyDAVGKl9++aV06tTJcphmz6DT64NgGIaF7YcffihnnnlmqBeFOg7crcJHImLLc889p1IkWJUo5Kz1W6bsDiSjkiNSh0xBVqzagecD/qwi6dAAwP5Na2cAgO9Bv3797BvyuYbXTTq657cBAO6RbuVaGNY4YVyjG4mnDpkyahfK/yiv0ZPHFKRM6fp2+Pw6Mm1eh0xZKbPbtm2rjNzr169vOUSzNb7T69PFL9X7ImoCziqSQ+Jj3fnFF18I0uE288o+AAAXlElEQVRlSrFKjeTkew35euCBB5RDQnLJT97aVsa2iIaHZwhGffmlmK2PmjdvLu+99540btzYEgUNAOwlxer74HSvbH+X9NcIwgAgDGnc0k0aqWD++te/mhoxZboC0s9z0nTPbRD39/tMK4gxeL2HlUMbomsgra1VsXoGnVzvtf/pvJ4GAOmkz3uTgE8EEMoTIeY/+eQTwzukQ/mPjlgtoPF70AYAyFMI62hYWvqt/Ef7N998s7zwwguGcxJ25X+6ZSrIg0wvj6XfMmV1QO8kgoaZh59TTwEvbJxem+6FLfLb33TTTcqzPbmESZGr48Ad7yV8K/73v//lGavTDWjYlbUYmN8yZWYwgnvje/v2229LnTp1nD4CaaunQ6bQeSvLaieHZQjBjcMR5AZOLmHwCgzD98jq2QWzdCu0Y/OmQ7HmtwEAIwDkzFbY1uhmL0IdMpXcdtTX6EasgnxP6fp2pOvjp0umvBjpHjp0SCl34dGbXOAtiPVn2bJl04XIl/vOmDFDTjvtNIERZWLJREXuV199pdI7GBWn3+v8rqw1MxiJMYXXLCJMeU3V6Iuw+9So1bmAE8MSOMFcf/31eXqXn6JK2E2N1bPrdK9sd48w/B6EAQAjAFgbyUMOMkmmkuXa73PSMDxHfvfB7zMtv/uvo30rBb6TCBpWUTigPzv11FN1dDOUbdAAIJTTwk6RQOoE7MJXQhmBQ4RmzZqlfpMUr7TK14Img3zhwpIeShnk9DJT/sMCDJuiokWLpjjinMv27NmjFIpGudvxO5T/r776qvTu3TuUm9YwyFSQB5mpTnYQMmUVWhvWjohkUbBgQcMhWDEM02Yj3QtbHKYgr1TygWTYPGx0HLjraMNqER4WS38/ZQoHknh+zCK7RCk3qw55iL18zMKSOjGIgDLm5JNPNvw2O8ntluo73Ol1YfgerV69Ws477zyZPn16nm6HyVtUh2IN3z3k9TWLaOV03szqnXXWWQLjuHSm6AiDTIVpjW41pzpkKrH9qK/RzVgFKVM6vx1en+dUrtclU9OmTVNKXqN9pZ3xmlWIeKztb7/99lDuEVPhjWus5DMTx6tjHWpmYBK2/UmqMmF3Hc6JYERq9Hw1adJErcOzs7Ptmsmo363OBewMIqyewUzKbe9lwnG2AyMJRAI1KpnkLQp5uO222+TJJ5/0gsz0Wpx3jh49Wtq1a+dL+1Fp1OqZxRhgxITos0WKFInKkBz1M4hzUkcdiXglHWuJiCOQffv2qXeykW7FifFafjampAFA1KWf/SeBBAJQxOBlaOTNiWo4eEdIZxwOB11wwIYFzUsvvWR46wYNGqhFYYsWLXzvGhYgCDcI5T48DY3K3XffrZT2xYsX99QfjBubA/wZFSyGERVgwIABoTzYCYtMBXmQmcqEByVTkKd//OMfMnLkyDzdtFOswdoRiu0ff/wxz7Vh8mxP58LWytgFm2LkKfWaCiQV+TK6RseBu9Vz5dQDy8yDC322O/DWxcKuHT9l6uuvv5bTTz/d8EAyaocdOmQqNhdWHjNWOVoRGhApAoy+mU42dXayoOP3dH+P8L1BhJLrrrvOcDhQlj/77LNSsmRJHcP11IYuxVoqnbC6t1OPy1Tum8o16ZapMK3R7fjplKmor9GtWAUpUzq/HXbz78fvumTKKh0Q1gkIX25maARvXXj6Jys3EQ4fe9Y+ffr4MfS0tGmlCIAiFxHNgjgPCHLwVjLmZA9mFZ0sLGsjP3la7X9xX5x/IUWCV6cNP8fgR9tW0aDs3jlW5wJh2b/5wcxNm2vWrJHzzz/f0AA1E9/NbtjE6kYhEmAq4/LjGnz7cCYBQyazkonPXlDnpH7MWdja9PNMK2xjteqPVTogq3OmXbt2qXRvMKhMLmE6P/FrLmgA4BdZtksCAROwOjRHV2AdDkVz586dPfcMB8tjx46Va6+9VrDptFOSY9M6YsQI5b1g5m0f5AvXasMDOFD04c/r4TkWO9jUX3rppYbMoRxCKCxs0MIYri5ImbITyiAPMu36YvR7UDKFe1steGAxjEOQZCW1lYebneFAKjy8XKNzYbt7925lQe3EihrGQDBSSs5FirGEUZGr48DdKmctxm0mT7H5tQqbjLDaH3/8sXTo0MGLOGi5VqdMJXbI6kAW9a655hp55JFHInMgqUOmYnyswvgPGjRIfRurVKmSZ37h4T9s2DBD47ywRFPQ+T2aN2+eSsOBP6wF7NZTCJ+I3Miob2bAaLXx1fJAuWhEl2LNxS3jVfOrAUDU1+h2c61LpqK+RrfjpPM9ZXcvnd8Ou3v58bsumUIYfxiKwoM9uUBZhIN9RG5J3vNZGZ/aKfH84OG2TewXIW+lSpWy3c+iLtZkMMLftm1bnltlqiLXKmetXWpGvKsmTZokF110keF3P2prTbfyhfpWxsZh2m+kMjav15iF8Ue7cAoaOnRonufS6lwgE6MpHDhwQBkX4117xx13qLRsdmdvcILB2aWZ81IU3s1eZcvJ9fnVAAD7N5zxQpl/zjnnSKVKlSxx4T2O1HbYv82fP9+wbiY+exhokOekTmQ2ynX8OtOKGpPFixcLIvgZObYNGTJERfarXLlyrmHZRaEI0/mJX/NBAwC/yLJdEgiYgF95m2655RaBN3zMojr5QAmKMeRJOeOMM6R58+bKsyErK0vwgt2xY4fMmTNHhZKCwYBZwaEIvP/NcuPpRIl+wUIcigSdpVGjRupAIzG6glU4Ry/3xkbumWee8T1cbVAyFWOBzRkOzsyiJbhlhgMVbHwRXcLPEqRMYRx21ujIfQTLxqpVq6rn8KeffpL777/f0NIR7eH5xOGR3UZYJ8PPP/9cbZiMDv/c3gfvDxgYIbpBYtm5c6cghOHEiRMFCkdE2YABFJSOMSUbZG7jxo0qbCTCSJkp1KDExWGlWXoFt312Wh9Wqoj4YBbVxWk7sXo4rMCCuGLFivFLrTzYUemCCy5QRiV4jmLcwHbWrFmW7/agw2oHIVPJvK0OJMPqGRKETIGTlSIEv+N7DyVJq1atlIEOUinA+AZpI4yew6C9AoP6HiVu5LGegqcR1lRYU5QpU0a9l2PrKRwYvfbaa4qTmTFl0M8d5hKHYHj/Ys2go+h634bNACAImYr6Gj0mP0HIVNTX6GAVhEzF5iSob4eOd4hRG0HIFO6LtRE8+Y2+Y+XLl1fKJxi9Y78MZfjcuXPVd89on4x1BNZ/OMwMc/n0009VH7Hvwnr7xBNPlMaNGxueCSASoZGhLcYX1L4tHSztPNjxzb/55pvllFNOkQoVKqizFMjHhg0bVESERx991HDPFBUZ8cLcztg2SCcSL+Pw61orRQjk484775Thw4cL3j9Ym0NhgjRdSIVpVMIW8U4Ht2QlNZ4zGGP16NFDKW5jjgKxcwG80+BwsXDhQsPb54fnzin3/GoAkLh/gzwgSg/2YMkyhXU5zuJGjRqlzmDM9m/gnYnPXtDnpE7lNsz10nGmFWYeRn3DugAGWkh1Y1Twjse3r3Xr1soxDudMiKCLM3Gj8+d0nJ+kgzkNANJBnfckAR8IWB10erldly5d5K233lIesChWHiWp3ifIxY4f/Y+NG9788CCOFb8U6LB0HzNmjO+pHIKSqRgvqw1EqrKFQxNY5fpZgpQpjMPOa83NWM0sJN20kUpdKP6wKNNVYPSABWCxYsXiTeqSJyOlua5+27Wj+x2CDSrCzHbq1Cl+a7sc9nZ9NPo9SKOu2P2DkKnEsdopuMPqGRKETPnxDQzaUEnX+yNRZoy+R1aW/G6fPazT0F7Xrl3dXuqpvs4xoCNQIEHpZRYq22lnw2YAEIRM+bEeCXKNHpvbIGRK97sw1veg1ui4XxAy5cf7HG0arUecPtup1AtCptAvu+hpbvqOtS0MorxGpHNzz1Tq6mBrZsybSn/Ceo1VDvtU+wwjXTgFwGAwU4uVghtjzg9ee1Zzi/0I3hP4VnstWD++8cYbUrt2ba9Nhep63d9KGOeDuV3UrlBB8KkzNADQA7Z3795q71OtWjU9DYakFT/2JbGhJZ+9h2TInrsR9JmW5w6nqQG7yBJOu4XzExjo9OzZ0+klka1HA4DITh07TgK5CfilrEXqgHfffVd5o6FgkwHveVgO6yhXXHGFPPzww+ogKIji5yIEHhyJkQX8OlwEpyDy1wYlU7F51705Q7vYxCJigp8lSJmKjcMqdJ/TseLZRli79u3bO71EWz3dC9vLLrtMEAIxcSOuQ55gDYqDteQQUtpA2DT0/+3dz8sNXxwH8FmxtPMHIKUoZKuEUso/YCulbKSwUfgXZM0fwJaIEOX3zxQLbFDK0h+gb++pq+t+n+eZuc+998zc+7ymbDxz75x5nXPPnDnzmc+ZRR+yVN+xUtr11Zxr09IBq/nOps+UaFPDZWiqmzZrujad0yz+3lTu1RxzuetRU6q1tsfKckPJ3FPyIcg0+o/R81vqepTx1Wj2krYuw/vl5jXLPCXTSclsLinDNB7+DJ/LoUOH6u/MW5CTbGshAGC0Tc37GH1Q3yXa1Cz6wkH5S4zRc6xS/VSONQuvUk6l+6mVUvq37dOSJSd9+qZNm9p+pLP9Jv295s3kZAZIwHbp61dJtGncuw2Xt2npgJLnNqtjNT3cPnjwYJ3hLoFXa3mbRp+Tub5k1MsbzIu2Jdg9mQdv3rw58akdP368XiIv/ZZt5XHI6NzoInndvXt3atlr05dn3mD79u2LRFSfSxfzpPOOWHpOa169pjHPlGdQeRaV5TxKZ3rtwl0AQBfqjklgBgKvX7+ujhw5Uv38+XOq3z6aASBfnknVPFRdLl12mwKksz179mydWrpk9GxSe2VZgzwsnPY2GoW40hrIkxy71NtFJdtUPGYxkVkiA0DJNjXcbrI2XX4/q0kPn4f/mVhMSvwutmkPbJfKADDJzX76p3xn+qgub/CnPeG+3Bt3GUAnCODEiRMTpfGOVVJrZXIk6bZKbiXa1PD5rLTmZm7kk1oza0z2bSvVpgbnnbchs+5x3kxaKe3hUk5djRNKXo8+f/5cT0o+f/581U0lb2xdvny52r1796q/Y5IPTvrwZ/TYMgC0r42lxjjzPEYfnHmJNjXvY/SS/VSOVfra0f5X0G7PEm1quCTp2/OWaLIujbvl4f+VK1dmvoTZuOVabv9JAtkShJyHaXn7cZEf/g/sMg5K2toEF0+yJb1t5h1mvczdJGWcxmeb+ulkf0v2xbXQdpo8J+lzuh5HNp3bpH9PIEl+L7mvX+3W5T3Jastc4nNrNQNA5uHyAspyS9q0tU/GwMwpDLLttv3cvOzX1TzpvPgsVc7Sc1rzbDXpPFOWHs78Z+l5y67MBQB0Je+4BKYskKjypNTOG73jTrKvVJTlUlx9+/atXjM7xxtnHe8MnrM24pkzZ+r1Abu4YXv8+HF18uTJZdf1Wk3VLJV6NxekTMrnzcVxjJqOXyoleek2lZuzWF24cKGJoNXfS64lWapNjZ541j+6evVqHbnYJiBn8GA7gQPD68C3Ap3iTg8ePKj7gWn8LpZLG5qH2tevX69v9tvYDE4vv688rMzDtKzB2eWW32AmttLPTmNr6jtyM5tU63lgO07d9KFfL9Gmhusg60Omf3/x4sU/19ykDzt16lS9Hm4X17emdlK6TaU8+S2mfi5evFilr2yzZXI7v8MsV9GFY8nrUSbPsi5dHgiM01ft2LGjDgJLX1oyO8Jo/X38+LE6evRo9f79+zZV27hP0qqePn164kj8uKbNZcmkgWvGagkwyP+XvgaWbFPzPEZPAynRpuZ9jB6nkm2qi2tHY2cxxg4l2tRocXI/nrXb83Z7mzFVgijPnz9fv4nUZZ8+Bmu9a94+zrUoQRZtt/TFye5z7NixhU5fv5THnz9/qvv371d5O7btmGjwPX257ret50n3y3X80qVLdSBNgpAGW5fX8knPaZafTz+ToIi293Hpc/JiTPqcDRs2zLJonX93fndPnjypAwHGeWjbh3vczvFWKEDGIdeuXavnhd++fVvvGbMElWROb3jZwT6fx2rKlnHRjRs36t/chw8fxvqKvXv3VufOnauSxWT9+vVjfXbedu5qnnTenAblLT2nNa9Og3Jnnunp06f1taztmCrzTBlb7Nq1q5N5pq7MBQB0Je+4BBZEIFF9GfBkQJ1/uTkbDP5yikkntmXLlmrPnj3Vvn376nTj8zSpsSDV5DQWXOD379/1gOfWrVvVmzdvqmfPnv094wxs8sZ/0irv37+/2rhx44Jr/Ht6ST0Wk7wVmcHhp0+f/k4i5QZ1586d1ebNm2uf9FFJ99/FA8c+VUpuaF++fFk9fPiwevXqVfXly5f/TbzlraO0rTzwTqaYSdfr7tP5K8tsBPLALeOD27dv17/HtLHBQ5FM5qafyluA+S1m7NB1AM5sFJb/1vhkPbtHjx7VGTmG+6p8KpNoWZc1/VT+pd9aKxHrpetiUY5njL4oNek85lng169f9QPfO3fu1IFSw/fJ6dcTcHr48OEqDwTmdS33TMD++PGjvhfJ9T1zA+/evfsbIDmYD0hwdq7xGXuvW7dunqt14rLngeT379+re/fu1Uv7ff369R+z4et+xtkHDhyotm7d6ro/sfzif8Fa6HMmqcX4ZK4kffJoX5X7kdzjZs5yMHfpHncS7cX/7KAvz7VvqetfAm1yj7tt27b6Om++afHbhDMsL2CeqdlcAECzkT0IECBAgAABAgQIECBAgAABAgQIECBAgAABAgQIECBAgEDvBQQA9L6KFJAAAQIECBAgQIAAAQIECBAgQIAAAQIECBAgQIAAAQIECDQLCABoNrIHAQIECBAgQIAAAQIECBAgQIAAAQIECBAgQIAAAQIECBDovYAAgN5XkQISIECAAAECBAgQIECAAAECBAgQIECAAAECBAgQIECAAIFmAQEAzUb2IECAAAECBAgQIECAAAECBAgQIECAAAECBAgQIECAAAECvRcQAND7KlJAAgQIECBAgAABAgQIECBAgAABAgQIECBAgAABAgQIECDQLCAAoNnIHgQIECBAgAABAgQIECBAgAABAgQIECBAgAABAgQIECBAoPcCAgB6X0UKSIAAAQIECBAgQIAAAQIECBAgQIAAAQIECBAgQIAAAQIEmgUEADQb2YMAAQIECBAgQIAAAQIECBAgQIAAAQIECBAgQIAAAQIECPReQABA76tIAQkQIECAAAECBAgQIECAAAECBAgQIECAAAECBAgQIECAQLOAAIBmI3sQIECAAAECBAgQIECAAAECBAgQIECAAAECBAgQIECAAIHeCwgA6H0VKSABAgQIECBAgAABAgQIECBAgAABAgQIECBAgAABAgQIEGgWEADQbGQPAgQIECBAgAABAgQIECBAgAABAgQIECBAgAABAgQIECDQewEBAL2vIgUkQIAAAQIECBAgQIAAAQIECBAgQIAAAQIECBAgQIAAAQLNAgIAmo3sQYAAAQIECBAgQIAAAQIECBAgQIAAAQIECBAgQIAAAQIEei8gAKD3VaSABAgQIECAAAECBAgQIECAAAECBAgQIECAAAECBAgQIECgWUAAQLORPQgQIECAAAECBAgQIECAAAECBAgQIECAAAECBAgQIECAQO8FBAD0vooUkAABAgQIECBAgAABAgQIECBAgAABAgQIECBAgAABAgQINAsIAGg2sgcBAgQIECBAgAABAgQIECBAgAABAgQIECBAgAABAgQIEOi9gACA3leRAhIgQIAAAQIECBAgQIAAAQIECBAgQIAAAQIECBAgQIAAgWYBAQDNRvYgQIAAAQIECBAgQIAAAQIECBAgQIAAAQIECBAgQIAAAQK9FxAA0PsqUkACBAgQIECAAAECBAgQIECAAAECBAgQIECAAAECBAgQINAsIACg2cgeBAgQIECAAAECBAgQIECAAAECBAgQIECAAAECBAgQIECg9wICAHpfRQpIgAABAgQIECBAgAABAgQIECBAgAABAgQIECBAgAABAgSaBQQANBvZgwABAgQIECBAgAABAgQIECBAgAABAgQIECBAgAABAgQI9F7gPzsCnsnZl8uD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25" name="AutoShape 25" descr="data:image/png;base64,iVBORw0KGgoAAAANSUhEUgAACAAAAAHhCAYAAAD6J17EAAAAAXNSR0IArs4c6QAAIABJREFUeF7s3Qn8VdP+//FPuJEhQ8rYLWOlKxJFGaIQDagoQqUkqVQyD91MpYylkCEyNZEmlEIkhW7oj0jXnCHD70qGDP0f731/p9853+/Ze+199jnf7znn+1qPR4/rfr97r732c629z/dxPp+1VqUNGzZsMAoCCCCAAAIIIIAAAggggAACCCCAAAIIIIAAAggggAACCCCAAAIIFLRAJRIACrr/aDwCCCCAAAIIIIAAAggggAACCCCAAAIIIIAAAggggAACCCCAAAKeAAkADAQEEEAAAQQQQAABBBBAAAEEEEAAAQQQQAABBBBAAAEEEEAAAQSKQIAEgCLoRG4BAQQQQAABBBBAAAEEEEAAAQQQQAABBBBAAAEEEEAAAQQQQAABEgAYAwgggAACCCCAAAIIIIAAAggggAACCCCAAAIIIIAAAggggAACCBSBAAkARdCJ3AICCCCAAAIIIIAAAggggAACCCCAAAIIIIAAAggggAACCCCAAAIkADAGEEAAAQQQQAABBBBAAAEEEEAAAQQQQAABBBBAAAEEEEAAAQQQKAIBEgCKoBO5BQQQQAABBBBAAAEEEEAAAQQQQAABBBBAAAEEEEAAAQQQQAABBEgAYAwggAACCCCAAAIIIIAAAggggAACCCCAAAIIIIAAAggggAACCCBQBAIkABRBJ3ILCCCAAAIIIIAAAggggAACCCCAAAIIIIAAAggggAACCCCAAAIIkADAGEAAAQQQQAABBBBAAAEEEEAAAQQQQAABBBBAAAEEEEAAAQQQQKAIBEgAKIJO5BYQQAABBBBAAAEEEEAAAQQQQAABBBBAAAEEEEAAAQQQQAABBBAgAYAxgAACCCCAAAIIIIAAAggggAACCCCAAAIIIIAAAggggAACCCCAQBEIkABQBJ3ILSCAAAIIIIAAAggggAACCCCAAAIIIIAAAggggAACCCCAAAIIIEACAGMAAQQQQAABBBBAAAEEEEAAAQQQQAABBBBAAAEEEEAAAQQQQACBIhAgAaAIOpFbQAABBBBAAAEEEEAAAQQQQAABBBBAAAEEEEAAAQQQQAABBBBAgAQAxgACCCCAAAIIIIAAAggggAACCCCAAAIIIIAAAggggAACCCCAAAJFIEACQBF0IreAAAIIIIAAAggggAACCCCAAAIIIIAAAggggAACCCCAAAIIIIAACQCMAQQQQAABBBBAAAEEEEAAAQQQQAABBBBAAAEEEEAAAQQQQAABBIpAgASAIuhEbgEBBBBAAAEEEEAAAQQQQAABBBBAAAEEEEAAAQQQQAABBBBAAAESABgDCCCAAAIIIIAAAggggAACCCCAAAIIIIAAAggggAACCCCAAAIIFIEACQBF0IncAgIIIIAAAggggAACCCCAAAIIIIAAAggggAACCCCAAAIIIIAAAiQAMAYQQAABBBBAAAEEEEAAAQQQQAABBBBAAAEEEEAAAQQQQAABBBAoAgESAIqgE7kFBBBAAAEEEEAAAQQQQAABBBBAAAEEEEAAAQQQQAABBBBAAAEESABgDCCAAAIIIIAAAgggkCTwxx9/2IwZM2z8+PG2aNEi+/77773f7rDDDta0aVPr3bu3nXjiiVapUqW0bnHPpzMQyAeBzz77zG6//XZ74YUXbNmyZRub1LBhQzv22GNt8ODBVr169XxoKm1AAAEEEEAAAQQQQAABBBBAAAEEEEgSIAGA4YAAAggggAACCCCAQJLAhx9+aJ07d7alS5emdTn++OPt0UcftWrVqqX9fdzzK0pnfPzxxzZ69OiUALOCy0cffbT169fPateuXVEocnKfa9assfvvv9+mT59uixcv9q5Rp04dO+KII6xv377WoEED3yQWHTts2DC74oorfNv2yCOPWJcuXXLS9opa6YYNG+ztt9+2O++8015++WV7//33PQo9F6eddpr16NGDpIuKOji4bwQQQAABBBBAAAEEEEAAAQQiCJAAEAGLQxFAAAEEEEAAAQTM1q9fb8uXL/dmx+ufArmJAKN8atWqZfXr17dDDjnEmjdv7v3vVlttVTB0Crp16tTJ3nrrrbRtdiUAxD2/YKBiNFRj5swzz7RXXnklbS1KAnj44Ydtt912i3GVinvqDz/8YOedd55NmTIlLUK9evVs4sSJXhKAX7nuuuvsmmuu8f09CQDZH18K/iv56L333ktb+amnnmr33HOPbb/99tm/ODVmTUCfkatWrfI+HxcuXGiff/65rVy50j755JON19hmm23swAMP9N5xBx98sDVq1MgOOOAA+jZrvUBFCCCAAAIIIIAAAggggEDFFiABoGL3P3ePAAIIIIAAAgiEEtDM1BUrVnjBJwVmE8vihzlZgY5TTjnFLrzwQi/gsckmm4Q5rdyOiRvAj3t+3BvXFgRTp061G2+80UvUiFo0S1xJHLvuuqsXINbs4/3339/bAsFv24Oo19AKCkoACCqaud6uXbuoVXO8mZdYccIJJ9jatWt9PW699VYbOHCg7+9JACj7oXTbbbfZoEGDfC+sd+ncuXPt0EMPLfvGccVAgb/++sveffddu++++yJ/RiZX3KJFCzvnnHOsTZs2VrVqVdSLUEB/P40bNy5ldRbdpj53lQTStWtX77Nvs802y+ju161bZ3fddZe3ldGbb7658XMgsY1R9+7dY9WfUaM4CQEEEEAAAQQQQAABBMpcgASAMifngggggAACCCCAQGEJaLb2kCFDbMKECbEbfvbZZ9v1119vNWvWjF1XriqIG8CPe37c+9LWBW3btrUvv/wyblUp5zdp0sTat2/vLUWuQEWcZABXcFkXVgLD5ZdfntV7qCiVhUmw6NOnj91yyy22xRZbpGVx9RErAGR3NP3yyy9eQoaSrIIK7tl1j1ubkuOWLVvmfa5NmzYtbnUbz1cillbg6NChg22++eZZq5eKyl9g0qRJ3koffsW1ypDrDpQAdvjhh/sepiQDtUFjjIIAAggggAACCCCAAALFK0ACQPH2LXeGAAIIIIAAAgjEEtBM8smTJ3v7gCcvXRyrUjNvhptmpx122GFxq8rJ+XED+HHPj3tTruBC3Po1C7ljx45ecKp27doZVecKLqvSa6+91q6++uqM6q/oJ4VJANAWAZpxXqVKlbRcrj4iEJ3dUUYCQHY9y6I2zbTWShojR44MXG0jTlu0EoDqr1u3bpxqODePBFzvZxIA8qizaAoCCCCAAAIIIIAAAgUsQAJAAXceTUcAAQQQQAABBHIloGDUiBEj7J///GdOLpHPe1nHDeDHPT8uuCu4ELf+xPlaTviqq66y3r17+waR/a7lCi7rPNcS9dm6D1c9iS0VtLT3a6+9tjHQp0SIZs2a2bnnnpt3yymHGQOabT58+HCrXLlyWgJXH1X0BAC9I++99157/PHHbfHixRsN9VxoGfcLLrjAjjzyyNArZZAA4HoS8+v3X3zxhbdiw5QpU3LesHxPmss5QJFdwPV+JgGgyDqc20EAAQQQQAABBBBAoJwESAAoJ3guiwACCCCAAAII5KuAZjVq+XX9y1XRnvJaXSAfZzXGDeDHPT+uuSu4ELf+kuefddZZXrLIzjvvHLpqLXOuxIGgMn36dC+wXt7lu+++sy5duticOXPSNiVusCYX9/fcc8/ZcccdF1i1K8GCBIDgnnE9564VFtLVPmzYMG/FFb+yyy672MyZM61Ro0a5GDbUGVLg66+/NvWv3lFlVbQFy/jx461evXpldUmukyMB12d03M8UtgDIUcdRLQIIIIAAAggggAACBSZAAkCBdRjNRQABBBBAAAEEcimg2c7aF/yyyy7L5WW8uhcuXOjNoM634grsub6cj3t+XA9XcCFu/enOb926tY0ZM8Zq1aoVqvqVK1eaEgeWLFmS9vhTTjnF2wu9evXqoerL5UGFmACwZs0aL0Dptye5gokPP/yw7bPPPr50JAAEjyrXc55JAsAbb7zhba/ht+XK2WefbaNHj7aqVavmcshTd4DADz/84D1bZTHzv2QzTjrpJO+9uNNOO9FHBSzg+ox2/Y3hunUSAFxC/B4BBBBAAAEEEEAAgYohQAJAxehn7hIBBBBAAAEEEAglsGDBAuvatatvACq5Ei2BrkBt9+7dTUsUb7fddt5y13/99ZcpSLJ8+XJvxqKCkGvXri11fRIAqoXqk6gHuYILUesLe3zU4JTGx6hRo+zll182BVNVGjZsaEom6NWrl9WsWTPspXN6XCEmAAjks88+s9tvv91eeOEFW7ZsmWdUp04dU3CpZ8+eplU4ggoJAMHDKhcJABs2bPC2mdDWAvPmzdv4Hj700ENNz1ePHj3yIikmpw9cHlceNUFOz5j6TCuZaIWUKlWqeHeX+IxcsWKFPf3003b33Xfb999/H+rO9VwqQW+zzTYLdTwH5Z+A6zOaBID86zNahAACCCCAAAIIIIBAIQqQAFCIvUabEUAAAQQQQACBHAh888033n7mM2bMcNau5cW1XLUCtgr6B5VPP/3Um7WqmYvJiQAkAJRPAkBQcEH7kP/444/23nvv2fz5871ZrongvHNQmFkxBqcKNQEgTH8FHUMCQLBgLhIA4vYZ5+dWQDOrtR2I3woNiavvsMMOdvPNN9sZZ5xhm2++ubNRWrFD26joHFfRKitTp061gw8+2HUov89TARIA8rRjaBYCCCCAAAIIIIAAAkUmQAJAkXUot4MAAggggAACCGQioJmn9913nzfz2lWUJDB8+HBTkCNsUf2vvvqqDRgwwF5//XVv9vHkyZOtbt26Yasos+NcgT3X7Ly458e90WwGF5QQ8MQTT9j1118fKhFAe5RPnDjRjjzyyLi3kTfnkwCQviseeeQRLxhaUYvrOc9kC4CKalkI963EqH79+tmECRMCm6vVcO666y477LDDIt2WVhd46KGHbODAgWlXzEmu7Oqrr7YhQ4bYpptuGukaHJwfAtn8jE53R2wBkB/9TCsQQAABBBBAAAEEEChvARIAyrsHuD4CCCCAAAIIIJAHAl9++aVpf2ktOx1Uoi7zXrKur776yq688krbcsstvRmPiSWR84BgYxNcgb2KlACQQFG/XXLJJd6+8a5SbPuUkwCQvsdJAHjfOnXqZG+99VZaIBIAXG+Kwvq9VkTRljfptrNJ3Ilm5yuIf9RRR2V0c2G3GGjSpIk9/vjjtscee2R0HU4qXwESAMrXn6sjgAACCCCAAAIIIFBRBEgAqCg9zX0igAACCCCAAAIBAk8++aR16NAh0Kg8lx5WYGTVqlWmbQP0T//95ptvpgRjtE+29lnWzMtmzZrZQQcdlFGCAQkA6YfBunXrvCSAsWPHBo6TbbbZxqZNm2YtWrQo02du/fr13piYM2eOLV682N55552NS3WrTQceeKDttddedvjhh1vLli2tZs2atskmmzjbmA8JANozfMGCBd7MYgUitV+4xrvuQ3uM165d23kfUQ+IugWA2qhnZ+bMmfb88897K30k9jVXWxs3buwFUPV8hlkWPWp7y/p413siHxMA1EefffaZl+gV9B7VeGratKn3T6u1VK5cucx4tRXNU0895Y2jRYsWpR1DCoCXZfLYb7/95r37Ro0aFehw++23W//+/Z3b4gRVomSrnj172uzZswOvVagJOPos/+CDD2zu3LneO03bKSxbtmzjvWpboTp16ljz5s29f/vss0+o93ScAVrW79diSABI9KM+j/Scfvzxx97nbqKU/MzV564+fzfbbLM4XVWQ58pG22Dpmdbnhsa3Pge7detmRxxxROD41upZX3/9tb344ove3zYrVqxIcVZde++9t7cliJ6XQw45xLbaaquCdKLRCCCAAAIIIIAAAtkXIAEg+6bUiAACCCCAAAIIFJSAArt9+/a1Bx98MLDdZb3ssL74VHBAs87vv/9+577LJRuvLQq0nLICcdWrVw/dJ67AXkVcASCBFzY4JXdtE+EXOFTwYMaMGTZ+/PiUIJ/6TEHH3r1724knnhgqkKbxq7GrL9jVd2GLvii/7LLLrF27dilBiaVLl3pL20epy++aClRq/CqIVbKsXr3ahg4d6n2pn9hTXPev8aWfJ85REF3Pnl/ihYIId955Z8qX/np2XnrpJe+cJUuWpCRCKBCv+zvrrLMCgzFhEwB0LQXwtE2EEj9cRe433nijHXPMMaEDe+pjJT9oO4rkIFMm40Xtffrpp+3uu+9OGXtqtxIVlAh1/vnnlwqiKCAt60RSg+s+s/17BYq0aoraGLVoK49Zs2Z5z8jLL78c6XQlfmlrmO7du5u2+IhSwo5x1blmzRq75ZZbvDEbNMtex2YyhqK0u+Sxrs8EHa9kHG0PENUoXbv0eackgKCSLsFEQcKbbrrJtAR8sqGChBo/l19+ue25556RKIKeFwXr1Q4lIbkCu3qGp06d6vXx8uXLQ7dB7b700ks93yiJQ2HHXibv19CN9zmwkBMAtBWG2q/3cZR+FIWSifRu1edP1apVIzEqoezmm29O+TxTBRqDxx57rA0ePDj033l616iu5557LiX5RO86fWarLr1j/IoSgu6991574IEHUs7Xyh/a5korZVWqVMn0d46sBg0alPZzo169ejZlyhSrX79+qUvpuXv77be951mrfYQtSrzo2rWrl7CkJEcKAggggAACCCCAQMUWIAGgYvc/d48AAggggAACCHgzpU899VR77733fDWCvqjMBaFmTF177bVewMAVDHJdX8EPzcxUYFVfyrqKK9hTkRMAZKeZmx07dgzsFwXxH3vsMdMX6unKhx9+aJ07dzYF29MVl3HiHM2Gu/DCC702ZVL0Zbm+XG/duvXG04cNG2ZXXHFFJtWlPcdvpm5QEChxjmb+ad9xBQn8SjqrH374wQvw+80i1j7lkyZN8mYi+pUwCQAaB/fdd59dc801kQLjcr/qqqu8vgsT1HM9k1Fm2ysYrgSVe+65J+2tp7P59ddf7aKLLnKufpG1QeNTUZ8+fbwA6hZbbBHqUgoivfrqq15QSgG0OEXPshI3TjvtNGewN3GdMGNcbdSKEfL1204hXbs1hpQYo750BZ/j3LfOVbKSgnpBRQklGofZKB999JGdfvrpXrDTr2i2r3x33XVX75AwYzSTJD4F0hWwVXJBpu9qrcyiIH6m72ld95xzzrEbbrjBW+UnTAkz9jJ9v4a5ftAxhZgAoFUStFKU3ttxk+P0jtV7TElgYf4mk6Xr80grmmjlpzBFCTJakcCv6G9PPSt+JejzKPFZ9Le//c1uu+02r91Bf8Oma7cSDMaNG+dtl5Xp37/ankZ1RE20COPHMQgggAACCCCAAAKFI0ACQOH0FS1FAAEEEEAAAQRyIuD6MloXTTfLOCeNMfOWBdYMpsSs6GxcJ8rezK5goys4Hff8uPfr6k9X+13XD7tihII9mpmXrmTDSAkrmpUcFCRz3Yt+r6CmZsYmiivQEKbO5GNK1p/4nStAdfLJJ4faciFdf7q2LchGAoBmgGo5ed1fpkWrRCjw6wrgusZLrhMAXEkDmd5/1POi3KdmnyoorWSWTINI6dqn+vQvzDLTrjGuIPfEiRO9JJdMVlZQEoCCbAoOhw0kRjX/888/vWCgEoP8ilbrULJagwYNolaf9vgw4033rnds8ooQstBsY7/SqlUrb0WSHXfcMXQ7NUv6uOOO8z1eiUZjxowxtadkUXKHVgVRm7Lxea4Ar1ZHCEpcKov3a2g8nwNz/RntCnCHef8nN12f+XrPx3nXl6TQeFF9Wu3H9f7Xua7P5XxKAFByw/Tp0717c717S7Zb722dr9WJ4pRGjRp571ZtD0BBAAEEEEAAAQQQqLgCJABU3L7nzhFAAAEEEEAAAQsT3BBTNmc3BrH/5z//8ZY+VjAl2+Xoo4/2gh+77bZbYNWuYKMrgB73/Lj3nevggtrnuoaOufXWW73ZuelKXCPN3FQwVF+yxy3Js/30PGg2ezYDHX6zCYMMNU4VxNfMbVcprwQALXX+5ZdfupoX+HsFgTRLUatBBBXXeIkSGHcFV9MFx3766Sdvm5SHHnoo1v3GPTnsfSqIFGb2aabtCZu44Rrjm2yySaggWVA7ldylzwvtgZ2L4lpNQ9dMrISx7bbbZq0JWqFCAcSgogCfZvomigK/J5xwgm/QUc/bM888E3qmtAL4mnUfNBs66D2fi2Q+rcQgm5122inQxjX24rxf43ay6/PT9TeG6/rZTABQ8F8z0e+44w7XZSP/XuNRf1sqEciVwFNICQBnnHGGnX322aGSXpITAPS8aUWiMIkDLuyoSR6u+vg9AggggAACCCCAQGEKkABQmP1GqxFAAAEEEEAAgawIhAm4p5tpmJWLp6nEFeiLe10tV679ioOKqw2uL+fjnh/3HnMdXFD7tDetgl4rV670bW7QcuVxjPQlufpR+5Jno5QM0LsCDVGvmckKAFpmXSsbhJk1W14JAFEd/I4Pk5jjGi9hA+NqQyYJAK5zsmXhqifsfSowrOfDNfvUdT2/34dN3Ah6F2nmurafyUYbtYqEAtVhtpOIes+u7UpUn1YQ0Xtj0003jVq97/EvvfSSaU/xoFIy+P7tt996W388++yzvqdpdrESs1wBV1Xgqk9JQE899ZQ1bty41PWytUJLuhvRChRDhw4NnDkeNPbivl/jdnKuP6OzlQCghDiNMe0nn6uiBB55uJbvd30u58sKAPo803YJSn4JU5Lb/cUXX3jP7wsvvBDm1MBjSACITUgFCCCAAAIIIIBAUQiQAFAU3chNIIAAAggggAACmQkowKjZSosWLfKtwLWfe2ZXTn+WX7BFAacWLVrYqaeeakceeaTVqFHDKleu7FWyfv160xen2tN85MiRgUtJh5mp6Qo2kgBgFmZWbOvWrb0VF7bffvtSnR3HWNdWEoeWlk5XNFYUKNUsOgUXtLywvpDXecuXL/dmC2uWXWLJ8ZIJAK5ltKOO95KzdBPnu4JAYa9T6AkAuk9XYo5rvIQNjOtarmB+usCJ3jFaklljozxLmPtUUo6CSK6tMTRD9YILLrD999/fqlSpYkqs0TMxZ84cu/322+31118PvNUwiRvZGuMu81wGuxYvXuwtgR+UqJCLFXLCJFkNGTLE9C8RzA8zYz/MZ2DC+7XXXjNtReK30scpp5ziLclf8h3vesZUv5bx1/jr0KGD7bzzzqbVIHSe3tHaUmDChAm+3R5m1YdsjT3X571rbKb7vattca+ZrQQA1dOlS5fARLTE5622bdp33329v8v0efvVV1/ZE0884fWl3t9BRe+i0aNHB+5XXygJAFHHQ3ICwJNPPuk9D37lkEMO8Z73ww8/3BKrjeiZkbWSfvR3zcsvv+ydnst3YtR75HgEEEAAAQQQQACB8hMgAaD87LkyAggggAACCCBQ7gIrVqwwzYbTl+5+Je6X0VFusmRgWV/0a39oBbQU9A8qCn7Mnz/fW3rVL2ChYNfkyZOtbt26vlW5go0uj7jnR/FKd2yugwu65q+//urt3T527Fjf5rZs2dIee+wxq169eqlj4hi5AmNhlif/8ccfvQQCLWuswIKSFRJl6dKlXtDDFbQI009NmjTxkiC0R3jJ4uqnMPXrmHR7cGt5a92DgrnpSpjggCvgklyvgkAKAGnWeb169bykCz3LMlaChWslA79AYuIarvESJjCeqMsVnPSzmTlzpnXr1i2jverD9qXrONd9asauZkar7/yK+krPrRK/FHRNV9asWeM93xq7QcWVuBF1jOvdPXjwYG8MaTa9tvrQtgua3e9aKUDbgbRr185FGPn3M2bMMC07H1T8knwiXyzpBNeY16HpxoNrGwDN2tdY1h7hruJKhvJbTUCfw3qm/fpMCRV33nln2vei2hRmH3RtS6BgqN+qC1HHnp9Fuvery831+2y1zXUdv9+Hef9r6X9te/Lggw/6XkZ/nz3wwAOmZCC/FSWUkKR65s6dG/hO0meFkjz9iuvzKF9WAIjSJ/q7QAmJDRo0cG7Hpb8lxo8f770b/YoSL959911v1Qb9jabEpKpVq0ZpEscigAACCCCAAAIIFJkACQBF1qHcDgIIIIAAAgggEEXANVNMdbmCTlGu5zo2sQeqvtzXl8aa6R3lC8zffvvNW6521KhRvpfS0qxaRcCvuAIvJAD8V871hXxQkCGOcdDS2MlfqLvGWtjfu4LprvHgd50oQSAFbbWlgpJhdt11V/v9999NyTsKmshZAcrkAIyrzWECQK7+TdyXgkBaeUMzF9MFlMPsA+7am9w1XqK8ozJNACjZj9lsU6LuuHV+9NFH3n7aQbP/R4wYYYMGDXIuV69ZpT179rTZs2f7PiquxI2wYzxoDIXdF7vkSh5hn2/XcWHuIUrw0XW9xO9dz7DfZ7Nr2X6dF2bFAtf2QH6JBK7P4DCz99VGBaC1VcG9996blsy1MlGYfktUHPX9GrYPs/Huj3utdOeHef+7Vn8Iuw2Irq/tIPReeuutt3xvp3///qZ3k982Hq7PoyjPoOvvXte7xPWeLnmTbdq0sWuuucYaNmzofUbq3Tpr1iwvSU5/52611Vb2888/24UXXuithpOu5GKbkVyMLepEAAEEEEAAAQQQyC8BEgDyqz9oDQIIIIAAAgggUKYCri9C1ZgowbUybbzPxbR0sGYj+5VHHnnEmx3tV1xf7roCvnHPj2voCny42h/2+sOGDTPtxexXcpUAEHR/xZgA4Aqwp/N3BQ/DBIBcARddV23TDO2gvcoVwFVQQ6sDBJWS+5knH+t6pqK8o4o5AUDLsSto71c0Q14BVddqKonzXUtSu2aTu95FiTF01113WatWrXxnEWvFDiW/BC0LH2UMhH3H6bgw9xAl+Bj22q5n2O+zOcw2AFrJQjPwFXj0K66VVvy2EnjnnXe8rXoU9E1XXDP3k8957rnnvO0X/EpQMl+YfkuMv6AEprD9FeW4sG2LUmeUY13v/zAriUR53jQY7wViAAAgAElEQVQmtZqEVhXxK66EDtfnUZRn0PV3bzYTALR1jP5OUsJEUHE97yQARBnhHIsAAggggAACCCCQECABgLGAAAIIIIAAAghUYIFJkyZZ586dAwWifNGbD5SuoAEJAMd7Qa1q1arF6i5XECNXCQBBKwDohhQo0JfuWoY+G8X1xXymCRUuP7VdQQPN1tXsSb8lltPdo6vNrgBQwlGzFv1KlLZ9/vnn3pLzif2J09WpFQ60pPgWW2xR6tckAPyXJOhdHGbJ7jAzv5PxV69e7SVLvfjii77jIKhO1xiPMobuuece6927t287crFUe5jnQMdECT6GfSe5nuGg8eDaBiDM8+9KJvFL2Anqc9dKHyVttHWI3huLFi1KyxaUNOQae3Her2H70O+4MG2Le42g8139ry2UtB3HvHnzfKvRkv7HHnts6Ga6EkpUUVCdhZgAoM80rWoQlGiTAHStAKA+e/zxxwO3AAjdGRyIAAIIIIAAAgggUGEESACoMF3NjSKAAAIIIIAAAqUFwnwRXWgJAK7ZXSQAZCcBwLXSQq4SAJYuXWpt27Y1BSn8ivYR11YQ1atXj/3YuwJxuUwAyDSZwdVmVwBIaK6AS5S2aUapZv5q1Qi/EuRIAsB/1YLexa5gqWu2frp+Wb9+vZdMo9m7fiVoZqrr80XP6A033BAqWWfx4sXebHC/feUzfQ5dLwjXc6Dz8y0BIMw2AEGfg65VMvzGkmu8NGrUyCZOnGh77723i937ves9FmfsJd5x2UwWC3VTIVeVCFtXJse53v+uz1jXbP10bXJtKaFzgpKJXM9hlGfQ9TdiNlYAaN26tbfyzc477xyqi1zPjipRv2m1ihYtWqTdbifUhTgIAQQQQAABBBBAoEIJkABQobqbm0UAAQQQQAABBFIFinEFANeXuyQAZCcBwPWFfK4SAMLMTtQo1/L0PXr0MM0M1n9HmUGf/JS4glCZBh5dwdGTTjrJNOt5p512ivzacrXZFQBKBMeCVgBwPUclG+161wQFB0kA+K9mUAKA673XsmVLe+yxxyInxcSZee8a465AW/IYco2BTJ9D18Pl2upE50cJPrqul/i96xkOGg9htgEI2nPdZe23/L8ryBu1j1yzooOeB9fYi/N+DduHfse52ha3ftf5rve/q33aZuSOO+6wLbfc0nWpjb8PkwQWlNDh+nsjyjPoele63kuu5yPM1jjp4FyrbiTOadOmjWl1gebNm1uVKlVC9wEHIoAAAggggAACCFQ8ARIAKl6fc8cIIIAAAggggMBGAdcXoUFBhrJk/OOPP0zLiC9btsw0O+3NN9807Qut//WbEerXPlfg0vXlriuIEff8uK6uL+9d7Q97fdcX8vpyWm3ZddddS1UZxyjMfsIlLxjnC3NXIC5TT1c/uYIQQf3karMrAKS6Xf3reo5Kts/1rtl///1t8uTJVrdu3cjjJcoqJa7ZzWFs1EDXGI7SpsQNx6nTNZ4yCdqpXTNmzDAFS/1K0Ph3tSnKGHfZZPocut53rnvQ+VGCj67rJX4fZvsFV0LICSec4Pv5GDSL29Xnfkvvu1ahCHvvYY/TLOuHH37Ytt9++1KnuPotytgL256wx7naFraeTI9zveNc7/4hQ4aY/kVNqtNKIoMGDfJtdtB4drUpyjPo+ixyjY1cvYs++ugjb7ufJUuWhOrabCU5hroYByGAAAIIIIAAAggUpAAJAAXZbTQaAQQQQAABBBDIjoDri1BdxW+2X3Za4F+LAr0KKOgLfs2M0n9no7gCl3G/3I17ftx7dAUXshEocwVRdQ9xlnR3tfHjjz+2M8880zR+o5Q6depYv379rFu3bqH25VXdrmC6q61+7XP1kysIEXTfrja7AkCq2xVwcT1HJdvnei50vF8Qx3VulGC7a+yGsVFbs9mmhFWcOl3BtYEDB9rw4cOtcuXKUR4Z7xk7/PDDfc8JSvTJ5hh32WT6HLowXPeg86dPn27t2rVzVRXp9677VWVB74gw2wCka7drKfKgrSTCtDkSguPgsko+yWabVZdrTMUdy65nNugd5+p/td8vAcTl5LpvrdYzZswY22abbUpV5fo8KoYEAP3NO2rUKBswYICLstTvlThw6aWXWoMGDSInZkS+GCcggAACCCCAAAIIFIwACQAF01U0FAEEEEAAAQQQyL7A22+/7QX4V65c6Vt5pktHx2nt999/byNGjLCxY8dGnuHvuq4rcOkKYri+nI97vqv9rt+7vmR3td9Vv37vCjDrmKCgbDaMXnrpJevVq5cXiI1alAhw/fXXW/v27Z176bruNVNPVz+RAPB/veoaLyQAuBM2Mh1PcYKJ2RzjrjGQ6XPoenc899xzdtxxxwUe9tBDD9nZZ5/tqirS7xcvXuxdN2iFm6A908NsA5BuyXXXygNBCYFh2hwJwXEwCQDpgeI8s64EKV3R9TeUX7e53gdB/VkREgDktm7dOrvyyiu9LRYyKeecc47dcMMNtvPOO2dyOucggAACCCCAAAIIFJkACQBF1qHcDgIIIIAAAgggEEXgww8/tM6dO3vL6vuVffbZx6ZOnerNLCqLopn+F1xwgc2ePTsnl3N9eR030BT3/Lg3HedL9rDXDpM4ErRMcLaM/vWvf5n2so66EoDuU7MMr7rqKrvwwgtt88039711EgDS07ieo5Jnufpcx7MCwPvWqVMne+utt9Kix1kimwSAsG+31OPCBLUztQ1q0aRJk7zP5qDiWnlA78WgbQDSrd7gSngImv3tCjxn1gP+ZxXrFgBxk1lc/RC0AgAJAMEra2g0uj7L4vaf+uCWW27xkmCjbnGl9jVr1szuueceq1+/frYfOepDAAEEEEAAAQQQKDABEgAKrMNoLgIIIIAAAgggkE2BH374wbTsqivY7go0ZKtNX3/9tTdzXNfLVXEFLuN+uRv3/Lj3XRYJANqSQXuKB5WJEyd6wcx0JZtGmjE3btw4b0a/Vo6IWvQlu/Yl3nTTTdOeSgJAelHXc1TyLFef63gSAAovAaBRo0amZ33vvfcuNVBc76IogXPX+IkbdPN7b7iuq/P0LtSM3S233DLq6yft8WFm74dJzHNtA6AkqGnTplmLFi28dvz55582dOhQb/uPdCVo+X8d7wo8ZwUnqZKrr77a24s+3bs7m2Mv2+12tS3uWHb1Q74mAAQldFSUFQASY03vgGXLlnnje9asWZGHYJMmTbzts/SeoCCAAAIIIIAAAghUXAESACpu33PnCCCAAAIIIICAhdnvVUzplgrONl+c/U+jtMUVuHQFfFxfzsc9P8q9pDs218GFH3/80fr162cTJkzwbaorOJULIwXqH3zwQRs9erRpFYmwpVatWt4KFwcffHDaU0gASC/peo5KnuXq86Ax4zqXLQDcWwAMHDjQhg8fbpUrVw77aHjHuYKJZbUMu2sMuN7LkW466eAwSXJNmza1xx57zPQuyUb5z3/+4yUV6L3kV1q1auUF+HbccUffY8IkEiiwqiXHK1WqZK6EgaA92tWIMCvDZMNHdZx22mneDGk/c9fnYJTkk2y1OVGPq21xx7LrmY2bABC0CkSQleu+46xw4pc8lq49Lh/X2CjLd9Fff/1lixYtMpkrWSdKueiii7ztAIJWOIpSH8cigAACCCCAAAIIFJ4ACQCF12e0GAEEEEAAAQQQyKqAlgrt3bt3YJ3plgrOaiPM7Msvv/T2UZ43b15g1aeeeqqdeeaZdtBBB1mNGjVKBbRcX+66Apdxv9yNe35cV9eX7HGDC3PnzjXtAx20NG3QPtG6v1waafncl19+2UsG0My5MEvoBs0kJQEg/Yh0PUclz3I9l0FBKdd4iTID27XEdVA7ku/J1aYoSQmJeuPU6XqPZ9IetWvGjBl20kkn+b6Wgp5117vIFWiL4h33veZ3g2GT5PRePPbYY+O+vr3zX3vtNTv55JO9z0S/EjYpz1VXciKB69i7777bW6HHr7jGb676KF17sjn2stKpSZW42hbXKc67VqtA6PNw2LBhvrcd5blNruS2227zVtvxK0FJSq4VABYsWGBHHnlkqK5y+bjurzzGuZJ5lNg4efJk02fv8uXLnfdar149mzJlClsBOKU4AAEEEEAAAQQQKF4BEgCKt2+5MwQQQAABBBBAIJTA0qVLrW3btoHBBlUUNeAX6uJJB7n2HtZMvzFjxnh7Gm+yySa+1bu+3HXdR9wvd+OeH9Wt5PG5DC6E3aLBNUOwLIz0hflHH31kCjo89NBDgYkAQQkuJACkH5Gu56jkWVoxomvXrr7Du2XLlt4s6urVq5c6JpvjpVgTAFx7xmcaVHQlFgQF7VzvIlegLXkgZHMMRH3HugxUX//+/b0Z6XFn2/7xxx/est833nhjYDPDbsujFQx69OjhO3tYy/o/9dRT1rhxY+9d6Regda3qosauXr3aunTpYi+++GLatgc941H7xHV8Nsee61pRf+9qW6bPaqIdrr+BXElOCv5fccUVvreVSTJRmMSCoL8bXAkAUT6PXD6u91J5vovUKfoMU3LjyJEj7fXXXw8cfq6knahjl+MRQAABBBBAAAEECkuABIDC6i9aiwACCCCAAAIIZF3AFSBIXPDoo4/2lhzebbfdst4GVegKstxyyy2mYJOWKg4qri93XV8Ux/1yN+75cXFzFVxYt26dXXLJJTZ27NjAJoaZdVaWRlpCV4HlPn36+CYBBAW3SABI390aB1o5xPU86uzffvvNGzujRo3yHTtBs/hd4yXKCiUff/yxt4KI3hPpiis4ljjH1aZMgmRx6ly8eLEdd9xxGY1xv04JM/s9KMDkehe5Am3J7XLZxA2aBr3Uwixt79pKJOx7XeNSQfSgbUwUSFdCjYL3rqJEKAX2tRy4X1Hg9ZxzzgncdsC1/L/qdm1dsP/++3szmOvWretqduzfZ3PsxW5MiQpcbYs7ll1/A7neca5koijv28Stu8aGjgtaRcOVABA20B1mqynXe6k830XJQ+mLL76wCy64wJQM5FfCrhSS7TFOfQgggAACCCCAAAL5IUACQH70A61AAAEEEEAAAQTKVeD+++/3vvx3Fc0KGzp0qG222WauQyP/3vUFb9g9Xl1ffpMAcLwpAFGtWrXQffT99997ywK7gv+qMGg5/cQFy/oLdM2q1T7XmqHrV/zGlysBwBVM8bueKwjkCkIEdV422ux6HhXw1MoKRx11lHMcvfPOO6atO9577z3fYzXjWcGKdMU1XhQInTlzpjVq1CiwLWGSWML2p6tNmQTxXHUGJRUoYHzGGWd4+0X7Fde7r+R5WkHj9NNPtyVLlqStcptttrFnnnnGmjVrlvb32RzjLptMvJ0D938P0Ljp27evt61IUNEWNqNHj7aqVauGrTrluLArrIRNhktU7lraX9s49OvXz/sbYOXKlWnbHibAGmaW9xNPPGHt27fPyCfKSdkce1GuG+ZYV9vijmXX30Cud5xrVSjXc5/OwDUGXW1yfR4FrUSS3B5tFaCVaIISbFyfveX5Lippu2zZMuvUqZPvc5tJIlqYMcwxCCCAAAIIIIAAAoUhQAJAYfQTrUQAAQQQQAABBHIq4Ar0JF9cgTotE5zJUsfa0/iOO+7w9jhWMOXvf//7xqpdX/CGTQB46aWXAoOSriBY3C93454ft6OzGVzQzO158+Z5SR+upWbVbteX+Il7Kw8j1xL0mSYAhA0+l+xXVz+5ghBB46QsEgB0/TBJAGGXNA+a/blmzRovuK2x6Ff0XtIqA5tuumnaQ8IE/7M5hps2beqtPCGjsMX1XAQFc1xbG6gNUQPUrsSw5P3j091jNse4yyZu0NTVR08++aR16NDBdZi3dLr+bbXVVs5jkw/QGNcsfa2yE1TCvmOT63Ct8qMVULTCz7hx49JeOszy/4kTXX3erVs3u/POOyP7RMI085LctNKHX4nzfo3alqjv/rhjOW4CwLfffmta8eHZZ5/1vdUoyaBKDNHfEPobz6+4AtWuz+8wz0WY4L/a5xob5f0uKvneCPpsdLnGHcucjwACCCCAAAIIIJDfAiQA5Hf/0DoEEEAAAQQQQKBMBMIsi5rcEAWS9IVu7dq1Q7VPgX8Fk7QUsWaTq5QMuLoSAMLseawvZrXfsd/y3rouCQD+KwBoyW8FizRTe/78+TZlyhSTaZiiWYGaJaoZw65l4eN8gf7GG294y/kPGDDAC8iFSUTR+NZ41b90JWhpalcwXfVFnZGrc3IZoHK1OUywxPU8Jhzr1Kljt99+uyloVbLfw2y/oHpcS0qvXbvWW+o4KDgalIwQZQWLMDZqs2sM65ios51ddbqCOa6AfZRnVO+A7t27+87+DzPusznGXTZxg6aud9w333xj5557rs2YMcN1qPcOVEJKmM9HvZs041rvs6DPrcRF9az179/f+Y5NbmSYbQCCbirM8v+J8139FGUMOqEDDsjm2IvTjnTnutoWdyzHTQAIE7APk/yVuPcwgXfXu/K5557ztjgJKvq7QKv8lEy+0fifM2eO94yF+XumPBIAlGypVYqUCBTlb+sVK1bYaaedZsuXL09LM2TIENM/199k2R7j1IcAAggggAACCCCQHwIkAORHP9AKBBBAAAEEEECg3AW++uorbwng2bNnh2rLDjvs4M0S09Le++23n2233XYbv2TUbFTVpyC/Zk4qmKwgXnIpGdB37TurZYrvuece03VLFn3Bq6WvFSR86623Attf0RMAQnVuBgf5ffmeripXkCgoAJI8E1DHXXrppd6KD5tssolvqxXMVFDOb2wEzWT++eef7cILL7T77rvPt34FQ66//no75ZRTvOCDxr+Cek8//bS3t/bee+9d6lxXEMgVhAjqorJMAFA7FNRTcPr888/3gp4KNqxevdpbDl3bRpR89ku23bVthCuBI1GfkhE0Hk4++WTbfvvtvX54/vnnQ69goXrCJgCEWZVAdSkgdcwxx3jbpmgfbL2n9F7UKiolt+FwPReuBIAwK7lorD7wwAPejG+/oJCWx9a7NOizoEmTJvb444/bHnvs4TsUsznGXTZxg6ZhXnn6zNJnnms8J54JvQ+6dOnijSn1dWLrHK2KoWdUWyvce++9NmvWrDCX994v+gysXr16qOOTD3ItwR5UYZjl/xPnK5CplThGjRoV+L4cOXKkl8AV9N5OrkDJaboHeb366qs2fvx4360ndF42x15kbMcJrrbFHctxEwDU/DDjRe8AfS7+4x//8L1jfQ7qXeK3jYhO1LhW8pLe2X7FFehOnKfk1MGDB1u9evW81WD0LhszZoz33IR5blWP67M3F++i5M8T/Y2rLQ30vg961vUeGT58uLftkl9x/b2b7bFNfQgggAACCCCAAAL5JUACQH71B61BAAEEEEAAAQTKVSDMTK1sNbDkF5OufWd13TZt2tjFF19shx56qFWuXNkUFNAXwwoKaD/yMF/wur4Qjfvlbtzz4/q6ggtx6093fpTgv86PY5RuZvoRRxzhzc5VUHPnnXf2Am2afa4gm4JrN910U+DMv6AAdJh9rYNM/cabq59cQYiga5Z1AkCcMaVAzcSJE61BgwaB1YSZARqnHYlzwyYAhFmVwK89fttGuJ4LVwJA2JVcEgkb2gt733339d6lel6UtKWZuAqYuWbKhpmJns0x7rKJGzQNM3aUUKLgtpawL+uiYKuC3npeMimubQD86oyy/H+iDq3SooS9oH3WE5/nem/r3pITJDQWlSyj8ag9zrUUvZJREqsH6VzX53g2x14m3kHnuNoWdyxnIwEgMSNdq9sEFQWr9TdZ586dbffdd/c+exWYVt/rPrXlU3K/laxL7yKt7HLSSScFXifO+zZq/7k+e3PxLkpXZyLJVkv8K8l266239m5F76GVK1d6Kw8pIdKv6F2hVZzq168flYDjEUAAAQQQQAABBIpEgASAIulIbgMBBBBAAAEEEMiGgAJImtXZu3fvUMH0ONcsuQKA9uju27evPfjgg3GqdZ7rChzE/XI37vnOG3Ac4AouxK2/5PmZ7Hkdxyjs0vRh71MzoqdOnWoHH3yw7yla9tsVoPA7WUuBX3755aV+7eonVxAi6P4KKQFA/XnZZZdtnB3td1/aRkSzO+fNmxe2a32PU8BRs03T7XEdNgFAlWtLE83kz6SU3AJFdbieC1cCgOr4+uuvvZmjer/mqqgftLpD1apVAy+RzTHusokbNA1rVRa+JdsSZbl1v/vIdBuAKMv/J66tALCCk3quc1Vcn+PZHHvZvgdX2+KO5WwkAOiew2wDEtdGfz9oyfvE6hhB9bm2OInSlvbt23vL5iuQXrK4Pntz8S5y1Rnl3hLHXnTRRXbDDTeE2iYpk/o5BwEEEEAAAQQQQCD/BUgAyP8+ooUIIIAAAggggECZCujLe82m1xKkYWbUZ9q4dAGwuXPnejMH4163YcOG3uxBBQ1LFlfgwPVFrOvL+bjnZ+qZOM8VXIhbf+J8LbeuZe/1RXrYZZwT58YxSt4CIBv3oiV09UV5UADi448/tjPPPDPUHt0l2+QXTHD1kysIEXTvuU4AuOuuu7xEnaBlncP0jZIqtDTzTjvtFOZw57LeYSrRuB03bpxptZNrrrmm1ClREgDCznRO165cJQDoWrkM3Gkfbs2A18xwV8nmGI/zznC1M+rvv/jiC29Z81wmWSS/Z7UEv7Y5ibuPd5hl3UtaRFn+P/lcJUr069fPm4Gci+L6HM/m2Mt2+11tc/2N4WpPthIAdJ1crgql5BIlioTd0uKbb77xVvpRQl6coi19dO0ePXqk3RbI9dmbi3dRmC1lotxz3BVDolyLYxFAAAEEEEAAAQTyV4AEgPztG1qGAAIIIIAAAgiUm4BmC86ZM8cGDBjgXAo6k0a2bNnSW7pUS2Enl2zMHNQXxN26dTMtS59uz3dX4CDul7txz8/EM/mcSZMmecvx5qqE3Z826PpxjObPn+/tGRw3SUTtC7t1gZ4H7XXcq1evyKy33nqrl0xTsriCQK4gRFBDcp0AoOD1Flts4dzbOaiNmQQotEqIlmAfO3Zs5H7QCQruK3nhsMMOM7+VJKIkAOh9NWTIENMqD1FLLhMA1Bbtk37++eenfQdGbWvi+NatW3vbA2hGepiSzTEe550Rpq1Rj9Gy5sOGDbObb7456qmhj9d7TvXvueeeoc8JOjDqNgBxlxBXUFPJVVriPdvF9TmezbGX7ba72pZPCQD67Js2bZq30olrS4coTvo7Tcl3+nsiSombkJBYsejzzz+3Tp065U0CQDZXwMrGiiFR+oRjEUAAAQQQQAABBPJXgASA/O0bWoYAAggggAACCJS7wGeffWYjRozwVgTIRsBVN9SmTRsv+HbggQemvT99EaqAWtSgmvaSVTBOQd1PP/3U98tdV+AgbqAp7vlxO33p0qXWtm3btKsfZFq3bFu0aOGZnnjiic6lv13XiWOk8aHAgfYWznRM6n4USFZwqkqVKq7mer/Xda+88krvulFKya0uEue6gkD5ngDQrFkzb/lkbduhlTuiFJ07atQoO+igg6Kc5h2baVBR752RI0da3bp1vXqykQCgejKZ6ey3r7rruQizBUAyqN7fV111VeA+0WE6QM+LZnNrSXf9d9iSzTHusokbNA17T8nHaa/6559/3hRUfP311zOpIu05WqVCq1N06NAhq8t3R90GQIl0Wu1hq622yvje9N5U0o3eZ5m+r0teXMlDSioIWoUim2Mv45v3OdGVpBd3LGdzBYDELbz55pt29dVX26xZs2JxKOCvsdCzZ8+MxnamCQklrxv0PnF99ubqXbR48WLr379/rHdJnM/WWB3LyQgggAACCCCAAAJ5KUACQF52C41CAAEEEEAAAQTyR0BfuH700UdeIODJJ5/MaBaYZiRpqfguXbqYlud3LRkfNbCi4J72kVXdWiZZQQfNnBw/fvzG9ipwpS9HFfgL2u9ds3oVXFAAQUsmJ4IWOr9x48beF9fapsBvyfi458fteV1fe9orgUJ73EYp+pJcM6C33HJLL0Fjv/3280xr164dOlAe5npxjTQ+FJBQMF6zE8MGltSHmlWr2YwNGjSIvKT2L7/8YloSW1sfaAawqwQtca9Atsboc889Z8uWLdtYlZ6Vww8/3AYPHuybJOO6rp7Zp59+2mvrokWLUtp66KGH2umnn+4tpRyU/PCvf/3Le1a04kLCV23TLPB//vOfG5dt1rOmJfXDmGh89e7d20u8iDrzM/meo/SD2qwVGLR6Q/L9Ktiid4aCZYn7U+BV7yiNjyhBT40FJUppZYIwY1FJEzq+pH8iWPrEE0+Y2pcosmratKlnpwScKEvB61nRrFmtRBE1eKfraqlsBaX22GOPSNdV27M5xl3vDCVH6DNm0003dT0eWf+92qYVHfQcyDjMGEjXCH2OKYGtefPmWX3fJl9LY1Wfi3rvKGkh3XtM7wiNN60AVLNmzax4aRuV22+/3ftsDfPuLHnR5CQ0Jbi5ns9sjr2sACRVovvXWFFyWLrnvHv37tauXbvAbWmC2pSoX58B+pxMjMfEeyTT+n/77TdvfOtz9+WXX47Eovew3sG6dsmVnyJV9L8HR0lI0Ge+EmqSk071rtU7UX/nKaCvkvgbUYmkegb8iutd5PobMeh+f/zxR69NSpqJ8vfb/vvv7634cvbZZzufjUy8OQcBBBBAAAEEEECgMAVIACjMfqPVCCCAAAIIIIBAuQisX7/eVq1a5QUVFfDQfyd/waxGKYimL3sVSNYXrgok7L777hl9ma0vWhUcffbZZ71AXXLAQl/QaiuBk08+OVRSQbmAcdGcC2hZa41HBTm1J7u2fUgEmBIJDUr40B7aGovbb7997DZpL2LN/NU2GbpeIoCvAILGvAL42itdM1XDrjAQu1HlXIG2HZDHzJkzPY9EUEXvAyWRKGin57VGjRpZa6mCJbqmAl3J/aBrapl/Bcs1m7Zq1apZu2Vd3EAAACAASURBVKZfRUq60LLSCpBpRYT33ntvo4Heh/Xr1/eCSq1atfI8/BKIctVQtU+rFSipSe9u9ZFWcEhe1lvtUltlp2QpjWVXoDVX7S3UepWc8u6779qSJUu8zyuNiZLOifdEtWrVPGsllunzMhvvpnx3098QCmzqna1/SgxIDoKn+xsiF0lo+e6Uz+1TUpFWF9HfZPqnd13y567arnedEgf1mat/ClBXrlw5q7elduhZUxJg8t+HiWRNfeYr+K9ERlfSaVYbloXK9LfvBx984CXg6TnR52lyoqCeCX3OyVarM+27775l/pmShdukCgQQQAABBBBAAIEcC5AAkGNgqkcAAQQQQAABBBBAAAEEEEAAAQQQQAABBBBAAAEEEEAAAQQQQKAsBEgAKAtlroEAAggggAACCCCAAAIIIIAAAggggAACCCCAAAIIIIAAAggggECOBUgAyDEw1SOAAAIIIIAAAggggAACCCCAAAIIIIAAAggggAACCCCAAAIIIFAWAiQAlIUy10AAAQQQQAABBBBAAAEEEEAAAQQQQAABBBBAAAEEEEAAAQQQQCDHAiQA5BiY6hFAAAEEEEAAAQQQQAABBBBAAAEEEEAAAQQQQAABBBBAAAEEECgLARIAykKZayCAAAIIIIAAAggggAACCCCAAAIIIIAAAggggAACCCCAAAIIIJBjARIAcgxM9QgggAACCCCAAAIIIIAAAggggAACCCCAAAIIIIAAAggggAACCJSFAAkAZaHMNRBAAAEEEEAAAQQQQAABBBBAAAEEEEAAAQQQQAABBBBAAAEEEMixAAkAOQamegQQQAABBBBAAAEEEEAAAQQQQAABBBBAAAEEEEAAAQQQQAABBMpCgASAslDmGggggAACCCCAAAIIIIAAAggggAACCCCAAAIIIIAAAggggAACCORYgASAHANTPQIIIIAAAggggAACCCCAAAIIIIAAAggggAACCCCAAAIIIIAAAmUhQAJAWShzDQQQQAABBBBAAAEEEEAAAQQQQAABBBBAAAEEEEAAAQQQQAABBHIsQAJAjoGpHgEEEEAAAQQQQAABBBBAAAEEEEAAAQQQQAABBBBAAAEEEEAAgbIQIAGgLJS5BgIIIIAAAggggAACCCCAAAIIIIAAAggggAACCCCAAAIIIIBAxgJ//fGn/XvJ/4t8/t7NDoh8TiGfQAJAIfcebUcAAQQQQAABBBBAAAEEEEAAAQQQQAABBBBAAAEEEEAAAQQqgIASAC6t3TrSnba5+lw76rwOkc4p9INJACj0HqT9CCCAAAIIIIAAAggggAACCCCAAAIIIIAAAggggAACCCCAQJELkAAQroNJAAjnxFEIIIAAAggggAACCCCAAAIIIIAAAggggAACCCCAAAIIIIAAAuUkQAJAOHgSAMI5cRQCCCCAAAIIIIAAAggggAACCCCAAAIIIIAAAggggAACCCCAQDkJkAAQDp4EgHBOHIUAAggggAACCCCAAAIIIIAAAggggAACCCCAAAIIIIAAAgggUE4CJACEgycBIJwTRyGAAAIIIIAAAggggAACCCCAAAIIIIAAAggggAACCCCAAAIIlJMACQDh4EkACOfEUQgggAACCCCAAAIIIIAAAggggAACCCCAAAIIIIAAAggggAAC5SSgBIAnLh/tXf27j1fbqlff9v57p33+brUO3i9tq2rsXdOOOq9DObW4fC5LAkD5uHNVBBBAAAEEEEAAAQQQQAABBBBAAAEEEEAAAQQQQAABBBBAAIEMBO7qMNj+veT/eWeeefcVdkCbIzOopThPIQGgOPuVu0IAAQQQQAABBBBAAAEEEEAAAQQQQAABBBBAAAEEEEAAAQSKUuDi3Vt596XZ/72njLCtd9yuKO8zk5siASATNc5BAAEEEEAAAQQQQAABBBBAAAEEEEAAAQQQQAABBBBAAAEEEChzgTenL7BHLxjmXfews1pb+2H9yrwN+XxBEgDyuXdoGwIIIIAAAggggAACCCCAAAIIIIAAAggggAACCCCAAAIIIIDARoF7Ol1mH77ypvf/u4y53A486Sh0kgRIAGA4IIAAAggggAACCCCAAAIIIIAAAggggAACCCCAAAIIIIAAAggUhEBi+f/qe+3uLf9ftcYOBdHusmokCQBlJc11EEAAAQQQQAABBBBAAAEEEEAAAQQQQAABBBBAAAEEEEAAAQQyFlg+e6FNOO967/wmXU6wjjddmHFdxXoiCQDF2rPcFwIIIIAAAggggAACCCCAAAIIIIAAAggggAACCCCAAAIIIFBEAvd2udI+WLDUu6MzRl9qDU85uojuLju3QgJAdhypBQEEEEAAAQQQQAABBBBAAAEEEEAAAQQQQAABBBBAAAEEEEAghwKJ5f933GNX6z15hG27y445vFphVk0CQGH2G61GAAEEEEAAAQQQQAABBBBAAAEEEEAAAQQQQAABBBBAAAEEKozAO3NetQd7DPXut/HprezUkQMqzL1HuVESAKJocSwCCCCAAAIIIIAAAggggAACCCCAAAIIIIAAAggggAACCCCAQJkLPND1Gntv/mvedTvfcbE16tCizNtQCBckAaAQeok2IoAAAggggAACCCCAAAIIIIAAAggggAACCCCAAAIIIIAAAhVYILH8f7W/72K9p9xk2+1WowJr+N86CQAMCwQQQAABBBBAAAEEEEAAAQQQQAABBBBAAAEEEEAAAQQQQACBvBXQzH+tAKBySKfj7LRbBuVtW8u7YSQAlHcPcH0EEEAAAQQQQAABBBBAAAEEEEAAAQQQQAABBBBAAAEEEEAAAV+BB3sMtXfmvOr9vtNtF9nBpx6Llo8ACQAMDQQQQAABBBBAAAEEEEAAAQQQQAABBBBAAAEEEEAAAQQQQACBvBVILP+//e47ecv/71Bz57xta3k3jASA8u4Bro8AAggggAACCCCAAAIIIIAAAggggAACCCCAAAIIIIAAAgggkFbggwVL7d4uV3q/a9SxpXW+fTBSAQIkADA8EEAAAQQQQAABBBBAAAEEEEAAAQQQQAABBBBAAAEEEEAAAQTyUuDh8663t2cv9Np22s0D7ZDOx+dlO/OlUSQA5EtP0A4EEEAAAQQQQAABBBBAAAEEEEAAAQQQQAABBBBAAAEEEEAAgRSBxPL/2+1a3XpPGWHVau2CUIAACQAMDwQQQAABBBBAAAEEEEAAAQQQQAABBBBAAAEEEEAAAQQQQACBvBP48JW37J5Ol3rtOqj9MXb6qEvyro351iASAPKtR2gPAggggAACCCCAAAIIIIAAAggggAACCCCAAAIIIIAAAggggIA9esFwe3P6i55ExxEDrMkZrVBxCJAAwBBBAAEEEEAAAQQQQAABBBBAAAEEEEAAAQQQQAABBBBAAAEEEMg7gcTy/1V32sF6Txlp1ffcLe/amG8NIgEg33qE9iCAAAIIIIAAAggggAACCCCAAAIIIIAAAggggAACCCCAAAIVXOCjJf/PxnYY7Ck0PLm5nXHnZRVcJNztkwAQzomjEEAAAQQQQAABBBBAAAEEEEAAAQQQQAABBBBAAAEEEEAAAQTKSODxC0fav56Y712tw/D+duiZJ5bRlQv7MiQAFHb/0XoEEEAAAQQQQAABBBBAAAEEEEAAAQQQQAABBBBAAAEEEECg6AQuqXmCbdiwwbbcvqpdMO0Wq7F3zaK7x1zcEAkAuVClTgQQQAABBBBAAAEEEEAAAQQQQAABBBBAAAEEEEAAAQQQQACBjAQ+Wfqe3XnSQO/cA9odZWeOvTyjeiriSSQAVMRe554RQAABBBBAAAEEEEAAAQQQQAABBBBAAAEEEEAAAQQQQACBPBWYfNGt9vqkuV7r2t/Y1w47u02etjT/mkUCQP71CS1CAAEEEEAAAQQQQAABBBBAAAEEEEAAAQQQQAABBBBAAAEEKqzAZXu0sT9//8M237qK9Ztxu+20b60KaxH1xkkAiCrG8QgggAACCCCAAAIIIIAAAggggAACCCCAAAIIIIAAAggggAACORH47K0PbFTr/l7dDVofYWfdc2VOrlOslZIAUKw9y30hgAACCCCAAAIIIIAAAggggAACCCCAAAIIIIAAAggggAACBSYw9dI7bMmjz3itPvm6Ptase7sCu4PybS4JAOXrz9URQAABBBBAAAEEEEAAAQQQQAABBBBAAAEEEEAAAQQQQAABBP5X4Iq9T7Lff/3NNqv8N+v/9Cjbpe4e2EQQIAEgAhaHIoAAAggggAACCCCAAAIIIIAAAggggAACCCCAAAIIIIAAAgjkRmD1O6vstuMv8Crf/4Rmdva9V+fmQkVcKwkARdy53BoCCCCAAAIIIIAAAggggAACCCCAAAIIIIAAAggggAACCCBQKALTrrzTFj00y2vuSUN72+E9Ti6UpudNO0kAyJuuoCEIIIAAAggggAACCCCAAAIIIIAAAggggAACCCCAAAIIIIBAxRW4qm57++2nn80qVbKBz46xXevvWXExMrxzEgAyhOO0zAX+/PNPmzNnjk2aNMneeOMN++KLL2z9+vVWvXp1q1Wrlh177LHWvn17q1+/fuiLrFu3ziZPnmwzZsyw5cuX29dff20bNmywnXbayerWrWtt27a1Tp062fbbbx+6znQH9u/f30aPHp3yqwMOOMDefPPNyPV+9tlnNmvWLHvmmWfso48+8tr83Xff2apVq6x27dqR6+MEBBBAAAEEEEAAAQQQQAABBBBAAAEEEEAAAQQQQAABBApV4Kv3P7FbWpznNb/+8YdZt/uHFOqtlGu7SQAoV/6Kd/GlS5dar1697F//+lfgzVeqVMm6du1qN998s1WrVi3w2OnTp1vfvn3t888/Dzxuxx139OpTvZkUBez//ve/lzo1agLAv//9b7viiiu8hAUlKZQsSgYgASCTHuIcBBBAAAEEEEAAAQQQQAABBBBAAAEEEEAAAQQQQACBQhWYPuRuW3j/U17z2w7pZUee275Qb6Vc200CQLnyV6yLP//883biiSfab7/9FvrGDzzwQHvhhRdsu+22S3vOlClTrHPnzvbXX3+FrvOuu+6y3r17hz4+caBWJZg2bVqp86IkAIwdO9YGDhzorXjgV0gAiNw1nIAAAggggAACCCCAAAIIIIAAAggggAACCCCAAAIIIFDgAkP+car9/D9rvbsY8Mydttv+exf4HZVP80kAKB/3CndVzXpXoPynn34qde9alr9q1aq2evVq+/3330v9vkOHDjZ16tRSP//000+tTp069uuvv5b6nZb+33TTTb06Sxb9XEv2/+Mf/wjdD1qmX8kL6UrYBIBLLrnERo4cGXjNKlWq2IoVK9KuNBC6sRyIAAIIIIAAAggggAACCCCAAAIIIIAAAggggAACCCCAQAEJrFn1uY04qqfX4v2ObWLdxw8toNbnV1NJAMiv/ija1vTo0cMeeOCBlPvbZZdd7P7777dWrVqZlvz/8ccf7YYbbrARI0aUcli1apXtueeeKT+/6qqrvOOTS40aNbxkgSOOOML78RtvvGEdO3a0Tz75JOU4rQCglQDCFCUY1K9f35TEkK6ESQDQtfr06VPq9N122837+XHHHWf77befbbnllmGaxDEIIIAAAggggAACCCCAAAIIIIAAAggggAACCCCAAAIIFI3ArOvutQX3POHdT5urz7WjzutQNPdW1jdCAkBZi1fQ61WvXt2+/fbblLtfuHChNWvWrJRIy5Ytbf78+Sk/V6LAOeeck/Kz5s2b24IFC1J+Nn78eOvWrVvKz2bPnm1t2rRJ+Zlm/y9fvjxUb1xzzTV23XXX+R7rSgDQdRo3blxqpYLBgwd7CQyVK1cO1Q4OQgABBBBAAAEEEEAAAQQQQAABBBBAAAEEEEAAAQQQQKAYBYYe2Nl++vZ/vFvrP3uU1Txg32K8zTK5JxIAyoS5Yl/kf/7nf0zL/CcXzXz//PPP08LcfPPNdvHFF6f87tprr7Wrr7465Wf16tXzlstPLh9++KHttddeKT/TDH4trZ9clJDwzTffODtm5cqVtv/++9tvv/3me6wrAaBdu3Y2c+bMlPOHDx9ul156qfP6HIAAAggggAACCCCAAAIIIIAAAggggAACCCCAAAIIIIBAMQt898mXNrxZd+8W6x7T2HpMuLaYbzfn90YCQM6JuUBUAQXHL7/88pTTbrvtNhswYEDKzw4++GBbunRpys8++OAD22effVJ+9vPPP9tWW22V8rPatWvbRx995Gza8ccfb3Pnzt14nFYDUDJCcglKAHjnnXe8BIINGzZsPOXoo4+2559/3nltDkAAAQQQQAABBBBAAAEEEEAAAQQQQAABBBBAAAEEEECg2AWeHvaAvTBmsnebra/sYc3PP7XYbzmn90cCQE55qTwTgSOPPNJefvnllFOXLVtmBx54YMrP+vbta2PGjEn52dixY+38889P+dm0adOsffv2KT/r1KmTTZw4MbB5kydPNh2XKA0bNrSnnnrKatWqlXJeUAKAZvmPGDEi5Xhtb7D55pvbuHHj7KWXXrKvvvrKttxyS9t7772tY8eOXvu33nrrTOg4BwEEEEAAAQQQQAABBBBAAAEEEEAAAQQQQAABBBBAAIGCEriuURf78evvvDb3m3m7/b1h3YJqf741lgSAfOuRCtyedevW2ZVXXml33HFHikLbtm1txowZpWTeffddU/D9jz/+2Pg7bTUwadIkO/bYY72fvf76617wP3m7gUqVKtnChQutadOmvtpr1641bTHwxRdfbDxGSQlaOaBmzZop5wUlABxyyCH2xhtvbDxeWxGcdtpp9tBDD/leWwkGSlpQwgEFAQQQQAABBBBAAAEEEEAAAQQQQAABBBBAAAEEEEAAgWIV+OGLb+zGJmd7t1en+cHW85Hri/VWy+y+SAAoM2ouVFJAS/q/+eab3o8VcH/vvffsl19+STlMy+drufwdd9wxLeADDzxgPXv2TFliXwfWqFHDNttsM1u9enWp82666Sa75JJLAjtk0KBBpm0HEuX000+3xx57zEskCJsA8NNPP9l2221nf/75Z+TOr1atmpc4oIQDCgIIIIAAAggggAACCCCAAAIIIIAAAggggAACCCCAAALFKPDsiIds/qjHvVs74bLudkzf/1uduxjvtyzuiQSAslDmGmkFNBM/qPTo0cNuvfVWq1q1auBxU6ZMsd69e9v3338feNzf/vY3u/POO61Xr16Bxy1fvtwOOuigjSsLaHn+999/33bfffdICQAffPCB1alTx/da2267rZcgoKSCdEkCJ554os2ePZvRgwACCCCAAAIIIIAAAggggAACCCCAAAIIIIAAAggggEBRCmj2v1YBUOn71K1W6+D9ivI+y/KmSAAoS22ulSLgSgDo06ePXXvttabZ8EFFM/O1CkDJ1QNKnqPr3Xfffda9e3fzu/aGDRvsiCOOsFdeeWXj6dddd51dddVV3v+PsgLAokWLrFmzZqWavscee9i4ceOsZcuW3u+++uor071q2f+SRasi1K3LPic8OggggAACCCCAAAIIIIAAAggggAACCCCAAAIIIIAAAsUl8OPX39l1jbp4N7XvkQfZuY/dWFw3WE53QwJAOcFzWbPmzZvbggULAil22mknmzt3rjVo0CDtcVrKf+TIkZE4zz//fBs7dmzac7SlgFYeSBQtwa8g/BZbbOH9KEoCwNNPP22tW7cudZ1PP/201DYCf/zxh9WvX9+0akBySU4+iHSTHIwAAggggAACCCCAAAIIIIAAAggggAACCCCAAAIIIIBAHgs8d+sjNvfWR7wWtrqkq7Xof3oet7ZwmkYCQOH0VVG3dO3ataal90ePHm0TJ05MuddddtnFVqxYUWorgEceecTOOuuslGNr1qxpt912mze7fpNNNrEXX3zRBg4caKtWrUo5bsSIEXbxxRen/ExbCGjJ/m+//Xbjz5944glr3779xv8fJQFg1qxZ1rZt21L9plUG0hWtTnDuueem/KpNmzY2c+bMou57bg4BBBBAAAEEEEAAAQQQQAABBBBAAAEEEEAAAQQQQKDiCQxv1t2+++RL78b7PHmL7dG4fsVDyMEdkwCQA1SqjCegJfoffPDBlEpuvPFGu/zyyzf+7K+//rJatWp5M/ITZfPNN7e3337b9t1335RzP/vsM292vZIMEmWbbbax1atX29Zbb73xZ7169bJ777134/8/5phjbP78+Sl1RUkAmDNnjrVq1Srl/EMOOcRee+21tEBvvfWWHXjggSm/0/9ftmxZPFDORgABBBBAAAEEEEAAAQQQQAABBBBAAAEEEEAAAQQQQCCPBH767j829IBOXov2PvxAO2/i8DxqXWE3hQSAwu6/omy9gvgHHHBAyr01bdrUXnnllY0/W7JkiR166KEpxwTNlu/atatNmDAh5fgZM2ZsnKGv+g477DBLnp2v7Qe22267lHOUALBu3bpS7lo5QKVdu3am1QVUXn/9dWvcuHHKsR06dLCpU6em7bc1a9ZYjRo1Un63zz77lNoWoCg7nZtCAAEEEEAAAQQQQAABBBBAAAEEEEAAAQQQQAABBBCoMALzR020Z0f8d0Lw8YPPspYDulSYe8/1jZIAkGth6o8s8NNPP5lm6CeX3Xff3TSTP1G0TcDpp6fuA9KvXz8bNWpU2usNHTrU/vnPf6b8TlsFDBgwwPvZtddea0OGDInc1pIndOnSxbQ1gcpXX31l2r4guSjJYNGiRWmvk24FgCZNmtjixYtjt4sKEEAAAQQQQAABBBBAAAEEEEAAAQQQQAABBBBAAAEEEMgXgRFH9bQ1q/670vf5U0fanofuny9NK/h2kABQ8F2Y/zfw0EMPWbdu3VIa2qdPHxszZkzaxn/yySdWu3btlN9phv2KFSs2/uzRRx+1M888M+WYTp06mRID0pW+ffuWut4dd9xh/fv39w5XW3RM3JKcAKC6NIP/ww8/3FjtFltsYd98802pBAcdcN9999m5556b0oSzzjqr1MoFcdvI+QgggAACCCCAAAIIIIAAAggggAACCCCAAAIIIIAAAgiUl8Av//nJrqnf0bv8Xoc1sN5T/ru6NiU7AiQAZMeRWgIEFixYYM2bN085QjPjFdCvWrVqqTM1U18z9pNLyeX9NYu+WbNmKceorlWrVtmOO+6Y8vOff/7ZlECg5fuTS/IWAJMnTzYlEMQtJRMALr300o1bAiTqvummm+ySSy5JudTvv/9u9evXt5UrV6b8/OGHHy6V6BC3jZyPAAIIIIAAAggggAACCCCAAAIIIIAAAggggAACCCCAQHkJvDh2is2+8X7v8scOOtOOG5Q66be82lUs1yUBoFh6Mo/v448//rDddtvNm/meXBo3bmxjx461Ro0aeT/W0v933XWXXX755fbnn3+mHDthwgTTbPhEWb9+ve2666723XffpRynJfMfeOAB22+//byfazWB3r1727PPPptynGbia4n+bbfdNpKckghq1qyZcs4BBxxgb775Ztp6Vq9ebXvssYepvYnyt7/9zUaPHm3nnHOO6b/VDrVx+vTpKXXsvPPO9u9//9uqVKkSqY0cjAACCCCAAAIIIIAAAggggAACCCCAAAIIIIAAAggggEC+Ctx8zHn29QefeM07b/JNtnfTA/K1qQXZroJPAJgyZYoXPP3+++8jdYD2mH/88cetdevWzvM2bNjgBZKfeuope+GFF0x7tev/qzRs2NAUAO7YsaMdccQRaWe0B11AQfGZM2favHnzbNmyZfb+++97h2vGuupu27attWzZ0mrUqOFsZ/IBCrovWbLEZs+ebQsXLvQC1GvXrvWWnj/wwAPtqKOOsnbt2nnX2GyzzSLVncnBd955p/Xr1y/tqZqxv9VWW9mXX36ZEihPHKz2vv7666XaOXLkyFIz6RPnKHiu+/riiy9M/VeyXHTRRXbzzTdHvpWoCQC6gK5z8cUXl7rWlltuadWqVTMlCZRMeNDB48ePL7V1QuQGcwICCCCAAAIIIIAAAggggAACCCCAAAIIIIAAAggggAACeSLw27pf7Ko6p3itqX3IftbniZut0iab5EnriqMZBZ0A8Msvv9jAgQPtnnvuyag3brzxRm+2eVBRYsGIESO8meoKoAcVBe2vv/56a9++vW3iGKhq+9133+0d70pe2GGHHezaa6+1nj172uabb+68VwX7r776aps1a5bzWC2tr0B63bp1ncfGPUDtv//+/y7nEbb8/e9/t+eff9722muvUqcosN+tWzfT6gBRyoknnuglc2j2fdSSSQKA2tm9e3d76KGHQl9OyRKjRo0KfTwHIoAAAggggAACCCCAAAIIIIAAAggggAACCCCAAAIIIJDvAi+Ne9JmXjvOa2bLC8+w4y8+O9+bXHDtIwEgIAHg66+/tvPOO6/U0uxBvawZ9kos0KoEfjPr161b581cV1JBlHLFFVeY/mm2vF9ZsGCBde3adeMKBWHq1woGWnr/sMMOC3N4rGPGjBnjJSf88MMPznpOPfVULwiu2fx+RTPnb7rpJs9crkFFAf8BAwbY0KFDM15WP5MEALVJSQDDhw/3Ej5+/vln32aqb5XsMWjQIKcPByCAAAIIIIAAAggggAACCCCAAAIIIIAAAggggAACCCBQSAK3HdfHVr/7b6/JvSYOs30Ob1hIzS+ItlbYBAAF6qdNm2YtWrRI21EKJmt1gXvvvTdyR6ruqVOn2nHHHVfqXC3Nr0CwguCZlHHjxnkrAVSqVKnU6e+9956dfvrp3hYFUcvRRx9tDz/8sO22225RT418/I8//miTJk2yp59+2tv2QNsgKJCvlQ60isLhhx9uZ511lvffYYu2D5C56vzggw9MyRt//fWXt3XCnnvuaa1atTIlFOyxxx5hq0x7XKYJAInKdP6DDz7otXPVqlVeIsT222/vrXBwwgkn2LnnnhuY8BCr8ZyMAAIIYc8b7wAAIABJREFUIIAAAggggAACCCCAAAIIIIAAAggggAACCCCAQDkJ/PHbert8r3be1WsesK9dMP1W27QMtiovp9stt8sWXQKAZuzfdtttGc/wTvTEo48+ameeeWZKxyiwf80111iPHj28oK2SBJREcNVVV5Waca9gs7Ym0HHJ5aWXXrLOnTt7+90nl8GDB3uz03fddVf7/fffvWXvL7vsslLB/GbNmtkjjzxitWvXTjnfbzsEze5XwsExxxzjLXmv/eZvv/12b1/6kkU/79+/f9rkgnIboVwYAQQQQAABBBBAAAEEEEAAAQQQQAABBBBAAAEEEEAAAQQKXmDhA9Nt+jV3effRol9na3Vpt4K/p3y8ARIA0vSKgvNnn322zZs3L+W3CqRfdNFFKUv7a2n3++67z3r16pVybLoVBpQw0LdvX28GeHLp06ePjRgxotTS/nPnzrWOHTva2rVrU47X9ZSEkFzmz59vp5xySsqxtWrV8vadP+qoo1KO1Qx87TE/YcKElJ+3bNnS+9kuu+ySj2OVNiGAAAIIIIAAAggggAACCCCAAAIIIIAAAggggAACCCCAQIEK3HFiP/v87ZVe68999Abb96hGBXon+d1sEgDS9M9zzz1Xavn+Jk2a2OOPP552CXnNqu/SpYu9+OKLKbVdd911duWVV26cUf/22297Af2VK/87sFUUbH/qqaescePGpVqiwP8FF1zgLc2fXEqucqDl87WlwLBhw1KO02x+JRZsvvnmpepOd49KWnjmmWdMqwxQEEAAAQQQQAABBBBAAAEEEEAAAQQQQAABBBBAAAEEEEAAgWwI/PXnn3ZprdZeVbvst6f1n3mHbbb537JRNXWUECABoASIZvTfcMMNXkA9uQRtLbB+/XpvuX5tPZBcFOzXbP1tt93W+3G6bQW0N70C/DvuuGPawak6Bw0alPK7pk2b2mOPPWaa4a/y7bff2llnnWXPPvtsynHaKkCJCenKJ598YmeccYYtWrQo5de33nqrDRw4sMI8KEqe0PYJSpLQFgkUBBBAAAEEEEAAAQQQQAABBBBAAAEEEEAAAQQQQAABBBDIrsCrE2bZk1fc6VV69AWn2YmXn5PdC1DbRgESAEoMhv/85z/Ws2dPmzp1aspvXIFxV6DeL0lAwXZtLVC5cuW0w3LGjBl20kknpfxOqwbMnDnTGjX677IYS5cutbZt25q2LkiUkseUrNzvPl3tKbZnRwkA2hJh6623JgGg2DqX+0EAAQQQQAABBBBAAAEEEEAAAQQQQAABBBBAAAEEEMgLgdHtBtin/1rhtaXHw9db3aMPzot2FWMjSAAo0at+M+ODZtOrikmTJlnnzp1Tattnn328RIIGDRqYX8D92muvLbXaQHIlixcv9rYj0HYAyWXu3Ll27LHHej9KlyRwwAEHeG2qU6dO2nH766+/2kUXXWRjx45N+b1WEhgzZoxpO4CKUEgAqAi9zD0igAACCCCAAAIIIIAAAggggAACCCCAAAIIIIAAAgiUp8DFu7fyLl9j75o24Jk77W9VSm9hXp7tK6ZrkwBQojdXrFhhp512mi1fvjzlNwsXLrRmzZr59v0rr7xihx9+eKnfJ85bs2aNt+T+vHnzUo5xJRa8//771qlTJ3vrrbd8z5swYYJ17do15ffHH3+8t+VAtWrVfNt83XXX2TXXXBP5vGJ6AEgAKKbe5F4QQAABBBBAAAEEEEAAAQQQQAABBBBAAAEEEEAAAQTyTWDJY8/a1Etu95rV/PyO1vrKnvnWxKJqT9ElAGjpe5Xk5fBr1apl9evXt6OOOspbKl+z4jfZZJO0HekK5Pv1vuu8MIH8dHWHOS/TQH6m5xXTE0ACQDH1JveCAAIIIIAAAggggAACCCCAAAIIIIAAAggggAACCCCQbwJjT7nIPnr9Ha9Z5zx0rdVr0TjfmlhU7Sm6BIAwvdOmTRsbOnSoNWzY0CpVqpRyiiuQ71f/0qVLveSC5MQDHZuY4R8mkJ+ubr8tCZK3Dsg0kH/bbbfZoEGDUi7r2jogjG8hHUMCQCH1Fm1FAAEEEEAAAQQQQAABBBBAAAEEEEAAAQQQQAABBBAoNIHE8v/Vau1iA+eOtc23qlJot1BQ7a2QCQDqIa0KcNddd1mrVq1SkgAyTQBwBfhdv/cbNd9995116dLF5syZk3JINhIAtEXAmWeemVIvCQAF9fzSWAQQQAABBBBAAAEEEEAAAQQQQAABBBBAAAEEEEAAAQTyVuCNyc/ZpEG3eO07slcHa3vNuXnb1mJpWEEnAGj2tmbyawZ8JkXB7scff9zq1au38XQSAA6wSZMmedskVITCCgAVoZe5RwQQQAABBBBAAAEEEEAAAQQQQAABBBBAAAEEEEAAgfIQuPvUS2zVq297l+4+/p+237GHlkczKtQ1CzoBQD21fv16W7t2rddpW265pVWp8n9LRvz000/27rvv2pgxY2zChAlpO/bqq6+2IUOG2Kabbur9PtMEgBUrVthpp51my5cvT7nO9OnTrV27dpbpCgBr1qyxM844w+bNm5dS76233moDBw70fpbpFgAy6dq1a0q9TZs2tccee8xbIaEiFBIAKkIvc48IIIAAAggggAACCCCAAAIIIIAAAggggAACCCCAAALlIZBY/n/bXXa0wc/fY1tss1V5NKNCXbPgEwDC9NYff/xh48ePt169epU6vHnz5qal8HfddVfvd5kmALjOyzQBIMx5mSYAZHpeGPNCOYYEgELpKdqJAAIIIIAAAggggAACCCCAAAIIIIAAAggggAACCCBQSAL/evJ5e7z/CK/JR/Q8xdr987xCan7BtrVCJACod3744Qfr0aOHTZs2LaWz9tlnH5s6dao1aNDA+/nixYvtuOOO27iqQOLghQsXWrNmzXw7Ol0CwC677GIzZ860Ro0a2YcffmidO3e2pUuXptTxyCOPWJcuXXzr9UsASKwsoBOHDRtmV1xxRUodxx9/vJfYUK1aNd+60yUAdOzY0e677z7bdtttC3ZQR2k4CQBRtDgWAQQQQACB/8/eXYBJWXUBHD90dwrSIA2iNCICokiHSEg3CEgI0iUNUgJKdyMipTQo3YIKiMTS3Z3fc+5+u847O7s72zOz//s8Puo7973xe4fdYe655yKAAAIIIIAAAggggAACCCCAAAIIIIAAAgg4JzClbg85+fshU7nRtL6Sp3xx526kVogEIk0AwOvXr2XAgAHmH/tiu7jvzI57R+IrV66UqlWrWl7Shf9FixZJ1qxZ5ebNm2ahf926dZY6AwcOFD2GwL+iAQOVK1eWy5cv+1ZJkCCBrF+/XooW9T4jQxf669evb2kif/78snjxYsmePbvDpvXohO7du8uYMWMsr7dt21a+/fZbiR07dojeWO5yMwEA7vKkGCcCCCCAAAIIIIAAAggggAACCCCAAAIIIIAAAggggIA7Cfik/4+fPLF02zpV4iRO4E7Dd9uxRpoAAH1Cjna863XbAIDr169LvXr1ZOPGjZaHOnr0aOnUqZO/D3ry5MnSunVry+sVK1aUuXPnSpIkSeTRo0fy5Zdfmt31tkXbHDZsmMSMGdNh2xs2bDAZCWyLbWCBXv/tt9+kVKlSljq22QccNXz//n354osvzPhsy5AhQ6RHjx5u+4YO6sAJAAiqGPURQAABBBBAAAEEEEAAAQQQQAABBBBAAAEEEEAAAQQQCFjg8MptMr/tUFPpvaZVperANpCFk0CkCQDQhV7daa/p8m2L/U55/xbqA9oZ799uel1I16CDaNGiiX8ZCGyDBBw9c92h37lzZ8tLDRo0kIkTJ4pmAtBy/Phx+eyzz+To0aOWepp9oHbt2g7fSl5eXibQYefOnZbXNbNAuXLlwuntF/HdEAAQ8c+AESCAAAIIIIAAAggggAACCCCAAAIIIIAAAggggAACCHiWwLQGveXElv1mUg2n9Ja8Fd7zrAm68GwiTQCAptBv2LChn539js68d7ToXrx4cVmwYIFkyJDBz+M8c+aM1K1bV/bs2WN57eeff5YqVar4XnN0TEBAO/Vv374tzZo1k59++snSrn02grt370rz5s1l2bJllnoBZRdYvny51KxZ01I/oDm68Hs4REMjACBEfNyMAAIIIIAAAggggAACCCCAAAIIIIAAAggggAACCCCAgB8Bn/T/cRLGl6+3z5B4SROiFE4CbhsAoLvu+/XrJ3HjxjU75OPFi+cv2dOnT0UXzXv27Omnjp53rwvlUaJE8X1t7969Uq1aNdGgAdsyZcoUs9BuW1d39o8fP146duxoqfvhhx/KnDlzRBf4fYp/gQI6rgEDBkj06NEtbWgAge7213T9PiVnzpyydOlSyZ07t+81HYMGLXTp0sVyv9bVLAD58uWzXNfAglatWpl2bItmSFBTzVgQWQoBAJHlSTNPBBBAAAEEEEAAAQQQQAABBBBAAAEEEEAAAQQQQACB8BA4una7zGk5yHRVvHFlqT7oi/Dolj7+L+C2AQC6iK2L42vWrDG78nWnvO7CT58+vcSMGdNM78GDB3L48GGZNGmSLFy40M9DL1GihMybN08yZsxoee3hw4fSrl07mTVrluW69jNo0CCpXr26CTjQMUyfPl0GDhxoWaTXm8aOHSsdOnSwBAvoYrMu9OuxALZFU/n37dvXzCFJkiSi/euu/969e4um6rctusg/ePBgiRUrluX6X3/9JbVq1ZJjx45Zrn/00UdmzAUKFJCoUaPKqVOnzCK/vYfOTTMIFCxYMFL94SAAIFI9biaLAAIIIIAAAggggAACCCCAAAIIIIAAAggggAACCCAQxgIzG/eTvzd6Z05v8EMvyVepZBj3SPO2Am4bAOBf2ntnH68ueM+ePVtKlSrl8JYdO3bI559/7mcB3pn2NUBg8uTJkiJFCj/VT548aQIX7I8LcKbdIkWKyNy5cyVbtmx+qutCtmY56NatmzNN+akzYsQIk0nBk3f/b5++ws+8X716LU+ePpFYMWM6nPt7zaoFy5ObEEAAAQQQQAABBBBAAAEEEEAAAQQQQAABBBBAAAEEEIiMAj7p/2PEiSU9d82W+MkTR0aGCJuz2wYA6IK37oTX3exBLdmzZzc79D/++GPLDn3bdjStvu6Sb926tZ/d/QH1pzvuJ0yY4HCR3ue+bdu2SaNGjYIUXJA/f375/vvvpVixYv52r5kDNABAMx4EpegRBPpPQMcoBKU9V607p8U3cvSXHU4PL32BHNJ+1Vin61MRAQQQQAABBBBAAAEEEEAAAQQQQAABBBBAAAEEEEAAgcgs8Nf63TKraX9DUKxBRakxtH1k5oiQubttAIBqPX36VFavXi3Dhw+Xffv2BQqoqfZ14V3T6Nun/Xd0swYBrF+/Xrp27SpHjx4NsH1tu3HjxtKnTx+HO//tbz548KBZrN+0aVOg4/7ss89k6NChkjlz5kDrPn782AQ3jBo1Sm7duhVgfc2CoEcS1KlTx8+RAoF25IYVCABww4fGkBFAAAEEEEAAAQQQQAABBBBAAAEEEEAAAQQQQAABBNxGYHbzgfLnrzvNeD+f1EPeruI4G7vbTMgNB+rWAQA+3i9evDAp9desWSPbt2+Xw4cP++7aL1q0qOTIkcPs9i9TpoykTJkyyI9JF9V///13kxHgjz/+kEOHDpk2kiZNKoUKFTLt6iK9LqhHiRLF6fZ9xr1kyRLZu3ev7N6929yrwQRvv/22OZ6gdu3akitXLokaNarT7WrFa9euyYoVK4yJjtnLy8vcr9kPChQoIFWrVpUKFSpIwoQJg9SuO1cmAMCdnx5jRwABBBBAAAEEEEAAAQQQQAABBBBAAAEEEEAAAQQQcHWBrzNUkFcvX0nUaNGk1765kjBlUlcfsseNzyMCADzuqTChMBEgACBMWGkUAQQQQAABBBBAAAEEEEAAAQQQQAABBBBAAAEEEEAAATm+eZ9Mb9jHSBT9vILUHN4BlQgQIAAgAtDpMmIECACIGHd6RQABBBBAAAEEEEAAAQQQQAABBBBAAAEEEEAAAQQQ8HyBua0Hy5HVv5uJ1vvuaylQvbTnT9oFZ0gAgAs+FIYUNgIEAISNK60igAACCCCAAAIIIIAAAggggAACCCCAAAIIIIAAAggg0CNLZXnx9LmB6L1/niRKnRyUCBAgACAC0OkyYgQIAIgYd3pFAAEEEEAAAQQQQAABBBBAAAEEEEAAAQQQQAABBBDwbIF/fjsoU+v1NJMsXOdjqTWqk2dP2IVnRwCACz8chha6AgQAhK4nrSGAAAIIIIAAAggggAACCCCAAAIIIIAAAggggAACCCCgAgvaDZNDK7YajDrjusq7NcsCE0ECBABEEDzdhr8AAQDhb06PCCCAAAIIIIAAAggggAACCCCAAAIIIIAAAggggAACni/Q661q8uzREzPRXnvmSOK0KT1/0i46QwIAXPTBMKzQFyAAIPRNaREBBBBAAAEEEEAAAQQQQAABBBBAAAEEEEAAAQQQQCByC5za+Yf88NnXBuGdmmWl7riukRskgmdPAEAEPwC6Dz8BAgDCz5qeEEAAAQQQQAABBBBAAAEEEEAAAQQQQAABBBBAAAEEIofAoi9HyoEfN5nJ1h7TRQrWKhc5Ju6isyQAwEUfDMMKfQECAELflBYRQAABBBBAAAEEEEAAAQQQQAABBBBAAAEEEEAAAQQit0DfXDXl8b2HBqHHrtmSNF2qyA0SwbMnACCCHwDdh5/A8yfPAuxs84TFsnHsfFMnU6Hc0mLhUIkRO2b4DZCeEEAAAQQQQAABBBBAAAEEEEAAAQQQQAABBBBAAAEEEHAjgTN7/5RJNb4yI85f+X2p/31PNxq9Zw6VAADPfK7MKhgCzx49kdHl2shNr8vm7hpD2kmxhpWC0RK3IIAAAggggAACCCCAAAIIIIAAAggggAACCCCAAAIIIOD5Aku6jJZ9i9ebiX72bScpVPtjz5+0i8+QAAAXf0AML3wFds5aJT/1nmg6TZ0jo7T9cZTESRQ/fAdBbwgggAACCCCAAAIIIIAAAggggAACCCCAAAIIIIAAAgi4gUD/fJ/Jw1v3zEi775gpyTK84Qaj9uwhEgDg2c+X2QVDYHylDnL+8D/mzvLdGknZDnWD0Qq3IIAAAggggAACCCCAAAIIIIAAAggggAACCCCAAAIIIOC5Al4Hj8mEKp3MBPOULy6NpvX13Mm60cwIAHCjh8VQw0fg8M9bZf4Xw0xniVInkzY/jiJaKXzo6QUBBBBAAAEEEEAAAQQQQAABBBBAAAEEEEAAAQQQQMBNBJZ9PU72zP/FjPbTER2lSL3ybjJyzx4mAQCe/XyZXTAFptXvLSe27jd3l2pVUyr1aRHMlrgNAQQQQAABBBBAAAEEEEAAAQQQQAABBBBAAAEEEEAAAc8TGPhOXbl/7baZ2Ne/T5fkmdJ63iTdcEYEALjhQ2PIYS9wYtsBmfZ5L9NRjNixpM2PIyVd/rfCvmN6CFWB3bt3y7x582Tx4sXyyy+/SMGCBZ1u//z587Jo0SJZuXKlnD17Vq5duyYJEyaUFClSmHYqVqwoVatWldixYzvdppeXl8ycOVPWrFlj2rx//76kTJlS8uXLJ7Vq1ZJ69epJjBgxnG7v9u3bMmvWLNPen3/+Kbdu3ZI4ceJIqlSp5K233jLjq1mzpiRNmtTpNqmIAAIIIIAAAggggAACCCCAAAIIIIAAAggggAACCAQmcOHISRlXob2plqNMIWk255vAbuH1cBIgACCcoOnG/QQWtBsuh1ZsMQMvVPsj+ezbzu43iUg44pMnT5pF//nz58upU6d8Bfbt2+dUAMCzZ89kyJAhMmzYMHn69GmAghkzZpQxY8ZItWrVAqz3+vVr0+agQYPkyZMn/tbNlSuXzJ07V955551An5wGNbRq1Uru3r0bYN1kyZLJ2LFjpX79+oG2SQUEEEAAAQQQQAABBBBAAAEEEEAAAQQQQAABBBBAwBmBn3pNkJ2zV5uqNYd1kKL1KzhzG3XCQYAAgHBApgv3FDj/xz8yvmIH38G3WDBE3no/8IVZ95yte49ad+frbn1d+NeFfkfFmQCA58+fm8X8tWvXOg0SJUoUmT59ujRp0sTfexo3biyzZ892qk3NMvDrr79KsWLF/K3fs2dPGTp0qFPt+VTSMTZt2jRI91AZAQQQQAABBBBAAAEEEEAAAQQQQAABBBBAAAEEEHAkMKhQfbl7+YZ5qevWqZIyazqgXESAAAAXeRAMwzUFVvSeJDtmrTSDy/1xMWk8vZ9rDjSSjmrTpk3y7bffyoYNG+TFixcBKjgTAPDFF1/IpEmT/LQTLVo0efPNN+XBgwdy8+ZNh6/v379f3n77bT+vaYaAzp39Zo/QVP2amv/SpUuiGQJsS9q0aeXo0aOSJEkSP+1poEPdunUdjiFNmjTmWIE7d+74eT1mzJii2RHSp08fSd8tTBsBBBBAAAEEEEAAAQQQQAABBBBAAAEEEEAAAQRCQ+DS36dlzEdtTVPZShaQlguDtmkxNMZAG/4LEADAuwOBAARuel2WMR+3lacPHptan0/qIW9XKYWZiwgEZWd9YAEAZ8+elSxZssirV68ss2vWrJnZbZ8iRQpzfdeuXSad/unTpy31GjZs6GeXvwYL6DEBGjhgW7766isZMGCAxI0b1xxT0KhRI9mxY4elTvv27WX8+PGWa7q4r+3dunXLcr1evXoyevRoSZUqlQkmWL58uclIoPVtS69evcwxBBQEEEAAAQQQQAABBBBAAAEEEEAAAQQQQAABBBBAILgCP/f9XrbP+NncXmNIOynWsFJwm+K+MBAgACAMUGnSswTWj5orG8bON5PKXDSvtFk20rMm6MazcRQAoGfea7HfqR9YAMCECRNEF91tS7ly5WT9+vV+hLZv3y4lS5a0XE+XLp2cO3fOcm348OHSvXt3y7Xy5cvLL7/8Yrl29+5dyZEjh1y5csX3evz48eXChQuSKFEi32szZswQDUiwLUWKFDFBCXoUgW3R4IEvv/zScq1EiRKiY6cggAACCCCAAAIIIIAAAggggAACCCCAAAIIIIAAAsEVGFqskdw6f9Xc/tXmyZLqrQzBbYr7wkCAAIAwQKVJzxJ48fSZjCjVXG5fuGYmRiST6zxfnwAATZlfrVo1qVGjhpQqVUoqVqwo69atsww0sACAjh07yrhx4yz3TJ06VZo3b+5wwrpA//DhQ9/X9JgA+2MIypQpI1u2bLHcr8cVfPjhh37a1N35Q4YMsVxftmyZ1KxZ0/eaZhmYO3eupY7+v2YksC8XL140xxbYFk3/7+Xl5ToPkJEggAACCCCAAAIIIIAAAggggAACCCCAAAIIIICAWwlc/cdLRpVpZcacuUheafMjG2dd7QESAOBqT4TxuKTA79NXyMp+P5ixpc6RUdqvHCsx48Z2ybFGpkGtXr1akidPLroL3nYHvO6yD2oAQFDcNM2+pu9/8uSJ7226U//OnTuWZlKmTCnXr1+3XHv8+LHEju33vfPrr7/KJ598YqmrO/jHjh3re02DG3777TdLncOHD0v+/Pn9DP/Zs2cSK1Ysy3UNlNCsAhQEEEAAAQQQQAABBBBAAAEEEEAAAQQQQAABBBBAIDgCqwZOkd+mLDe3VhvUVko0rhKcZrgnDAUIAAhDXJr2LIGx5b+Qi3+eMpMq/3VjKdu+jmdN0INmE9YBAJs2bfKzi79q1aqyYsUKi6JmBXj16pXvNT2e4MaNGw6ljx49Kvny5bO8VqVKFfn5Z+8zdIJa/vrrL8mTJ4/lttKlS8vmzZuD2hT1EUAAAQQQQAABBBBAAAEEEEAAAQQQQAABBBBAAAEjMLxkU7lx5pL57y4bfzAbZymuJUAAgGs9D0bjwgIHftwki770TmOSKHVyafvTt5I0XSoXHnHkHVpYBgDs2rVLateuLefPn/cF1oX+nTt3SuHChS3oceLEsWQJiB49uvl/rW9f/v33X8mWLZvl8nvvvSe///57sB5kly5dZPTo0ZZ7R44cKV999VWw2uMmBBBAAAEEEEAAAQQQQAABBBBAAAEEEEAAAQQQiNwC109fkBHvex+dnP6dHCZjNsX1BAgAcL1nwohcWGBKnR5ycvshM8JSrWpKpT4tXHi0kXdooRUAoOn1O3bsaCBfvHhh0ud7eXlZYPXogUmTJknr1q39gGfJkkVOnz5tua4783PlyuWn7okTJyRHjhyW6++++67s378/yA/y5MmTkjdvXnn69KnvvfHjx5czZ86YIxPsy+3bt2Xp0qUyb948SZw4saxcuTLIfdrfsHv3btPe4sWL5ZdffpGCBQs63ebDhw9lyZIlZhyaGeHq1auixy6kSpXKGFWuXNkEYSRJksTpNjVgY+rUqbJhwwbzTHTO8eLFE31GmhmhWbNmfvydbpyKCCCAAAIIIIAAAggggAACCCCAAAIIIIAAAghEAoG1Q6bLlklLzUyrDmgt7zWrFglm7X5TJADA/Z4ZI45AgWOb9sqMRn3NCGLEiSVtfxwlb+az7tqOwOHR9f8FQisAYPr06dK8uXckm6OSMWNG+f7770X7c1Tq1KljFsBtS9u2bWXixIl+qjvasV+oUCHZu3dvkJ6rLvqXKFFCDhw4YLlvyJAh0qNHD99rWm/16tVmkX7t2rXy7Nkz81rFihXN9eAUDTzQ9ubPny+nTnkfl6Fl3759TgcA6JEH7dq1M8EWARUNZBg1apQ0atQo0KHq3AcOHGgJiLC/SbMyaHYErRs1atRA26QCAggggAACCCCAAAIIIIAAAggggAACCCCAAAKRTWBk6RZy7aR3huRO6ydJmlyZIxuBW8yXAAC3eEwM0pUE5rUeIn+s/s0MqVDtj+Szbzu70vAYi4hZkF+3bp3FIiiL0D43Dhs2zLJobo/79ttvS79+/aRaNccRbrqr/rPPPrPcpscAzJ07VzQ4wKc4qqev6c70zZs3B+mZNmhAhHvFAAAgAElEQVTQwCzC2xYNJNAjCrRvzQKg89LAhLt37/ppO6gBANeuXZNFixaZPtXYUXHWXh3U5dWrV07PWQMwHGVf8GlAMziMGzfO6fYaNmwos2fPdro+FRFAAAEEEEAAAQQQQAABBBBAAAEEEEAAAQQQiAwCN89dlmHFm5ipps2TVTr+OiEyTNst50gAgFs+NgYdkQJeB47JhKqdfIfQYsEQeev9dyJySPRtJxBaAQBbt241i/CBlTZt2phd/XocgG3RYwPy5Mkjmt7fvuTOnVsyZ84sZ8+eNWnuHRUNLPjpp58C6973dd3hr4v7tiVlypTmGIF06dKZIIBatWrJpUuX/G3T2QCATZs2ybfffmtS6us8AyrOBACcO3dOsmfPLk+ePPHTlKb+1x36jsat1/WoBnW2L2vWrJFKlSr5uR47dmxznMDFixcdjl0DADQQgIIAAggggAACCCCAAAIIIIAAAggggAACCCCAAALeAr+OmCWbxi8y/12lXysp2aI6NC4qQACAiz4YhuXaAj/2+E52z11jBpmnfHFpNM37WACKawiEVgCA7Wx0kfvy5cvmPHvd9X/lyhXLZEeOHGlSyNuX3bt3myACRwvbgWl16tRJRo8eHVg18/rQoUOlZ8+elroJEyaULVu2yDvvvGMCDerWrSs6noCKswEAjRs3dnqnvDMBAL1795bBgwdbhqbBC8uWLZOSJUua6xrI8Omnn4qXl5elnmYA0EwA9kXnfejQIctlPV5AgyTixYsnjx8/ll69esmYMWMsdfRoBz3OQDMmUBBAAAEEEEAAAQQQQAABBBBAAAEEEEAAAQQQQEBk9Iet5fLxs4ai4y8TJG3erLC4qAABAC76YBiWawvcOn9FRpVuKc+feJ+bXn9SD8lfpZRrDzoSjS4sAgBs+XRHf/78+S1nyuti+9WrV0V3l9sX3S2vi+/Xr193+BQSJUpkUt9PnjzZ8rqzO9EnTZokX3zxheXeOHHimGMQdPFcU+rXrl1bli9f7pteX7MVZM2a1Sx025aQBAAkS5bMNHXz5k1Lm84EAHzwwQeybds2y30zZ84UDTSwLY529evuf/ssChosoEcf2JbChQubAAj7TA0fffSRyWRgWzZu3Chly5aNRH9qmCoCCCCAAAIIIIAAAggggAACCCCAAAIIIIAAAo4F7ly6LoMLNzAvps6eQbpssq5n4OZaAgQAuNbzYDRuJPDL8Fmy+TvvVCeZi+aVNstGutHoPXuoYR0AoHo1atTwk55//fr1Uq5cOYe4t2/flgkTJsjKlSvl1KlTZve57jSvWrWqdO7c2aTTHzFihOVe3bWfIUOGAB/W3LlzpVGjRvL69WvferpzXfv55JNPzLUbN25I6tSpzcL3+++/b8ZevXp10bT7xYoVs7Qf1ACAtGnTih5VoG2WKlVK9H4NPLAtzgQA5MyZU44fP265799//5UsWbJYrmkmBQ1usC0pUqSQa9euWa5pRoZu3bpZrmmghB7XYF8WLVpkAjRsS5cuXWTUqFGe/QeF2SGAAAIIIIAAAggggAACCCCAAAIIIIAAAggg4ITA+m/nyoYx803NSn1aSKlWNZ24iyoRJUAAQETJ06/bC7x6+VKGFGkod69473auMbS9FGtQ0e3n5QkTCI8AAE33r4v2tmXatGnSrFmzIBM+ffrUBAPYHiugu9X37NkTYFs//fST1KpVS16+fOlbTxf5NXNAgwbekXhaNPhgxYoVUqVKFfHZpa/XdTd8cAMAVq9eLcmTJ5ciRYpYdtQH175gwYJy4MABy3z/+ecfyZYtm+Xao0ePTPp+26J2Z86csVzTjAqLFy+2XFNPdbUvem/mzJktlzUrgH0gQ5AfLDcggAACCCCAAAIIIIAAAggggAACCCCAAAIIIOABAmPLt5OLf/5rZtJhzXhJl/8tD5iV506BAADPfbbMLBwEtk3+UVZ/M9X09EaOjPLl2gkSLSbnhocDfYBdBGcROlOmTKI77m2L7irX3eWOSpMmTWTWrFmWlxYuXGhS+Qe16G7z0aNHW24LLP2/pqyvVKmSPHvmfQyFT9EsAl27dnVqCCEJAPCvg+DYa1vt2rWTiRMnWpp1tGNfgx4024Bt0eMNdBe/bXnvvfdkx44dlmsXLlwQzVhgX54/fy4xY8a0XHZ0PIJTqFRCAAEEEEAAAQQQQAABBBBAAAEEEEAAAQQQQMCDBO5dvSXfvFvPzCh5prTy9e/TPWh2njkVAgA887kyq3AUGP1ha7l83HvhuPzXjaVs+6AvAIfjcCNFV8FZhC5durRs3brV4uPfYvqtW7fMznT9t23Rc+ffffddp4118b5Hjx5+Fv81Hb6eaR8tWjSHbenCtu5Q193wtqVTp05+2gpoMK4UAPD3339L/vz55cWLF75DTpIkidnF73Osgh4loIv/upDvUzTjwfbt26V48eKWqebNm1f+/PNPy7WbN29K0qRJHZJoAIAGAviUlClTytWrV51+llREAAEEEEAAAQQQQAABBBBAAAEEEEAAAQQQQMATBTaOWyDrRs4xU6vYq5l80KaWJ07To+ZEAIBHPU4mExEC+xavlyVdvHdvJ3ojubRfNU4SpU4WEUOhz/8LBCcAYNy4cdKxY0eLYfTo0WXo0KHSunVriR8/vnnt4MGD0qpVK9HFftuiKeRPnToV4DPQVP937tyRY8eOmWCDqVOnyqVLlyz3xIoVS3bt2iUFChRw2NahQ4dEgxXu3r1reV3PsJ8/f74lHX9gbwhNua+p921LxYoVRdP7B7cEx96nrxkzZkjz5s3l9evXlu51MV6fhb2VVho+fLh069bNz3AdZXTQoxASJ07scGqxY8cWfT4+RZ/3/fv3g8vAfQgggAACCCCAAAIIIIAAAggggAACCCCAAAIIeITA+EpfyvnDJ8xc2q8aK+kL5PCIeXnyJAgA8OSny9zCTeD7T7vJ6d1HTH+lWtWUSn1ahFvfdORXIDiL0LrYqzvQ7c+S19Z1d3iaNGnMgrDuIndUli5dKp9++qm/j2PFihVSvXr1AB+XLnLPnTvX32MEzp07Zxbsr1+/7qcdDUCIESNGoG8H3SmvC+1aDh8+7CfQICIDAHRM6qgBF/bZFewnpnOdMGGCtGzZ0uGcM2bMKF5eXpbXghIAEC9ePHnw4EGgnlRAAAEEEEAAAQQQQAABBBBAAAEEEEAAAQQQQMBTBR7evCv989c200vyZirpuXu2p07Vo+ZFAIBHPU4mE1ECf63bJbOaDTDdx4gTS9qtGCNpcmeOqOFE+n6DEwCgaLq7/uOPP3a4wB4Qas+ePWXw4MEBugcWAJAsWTKZM2eOVKhQwd92fv31V/nkk09C9HzLli0rGzduNG24YgDAggULTBaAx48fBzhPTf0/bdo0adKkicOsBwQAhOhtws0IIIAAAggggAACCCCAAAIIIIAAAggggAACCMiWiYtl7dCZRqJ8t0ZStkNdVNxAgAAAN3hIDNE9BGa3+Eb+/GWHGWyhOh/LZ6M6ucfAPXCUwQ0AUIrTp09L27ZtZd26dYHKpEqVSsaMGSOafj+w4l8AQJw4caR+/foyZMgQSZ48eYDNeHoAgKbyHzlyZGCUltfbtGkjkyZN8nMPAQBBYqQyAggggAACCCCAAAIIIIAAAggggAACCCCAAAJ+BCZU6yxe+/8219v9PEYyvJsTJTcQIADADR4SQ3QPgbP7/5aJ1Tr7DrblwqGSraTjc9zdY0buO8qQBAD4zHrfvn0yf/582blzp5w6dUru3bsnmhY+derUJg2/psqvUaOGxIoVyykoDQCoXbu2OYNez7R/5513pESJElKrVi1JkiSJU214cgDAvHnzpEGDBhaHdOnSmQCLDz/8UKJGjSpbt26VTp06medhW0aMGCFdu3a1XNMjEeyPcwjKEQAJEiQwz5yCAAIIIIAAAggggAACCCCAAAIIIIAAAggggEBkFHh894H0ze199HHCVEmlz4EFkZHBLedMAIBbPjYG7aoCS7uOlb0LfzXDy1O+uDSa1tdVh8q4EJCDBw/Ku+++a5HQwIbVq1cHWyc4wRevXr2SDBkyyIULF3z71cCKI0eOyFtvvWUZy/nz5yV37txy//593+u6WH/p0iWJHz++7zWt8/ff3lGJPuXmzZuSNGlSh3OLESOGvHjxwve1NGnSyMWLF4PtwI0IIIAAAggggAACCCCAAAIIIIAAAggggAACCLizwLbJy2T1N9PMFMp1+lw+6mLdxOfOc/P0sRMA4OlPmPmFq8CdS9dlWPHG8vLFS9Nv/e97SP7KpcJ1DHSGgLMCe/bskaJFi1qqR0QAgKNxVKpUSVatWuVwKo0aNZI5c+ZYXlu5cqVUrlzZ91qxYsVk9+7dljoaPPDmm2/6afPZs2d+MjnkzJnTTwCBs67UQwABBBBAAAEEEEAAAQQQQAABBBBAAAEEEEDA3QW+r9lVTu85aqbRdvm3kqlwbnefUqQZPwEAkeZRM9HwElgzeLps/X6p6S5z0bzSZlnQzjQPr3HSDwK6QK4L5bYlIgIAFi1aJHXr1rWMo3379jJ+/HiHD2nAgAHSv39/y2t6VEDHjh19r9WvX98c4WBbdL5FihTx06YeKZA1a1bL9Y8//lj0yAUKAggggAACCCCAAAIIIIAAAggggAACCCCAAAKRTeDZw8fSK3t1M+24SRLKgKNLIhuBW8+XAAC3fnwM3lUFBrxdRx7cuGOGV2NoeynWoKKrDpVxhbKAppF/8OCBSUcfPXr0UG49dJtzlQAAXajXBXvbUrt2bdHAAEelXbt2MnHiRMtL48aNkw4dOvheGzFihHz99deWOvZBAj4vLly4UOrVq2ep26dPHxk4cGDogtMaAggggAACCCCAAAIIIIAAAggggAACCCCAAAJuIPD7tBWysv8PZqSlv/hMKvRo6gajZog+AgQA8F5AIAwEtkxcImuHzjAtv5Ezk3ReP0kkSpQw6IkmXU1AAwD0fHo9l54AAO+ns2/fPilYsKC/j2rnzp1SokQJy+sJEyYU3ZmfPHlyy/VHjx5J9uzZ5cKFC5br9kcA/Pnnn5I3b15LnRw5csiRI0ckRowYlusfffSRbNiwwXJty5Yt8sEHH7ja24vxIIAAAggggAACCCCAAAIIIIAAAggggAACCCAQ5gKTa3eXf3ccNv1opmvNeE1xHwECANznWTFSNxMYWbqFXDt53oz6k68bS5n2ddxsBgw3OAIEAJSXdevWWegCCwB49uyZpEmTRm7evGm5T9P1z5gxQ3LlymWue3l5SevWrf2k5o8dO7ZcuXJFEiVKZLm/cOHCJvjAtjRs2FAmTJhgAjSePn0qepzA0KFDLXWyZcsmJ06ckCgE7QTnjwD3IIAAAggggAACCCCAAAIIIIAAAggggAACCLixwIunz6VHlspmBrHix5FBx39y49lEzqETABA5nzuzDgeBPfN/kWVfjzM9JXojuXT8dYLET5Y4HHqmi4gUIAAg6AEA+rxGjhwp3bp1c/joUqdObbIpXLx4UV6/fu2nTpcuXWTUqFF+rm/cuFF0d7/9PdpW2rRp5fr166IZBeyLHj2gRxBQEEAAAQQQQAABBBBAAAEEEEAAAQQQQAABBBCIbAI7Zq2SFb29j+F9v2UNqdy3ZWQjcPv5EgDg9o+QCbiywMTqXeTsvr/MEEu1/lQq9W7uysNlbKEgQABA8AIAdJG+cePGMmfOnCA9hQoVKsiKFSv8pPX3aaR3794yePBgp9ts2rSpTJ8+3en6VEQAAQQQQAABBBBAAAEEEEAAAQQQQAABBBBAwJMEpn7eS/7ZdsBMqfWS4ZKleH5Pml6kmAsBAJHiMTPJiBI4una7zGk5yHQfM04s6bBmvKR6K0NEDYd+w0GAAIDgBQDoo3n58qUMHz5chgwZIg8fPgzwacWIEUM6duxoUvjHiRMnwLojRoyQvn37mpT//hXNCqCZBPQ4AFL/h8MfFLpAAAEEEEAAAQQQQAABBBBAAAEEEEAAAQQQcDmBVy9fydcZKphxRY8ZQ4b8+7NEiRrV5cbJgAIWIACAdwgCYSwws0l/+XvDbtNL4TofS61RncK4R5qPSAECAIIfAODz3C5fvizLli2TtWvXyj///CNXr16VV69eScqUKSVz5sxSvnx5qVWrlmTKlMnpR3327FmZNm2abNq0SU6cOCH379+XRIkSScaMGaVs2bLSvHlzyZYtm9PtUREBBBBAAAEEEEAAAQQQQAABBBBAAAEEEEAAAU8T2D1vrfzYfbyZVonGVaTaoLaeNsVIMR8CACLFY2aSESlw/vAJGV/pS98htFk6QjIXyxeRQ6LvMBRwpwCAMGSgaQQQQAABBBBAAAEEEEAAAQQQQAABBBBAAAEEEHAzgRkN+8qxzXvNqFsuGirZ3ivgZjNguCpAAADvAwTCQWBxp29l/9INpqc85YtLo2l9w6FXuogIAQIAIkKdPhFAAAEEEEAAAQQQQAABBBBAAAEEEEAAAQQQQCCkAl3fLO/dRJQoMuzMaokWPVpIm+T+CBAgACAC0Oky8gncu3ZLvnmnnu/EG0zuJfkqlox8EJFgxgQARIKHzBQRQAABBBBAAAEEEEAAAQQQQAABBBBAAAEEEPAwgb2L1snSr8aYWRX5/BP5dPh/2a09bKoePx0CADz+ETNBVxFYNWCK/DZ1uRmOHgGgRwFQPE+AAADnn+mjR49M5bhx4zp/EzURQAABBBBAAAEEEEAAAQQQQAABBBBAAAEEEEAg1AVmNR0gf63fZdptMX+IvFXqnVDvgwbDR4AAgPBxphcEjEC/vLXk0e375r9rDG0vxRpURMbDBAgAcP6BPnjwQF6/fi0JEiRw/iZqIoAAAggggAACCCCAAAIIIIAAAggggAACCCCAQKgLdEv3ifnOXsvQ06skeswYod4HDYaPAAEA4eNMLwgYgU3jF8qvI2ab/34jZybpvOF7ZDxMgAAA5x8oAQDOW1ETAQQQQAABBBBAAAEEEEAAAQQQQAABBBBAAIGwEti/dKMs7jTKNF+wVjmpPaZLWHVFu+EgQABAOCDTBQK2AsNLNpUbZy6ZS590byxl2tUByIMECABw/mESAOC8FTURQAABBBBAAAEEEEAAAQQQQAABBBBAAAEEEAgrgTktB8nRtdtN883mDpIcpQuGVVe0Gw4CBACEAzJdIGArsGvOalnec4K5lOiN5NJl4w8SJ1F8kDxEgAAA5x8kAQDOW1ETAQQQQAABBBBAAAEEEEAAAQQQQAABBBBAAIGwEuieqZK8fP7CND/k5M8SI06ssOqKdsNBgACAcECmCwTsBb6r3FHOHTpuLpdq/alU6t0cJA8RIADA+QdJAIDzVtREAAEEEEAAAQQQQAABBBBAAAEEEEAAAQQQQCAsBA79tEUWtB9umi5Q7QOpN6F7WHRDm+EoQABAOGLTFQI+An+t2yWzmg0w/xszbmzptG6iJM+UFiAPECAAwPmHSACA81bURAABBBBAAAEEEEAAAQQQQAABBBBAAAEEEEAgLATmtR0qf6zcZppuOnug5CxbOCy6oc1wFCAAIByx6QoBW4HpDfrI8S37zKXCdT6WWqM6AeRmArOaegdx2JbXr1+LBgFEjx5dokSJ4uf1xjP6udksw264BACEnS0tI4AAAggggAACCCCAAAIIIIAAAggggAACCCDgjEDPrFXl+ZOnpuqgEz9JrHhxnLmNOi4sQACACz8chubZAheP/itjP2nnO8kvVoyWjAVzefakPWx2Mxr1lWOb9jo9q8xF8kqbH0c6Xd/TKxIA4OlPmPkhgAACCCCAAAIIIIAAAggggAACCCCAAAIIuLLAH6t+k3lthpgh5q3wnjSc0tuVh8vYnBQgAMBJKKohEBYCC9uPkIM/bTZN5/mkhDSa2icsuqHNMBIgACBksAQAhMyPuxFAAAEEEEAAAQQQQAABBBBAAAEEEEAAAQQQCImA7TpVk5n9JVe5oiFpjntdRIAAABd5EAwjcgo8vHlX+uev7Tt5TQ+f+6NikRPDDWdNAEDIHhoBACHz424EEEAAAQQQQAABBBBAAAEEEEAAAQQQQAABBEIi0DtHDXn64JFp4ptjP0rsBPFC0hz3uogAAQAu8iAYRuQV+Lnv97J9xs8GIEuxfNJ66YjIi+FmMycAIGQPjACAkPlxNwIIIIAAAggggAACCCCAAAIIIIAAAggggAACwRU4+ssOmdPiG3O77vzXDAAUzxAgAMAzniOzcHOBPjlryJP73hFWtUZ2lMJ1y7v5jCLH8IMaAJChYC5pt2J05MBxYpYEADiBRBUEEEAAAQQQQAABBBBAAAEEEEAAAQQQQAABBMJAYHGnb2X/0g2m5UbT+kqe8sXDoBeajAgBAgAiQp0+EbATWD96nmwYPc9cfSNnJum84XuM3EAgqAEAOqWo0aNJisxvSorMaSVFFv23938ny5hGEqRI4gazDr0hEgAQepa0hAACCCCAAAIIIIAAAggggAACCCCAAAIIIIBAUAT65aklj+7cN7cM/GuZxEkUPyi3U9eFBQgAcOGHw9Ail8DQYo3k1vmrZtKfdG8iZdrVjlwAbjjb4AQABDbN5JnS+gkOSJo+tSR5M1Vgt7rd6wQAuN0jY8AIIIAAAggggAACCCCAAAIIIIAAAggggAACHiDw94bdMrOJd8r/7KXelebzB3vArJiCjwABALwXEHARgV1z18jyHt+Z0SROk0K6bp0qMePGdpHRMQxHAkENAIgVL47JAPD47oNggWoQQIosGiDgnTlAswYkTZ9KkqZLLdFjxghWmxF5EwEAEalP3wgggAACCCCAAAIIIIAAAggggAACCCCAAAKRVWBp17Gyd+GvZvoNp/SWvBXei6wUHjlvAgA88rEyKXcVGPdJe7lw9KQZ/getP5WKvZu761QixbiDGgCQuUheafPjSHn68LHcPHtJbpy5JDfOXvT+9xnvf9+/fjtYdglTJfv/kQLeAQKaNcD8ky61xE4QN1hthvVNBACEtTDtI4AAAggggAACCCCAAAIIIIAAAggggAACCCDgV2DA23XkwY075oX+R5ZIvKQJYfIgAQIAPOhhMhX3Fzi2aa/oorIW3f3/1ebJHpn63f2flPcMbI9tcGZOPgEAAdV9/uSZ3Dp3RW56/T9A4P+BARogcPviNWe68VMnXtJEvsEBesRA0nSpfIMD4idPHKw2g3KT14FjcvfyDT+3PHnyRF7La4kTO46f13RcmYvmDUo31EUAAQQQQAABBBBAAAEEEEAAAQQQQAABBBBAAIFABI5v2SfTG/QxtbIUzy+tlwzHzMMECADwsAfKdNxfYGq9nvLPbwfNRArX/Vhqjezk/pPywBms6DNJdsxcGaSZORMAEFCDr168lJvnrsitc5fl5tnL3lkDTCYB7+wBr1+/DtJ4tHLsBPF8gwOSZXjDZAzwOVYgcdqUQW7P0Q0aADChatDex22WjSQAIFT0aQQBBBBAAAEEEEAAAQQQQAABBBBAAAEEEEAAgf8E9DhqPZZaS70J3aVAtQ/g8TABAgA87IEyHfcXuHzsjIwu18Z3Ih3WjJd0+d9y/4l50Ax+6jlBds5Z7Tsj3VUfL1miQGcYLVo0cwRAWBWTOeDcZe8MAj5HDPw/OOD502dB7jZGnFjmOIHkmdL4ZgzwOVZAswhEixHdqTYJAHCKiUoIIIAAAggggAACCCCAAAIIIIAAAggggAACCIS5wDfvfi73rt40/fQ7vEjCI1NwmE+KDiwCBADwhkDABQXmtR0qf6zcZkaW55MS0miqdyoWSsQL/Nh9vOyet9Z3IJ9P6iFvVykV8QMLZAR3Ll73zhxwXjMIXDEZA3yyBzy59zDI448aPZoJDjBZA9Kn9j5WwGQP0P9OLbHi/5fWnwCAIPNyAwIIIIAAAggggAACCCCAAAIIIIAAAggggAACoS5w8veDMqVuT9NuxkK55IufRod6HzQY8QIEAET8M2AECPgReHz3gfTN/anv9WZzvpEcZQohFcECS7uOlb0Lf/UdRYMfekm+SiUjeFQh714j/TQowDuDwP8DBP5/tMCDG3eC1YHJGvD/gICoUaNaMiY40yBHADijRB0EEEAAAQQQQAABBBBAAAEEEEAAAQQQQAABBJwXWNF7kuyY5X28ce0xXaRgrXLO30xNtxEgAMBtHhUDjWwCy3tOkF3/TzOfpVg+ab10RGQjcKn5LukyWvYtXu87poZT+0jeT0q41BjDYjAPbt7xDQ6wBghcFM0qEFaFAICwkqVdBBBAAAEEEEAAAQQQQAABBBBAAAEEEEAAgcgqMKRIQ7l98ZqZft+DCyRByqSRlcKj500AgEc/Xibn7gK9slWVZ4+fmmnUGfuVvPvph+4+Jbcc/6KOo+TAso2+Y288vZ/k/riYW84lNAf96M79/4IDzv+XPcD7iIGLIeqKAIAQ8XEzAggggAACCCCAAAIIIIAAAggggAACCCCAAAIWgVM7j8gPn3Uz19Llf0s6rBmPkIcKEADgoQ+WaXmGwPpv58qGMfPNZN7ImUk6b/jeMybmRrNY2H6EHPxps++Im8waILk+LOJGM4iYoT598Mj3OIFTO/+Q7TN+DtJACAAIEheVEUAAAQQQQAABBBBAAAEEEEAAAQQQQAABBBAIUGBl/8ny+7SfTJ1Ph38pRT7/BDEPFSAAwEMfLNPyHIFBhRrI3cveqdYr9WkhpVrV9JzJufhM5n8xTA7/vNV3lM3mfCM5yhRy8VG73vC8DhyTCVU7BWlgBAAEiYvKCCCAAAIIIIAAAggggAACCCCAAAIIIIAAAggEKDCsRBO56XXZ1Om9f54kSp0cMQ8VIADAQx8s0/IcgT0LfpVl3caaCSVOk0K675gp0WJE95wJuuBMXr96LfPaDpEjq3/3HV3z+YMle6l3XXC0rj+k4AQANJrWV/KUL+76k2OECCCAAAIIIIAAAggggAACCCCAAAIIIOjGsE0AACAASURBVIAAAgi4uMCZvX/JpBpdzCjfyJVZOq+f5OIjZnghESAAICR63ItAOAmM/qitXP77tOmt9BefSYUeTcOp58jXzcsXL2V+2yFydO0O38m3XDhUspUsEPkwQmnGwQkASJbhDak5rAPuofQMaAYBBBBAAAEEEEAAAQQQQAABBBBAAAEEEEAg8gqsHjRNtv2wzABUG9RWSjSuEnkxIsHMCQCIBA+ZKbq/wImtB2Ra/V5mIjHjxpavf5suCVMnc/+JudgMXjx9bnb+/7Vul+/IWi0eLllL5HexkbrXcIITAKAzjBI1ilTu01JKtqjuXhNmtAgggAACCCCAAAIIIIAAAggggAACCCCAAAIIuJDAiFLN5fqpC2ZEvfbMlcRpU7jQ6BhKaAsQABDaorSHQBgJ/PDZ13Jq5x+m9cJ1y0utkR3DqKfI2eyzx09kfpuh8vfGPd4AUaJIm6UjJHPRvJETJBRnHdwAAJ8hFKrzsdQY0k6ix4wRiqMK26b27NkjRYsW9dPJ7du3JXHixJbr5cuXl3Xr1oVoQFmyZJF///3X6Tb++OMPWbVqlWzatEkuXbokV69elSRJksiZM2ecboOKCCCAAAIIIIAAAggggAACCCCAAAIIIIAAAq4vcO7gcfmuiveaUsqs6aTr1qmuP2hGGCIBAgBCxMfNCISfwNV/zsmoMi19O+y0fpKkyZU5/AbgwT09ffBI5rUdKsc37zOzjBotmrReOkIyFc7twbMOv6nd9LocpM40CnHzhEWiZxL5lHRvZ5fKfVpIpiJ5gtRWRFR++fKlFCpUSA4dOuSn+4gOANi2bZt07dpV9u3zfq/blgwZMsjZs2cjgow+EUAAAQQQQAABBBBAAAEEEEAAAQQQQAABBMJI4JdhM2XzhMWm9cp9W8r7LWuEUU806yoCBAC4ypNgHAg4ITCn5SA5una7qZn3kxLScGofJ+6iSkACj+8+MIv//2w7YKpFixnD7PzP8G5O4CJYYGX/yfL7tJ98RxEjdiyp3LeFFGtYKYJHFnD348ePly+//NJhpbAKAMiVK5f89dd/ARP2nT9//lxatWolM2fO9HfwBAC49NuKwSGAAAIIIIAAAggggAACCCCAAAIIIIAAAsESGFWmlVz9x8vc22PXbEmaLlWw2uEm9xEgAMB9nhUjRUB0p3rvHP9FZrVcOFSylSyATDAFHt2+J3PbDJF/tx82LegCs+78T18gezBb5LbQFtiz8FdZNWCKee/7FA0A0CMBXLFcuXJFsmfPLvfu3XM4PEcBAE2bNpXffvvN6encv39frl27Zqnfr18/6d+/v8M2tH61atVk8+bNAfYRWBCB0wOkIgIIIIAAAggggAACCCCAAAIIIIAAAggggIBLCFw4clLGVWhvxpIswxvSfYf/m8RcYsAMIlQECAAIFUYaQSD8BJZ1Gyd7FvxiOsxSLJ9ZsKYEXeDBjTsyt/VgOb37qLk5Vrw40nrpcHkz31tBb4w7wlTA68AxEwTgdfCYbz96FIAeCaBHA7hSqVevnixcuNDfITkKAAjq+Js0aSKzZs3yvS1mzJji5eUlqVOndthUnTp1ZPFi7/ROtqVgwYLSokULKV26tGTMmFFixIgR1KFQHwEEEEAAAQQQQAABBBBAAAEEEEAAAQQQQMCFBdaNnCMbxy0wI6wxpL0Ua1jRhUfL0EJLgACA0JKkHQTCUaB7pkry8vkL0+PnE7rL29U+CMfe3b+re9duydyWg+Ts/r/NZGIniGcW/9Pmyer+k/PgGSztOlb2LvzVd4ZxEsU3QQCF6nzsErPWHfZly5YNcCwhDQC4fPmyWax/9uyZbz/169eXuXPnOux36tSp0rJlS8trcePGlcmTJ4veR0EAAQQQQAABBBBAAAEEEEAAAQQQQAABBBDwXIExH7WVZ4+fSrlOn8s7Ncp47kSZmUWAAADeEAi4ocDGsQtk3ag5ZuRv5MosnddPcjiLKFGi+LmuZ5OPHTs20FkfPHjQ7GTetGmTXLx4Ue7cuSPJkiUzu4xLlSollStXljJlQv7LIiRjDHQSDircvXxD5rT8Rs4dOmFejZs4gbReMtw4Ulxf4Lepy002ANtSskV1qdKvVYQOXhfk8+fPL8ePHw9wHCENAOjevbsMHz7c0sfevXulUKFCfvp98uSJZMiQwXJcgO7y1z/TJUuWjFAvOkcAAQQQQAABBBBAAAEEEEAAAQQQQAABBDxRQI+HTZQokZ+p/fTTT+ao1oDKy5cvZd26dSaj6/79+83ajH73nCJFCvNdb7ly5aRGjRqSO3dup+iuHD8jh1f+JmU71JUYsWOae86fPy+rV6+WX375Rc6cOSNXr16VmzdvyqlTp8zmM4pnCBAA4BnPkVlEQoGB79ST+9dumZlXHdhG3mta1aKwfPlyqVmzph+ZwAIA9Azzjh07OkwZbt+YLiJOnDhR8ubNG6wnENwxBqszEbl94ZrMaTFQLhz91zQRL2kis/M/dXZ+qQXXNCLu+2fbAVk1cIpcOeHl2322kgWkxtD2kjxjmogYkgwZMkR69erl27ceBbBnzx7zocm2hCQA4MGDB5IuXToTjONTihYtKrt27XI450mTJskXX3xheW3AgAHSt2/fCDGiUwQQQAABBBBAAAEEEEAAAQQQQAABBBBAwNMFOnToIN99952faQYWAHDgwAGTzVU3ZwZUdFNlo0aNZNSoUWbTZkDlwpGTJvNxlKhR5PTp09KzZ09ZsmSJvH792s9tGgxAAIDnvDsJAPCcZ8lMIpnA/iUbZHHnb82sE6dJIb32/pcC/OHDh5IzZ04TyWVfAgoAuHTpkpQoUULOnj3rtGbixIlly5Yt8vbbbzt9j1YM7hiD1IlN5VvnrsisZgPk8rEz5mqCFEnMzv+U2dIHt0nui0CBpw8ey9KuY+SPVb/5jkKfaeW+LaVA9dLhOjIvLy/JlSuXPHr0yPQbL148OXHihMmUEZoBAGPGjJHOnTtb5qZZOurUqeNwvkWKFBHNDuBT4sePL+fOnZNff/1V5s+fL/qB8tatW5I0aVKTvUA/NGpbjrJyhCsonSGAAAIIIIAAAggggAACCCCAAAIIIIAAAm4ocOjQIZOtVXfy25eAAgD0eNkKFSrI06dPnZ61rsno2oyu0QRWdLNYp06dLEfL2t9DAEBgiu71OgEA7vW8GC0CFoFRZVrJ1X+8d0F/9m1nKVT7I/Pf3bp1k5EjRzrU8i8A4MWLF1KwYEH5448//NwXJ04ck/r/2rVrZuHevuiuZE19rmeLO1uCM0Zn27avd+PMRbP4f/Wfc+alhKmSmZ3/KTK/Gdwmuc9FBDaMmS/rv/0v+EWHVfqL2lKhR5NwG2GVKlVk1apVvv0NGjTIZAPImjVrqAUA6J/PLFmymAV8n5ImTRoTrKNp/e2LppnShX3bD5rvvPOORI8e3RIUYH+fBi3oB9EkSZKEmx8dIYAAAggggAACCCCAAAIIIIAAAggggAAC7i6gu+qLFStmMsM6Kv4FAOjOfN2gpRlg7Yt+T5swYULRzZvPnz/387pmgV62bFmAdAGtxfjcqGtAusaTPj0bJt39fegzfgIAPOVJMo9IKXBy+yGZUqeHxE2SUOqM/Upyli0sf//9t9mN7+iXgSL5FwAwd+5cadiwocVRFwtHjx4tLVq0kNixY4suQi5atMikoXn8+LGl7owZM6RJE+cWXYM7xuA85GunzsusJv3l+umL5nbNlqA7/5NFUKr44MyBewIWOLp2u6wcMEXuXLzmWzHnh0Wk7riuEidR/DDl04V/DQDwKZkyZTJ/BvXPS2gGACxYsEA+//xzy1x8Ag0cTVDPb9KI0eAUzRywfft2EyxAQQABBBBAAAEEEEAAAQQQQAABBBBAAAEEEAhcYMqUKdKqVSt/K/oXANCsWTPR9RXb8sYbb8j06dOlfPnyJmOrbvgaPHiwjBgxwk/7moU2c+bMDvv9/vvvpW3btn5eS5s2rbn+0Ucfmey2QdncGbgENVxBgAAAV3gKjAGBEAh8/2k3SZUtnVQZ0Fqix4whH3zwgWzbts3fFv0LAPj000/lxx9/tNynv1D0TBj7oguPffr0sVxu0KCBzJkzx6mZBHeMTjVuU0mzI8xs3F9unrtsriZ5M5XZ+Z80XeqgNkV9Fxe4d/WWLP1qjBzfss93pPq8K/dtIXkrvBcmo9cgGP1wZHtkxvLly6V69eqmv9AMANDd+5o+yqfEihXLHPGRIkUKh3ML7MNmqlSpJGrUqHL5svefDfuiHyS7du0aJm40igACCCCAAAIIIIAAAggggAACCCCAAAIIeJLAjRs3JHv27ObIVf+KfwEA+h2v3m9bdIOWHtdsXz788EPZtGmT5bIGCjRt2tRP3aNHj0rhwoXlyZMnlte++uorE0wQM2ZMT3oEzMVOgAAA3hIIuLnArfNX5MXT55IyazqzAK/neAdU/AsA0KwB9un/T548aRYx7cv+/fvNOTa2pUyZMn5+8TgaR0jGGJRHdfnYGZnRuJ/vrvBkGd4wO/8Tp00ZlGao62YCqwdNk20/WFMeletcXz7qXD/UZ6LBMUOHDvVtt2zZsrJx40bf/w+tAAD9QKcf7GxL48aNZebMmf7OaciQIeYYAvtSrlw5GT9+vOTIkcO8dPDgQdHgHc1aYFs0AtTLy0uiRYsW6m40iAACCCCAAAIIIIAAAggggAACCCCAAAIIeJKALsAH9H2tztVRAMCdO3f8HMeq381euHDBIc+oUaP8bNwaOHCgnw2berP90bV6bdiwYfL11197Ej1z8UeAAADeGgh4iID+otAIs2vXvNOga/pu3cFru0Cp1/0LAAgKw+7du81ZNralatWqsmLFigCbCa8xXvrrlExv2FfuXb1pxpM8c1ppvXi4JHojeVCmSV03Fdi3ZL2sGjBFHt/978wkzQLQcErvUJvRiRMnJF++fPLs2TPfP2+HDx+W3Llz+/YRWgEAmuZp3bp1lrHrwn2BAgX8nY9/5zrp0SD2qf31jCn92aFHfNiW33//Xd57L2yyJ4Tag6AhBBBAAAEEEEAAAQQQQAABBBBAAAEEEAhVgZcvX5rvIxcvXiy6GfDixYvme1DdqZ4hQwbRTUY1atSwfBca2ABev34tmj11yZIlsnfvXrl69apoltN06dLJxx9/bHaw58yZM7BmAn1d1y7mzZtnxq7HpBYsWDDQe0JaYefOneZ7VJ2jFk3HX7x4cTMO2+JfBoCg9K8L+D169LDcMmbMGOnYsaPl2l9//SV58+b1HZO+WLp0adm8eXNQuqOuGwsQAODGD4+hI2AroOe16HkuPkUX+vWXm+7utS2hEQCg6f/1GADb4uiXjP0TCo8xXjhyUqY36CMPbt4x3WtmhFZLhkvClEl5w0QigeunL5gjAc7s/ct31imyvCk1h7aXLMXzh1hCd/vbflhq37692VlvW0IjAEDTNGmggW0pWbKk/PbbbwHOQdM4ffvtt5Y6+qHc/pgPnwr169eX+fPnW+prNGmXLl1CbEUDCCCAAAIIIIAAAggggAACCCCAAAIIIOAeAgcOHJCWLVuazKEBFT2XXrMR63eIyZIlC7Du8ePHzTqFBhP4V3TTUufOnUUzmwY1K6lmMtbFdv1+89SpU75d7Nu3L8wDAHRT1bvvvitHjhzx7VcX+levXi2amt+2hEYAwPvvvy+6ccu26NGxmuHZtugufz3m1bZoplkNutDjY/X75StXrkjcuHFNFmg9IrpNmzYSP35893ijMspABQgACJSICgi4voD+4ixSpIi8evXKDDZ58uSiv/T0l0xoBgBo5J/+Em3RooXvzmft78033xSNKEuYMKG/WOExxnOHTsj0Br3l0Z37Zhyps2eQVouHS/zkiV3/ITLCMBH4sft42T1vraXtCj2aSOkvage7vwULFsjnn3/ue79+wNU/b0mSJLG0GRoBAPohWo/NsC1Lly41H8gCKhoFqtGgtmX06NHSqVMnh7eNGzfOT5SoRo1qYA8FAQQQQAABBBBAAAEEEEAAAQQQQAABBDxfQDc8VahQQZ4+fer0ZHXhecuWLZI4sePv4DWg4KOPPpJbt2451Wbt2rVFv3+NGjVqgPU1E/KiRYvMwr8u9Dsq4REAoN+52m6i0qNcN2zYIM2bNw/VAICHDx+aI1/1e1zbUrlyZVm5cqWf6esRzrYBF3HixJHPPvtMZs+e7a+rZnfQIIWAMs869RCp5BICBAC4xGNgEAgEX0AX/XXx3/aH+eTJk02Unv7yC0kAwKxZs0T/0fLkyRMTPXfjxg3LYBMlSiTr16+XwoUL+zuJsByjT6deB47J1M97ydMHj8ylN3JmMjv/4yXxPygh+Orc6U4C22f8LKsGTpFXL176DrtA9dJS77ugn3V07949yZEjh1y+fNm3rQQJEkiaNGn8kOgxAfYlVapU5sNw6tSpZevWrQEyamqtTJkyiabt9ynp06cXTdkfWBTsyJEjRY8BsC3fffedtGvXzmGfGlSgHwBtiwb6aDQoBQEEEEAAAQQQQAABBBBAAAEEEEAAAQQ8W0C/c8yfP788ePDfsao+M9aNT7r579KlS5bvKn1er1mzpixbtswPkB4JrAECXl5efl5744035P79+w77053reryxo6K72DXzqS6y2x9pal8/rAMA1EO/K9Z5aNEsBj7HxIY0AEA3Z2lbWrT9Y8eOyePHjy1T1BT/GrShG0Jtiz5D/Q5aN3QGtehmN11rypgxY1Bvpb6LCRAA4GIPhOEgEFSBSZMmyRdffOF7m/5C1ag6jZALaQCAnlOza9cuf4ek6WamTp0qb731VoDDDssxasea5n1qvZ7y/Il3ZGLaPFnMzv84iUhXE9T3k6fW16Mh9EiAS3+f9p2iBonUHd/NBIs4WzQ1UqlSpZyt7m+9tGnTyoULFwJsRxfwdSHftuiufk3fFFjR6Ne6detaqmlWAE2h5ag4ygCg/dhnEQisX15HAAEEEEAAAQQQQAABBBBAAAEEEEAAAfcTaNasmcyYMcMycF2k1zT25cuXF035r5ujBg8e7Ce1vN6kmwczZ87s5/tI++8XdZe5Bgvo8cW6gK/t66Yl28V8TVN/5swZ0f7tS+PGjQPcxW5bP6wDAHRDlW6s8ikdOnTw3aEf0gAA9Q6o6PPS7AOOsjL/888/kj17dn9v102dGiCg3087ChLQLBBr1qxxvzcxI7YIEADAGwIBNxbQNDf6g1wj6XyKLlDqGeFaQhoAoL8E7t6966+QppfRX/gaaeZfCesxnt59VKbU7SEvn78wQ3gzXzaz8z92/Lhu/GQZelgJLGg3XA6t2OLbfJSoUaRyn5ZSskV1p7rUoy7y5MnjVN2AKgUWAKBRnenSpbP8+dM0TfqhLGnSpIH2r9Gn2odtKVGihGzfvt3hvfXr1zfHe9gW/fDdtGnTQPuiAgIIIIAAAggggAACCCCAAAIIIIAAAgi4t0CKFCn8ZP/V7xL1O0X7omnudSd+QN8lPnv2TLRNDRqwLbt37zYZjW3L8OHDpXv37pZrffr0kYEDB/rp21EAgO5a13Lz5k1L/bAMANAMBHq0gU/RXfi68O5zTGxYBwC0bdvW+PjM3XbiO3fudPjcNNusZnzV56flypUrou1o2n/7ohkHNLsBxX0FCABw32fHyBGQhg0byty5c30l6tSpIwsXLvT9/5AGAPTv318GDBgQoHSMGDFMlJ79UQM+N4XlGP/dcVim1Okhr1+/Nt2lL5Dd7PyPGTc27w4E/BXY9N0i+XW499EWPqVQnY/ls1GdAlXTgBZN4x/SElgAgKax+uqrryzdBDUlv36Q3rt3r28bGjWqGT3sP2D/+++/kjNnTj8ps86dO2eCECgIIIAAAggggAACCCCAAAIIIIAAAggg4LkCusHQZ+HaZ5YBfX85atQoPyn6dTFaF+19iqNMqv5tUNLNUClTpjTHEPsU3YR19OhRP+g+AQA6vmrVqkmNGjVMxtaKFSvKunXrLPXDKgDg6dOnZlPkyZMnffv74YcfpFWrVr7/H9IAgA8++EC2bdsW4JtOv6fW45nz5ctnqbd27VrjYV8cfd+rmRdy585tghdsyzfffCO9e/f23Dd9JJgZAQCR4CEzRc8UsP8FGjduXDl+/LhlwS6kAQC2cvrLV9Pu6C5h/QWvv+R8ih43oAuLhQsXtmCH5Rj/+e2gSfvvUzK8m9Ms/seIHdMzHzizClWBU7uOyNIuY+Tmucu+7aZ7O7s0ntZXEqb2jhgNacmaNatJfWVbbt++bdIrBVT0Q5emyzp//rylmn7gDUr2gR9//FE+/fRTSxtp0qQxmUFKly5trh86dEjq1atnfnbYlipVqsjPP/8cUgLuRwABBBBAAAEEEEAAAQQQQAABBBBAAAEPE9C0/nrcqG0ZM2aM6Ln1PsX+WGC9rrv8hw4d6lCjaNGismfPHt/XdDOT7ui3D0xYvXq1OfNeNznZpsnXYwrCKwBAgx369evnO1bbY5l9LoY0AMAWSQMk9Lvh7777TvToV9uixyTod7u2RwGokWZvti8+Gyntr0+bNk1085ltqVSpkqxatcrD3rmRazoEAESu581sPUTg+fPnUqBAAdF05D7FPsJOr4dmAIAt3ezZs0Uj7WyLprux/QUblmM8sXW/TKv/X/RZpsK5zeJ/tBjRPeQJM43wEpjZpJ/8veG/D5YxYseSmsPay7ufeqdBCkkJbgCAoz+3umC/efPmIA9HP+jpBz77oh+c9SwtTfNkXzSYSKNjc+XKFeT+uAEBBBBAAAEEEEAAAQQQQAABBAIW0POW9Tu0xYsXy/79++XixYvikypbz8YuV66c2dGqOzJDUjTttp7zbF801bPumg2s6MaEqVOniqa5Pn36tOimhnjx4kmWLFnMxgI9f5r00IEp8joCninw/vvvy++//26ZnG400oVwn2K/SK7XdQG7Xbt2DlFq1qwpy5cvt7x28OBBsw7iTAmvAAD9eag/n22zFehOfTWxLaEZAGDbbpMmTWTWLGt22yFDhpiAjNevXkmUqFHN7xj1sC2FChWyZIu1fe2PP/6wPDt9TZ+lPlOK+woQAOC+z46RR2KBESNGyNdff20R0PNbYsa07n4/ceKEQ6Xs2bOb64MGDfKzQ9gZVv2LSurUqS1nAkWPHt2cV66Lh1rCaozHNu2VGY36+g4zc9G8ZvE/arSozgydOgj4EVg7dIZsmbjEcr1Yw0pSY4jjD6POEgY3AEA/XOmHLtuyYsUKqVq1qrNd+9bTKFn94sDZD2v651gDEGrXrh3kvrgBAQQQQAABBBBAAAEEEEAAAQQCFjhw4IC0bNlSdFEroKK7Whs1amSycDo639kZ5w4dOpjFNvviTACALibp4p1tBlD7dqJFi2aOL9S6mh2UggACni/w8OFD6dWrl4wbN84yWd2EtHLlSsu14cOHmx3/tkWPG+7b97/v9m1fK1mypGzfvt1Sf+PGjVK2bFmnYMMrAEBT62uKfZ+iPwv1e2D7EtjajKbuT58+vVNzs6105MgRyZ8/v+W+4sWLy44dO+TF0+cSLUY02X/ggJ9szRpgsWzZMof9Xb9+3RzBYFuyZcvm51iAIA+WGyJUgACACOWncwSCJ1CmTBnZsmVL8G62uUujeDUSLTilYMGCon9psS16lrhGAWsJizEe37xXpjf87wNC1hJvS6vFw4IzfO5BwCLw98Y9sqTLaHl4867v9UxF8kjLhUMleswYwdIKTgCARtVrNg3bosE9+mcruH+Z1hRRbdu2Ncd3+JfmSftLly6dzJgxQz78MOTZD4IFxk0IIIAAAggggAACCCCAAAIIeLCAZvarUKFCgIvq9tPXTQL6HWBgxwna36cbAXS3p27isS+BBQBoCm/7xb2AHkvDhg1Fs4VSEEDA8wT058Hhw4fNxPQ7xmPHjsnjx48tE82bN6/JXKpp+W3L3LlzRX8+2JZatWrJkiXWjVg+r9um8/e5pinoNRW9MyU8AgD0u9UYMWI4/NnqzBht65w8edJh4EBg7Tx48EASJEhgqfbmm2+a42SfPX4q0aJHk+s3b4geDWBbihUrJjt37nTYvKMMAHrEwu7duwMbDq+7sAABAC78cBgaAv4J6C9K/6K1gqLmEwDg5eUlGTNmtNyq6b9tjxiwb1cXJc+ePWu5fPnyZZMZQEtoj/HOxWsy4oMW8vzxU9N+tpLvSMuFQ4IyXeoiEKDAi2fPZdrnveTUriO+9eIkii91x3eTnGULB1kvOAEAuvivQQC2RaP9u3TpEuT+7W/QtIK6u3/Tpk1y4cIF82FdP5hrxGiVKlXMzoLYsWOHuB8aQAABBBBAAAEEEEAAAQQQQAABq4CmjNa/f+vCjX3RY/r07OZLly6JHqlpXwLatenIWReodKHH9ixt23oBBQCsWbPG4WKbfl+QKlUqc1zBixcv/HSrAQD2C328BxBAwP0FHC3K285KjwIZPXq05fx5n9f1XPqcOXNaEHTx/MyZM5I2bVrLdf2e0iezsO0L+jNJA6ecKeERAKDjSJEihSUzsjNjc1THJwDA0XHLuplr4sSJDpt2tJajGZ/V+/Fd798x+p227uDXTWU+RX+OX7t2zU/wgL4+bdo0adGihaW/Bg0ayJw5c4I7Pe5zAQECAFzgITAEBIIqoL8Avv/++6De5qe+TwCA/uVCz/Cy/0vG3r17TbSwfdm6das568u26Jlit27d8t2lHNpj3L90gyzvOcEEAGT/oKA0nzcoxPOnAQQcCfzUa6LsnL3K8tL7LWpI5X4tAUMAAQQQQAABBBBAAAEEEEAAAQSCLKCLZJp1z7bo7szp06ebc5p1ke3evXsyePBgc6ymfTl16pRkzpzZqX6nTJkirVq18rduQAEA77zzjp9jBPW87mHDhpnvDnWRTtN/jxkzxtK+bizSxSw9WpAS/gKa6UHP/F68eLHoBhAN1Hj27JlZqMyQIYM5HrJGjRrmM9e7QwAAIABJREFU3HJny+3bt80547oA++eff5rvfePEiWMCQd566y1zVKUGpyRNmtSpJsNijE51TKUQCQQWAKBrAHpciH9HleTJk8fPJsNSpUrJjz/+6HuPHmGqAUS2afV9Br1t2zZ5//33nZpDeAUA6MZJzYQQ0uITAKBz/OCDD/z8ftAFfQ0Osy/9+/cXPUrBtmiWBM2WcNPrijx79FjeyJnJHCFt//tEj2Xo1q2b5V5dE9KfDToe26IZHOrXrx/SaXJ/BAoQABCB+HSNQFgL6G5fjdSyLV9++aWMHTvWT9fVq1cXPWfctuhu/kmTJpndwXqWjX5Q018k+pcIjRazLU2bNjV/aQlqcXaMWyYulnUj58pbpd6RprMHBrUb6iMQJIHDK7bK4i6j5cXTZ773ZStZwBwJQEEAAQQQQAABBBBAAAEEEEAAAQSCIuBox6iedV2iRAk/zejRfJq9z7bod2763Vtg5caNG6I7QXWx1r/iXwCALhzbbwQqXLiwSQFtvwjoKINhUM7qDmwevO68gB7R2rJlSzl48GCAN+kz1OyPmmnSv8VanwY0kEC//71797+jMh01ru3o98yBLRKGxRidF6JmSAR0YVoXqAMqGhSi59nny5fPTzVHxwBoJQ0o8vn5t2vXLnO8gKOixw/Yn3fv31jCKwDAWU89etl+vcTRz1/NqqIZEezXW/Tnr67NvPvuu6ZLzSCjm0J79Ojh5wgC3amv60DHN++T66cuSMkW1U1WGc3irMFAPkUzMHz33Xfm94n+95UrV6R169by888/W6al60KauUaDfijuK0AAgPs+O0aOQKACzi6ua0P6IbFo0aIOU43Fjx/fRIxev37dYaoy/YWtxwVoRGlQizNjvPTXKVnQfoQky/CGNJnZP6hdUB+BYAk8vHXPHAlw4eh/0Y8JUiSRxjP6SfoCOYLVJjchgAACCCCAAAIIIIAAAggggEDkErhz545omn/boos9ejyfo6ILtF27drW8pDts+/TpEyicLurMnDkzwHr+BQCMHDnSz85QXXxq06aNn/YWLVokdevWtVzX4wt17JTwE9Bz1zU9+tOn3kemOlPefvtt2bJliyROnNhh9Z49e8rQoUHbABNQgEpYjNGZeVIn9AV0kf7o0aNmAVl/BtgWzWji3451RxsPnR2d/vzUzMPOFHcNANC5TZgwQdq3b+9wmnqEq66/6PHLtov5PpX1z/S+ffskiois7D9Zzh86IR3WjDcvO/p9otf1uAUN4NEgAd30aV/090jjxo2dYaeOCwsQAODCD4ehIRBSAWcW12370LROGpnm6Ie+f2OJFSuWLF26VCpXrhys4QY0Rl34/7nvD+J14Jjk/LCwNJrWN1h9cBMCIRFY1HGkHFhmjbwv362RlO1g/YtuSPoI6F6NAtW/yOmfNVLphZUy7SKAAAIIIIAAAggggAACCCDgGgKabl93eNoWTbnfsWPHAAe4c+dOee+99+T169emnh4ZULx4cdHv3myLfwEAderUMSnkbcuePXtEd6HaFz3D2/5IAs0KoGnoKeEjoLtzdWe07gq2LxpwoqnDdXHP/shXraup+5ctW+bnPkeBHVpJM8OmSZPG7NLWBVn7EjNmTJM+PH369JaXwmKM4aNLL4EJNGnSxBwRYVuGDBni52eXvq7fa+pisn3QgO291apVM2n1T5w44XtZd6/re8jZ4s4BADpHRxkDApu7/pnTIJssWbLIvzsOy4J2wyVrifxSb0J3c6v+PtBnNXv27MCa8n1dAxHGj/cOIKC4twABAO79/Bg9AgEKBDUAQBvTXxh6do/tL1v/OtFzwSZPniwFCxYM9pMIaIz//HZQ5rUeIlnfe1saTukd7D64EYGQCuyZ/4ss+3qcpZmcHxaRprOs5y2FtB9H92sAgP4FK0GCBAQAhAUwbSKAAAIIIIAAAggggAACCCDgQgJ63vXvv/9uGdGhQ4dEd3n6V/S7A00TfeTIEd8qutC/evVqp1JQ600aPLBjxw5LF5qlQLMV2BddVNZFX9uSNWtWP2dIuxCrxw2lWbNmMmPGDMu8dBe27sbXhVBN+X/v3j0ZPHiwn3PA/8femcDNVP1//KSfXWSvLJFsiSwhyZK1lCJbWlRE0q5SoRDak0qpkPbtnwhRorK12rckUfqJREm2Nr//630ed5x7587MvTN3nmdmnu/39XpeZebcs3zOmXPvPd/P9/Plou+++85G4uDsqVKlSmHpIy655BI1ZswYhcw7zsR33nlHOxSdku1DhgxRo0aNsvUn6D5m3CSm8YDYa5zS/BCOnHuIOcQPP/xQr1nKIHfPWScEI9JNnH322VopxQxMZJ0513g0yNKdAMDYnnrqKa328ttvv8VcHd26ddOOeuT69//2h3qx771q0+erdQpbUtlaxu8WYhm/z/3790esF5UB1GYGDhwYs20pkB4ICAEgPeZJeikIxIVAPAQAGuKlYfbs2ZoJinwMD/sHDhzQcjvI/JMqgBsMOYAStVgEAHKxdx8jN51EcZbrE0fg1x9/VhMvHax+2bQ1VFnx8mVVvzfuV6UqnZB4AxFqEAJA0qCVigUBQUAQEAQEAUFAEBAEBAFBQBAQBASBlEFg3759Cifq44/bAxBQ3Zw+fXrUfuKgRYLfsjZt2iicbV5zUHNd7dq11Zo1a2zt7Nq1S5UoUcK1bQgAZnR5mTJl1M8//5wyeGZ6R0jXunPnTtswFy1aFMqrbn7Bepg3z65u6ZTtx9GKw960xo0bK/KzQyYwDafjTTfdZPuMfO60b1rQfcz0OU2n8aE8gQPftPLly6sff/wxrmGw7zlVTmbNmqXOPfdcz/VlAgGAwULcQY2F8UP+giwBMYK9uHr16pqsdfnll+v/x3DwT7p8qNowf5n+/4f/+74rZvh4UG2gXghAkAwgXaAeAM59+/bVZAKxzEFACACZM5cyEkHAFwI7vt2iylS1yzL5qiAbCiP9f2KDmtnQkjQhCHhH4MWr71Vr3v/UdkGXB25QZ1x2nvdKfJQUAoAPsKSoICAICAKCgCAgCAgCgoAgIAgIAoKAIJAmCODsWrFihe4t0dTIXxOAYxpOedQ6yQEdyZB5r1GjRigim/SB1FurVi1fBADktr///ntbMziIIuWKL1CggC33fJEiRcKiwtNkKtKum8jw47gzDaUGHHxu5pYHnEhfIo0t69Wrl3r55Zdtl/Pvyy67LKzKrVu3Kpy9piFF/sMPP4Q+SkYf026i0qjDSMQ7c76jEkxEupsx1yhGmIZDev369b5Hzb6DwjCEI8uqVq2q1q1b50sNNdUIAL6BiPMCzqk5r8ZOPedMSaMcJ46ZeJkQADJxVmVMgkAMBH777w41dfA4ddmzg1W+ggVSEq99v+5RhUsUTcm+SacEgQXPvaNm3PucDYg65zVTlz87JHBwhAAQOKRSoSAgCAgCgoAgIAgIAoKAICAICAKCgCCQ4wg4o6qdHSIam8h+crlHs+7du6v/+7//CxW58cYbQyoCfhQAcOaZDlwq9EMAQD7aLR99jgMtHdDy33fddZcNiccee8wWcd2iRQu1YMECWxmIJE6Zdwr89ddfKn/+/Lay0QgIXqbASx+91CNl4kNg/vz5YWq/pJTAoe+2Bw0fPlyNGGFPjXr++eerGTNm+OrAkiVLFHvY5s2bbde9/vrr6uKLL/ZVV24lALzcf7RaNTMrbUyfl0aqGq0a+sJNCmcuAkIAyNy5lZEJAq4IvHXrGLXi3U/U3wf/Us37XaQ63tMvx5FaPWuR+uzl97L68b//qcqNaqu2Ay/N8X5JBwSBaAhsW79ZTbhkiPpjx6+hYqWrlFc3TB+rChYrEhh4QgAIDEqpSBAQBAQBQUAQEAQEAUFAEBAEBAFBQBBIGQRiEQCIviVKu2TJkhH7jMx/u3btQt+jFLBhw4ZQdLgQAFJmunO0I82bN1cLF2Y5CC1DWrxu3bpx9Wvt2rXq1FNPtV1LDnfUKuK1oPsYbz9y63WcP0LiQG7etEaNGqmnn35aNWjQQH8MyWf8+PGaUIIsvWkvvfSSlqaPZMjTI2+/fft29eWXX+r0wxAG+Nw0CAFI4Pu1TCYAHDp0SON09NFH22D556+/1d01L1L//Pm3/jyS/L9fLKV8ZiAgBIAI87hx40YtebJ48WLfMz1o0CA1cuRIRR6kWMaGyiY3d+5cnc/jm2++0Zcgl1KvXj1Fjidy9JBDyY+xYX/xxRfqvffe07l3YOshJUVeFm7sMPouuOAC3QayUGK5B4Hftu5Q9zXuFRrw4M9fVOQxj2Xc3LnJOHP7xLou1vefPPO2em/UxFCxhj3aqe6PDox1mXwvCKQMAs9dfJf6dtFyW39QAkARIAgTAkAQKEodgoAgIAgIAoKAICAICAKCgCAgCMSPAJGRr7zyivr000/Vli1btOw5jlZy5eL06tKlizrzzDM9N0Cu97feekvndV+9erXOm86ZS9myZbWUO+eBPXr0CJP4jtYAeZcnTJig875v2rRJR24TkU1uX/pINDl1i6UOAi1btlSsrWjGmpgzZ46qU6dOWDHWISkCvv3229B3zzzzjLrmmmtC/xYCQOrMd070hL1myJAhIUUIqw/sMew/8dqtt96q1SlMe/jhh9Vtt93mu8pk9dF3R+QCNW7cOHXDDTe4IsE9j3vKtm3btAKE0/A5ffXVV1F9TZRZuXJlVKS5l77//vtx+SAymQDAPb1gwYKK1CumEej56nUP6I+I/EcBQEwQsBAQAkCEtfDqq6+65rfxsnTOO+88nS/HmYfHvJZ8TjyQjRo1Sv3665HoUbf6S5QoodmePLA5pXXcyuPsJ3/PzJkzY3YXWRZuzvICEBOqjCrw0jWj1Or3FukxNejaWl089vaY40sGAeCjcW+q2Q9MDrXdqOc5qtvDN8fsixQQBFINgQ/HvKLmjHnF1q0zLjtPdXnA/aHZT/+FAOAHLSkrCAgCgoAgIAgIAoKAICAICAKCQHAI7Ny5U1111VWeztg6deqkoyIhBUSzd999V11//fURc3Vb1+JsIW/3FVdcEXNA9913nz47xCEcyYgaxDlH2Tx58sSsUwpkLwIEbkEGefLJJ9Ubb7xhazySDDdzPmzYsFBZnGtLly61za8fAsBJJ50UJsPtJwUAQUNE94rlHAI333yzDgTEWFNff/21wg9hGqQRIvXZY+IxCCfUYe43RYoU0WvHS53Z0cd4xiXXZCHgtmfEwqZixYp6TUE4i2axCACQ6VARKFSoUKwmXb/PjQSA165/QC2f9onG44qJ96hTz/FORowLZLkorRAQAkCE6UomAQBWGyoBSKf4scGDByv+YFpFMlijvBg48zVFa4c8PrygNGnSxE93pGwaIwCrfFCFc0MjuOm9J1T506pFHVHQBIC5Y19THzzyUqjNMy7roLo8cGMaoypdz+0IfL9knZpwyWD11/6DISiOr1lZDfxwfELQCAEgIfjkYkFAEBAEBAFBQBAQBAQBQUAQEATiQgBn1llnnaV++uknz9fXqlVLffbZZxEjF8nTTk5jpHy9Gmd2/fv3j1gcZ9rjjz/utTrVq1cv9eKLL3ouLwWzHwFIJy+88IKtYYgbZg53VB5YbwcPHjmD4FwYGXXT/BAAqG/dunW263ft2qUITnOzvHnzKs4sLDvhhBPU1q1bsx8waTGEQKy0EiiBELnvltPdC4w4/Zs2baqJJqY512e0upLdRy/jkDLREXjqqad0gCkEoFjWrVs39cQTT8Qkv1FPJAIAew+K2p07d47VXNTvcxsB4H+HDqmhNS4KnUWL/H9CyycjLxYCQIRpTYQAwOYI+9KZj4OmeCh64IEH9AYajz333HOaheV2o4TR17Nnz5gyKm7tIgWGagF5XsRyBwLTRzyrFk6Yqgdb4+zTVZ+XR0UdeJAEgDmPvqw+fOzVUHtn9jpfdb7v+twBvIwy4xF4suNNasvyrHQu2FF5jlLXvPGAqnLmaXGNXQgAccEmFwkCgoAgIAgIAoKAICAICAKCgCAQNwI4VQmUsSJpzYqKFSum+MPR6cx/TDnk11H9dBqpA0j5aTpsrTLIvHOO6EY24HP64cy3zbWk/kTd02lIBFMnfTQdtFY5CAAQAcRSE4FVq1YpArZMQxbbTFWLAu2sWbNCRVgnJ598ctiArHSzzi9YixjpBYjexVjzn3/+ua0oqSXKly8fVi8S4E6l2po1a4YRCFIT4cztVSzn+oABA7RaSMmSJeMCgfzupEMxrWHDhjo9itc0w8nuY1wDk4vCEEDN480339T7DKmrSWXNPQ9CEPsHBDnWg7WXeIGwfv366rvvvtPK2exXjRs3Vh06dNCkkiAstxEAVr23UL18zWgNXdVm9VS/1+8PAkapI4MQEAJAhMl0EgB46GLD87OhuVW9YMECzfQlV4ppSHDB2IUp+ffff2vJlDvvvDPMmc9myE22UqVKtuuR8rnlllvUs88+a/ucfkM4aNWqlYKVyYvE2LFjtYSY0/j8xhtvdCUXZNCal6EYCNxe/pzQv/q8PFLVOLthRHyCIgDMfvAF9dGTR6TMml51geo0coDMiyCQUQjMHDlBzX92im1MrW/sqc4ZFFu60QmEEAAyamnIYAQBQUAQEAQEAUFAEBAEBAFBIA0QGD16tBo6dKitpzg9Jk+erMidjQPr559/1pH506ZNs5VDupjzN0gCplEf9ZpWpkwZ9fbbb6tmzZrpj5csWaK6du0apuxJOygBOA1nCo4Z00gvwFkgCqKcF5L/+7HHHrOV4VwRGW+vDrs0mLKM6iJncMjpm4YTHmc8hrIn57xuBBS/QLAOLOLAZZddpjgTNw1CAE46p+HEcxIO2rdvr3N3i+UcAi1btlQoQUQzyEEQP+rUqeOroyhQsLc49zD2rQoVKniuK5l99NIJotpR2IBAtWbNGp2emdzq4FKtWjV14YUXKqToIylfxGoD387ChQvVjBkztCIM9wr+unfvHqbsEasu83v6jYoMvqFjjz1WTZ8+3c/lUjbNEWD+WacQ/Cx746aH1dIp8/Q/Lxs/WJ3W0a4Ak+ZDlu4HgIAQACKAmAwCANL/PIQ7JZxg3j300ENh0v7ciHnoJ1+PaRMnTlTI9Zg2b948LZFilj3xxBO1pFeLFi1sZWFv3XDDDTqfimlt2rTRn5FXSix3ILDguXfUjHuf04MtX6equmnWkxEHHgQB4L3Rk9Qn4/8v1EazPp3UBSMiy9jljlmQUWYqAhvmL1UTLh1iG17FejXUDTPG+hqyEAB8wSWFBQFBQBAQBAQBQUAQEAQEAUFAEEgYAc7UiNg3jSjIc889kk6R73Cw4wR1Ru5/+OGHinM209ycXhAKrrzySls5t6h+ov/JD28aTjcib01r1KiRjuB2Rti2a9dO0SfT5s6dq1q3bp0wVlJBbAQ4n3XOM+fByGy7GaldncFfBKWtX78+VLx06dJq586dsRuPUcIkAHA+fccdd9iugDxC0JrTXn/9dXXJJZfYPkbxluhysdRAAD8B+8aTTz6p3njjSDAWveP8n/XkNRXA/fffr1MTm8a1H3/8sYKIFK8F2UcvfSDAE5WW33//PWpxFBIIloQU49VI7YLf55577nFNhUHaZqdfKFbdpFyYOXOmdvpzD0J5A0MBhM/Fcg8CbgSAe07pog7s2adBEPn/3LMW/IxUCAAR0EoGAQD5Jhz6PFhZxs0WpjAP6E7jBnjddddpaX7TuEnx8AXjB4PtyQMWN2LTiObnwc0px0QZHvp5+DcNZuns2bMDk1zxsxClbM4hMKR6Z/XXvgO6AxePvU016Gp/QbV6ligBAKIBhAPLmve7SHW8p1/ODVxaFgSyAQFY+Y+2ukb9/O2Rg6O8BfJrEsDxNSt76oEQADzBJIUEAUFAEBAEBAFBQBAQBASBEAJEP3JYjiQxTlwO0EuVKqXz05ICkcg+5LRjGXLbSNz6NdQY3aTjY9XzxRdfqDPOOCOsGIe+RPuJZQ8C5FavUqWKrTH+vXHjRtcO9O3bVxGsY9rzzz+vyONuGvLopgOX76jT2RYpAqwzP+t6nL3IL5v28MMPq0GDBtk+e/rpp9W1114b1k+cf6QNNe3WW291VQjNHpRzVyvsSRBATIvmgB0+fLgaMWKErTypHogotuyUU05RpINN1EwCANHQtWvXtlVZo0YNxZk2igOmuZFKcAY7x5lo/+T6YBBgP3I6n++77z5FVH8sY1/BR2Eae9QHH3wQUi+JVYeX7xPpo5f6ITA4/Sexrps0aZLq3bt3rGJa7RnlgK+++ipiWa8EAM4SrecYFGLcyAqZQgCwCA358uWLiXFuL+AkAKx5/1P14tVZhKuTGtdW1055OLdDJON3QUAIABGWRTIIAM46aZq8JDj4eRF1Mxz9AwcOtH3FS+prr72mYCNjsD3Jt+KUWOJl99JLL3WtFyYpLE1ehk0bM2aMTiUglnsQWDVzoXq5f5YEXfHyZdTgz+3KEBYSiRAA3r1nvFr0/LshUFv276rOG3p17gFZRprrEZhy5xPq81eO5OYDkI7D+qnmfS+KiY0QAGJCJAUEAUFAEBAEBAFBQBAQBASB0PkIDgQvUXGdOnXSkuqQAiKZW4SrF6jjIQAQ3EE0t1POnfaEAOAF9eDK4MQklaZprJepU6e6NuLmVJowYYK6+mr7ucfpp5+uli5daqtjw4YNqmrVqrbP9u/fH6YSSjT45s2bbeVIMUo0q2mQSNyCjLj2pJNOspXFgYsDTyz5CPBeX65cuTASB3OFc7VBgwa6E5y9sS/hlHXK+6PayvmvX2Md4sQ0jbXMmnYz+uR0Yvbq1UuNGzdOpyWAUAU5welIZR1/8803klrW7wRlU3lIHNybTMPHANEtmuG3wHGNU9oyUocgP+9UREl0KPH20Uu7biQorjv66KN1SmYCMXfv3h1WFY5pSDIVK1aM2AxEHHw8TtUY84I8efKofv36uaZyscqx9/Pbwu/z3//+N+qwMoUAAOENJZ3ixYt7mcZcXcZJAHjr1jHqqzfnaEx6Pn67qt9FFH1y9QKJMHghAEQAJmgCAGymO++8MyznFs52cudEYjlxM4U9ZhoMURif1sMhLw/kH4NpZpmzjHOYMMd4AIRFZlqs/siPKDMRGN24l9q9NYtJ3vGevqp5vy5hA42XAPDO4HHqs5eOSBKdfV131eGu2MzJzERaRpWbEVg9a5F6qd8oGwQ1WzdSvV+MLo8nBIDcvGpk7IKAICAICAKCgCAgCAgCXhHAwUm0vlOKPdr1tWrV0vl5nbm2rWsefPBBfZbj1+IhADzxxBPqpptucm1KCAB+ZyB7y3fr1i3sfI3ozebN7bl4SQvqlHx3i9jHOXvRRXayeI8ePcIkvFnvTucdTiMczU4jJ7Xz7JHUBaZKafailvtaw4FOSlY3IzCscOHC+mzXiog1y9WtW1c75XG8+jW/BABSQ0AOMR2+tEnbrK1ffvlF4ah0Gg5W1qlYaiLAua7zXle+fHn1448/RuwwexH7m0lGIb0IKS3iIaPEQiaePsaqk+9x7kOi+vXXX23FCY4kGLJs2bJ6vb/zzjtaucWZjnnIkCFq1Cj7eZ5VEWVJgeBUiAEn0jXzm2jWrJluAxJANPv+++9V5cre1EKFAOBl5jOrjJMAMLxOd7Xv1z16kA9tma2OynNUZg1YRhMIAkIAiABj0ASASA538iIh3x/JyNvFQ5fzxjNnzhzVtm1bfZkbSYCXTVjA5IdyM9hVSH3xomEaN29eRiK9/Aay6qSSlENgy7L16skLsvJ55S9cUI1Y83/q6Lz2l4p4CABv3/G4+uLV2aHxtr7xYnXOIHtuu5QDQzokCCQRgYN796tHzu6nft92JE9fwWJF1G3znlVFjyvp2rIQAJI4IVK1ICAICAKCgCAgCAgCgkBGIMAZR5MmTVxl94sVK6b427p1a1hELYMnzeIzzzzjigOSx85zE6IFYxnOOvKze7Xt27fr85s9e7IOcp0mBACvSGZ/OWT5cSwRwWgZkYzMqdPhvm7dOh2ByzueWZbzO+uMDycvzn8z+hNH0qJFi8LSViDVjmS7abt27VIlSpRwBYL+QASwrEyZMurnn3/OftBycYtuzvhYcBB5/NFHH4Wlioh1nfW9XwIA1w0dOlSNHp2lFurFkEh3qgx4uU7KxI8ATvgrr7SfsQ4YMCCMZGS1gBowe5Vp3HecaUms70kfTNoJJyGFdMO33367p44nu4+eOqGUIiVLnz59bMUbN26sCYDsr6a5kfGaNm2q92A3Q32ZiH3TcOL/3//9Xyh402s/3QgA9M+NrCUEAK+oZk45kwDw9dwv1PNXDtODq1i/hrph+tjMGaiMJFAEhAAQAc6gCQCwI2GVwaI0LZpMP+WQToIptnLlyojXIQGFFI9p7du3V4yhZEl3hxJlR44cqe655x7f1wW6AqWylEHgqU4D1fdL1un+uEXp+yUAmDI01Nnm5ktU+9t6pcx4pSOCQE4i8Nr1D6rl0z62deHisbepBl3bhHVLCAA5OVPStiAgCAgCgoAgIAgIAoJAOiCAowqHlWk4QSdPnqwVEzlAx9HZv39/NW3aNFu5QoUKadUASAJO41ozncCpp56qVq9eHTgknBeRbiCSCQEgcMgDqxDHJ+vMtDvuuEOrfboZjigcss7oapzxRFi7KVigRDFo0KCw6nAy4TAyLdpaKVCggJZvt6xIkSJhAUeBASMVRUSAwCuCwZirWEb0NQ7JaKlKYtURDwGAOnH0cm5srhlnW6xZAsxIB+B0pMbql3yfGAKojLRs2dJWCYrAOPSLFi0aVvnw4cO1vLxpOPhRGXYayiIEJDqVHlAOJmLeqyWzj177QDlSWJDKwDT+fdlll4VVA1kQZQTTIOFAoHDasmXLwpz8lIXIxZ7u1ywCAL8rFGQgg6EiQGoBSI6mCQHAL7rpX94kAJhBl90euUU1urh9+g9QRpAUBIQAEAFWJwGAiPj4zC78AAAgAElEQVTSpUurTZs2ha7gM1jd9erV05sxzLGCBQu61ujFke92oZfr4nXkx3tdUlaiVJrjCPy+fZcadfqloX7cvfRVVbTsEQKJHwLAGzc9rJZOmReqq92tl6u2txypO8cHKx0QBFIAgSVvfajeHPiorScnNqgZ9tD277+H1ME/D6oC+Quoo48Olwtr1POcFBiNdEEQEAQEAUFAEBAEBAFBQBDIOQROPPHEsNy7s2bNCstPTJQ2kXROJyuRjm3ahJNxOfMxAzIiOUsSGTmRva1bR8/bKgSARBBO3rVTpkxRXbt2tTWA04ezvGOPPTZiw0SGQkZxylE7L8ibN6/Ou07eaDcjmtfplPJDAEBynrMesexHALUPlB/Yp5YvX65QkkBmHeISUdmkd0ClNZKyq58ex0sAoA0ckhMnTlTz5s3T6xqFWshSrD32LequWrWqn+5I2YAQIFiElAysHdMaNWqklWus1MH8xsePH6/uuuuuMBUcggqdUv6sx7PPPluhZmxaz549dbChH6JHsvroF8IWLVqoBQsW2C5bsWKFVmRxGooH+fPnt30MzqYqi/Vl9+7ddaS/aW7pX7z2l/0bkuIFF1xgC+pEIVoIAF5RzNxyJgHg3vo91R87skhkD37/nsrzn9jqVJmLjIwsGgJCAIiAjpMA4GUZ8VAGM7JLly5hNwovjny3NniQhwn+6aef2r42UwfE68h/7LHH1MCBA231xkod4AUHKZO+CLw64H61Yvp8PQCYYzDILPNKAHj1ugfUinc/CV3X/vYrVJubeqYvKNJzQSCJCOzZvks93KqfOrhnX1ytVG1WX/V7/b64rpWLBAFBQBAQBAQBQUAQEAQEgUxAgECNKlWq2IbCv535eK0Cffv21Q4t04jKJu+v03DGmVG65HB/8sknA4MNRwPnMJEkmK2GhAAQGOSBVYTziLzOTgc6zpsLL7wwajvIReM4NdMGuF2Ao421ytp0c7oJASCw6ZSKBIG0RACC0A033ODa91KlSilIPtu2bQuT8ecCCG5EqhNtbhmR5qeffrpCydhpJ510koKUFMvOPPNMLblvWdB9jNV+ot+vXbtWofZjGoQIyHqmQYbhGcFM6cI94b333tNphaZOnapJM/v27dMKHkT0k3KIdAJ+TQgAfhHLzPIWAeCHz9eoiZdlqV6VO/VkdfP74zJzwDKqQBAQAkAEGOMhAFhVIamDNJepBhAvAYDcXeSS+eCDD2w9DYIA4DZGIQAE8rtK60puL38kmviWOU+rE045SY/HCwHg5f6j1aqZC0PjP/fOq1Sr63ukNR7SeUEgOxCYfNVwte7Dz303JQQA35DJBYKAICAICAKCgCAgCAgCGYbAxx9/rFq1amUbVadOnfThu5sNHjxYy1WbNmHCBO2QNY1DeyTSTXvkkUe03HVQdt9996khQ4aEqiMA5IsvvlDfffedrQkhAASFeDD1QDrB0eNUkiDCljmNZpwXPvzww746cu211+qIXqcJAcAXjFJYEMhIBNwUHmINFJl6HNpO8tz7778fppwTqy7n9yhDOFMgB9lHv/3xW557vDPNAXv2bbfdZqsKRz+qQKbx7IGzfvv27a7NQuSCsDF27FhfSgpCAPA7i5lZ3iIAzB45UX364kw9yIvuu0E16XVeZg5YRhUIAkIAiAAj0kbI+sPmisfII4Pj3mLoCgEgHhTlmpxAYOaoiWr+M2/rpmu1O0Nd+fxw/f+xCAAvXn2vWvP+EaWK8wb3US0HdMuJIUibgkBaIrB48nQ17e7wQ51ogxECQFpOtXRaEBAEBAFBQBAQBAQBQSAHESCn9ttvZ73zWuYm2btu3TpVq1YtW7nRo0ernTt3qjlz5ugUkZz5ENmHXDe5hNu2bet5ZCg+nnLKKaEcy0RqcnaEVLEQADzDmO0Fcfoz35s3b7a1jYz2iy++GNWp88orr4TJbVeoUEGh0EkKijx58qhPPvlEkWfbuQbIx3777bfb2iQi19kPPykASG2KFL2YICAIpDcCTz31lLr77rttijWRRsQ98IknntD3LqcliwBAO0H1MZkz9e2336ratWurP//8M9QMRED2WRQVTLvjjjsU+3I8hiLzo4/aU4JGq0cIAPGgnHnXWASAR5pdrX7ftlMP8P5NM9R/8sVW5sg8NGREXhEQAkAEpA4dOqRz3fBfpHCKFi0aeohHom3r1q06VxMMMLecXTy4k0fn+OOP1y3ESwBAcgcGuJM5BxONFwIs3hQA9O+KK66wIYBMD1Jk5M8Ty70ImCoA/V6/X1VtVi8qAWDylcPUurlfhAA7/+6+qsU1XXIvgDJyQSBOBMZdeIv6YenXnq8WAoBnqKSgICAICAKCgCAgCKQwAjhfcYyR+g75WQ5eOWjlcBrZVdLs8a6aiHFoRp5W2iE39/Tp031V9+OPP6o33nhD52vG8UvO3QIFCqiyZcuqhg0baslvIr9MKV1fDUjhbEGAeSNq2pReL168uI7Wy5cvn60P8ThCOnbsqHMk41iNZeT4nTFjRqjYqFGjtBrAySefLASAWODl0PeQP5Bx/vpr+zsbv31IJUcfHTkHL+eLnLWZeaTJM71q1SpVrVo124jYbyCfmEFJrCnIB6YqBWUgqpiGkiiy1G6GfLcpV33CCSfo802xzESAe+m///6rFWr95G1PNTS4f7/wwgtaWn3NmjX6HJ4xcf/lt8P9l+eESOvebTxBP3f873//U++8846aMmWKjgDnXsNvrUyZMqp+/fqqa9euinzxzvtMkFhD5sFXwXPK8uXLdR+Yf3AhbTHEJYhK/H8ki+e+56zLTQHAKhNEH4PEzKyL3wvy/EuXLrU1gaoL6i5Ow1/z+uuvu3aHewH7K3v47t27w8rwe2SdNGrUyNNwhADgCaaML8Re+NPyDeqFXsP0WI+rfqK6dd6zGT9uGWBiCAgBIDH8dK4c8setXLkyrCYY4Rb7O14CgJfr4iUAxHtdgpDJ5WmAwKLn31Xv3jNe9/TEBjXV9e8+FpEAMPHyoeqbj5eERnXBsGtUs76d02CU0kVBIPUQeK7nXerbhcs9d0wIAJ6hkoKCgCAgCAgCgoAgkIII4Ewjt/XMmVkyltEMB9v48eNdI9YiXcdhLnXj9OdAHDI/dt5553lqk7Ic6iMXj3M2Vr5ucsaSr7tx48axhiPf5xACvXv3VpMnT7a1ThTfAw88ENYj0gL069fPd08hq+BcikYGwfEPAcCyypUra0cupBIhAPiGPFsuwHEFIWnZsmW29kg/wf6CMz+akdrhjDPOsBVBPtokgZhfErBD4I5pEJcgmVjWpEkT7UQyDfJA+fLlw7rC/ufsY82aNcMIBNkCpjSSLQhwD9y/f78mvaUrAQCHNnnTCdKLZiVLltSy6iixRLNkPHds3LhREVW/YsWKqG3zeyPorm7dutky/9KIPwQgR/C8aBoET8ipbvfzdu3aqQ8//DCskZtvvlmT+SCyQvwiHRHPuk6V6R49emhiqRcTAoAXlDK/DASAjx55VX1+WP7/whH91Vl9OmX+wGWECSEgBICE4Ms6DECqyy0H3DPPPKMfUjAeBi6++OIwFhk3FlIFRLJIBIB333039LLIYQQ57Exr3769Zp3zABTJ3AgAMBI5sChWrFiCyMjl6YrA1tUb1eevzlJfvv6+OvTvIT2MqmfVVUXLldb/D2Pcsq/nfRmSnOGzC++9Vp3V+8J0Hbr0WxDIcQSEAJDjUyAdEAQEAUFAEBAEBIFsQgA5VaLRnDm0ozVPtOtnn30WNbqad3Qrso+IXDengR8CwI033qiefPJJz6gQnUteXQ6NxVILASIzOfMwjehMzl1wkDkNOWWIH6YR1YeDHwcrUX0LFixQ+/btC7sWQgHEAjeDSIL0//fffx/6mshR0lBiQgBIrXVDb3Cics62aNEiW+fq1aun9xsvig84enr27Gm7nlzQSHG72YgRI9Tw4VkpGS3j/BHnkmU4Ozn7Mw1HkRsJiZQCrC3TGBMRv2KZiUC6EwA46+bM249NmjRJQfRys2Q8dyAZT9Q4Cr5eDIVh9gwhAXhBK/vKEOHvJALyfLBkyRJFmhY3I3qfwFDTUKOYNm1aWHE3FWZULHhGNc/ZI41YCADZtxZSoaU5Y15RX73xQVhXIJTs/eW3kL+m2PGlQuSuIV++nApdlz6kIAJCAAhgUnjhI0eb0+69916dfwdDggtH/wcf2H+8Zhm3riA7A7t327Ztoa95sUBdwGIO87DvZDiedtppWvYnkqwPzN8777xTkxdMGzBggM5BA+tcLHciAAFg7LnX+x5851HXqTOvPMJE912BXCAICAJKCACyCAQBQUAQEAQEAUEgNyBw8OBBReSqW7QcZHT+kKVGutZpkOwh2zsNBx0OM6LrTIltNzy9EgDeeustRYSW08jTjQOYiGA3adeKFStqp7K8V6fOamatNWvWTCvbmcZBPQf2boZD5+OPP9ZO/oULF+pIPtJI1KhRI1QcKWoitZ0qFqSD/OGHH1wP9p1OLadcshAAUmfd0BPOz1BrcJ7nnXTSSToyFBlyL+Z2dhctAvT666/XObNNe/zxxxWkJMvIP+0kmjhJAlZZpKqRrDaNM0vOJcUyE4F0JgC4EWaYpVjS6kjs45TnPmxaMp47uCfg/HeqcNAuKYz+/vtv7Q9wGmf1q1ev9uT4TbWVaaUQyaR0R26BlRA1uP+TviGSnX766WGBnhAC+NxpPM9WqVJFPxeYBsGgQYMGMadZCAAxIcqoAhAAPhxjV6OINsC8BfKp+zb6S22WUYDJYKIiIASAABbI4sWLdeSC00znPocRN910k46uN+2WW27RDLNIOYCQkkFSxjRuDDwIWcxdNwICL5vIiEW6iSA7c91116mXX7azgyLltQkAJqkiTRCIhwBA1D/R/2KCgCCQGAJCAEgMP7laEBAEBAFBQBAQBNIDgdGjR6uhQ4faOkuOWqTZIcAjVfzzzz+r/v37h0VSFSpUSKsGOFXriKZGRt2LeSUA8J7P+75pEPF5HyeXN2oD/P+VV14ZSi9gleVzN/KAl/5JmWAR2LRpk3b+O9UmiPjjDCRRg1SAQ8dZP6QB51kRxJA6deqE1gtOFMgJqFtYJgSARGckuOtx2vA7Rj3CtNKlS2vnvzOiPlrLlMdZaBpOJiLzkYo2jTNE1pSTzORMAUA+9Nq1a9uuhaCyatWqMOeim1w1Dq6WLVsGB5jUlFIIpCsBgDPrSpUqKQhWpkFgGTNmjCbdcP9FOcVNWh35dad6SzKeO1DnJT2RaeR9R30IkiOGahEBgagPmIZ/oE+fPim1Xrx0BiIFKjbFixf3Ujzlyzz99NPaP2IakfkQvnhuiGZuKVggn0S6L6Dy41QHiEZCNNsWAkDKL6VAOygEgEDhzPWVCQEggCXg5qSnWlPenwcTohH4M42DB5zwkW6cMHcHDhxou4acNLCALYmx9evXq+7du2v2oGnRDhxgnPHgxAuIaSgLtG3bNgBUpIp0RSAeAkDf1+5T1ZpHZkWmKxbSb0EguxEQAkB2Iy7tCQKCgCAgCAgCgkBOIIDzfMuWLbamyaF97rnn2j7jkJmDVKdjlXfwNm3a2Mq6EQAgEnA9B7LO93BnxLYTByL3ChcurCP4LKM+0vsR+Wva7bffrh555BHbZ0Tv+kkdkBPzkBvaZO3ghHc6XzhXefHFFwPLi40sO9HZpj388MPqtttus31GtD8pIixzk4AXAkBqrEzO8XAusk5MI80HjnO3KM9oPUdJAOegMyIYuf7nn39ep4XAOK+D/OSU5kdRZPv27WHkJzcZ6l69eqlx48bpc0OcwJxFOqXUq1atqpVKgs4NT47iF154Qb333nsKggJOXBxqOG2rVaumFTe6dOmiIH15tR9//FFNmDBB59uG0EMb7M9E1J599tnakWoqc8Sql/o4M4VQwb1jx44dCjIGxA7mlbNa+pnuKi7pSgDg9+B0jvM7wZnuXK+k0CDgzjSINs50Hcl47jj//PP1OjeNf3fo0MH2mRv5h/sSJLF0s0wiAOCPQcGHvd4ySHnsC87nUbd5Yp/g2dU0fDOnnnqq67RCNIBwYBrKME5lFreLhQCQbr+UxPorBIDE8JOr7QgIASDBFQEbmAfpkSNH2mpyi8DnBuKUlosWqc8DLQ88U6dOtdUN2xHlAMvIF3P11VdrhqFp0dQFYEnywG0aeeyQS+ShSCz3IiAEgNw79zLynEdACAA5PwfSA0FAEBAEBIH4EOBgCgI0achmz57t2zHyxRdfaGI0jjGk35EY5V2JA1LSnTmdvbF6SU5uosmJrPn666/Vzp07NekaZwHRWjh1nBGXseqU74NBAOcN82Aa/8ax7mZ9+/YNU9LDOcAcmmYRADi8bd68ubrooot0TnWIBlYknlXeiwIACgRI+JqG7D+OI6fhqHMeFnfr1k2RQkAs5xDgd89aYA8wjT2A8xOkpIMytyhCzmQ4v7GM8xYiQS0rWbKkJqc4A0KEABDUrCRWD9L6SOw7DUcx9ycvxpybEtKQQgYNGuR6KfsN+xf3QNMhZRW+9dZbw4hGfDd37lytHOq8hrrKlSunc5OjKOC0ZKiU8AxAmhbOKaMZa3/s2LFh6UzdrkGlA4VVnNmRjN8yZBvKkqIlkkHCoAxKrNHq43oi0AnKckZ4e5n3VCmTrgQACCxOxVr+7Ux/C878Xrg3m4b8vym1noznDuT/jz32WIVagWXkjIek40aqgaAC4cYy1ixkIKeaUaqsnUj9yBQCAL4WntPMVFPMG4QvCIJeDKLWs88+ayuKcoBTydkq4KYAwDvTOeecE7M5IQDEhCijCggBIKOmM8cHIwQAlymArceBAg/mTma/WZyHa1i/vXv3DsvhwqY+adIk24scjPOePXsqDrdMI/8bJAJn/hykhLjpmA8TNWvW1DnnTHk4+sFDKS8DplGWB3rk5UyDWMADOfWYRu6vYcOGBfoSnOMrXDrgGwEhAPiGTC4QBAJDwC8B4Oi8/1EPbJ4ZWPtSkSAgCOQeBFLFWesmx+llFoj04eBYLGcRwHGF05/oFSSMLYuU/9Ktt7zr8G5CbuJoRpQVDn0vTntSoXEo54waN+sn8pCoMdMZl7No5p7WeYdu1aqVbcA4WJzEd6uAM186nxMJCgne+Z4L4YNc3TiXLIv30BRZd0t1z6qL6F2cDU4jAgxSgWmkBWDNiuUMAnv27NGRwcuWLbN1gLXHfOXPnz/Qjrnlq2aNslYx+oMDaNu2baF2WV+sKaeZTiLrO6KncTbhJP7kk08C7btU5o4A6T6c53d+sXKmgeD8jr3hpZde8lUVEcXsb3nz5nW9jpQqPFN5Nc4xObMM0tz26lj10wf6EsnclDWi1Ynj2KnYYJVHzYV7jTNiN1p9OATpo5NwFmtcqfJ9uhIAWrRooUh3axqpUk477bQwaCF1OPdziC9m+oxkPHegxsu5u2kQASOtLyLNnb97lAGcBMVUWTuR+pEJBACURHivYO2YBuELRSevxvuPk5Tiln6C+iAaQHY1iSl8zvtTNN+T1Zd4n2W9jiUny2XCmooXv/8dOqT27vxd7d21W+3defhv1261etYitfnLtZ6rzVsgn7pv43TP5aVg7kJACAAu840sFg+uvIzhyCfioG7dugqZL4wbBFEEMHmReHPmJOI6mInOaP9IagGUv+eee3S0P8xvolU4/OAB3nljwMnPQ73z4Wbt2rWaueZktsM6I+9RvXr1NAuWGwtOfucBG1H/MOD9Spjlrp9L7hitEAByxzzLKFMTAb8EAEZRqnI5dcfCYA9vUhMd6ZUgIAgkikAqOmtx/D733HO+hyYEAN+QBXYBMrk4unD84+h3M68EAIjJOOM41PVikKBRCCDCKpJxUN+vXz9FZFYs42AfiXZn7s9Y18n32YsA77lOtbv58+fryG4vlsihKTKuvGubxr8tqW7rc/YkCCWmjR8/XhNRxLIfAaKd27dvHyYBzbkIa8dJ7Aiih27pG82IbZxZOLUSNadjK9H65PrICCSDAEBrnA0++OCDOhKd879ohsMfJzhBQ8joRzOcV5wtRotsJ/CIdcm5Z5DS/24EGPpKlDMkF8h+u3fvDut+vnz5tAoGEdtOIzgLJ53TkOWHEGOpBTm/hwAAEcBpbvLbVh+JIIf05UzPYH2/ZMkSfS6cbpauBAA/OHNPdkquQ/4yU634qY+yXp47UN5wptA1SV/ONt1IOmbqYL99zKny6e6sXbx4sY7Qd6qiOBV7vODLflGhQgVFuirL2Js2bNigU4qYRloUJ5EomvqVs/1EnmW9jCW7yhzcG65G8+fBg+rAgYPq2OLHunajQJFC2dW9wNrZtyvcqa8d/Tj5Dzv7/+D/f/lN/bnvyPqJtwNCAIgXudxxnRAAXObZ7cXNz3JASooHamdEP3XwYEtUfzwsYvIdQSwgT5fTeIFAWi6SlFis/vOiMHDgQIn+jwVULvheCAC5YJJliCmLwP7f9njq27cLl6tXBtwfKluhbjV140z7obOniqRQ2iCQKtHaFmAcVqKWRIQDee6Q2OWAkkNpohh41nFGd6YN2BnW0VR31hIp48xx62UKhADgBaVgy8ybN089+uijOv8u8vzRzCsBAMI0adKcRpQrewqyxU6LJt3+5Zdf6pQBZs52rscBQdQs9TmjffiOCM10i8AKdnZTtzb2MGSYzcNVSPNI7OI48mKJHJpCUIKoZBoRiBASkGknmpcIMCJYzXVHHmne/bND2hciDep+OBL47bj9pqLhRNABSgU420ijgKMOkg1KgjhByE0bKeo4Ur1WSg8i1XHS8dxA33DSsO8nMwUHv3FUIJDhNY0IO6ItOZz3YkThO3OKk2s90lkOzz7MgWmkBbj22mv1R25OKi/9cJYRAkA8qMV3TbIIAFZvUINgL+F5GocRaUcgr/H7Y70iC81vsHLlyp4HwG944sSJins2a5jfM/sQ+2jr1q21corbmaLnBlwK0gb1O4Oj2Ds4p+Q3x15JKlJ++6bKKdVFipgldcLy5cttLV5//fVavr9w4cL6vsC1nOGaRl/Yf80zWXDB2eYkBxKIBRmCPRsjxzwRvUjGmxZNWSAR7JJ9bW4gAHD+bqZaAVMUfUkJEY95fe6YMmWK6tq1q62JG264IYwMaBWA8MN6jXSPiKevOXFNOhMA2E8ghzhTlKDWzLNcPKQo5nzcuHG2qeBdhOcq6zkx0t7nTPEcbT4TeZbNiXUSqc07TuygDv0bm6RtXX/OoCtV6xsvTokh7N/9x2Hnvd2RH4rc3/mb+uMX/narP12IDskchBAAkolu+tctBACXOUQaiJu48+E11nTDIscBz8NHNGYujHOkf5zR/dHq55CBCIJoB1O8VNM+L5l+DLUD/niAFhMEhAAga0AQSA8EVrw7X7163RESQLXm9VXf1+5Lj85LLz0hkIrR2nQcBwGHZRxSRjOcdMgcIrMtlv0IpIOzFlSI6F63bl0IIA5eouVutQpCAMAZLZZ9CCBZHElW19kLLwQAnHPOnJeonBHBj9OAtcB7GQfxTil/Dl3J7+60M888Ux/em9amTRu9F5GvmQM/cjo783Xi6Fy5cmX2gSkteUYAx7pTRp85xAHk1RI5NMVphcPKufZZn1bEKA540zgLwKHXsmVLr130XQ6nzsyZM7XDmbYsYks0goyzEcaGQwLFQA70IxlqBwQimHnMI5XlTIJnBPKARzNIHJxbXHxxsIe6BEb06NFDsUeYhnMP5z+H8V4NTIngM6OpuT+xVzijTTk7Yj2YRBXaQaHRIhHgVPJKPojWRyEAeJ1BKZddCEAK5ndvGgFM3I+dDjWUUniGM61p06Zhah1E3Dds2NBWDgIO+7mzTqJ5ISeaRnQ2hAfLcNDhqDON6O05c+aEwbRo0SLVrFkz2+dE+aIEm26W6QQA3pdr165t26dR7yUFr5eUUW7z6fW5g+cCno1Ni0ZQ5rnlrrvuspV/5JFHwtL5pvoaS1cCAL9fVI/dyMUQrrwQHXnPYL8zjWdAfDY//vhj2NTx7sFzgZv6Cekjli5dGlPZxao0kWfZVFpTqUYAOPjHfltUvhWhjyN/7y+7sxz6O/n/3xRlg7a8BfKrY8oUV8eUOlYVKVVcFSl9rP7//67aqNZ/7K6059YHIQAEPTOZVZ8QAFzmkxfhVatWaUmuWLkorcuRl+MgAkk3L4eW5KHDWc/hbCzr3r27ZqR6yQnDjYV8qDxExCIwIPuPjBgv3UHnv4s1Jvk+dREQAkDqzo30TBBwIvD5q7PUlDuORP7XOb+ZuvwZO6tcUEsvBFI9WpsoJZ4bOGD3YhyQc+CeDKldL+3n5jLp4KxlfnCumJFgRHYhyS6Wegi4rSkrz7pTMtcLAcBN/YHDUd6pTOPAiwM33tEs42DemRuWqFyiNU3D6UcUn5XKzfqOXMqzZ8+2leW9TJRLUmvduUXXERlLVCvR5F4t0UNT7nn33nuv/otlOJg5HHY6j2Jd5+V7fgMEE+D0537sjGCjDj8EAD/3CfZq1FqiBSTgaOI8xKvaIU48IpWj5f/2gotVJhJZg98/ZKJ40h1CRnKeCXEuAyGCfQkjzzTR/6gdmObm1PQ6HtYR6RtNw8ngZ917bUvKCQKJIkB0PL8J0/i3Mzc236MIAlnGNOT/nQFSRHA7FU5NRQ3zerf0A2b6DcqSRoEUrqZNmDBBKyK4GfuGmZ4BtaBY6keJ4piM6zOZAMDY2GdxopoGsc3paPeKrZ/nDjdJd78EgESUCryOKehy6UoA4BmGd49EDFIR5CKn8d4DqTmWH8a6jmdZnhkgAXi1RJ9lvbaT7HLZQQD4a/9Bu9T+L1lS+zjysxz7WVH6/P/BP6Kn4YkHj6Py5Mly6pc+/IdjHwf/Yee+dvRrh/+xuoybzRnzivpwjF1VKlpfhAAQz0zlnmuEABBlrnmB5CF02rRp+oURprf1UFq9enW9UfOCi/Off3tx/LxcBYgAACAASURBVJvN8fDIy/Fbb72lkKtkM8c4JCe3FHXDXodx77duHAj0myg9Z7/Je4fcJgdfzpw0uWfpy0gjISAEAFkbgkB6ITD/mbfVzFETQ51ufMm5qutD9qiK9BpR7uxtOkRrc2CHQ9/JYOcZhagY2PTOXHrMJpGTTqZ87pzl7B11qjtrQYO1RBSoaekYCZO9M5tzrVlriujTTp066Qh83ldwODqltmMRADi0Ze7NaFnUyNhn3CTTOeCFTGQae44Z3YVzdtiwYbYykWSFiRQkYtA0IZ/k3Npya3nFihXaiU5OZtN4x+Vd1o8lemjKeiVKnr9YxhkBaQOQfw3KuLdC3H/ttde0szmaeSUAREp7iHoByj2obpikG9rkt0/aH+e+bfXn9ttv14EITuM3jTON37fTyOXNXHOekqhBHiK1odM48yAKz4uBsal0QHQpZzNuzzfsP+xbRP05ZcV5NuIMqXnz5l6aDSsjBIC4YEv7iywlDyJR45GizikAeBZwkvL4XRMV6zTG6AxAclO1gHDsVBLh/BQVAKcR7e0MmOIe73w28YoPe1+hQoVsyijsY25RvF7rzKlymUwAcEu7gmoEz4tuKXljzYHf5w4hALg7LmPhnFPfJ5MAwJjWr1+vFSFikSAhUvKsQaoSP5bos6yftpJZNl4CwD9//qWd+n/wF3LiZzny94ak97Oi9g/ssb87BDWewsWLGo79Eocd+qZz/4hj/+i8/0moWSEAJASfXOxAQAgAsiQEAUHAhoAQAGRBCALph8AHj7yk5o59LdTxlv27qvOGukczpN/ockeP/UThxXKsgVgypLVvueUWrTJkGs4Z8uVBAOCwjGgfciWbUsIcgiOBW61atdwxmSkyylR31gITilvOw2GiWrt06ZIiKEo3TASQG8fhhayv6Zgg4sUvAYC0D6R/MI3ofad8v/X9nXfeqdXZTJs6daomIliGahp50E3jsA+yttNw5kG6Np12rEUOf8VyHgFUG7i/OFM/ENFHZJ9fS+TQlAjQ888/Pyy6O1ofuO9xbwxK3p7c1V5zgHshAKDYwcGzk1xBvmSIBji+iD4nbeHixYttQ42U3xhCDlG9lgOTi3DAEGGLk4boWcgLkAKd0XNECTujh/3OMeWTla8d0gmBGebYYvUPBUf2rXhNCADxIpfe12Wys9aambVr14al0CAn90cffWSbPEhUzv2HPQSygNP+/vtvlS9fPtvH/IYg8MRjELNJH2QaxDP2gnSzTF1TPA84UwERVU3qCN5L/Vo8zx1CABACgHOdcR4yffp0/T7Cs+f27dv1Gclxxx2nVYN4V+nYsaPf5anLJ/IsG1eDSbrILwGgcMli6tA//6oDvyfHqZ+/cMHDTv0SWRH7hyP3idLXsvylsyL1+Xe+gvmThEp4tUIAyDaoc0VDQgDIFdMsgxQEvCMAAeCla2JHt5g1dnngRkX+cTFBQBDIOQTeHfaMWjTpyKHEOYOuVK1vDDavas6NLvNbTvVobQ69eXE18xwT9UbEDRLbpuGcIerWtKFDh6qRI0dm/kSm0AhT3VkLVPTReQjCwV2DBg1SCEnpSiwE4iEAEClIxKDtebJLFy1r7makhbjxxhttX40ZM0ZBTLIM+X4ibk0jWtmZq9v6nvQFplQnUcJukuqxxi/fB4sATn8cP9xfTMOJTL7deKJiEzk0RR560qRJtr4Q1Y2DF2U9Upig6IczwnSo4/xmnUeTzPeKnBsBABzcHFxeCACQaZzOaX7HzrQY/B7IX88BtmVE8uOEcyp1EPmPAoBp/NsZkQ9ekBnMtCFEA/NvnisSsWQRAOgTa6hv375qzZo1UbsILmARSVbc6/hymgDA8x4ODNJNkHYAh0Ykc8tr7XWcZjmUFJzS8DhOUInwQ76w6kzHlAmZ6qw15xlpfu7fprnJoJPX3fl7Y59AocTNIABABLAMZ/DPP//seylCRITwY+bzhsBEVLmb+oDvBrL5gkxcU9x/Bw8ebEOSZzieAU0FF69Qx/vc8dJLL2minGl+UwA8+uijauDAgV67mhLl0jUFQEqAJ51QfgkA8UBG9H2WI/+wU99w7OPkN537BY5J7Nkznv55uQYCwP5f93gpGirTadQAX+WlcO5BQAgAuWeuZaSCgCAgCAgCGY7AW7eOUV+9OSc0ys6jr1NnXhEfwzjDoUq54aV6tDaqA85DLxjsTmlOgMVR4JTaxaGLY1cs5xFIFWctSJDL9brrrrOBgiNtxowZOs81a4lIVBwCRGL1798/EJnonJ+FzOpBPGsKeUycdaa5RQBa3z/11FMKiX7TnMQi8noS8W8a6yiSBLebIxnnQTyysZk1ozk3mp07d+r5QjXGNJQeIIfghInH4iUAbNiwIWzPwSG+fPly7ZQ0jcjQzp072z5r2bJlGCklnv5bBADWJviQfoO2tmzZEkYw8EIAcCPLkBbDGfFKXyH0OVUX3JRaaHfWrFm24aH04Zbflr382WeftZVl30dpIRFLJgGAfqEYwhitFI6kNMAxjTIKKkfsQb1797alJol3PDlBAMBRCDEPpz/jtJzusdZUMgkA27ZtUyeccEJcMAoBIC7YknoREfk49llrlkEqgvBlpvThO4hC7H2mRZtT9mRnvRCOohmqPzfffLMuQopWyE1W2lfrOp4VeF5l30pHyzQCgNu7A6lrUKJCOcivJfLcAUmK92HTIqnkUGb06NGKZ1fTSBkEuSydTAgA6TRbqdVXZPwHV71Q/e/Q/+LqmHbe48y3/g5H6x9x9GdF6hcuUTSu+uUiQSBTERACQKbOrIxLEBAEBAFBIFci8FK/UWr1rEWhsV/y5CBVr3OrXIlFOg061aO1n3nmGXXttdfaICWCcNCgQa4wn3jiidoxYRmHcsgoI4sslrMIpIqzFhTcZN2joYPziyhbcr2LpQ4C8awpIusqVqxoGwQqIxy+uzl5ORydOHGirTxRhGa+8T59+qjnn3/eVgbiwIAB7tEQbgQAnAU4I8SyH4E9e/YoSCDLli2zNY6zGmekM2e0nx7GSwBwi5RnzbH23AxZfdN5xBrDYeWMlvfTd8pSBwSDCy64QKFcYVm84yIyFsl+0w4cOBBGauB7t5y5bhGO/H7NaFvIW9z33Wzy5MnaUW4aJAP2d7HsRYAIe4hSOP0hdripoGQXAYD1w9o0zY0s5hUhIQB4RSp7yuGIbtq0qVq6dKmn375zP7X2QhQp3MxJAEBRxJnmxHkd6i7R1Drow/jx4xXPOelqmUQAIFUMEffsW5bxboBCCQQsv5boc4dbyj2eRZ3Pq1a/UC1AvcA0yPROEoHfcWR3eSEAZDfi6d3e/w4dUiumL1Arp89Xa+d85nswTa/sqFrf2FM79o/Kc5Tv6+UCQUAQUEoIALIKBAFBQBAQBASBDENgwiWD1YYFRw7Qe794r6rZulGGjTJ3DCcex1oypLWJViBqwTQOiy+99FLXifCTtzN3zGTqjDKeNZUMZy2IsH5ee+013+BAPHHmg/ddiVwQGALxrCkaRynElBbnMyJru3XrFtY3N2e9U17cjahUq1YtRRoA5/V8VqdOnbB2cFjiuBTLXgT279+v2rdvrxYtOkJgpAdI7OOcPOaYYxLqULyOcrdI9SlTpugIfDeDwPDJJ5/YvkItoG7dugn1P9LF8Y4Lkg3R7JZBKiAK0s3cfisQEd59991QcSJn8+bNa7s8Wv7tuXPnqrZt29rK44SbMGFCUnCSSsMR4Dc3YsQIfQ+GeBXNYhEAUHNAwt2rsV6cUdakhHH+dqjPLcLWqxIIcvGJkm+8jimocpnkrHViQhoX3h1Ma9iwoZbWd1PeyQ4CQCz1CvbuYcOGKVRo0sHWf/RVWDdRNmJdQYhwe5aq0aphOgxNTZ06VT8f/vvvv6H+Mh5SA7G2/FoQzx0bN25UVatWtTXtlk7HKuD2GyDlhFMRy+9Ysru8EAC8Iw4RDYUKp2qU9xrStyRBSSumz1erZi5MaBCS2jQh+ORiQUAjIAQAWQiCgCAgCAgCgkAGIvBkx5vVluXrQyO7buqjqlLDWhk40sweUjyOtWRIayNnOG7cOBvY0Zwg7dq1U8gJmxZJCjizZzD1RhfPmmIUQTtrqROpTqfDj+hrPifCC+IBB2PmYZ9+gTnqKLV48eJAcmun3gylX4/iXVOkf0DK1TTWGRHHlnOeub/nnnvCJMi5BucV31mGVDTqI2YOYL4jWpmobcvBsGrVKtW1a1eFFLFpKJTgmIonx3z6zVrq9BiZcRzKRNKZdtJJJ2nHUNmyZRPubLyOcjflCaJBI0lBn3rqqWrt2rW2/q5cudKVbJLwoA7npW/SpImtqljOWgpzGM0BvmX8Nvi3m2PVzcEByW/hwiMHujhanfLdyHzzW3Mz5pVIYNMipRUKAqdk1cF+gbF3pJvCkZVWwgs2XtaUl3qsMjjsSH1lWqRnSvJj33bbbbaykFVMJQw/bad62UwlAKDugbPdNNQeSA9WoUIF12nJDgIApBOIW7EMFTQUhVL9+WDYqd3U/t3R0x6YYz17QHfVYbBdjSUWFjnxPe+UpIix0pJYfXjooYcUZFC/FtRzB8+ovK+YShPsTaiZuN1Pq1evrkgtZBnEOVQI0s05LAQA7ysutxEA1n34uVo5fYF2/B8yyDo2xAji95EBQAgA3teblBQEIiEgBABZG4KAICAICAKCQIYi8HDLvmrHxh9Do7vlg6fUCbWqZOhoM3NY8TjWkhGtfdVVV6kXXnjBBjKRGJEiYtz6zSFfgwYNMnOi0mhU8awphhe0s5Y6ccB+/PHH2pGEckX9+vX1OjMj9sgF3rFjR/Xdd9/ZUO7SpYuWKxbLeQTiXVM4FnGYmjl7GQ2ONKKhSpQoocjPGyk6dezYsdq5b5pbGgC+J4c00eS7d+9WkKQsx515LYe4HNSJZR8CHJ736NFD4fwzrXTp0tr5TxR5EBYvAQBZ+iFDhti6gPOb/crpCMLZfdppp9nKBpUCIBIG8Y6rSpUqatOmTbZqIS6ccsopYU198803qkaNGrbPuZdzT7eMaG6cdaaBBb9fN3PrN86dGTNmBDHd2VYHTiRUQ7hnZQIBgPXqptwQNAEAghfKEpZB3OIe7+YwIz/7448/HioLSTBWXvdsWwBJaCgTCQBIniN9blrRokX18x/PfZEMEtjmzZttX0dL6+BMAYByDM5Vr8ZzAUTC2bNn66h/p0IRKhdOMorXurOrXCYSACD8QiwnYt+0W265RY0ZM8Y3tEE/d0AodT7DkKrgsssus/XNjfgWSfnE96Cy+QIhAHgHPDcQAL75ZKlaOWO+dvr/feBPV3Aq1K2uTuvYXP/d3+QKdejfIypUsdAUAkAshOR7QSA2AkIAiI2RlBAEBAFBQBAQBNIWgVGnX6p+374r1P9BCyaq0ieVT9vx5LaOx+tYCzpam0gtIrZM80sA+Oqrr9Tpp5+e26Yw5cYb75pKhrPWKzjkBHeSR4hgJVexU3baa51SLjgE4l1T9AAnPoe48RgS5ESOm8ZBG2vF6TTwUj8EAWf+eS/XSZn4ECCHL+Qy570FBx+OoSDvF/E6yt32HkZL/nqiWSEqYBzs9+rVK4yoBJEFFZNkWbzjuvjiixV5h00bMGCAjnB12q233hrmZEG2+8svvwwVdYsm90sACNrJnCzMzXozgQCA+kPz5s11WovOnTurLVu2hKnrBDk3KLw4c3VHi+KlXzxvWgZpzCQPZMc8Z2cbmUYAQOUHAqlpPL+h+ILaUzQjhQ/qYaahNgI50M14HjTJfRD/tm7dGtf0QXxiDzMJipAWiOxO5WjtTCMAkEIHhQae903r2bOnevXVV30rMiTjuWPWrFmKPdI0FHHeeOMN1bp1a/0xSkDsr85n02jp9OJauEm4yE1Rgt/FgQMHtPqBmxU6NrG0TUkYRo5VmakEgO8+Xakd/kT7H9iz1xXfcrVPDjn9S1Q4LlTmjhM7CAEgx1akNJxbERACQG6deRm3ICAICAKCQK5A4N9//lHDanVTf+47EBrvkC9fVseekHVoLZbaCMTrWAs6WlsIAKm9Tvz0Lt41RRtBO2v99Js8rBygmSakEj8IJq9sImuKXiHPT3SgU7rf6nHNmjV1jtXp06fbBkHUccWKFcMGhgMLYoBzvVgFiTKFdEC7puGMfv7555MHlNRsQ+COO+5QOP6chpMFEpsXI395tAhSq454HeVcz8E+B/xOYx2VK1dORyUiSe5mRLQT2Z4si3dcbnnVcQQTtQg5wDK3cnyHQ+ajjz4KlRMCQPopAOCUmDZtmt4rTTn9eNeU1zWOQ8xcO4UKFdIqL8WLF3etAiLQ0qVLQ9+lo1KEV2wol0kEAPaTK664QuF0tYx9hnu5kwTihhHpTViPpqFyVr58OJEdMk7+/PltZXl2cBII/MyFk3zCtXPmzFFt27b1U022ls0kAgDPcvz+f/nllzAMUYfwQgA+88wzbc91yXrucEtpRqchq0B4cSOioISCko6XcWTrInI0NqRaJ/XX/iMpg2L1pc3Nl6r2t10eq1iu+T6TCADff7VWrZi+QEf7792523UOjz/lpJDTv1SlE1zLfPbSe77nv0kvO8nGdwVygSCQyxEQAkAuXwAyfEFAEBAEBIHMR+Dgnn3q7lO62AY6fPVbqnDxopk/+DQfYbyOtaCjtYUAkOYLyeh+vGvKqiJoZ61XZMkPjTPKNLcIcK/1SbngEEh0TdGT9evX6+hj8rziDEJOGznySy+9VF1zzTU6UtCMOK5cuXKYhLk5IqIAiSwnAotoUQ7gyDeM8wnn/08//aQ6dOhgA4HyRHEn2+gLa5nIL6KnnMSGSO3jdJg7d67v7kVSa8EpQySjM6eulwaiyTB7uZ4yRMeTjiERI30IkvyxLBGnJmNt2bJlxHz2kdoeNWpUWPqAWP30+3284+L3QSQ1Ua5OI+oW5wpO/UiR1qT/MaOyhQCQfgSASGst3jXlZe0Szesk7LC/P/PMMxEvZ982HYCXXHKJwnHG/Z+0FUhRE22LggupgS6//HKFkzldLVMIAOwP3bp1U8itW0aKCe6zzJEXQ0KdKG/TWJ+NGzcOu5wUEs6UMe3bt1coTsRryP0/+uijtssnTpyoSDWUqpZJBAA3tRC/uPPMZz43Jeu5A7ICdZNCwovx7Ecqodq1a3spnqNlhACQGPzpTgD4ceUGtXJ6lrz/79vcya7HVT9RO/3rdGyhylQRpdHEVoxcLQgkBwEhACQHV6lVEBAEBAFBQBBIKQT2/LxLjWxwaahP+QsXVMNWvKHyFrRHS6RUp6UzKhHHWpDR2sgdT5482TYjflMAEMHlJVJTpj25CCSypqyeBe2s9TLi/v37q2effdZWNB2kM72MLd3LBLGmomFAJD8KEKYNGjRIPfjgg3FDhxQr0a+W5cuXT0v7RpIzjbuhwxfi1Jk5c6Z2+hNNbjnd/UhrV69eXW3YsMF3VyLt1RxUI5Ecj+UmAgD4EOGPM+ill16yRbO6YUdaANIDcN9MtiXirOVaIvlxoPo1Z+5lnB/kcTfNbwqAjh07eibD+O1vssqncwqASJgksqZi4Yzz/vXXX7cVW7NmjYJ04masTaJn/ViNGjX03s5+mY6WCQQAiHwoNTjJZdFSPbjNFeWJ2DbtscceUzfffHNYcdYV68u0u+++W917772hjyAOQlYybceOHaFULs5KUQV64YUXbB/TjqmSkmprTAgA9hnJLgIArUJC6dGjh02xxG19sEdBAoWElw4mBIDEZikdCQA/rduknf7I++/a4k5qKXNyhVCkf9lq9ue/xBCTqwUBQSAZCAgBIBmoSp2CgCAgCAgCgkAKIrBz80/qwWZHDqSLHV9KDf3qlRTsqXTJQiBRx1pQ0dpuKQWmTJmic8a6mVukKo4rZLzFchaBRNdUrN4nw1lLmxdeeGGYcyjZ8tqxxirfZyGQzDWFA4HoazOPOtGdkFCqVKkS1xQQcU8EsylLnAz5f+qfP3++dvq//fbbYTls6bwfAgBS2eRc9WuRCABE3xOxFo/lNgKAhRER8dz7cHDh9CYyGdlpopSJ5GM+iUJOFpHEOVeJOmvnzZunyKXsJrFMW8WKFdPOLif5yqmWwfVgYBp4rFq1ynV5LV68OEy5AeedM9o3nrWZndcIAcA72vxe2LPNHO1t2rTRv6VI9u2336pq1ap5b+RwSVIaoDZQoUIF39fm9AXpTgDgt92uXTudGsU0J2nIC86QQ5wR0jhP2Vecsum06VxLH3/8sX5+sAzC0yeffGJrOhIp4ddff9XvLPzXNCTbGzRo4KX7OVLm7hoXqYN77dhH60iVJnXUJU/dqYqWKZEj/Y3WaDopAFjjQPECAhLqU6yV7du366+4P5LOgGdP7nWkEEoXEwJAYjOVLgSAHd9uUStmLNCO/x0bf3QddKnKJxx2+rdQx9esnBgwcrUgIAhkKwJCAMhWuKUxQUAQEAQEAUEgZxGA0ftYuwGhThxXvZK6dV5k6c2c7a20HoRjLYho7bvuuktHNJpGbk/kOd2MnIumw44yRNc6HQQyw9mPQBBrKlKv/ThrcSgR1W9apKhuHKmVKlXSDjfTyO1KjlexnEUgWWuKPYM9xil7H0syOhoa7FusO9M5gQOXfZI1FoRR94gRIxT56UlnEM28EgDcHKykSUBSOZa98847Os+309zyu3s9lN61a5d2DovlLAKJEgDoPYfT48aN0wQrIhghmfBbgHQ1cOBALYGNk8w0omjNiH+clqSTMA1nL+mI3Iw82shzm3bttdeqp59+OmcB9dm6EAC8A4YDGGUq01hzKD9EMggqkASchlOYez9kAp413WS3uS/Nnj3bewdTpGQ6EwAgXeBk//33321oQjKC3OPlfuWchkaNGqmvvvrK9jGpetizjjnmGAVe3G/vv/9+Wxmc96Q4Mdt8/PHHw9QDIBRyLc8FRYoU0XUsW7ZMpx7CgWsaqVHYI1PRlr3zkVo4aZr670r/KkGMp2qzeqpBlzaqQdfWqTg86VMOIiAEgMTAT2UCwK4ftoXk/bd9vdl1oCUqHheK9C936smJgSFXCwKCQI4hIASAHINeGhYEBAFBQBAQBHIGgR+WrlPjLhwYarxyo1pqwDv2HIc50zNp1YlAshxrVjteo7XJedm3b19b9yAEOKU5rQJEXZmOr8KFC+sDQa/OJVkJyUMgWWvKr7OWyGgzMosR41D6+uuvwyR/3aKAypYtG4qsSR5aUrMXBIJaU/v27dPRdjgRcNwgt+6MIiTHL+lEihYtGrNrRGLt3r1b/fDDD+rTTz9Vzz//vK7baTgdcT4GZW750CPV7ZUAwJiJHjMNVQGizeM1HLvI2puG1D3Rs2LpgUAQBIBoI8W5BhnAimKkLA451COcVr58ebV169bQxyhW/PHHHwqiitMmTZqkrr76atvHOOHuvPPO9AD+cC+FAOBtutiHK1asqNeDZThTifB3Wx9WGcgo5Mnmb+HChToFCuRByCmWQQIYOXKkTerd+g7FjnSR2bb6nK4EAAia3KPc1ESYa2fEvtvKgTzMfdo0CIBE95uKPXyP475cuXK6PedzAt8TgY0cu2msP1KTbN4c7ugiDRApcSgDwc3NIM117drV26LPhlJ/7T+oFk6cqhZOnKb2/WonXSTSfIMurTURoGqz+olUI9dmCAJ+CQBNr7xAdRp1JNgkQ2CIexipRgDY/dMvWU7/GQsiEoaOLVdandaxhXb8VzjNvwpP3GDJhYKAIJA0BIQAkDRopWJBQBAQBAQBQSB1Efh24XL1XM+7Qh2s2aax6v3CiNTtcC7tWVCONTf4/ERrf/nll6px48a2ajiANXNoW1+65ZVu1qyZPsAVy3kEglpTiTprcc7iWHJGSHPQ+9xzz4WiS4nu6969e1i5IUOGqFGjRuU8oNKDQFIAkNOX6Lxodtxxx2k1gEj5os1rcTgVL1485uzccMMN6oknnohZzk8BNwIAUYiQF3B4meaVAMBe27lzZ9u1iUoROzEn+tF00PkZs5TNGQSSTQC49dZb1ZgxY2yDc8r/W1926NAhLOIawk3dunXDwCG6ln3eNKK9W7VqlTNAxtmqEAC8AQdhFCUp0yLlcvdWY3gptzRBEAOGDh0ab5U5cl26EgCSIdduTQBzOHr0aM/z0bt3bwXJyM3Yk1AfiZT2JFIjgwcP9tUHz52No+D2b35QiyZNVV+89n4cV9svKVnpBLXr+59c6zmmTAllkQFQDMwNxrsJJoT1rNnes+NXdd8ZV6h///rb1/TnLZBPHV+jsjquZmV1fI1Kh/9bWRUuEZu866uhNCicCgSAvTt3qxXT52vH//dL1rmiVrRsyVCk/4kNRF0vDZaWdFEQ8IWAEAB8wSWFBQFBQBAQBASBzEFg7ZzP1Au9jzj961/USvV8YlDmDDADRhKUs9YJhd9o7UOHDqnjjz9e7dixI1QVstnk58SpZRqHdM4D12HDhqnhw4dnwIyk/xCCWFNBOWuRhHVLI4GzlMguIvvMyFMLfRzBRPaVKlUq6RPCwQ1RX+RxJ683ksWJWqTc6/HmVccJRcQ8fSS/rd+D7UTHkx1riihOnODIinuxWAQAogfZkyCSBG0WAYA2mjdvri666CLtvCdCskmTJrbmvBIAICncdNNNtmsTjdanX1OnTg3VCcb8rjLV+J3wR2R6tKjjdBp/sggA4ITD1un8R3adNeLmHEGSG0KNaX369FEoCJkGyQTyl5lbG5Ug9npLgjtd5kAIALFnCowqV66sfvrpiJOReYb8F2QaETeSlNf9NfYosq+EEADmuoJNGpJ77rlHS/5HMu65kJZQE4mWbmDTpk1qwIAB6oMPPog5sahNQVYhjUFO29fzvtQR/5D4nZa3QH51Vp8L1ecvz1IH9uz13NWzB3RXLQd0U0unzFNL356rtq52T9uC9DeqABACChXPXCcuz4683xYsWNAzhplWcOf3P6k1sxerNbM/MEYJGQAAIABJREFUVT8s+zrQ4RUtUyJECiCH/HE1Kqvja1ZSeY4+OtB2UqmynCIAHPh9b8jp/91nq1whKVLq2FCkP4qgYoKAIJC5CAgBIHPnVkYmCAgCgoAgIAjERIAX/jduejhUTmTbYkKWrQWCcKzR4USjtamD/OwPP3xkrfAZcp/IbOKUQ55zypQp2qFrHtDhaEFuE/lXsZxHIIg1FYsA4MdZSxoJZ37paChxKDdz5sykRoqyfmkDh/qsWbO00xALwplAdFHDhg1dpej9EAD4vS1evFj3EYKC5UzDkbZ3r/fD3yBWZDLXVJkyZRS5oznU9yIhbI0nEgEAp0Dbtm3VI488osgjnQxjHnFGXXDBBTY5/USctUj1I9lvGbmP9+zZk1D32b9JLWDZ+eefr2bMmJFQnal8sThrI88Oex6/GVKwQCKaMGGCzWHLlThFUGSpV6+ea0UQUkjjYspx83sj7/v111+vSReQCMnf7XS8kQ6ANtPNZE3FnrHJkycrIrJNu+6663QO9yBt3bp1YeowrFXyuaeqIcXsNNYUqQ9Ic+PmxD72hNIpOZxkKgBYA4ZcB6EItZBvvvlGK9ZAIoFQ1Lp1a51WpGrVqp7x+eqrrxREVFIEfffdd/qeyjMUJFPujzzzQZRj78tJ+/TFGdrxv3NzeKT+cdVPVGf16aQaX3Ku7uKwU7up/buPpNqI1W8IAB0GH/l9oi6wdMpctfTteeqPHb+6Xl6jVSNNBqh7QYtY1afd97mVAPDTuk0hp/+29e654L1OZvk6VdV/8uVV1EmaCi9WtmpFdVyNSsokBZSocJyXS1O+THYSAMB75Yz5asX0BWrD/CPP9yZIhYsX1ZH+dTo2V1Wa1El5/KSDgoAgEAwCQgAIBkepRRAQBAQBQUAQSFsEPn1hhpo69KlQ/1vf2FOdM+iKpI8n0ahVDvVef/11fRBE3lle2sldzMFNixYtVMeOHT05CXGkFShQIOTk8zNwPw47P/VaZZPpWDP740Vam4N7ov/MqD2rDqK1ObB0+65///5q/Pjx8QxfrkkCAslcU/E6a5GUxsEbKe+qBQNqE+SFd0ZRBwET+8D8+fO1Q53c6r//Hp5PNQgCgFskt9V/L/sJDjr6+NprrykOw52WrgQAnPzkdka2n1zi5Bk/++yz9T7ux/Fv4cH9AIUInAMlSpTQeaDPOOMMnb/Xq4pAEOvKrCMRAgBpMCB6WFa9enWtXgABCycG40WhAucH65R9l3FHM36vplrEJZdcourUqaPeffddtXbtWnXw4EGNIU60Ll26qMsvv1znXU5XE2et+8y5RU47SzLvL7/8srr44oujTv/dd9/tmpoF4haRtER9o+xiGnvWqlWrFHnC081kTUWfMe6rEK3YTyzDqc19jD0sSENBAqUq09zSrgTZZqJ1jax/iZbY9mrNru6kLhje32txKZfGCPy+fZdaNHGqWjhxmvrXsWcyrFPanaGa9e6kTj7LnmJl+/rw58JYMOB4dbMNC5ZpZYBlU+a5fn903v8cVgVoo046IzmEylh9D/r73EQAQAreivTftWWbK5SVTj9F/bhyg/r3b/t9OxrubW6+VLW/7XJdZNcP29S2dZvUT19vVtv4W7dJf+bF8hcuGFIIyEonUEmnFShYrIiXy1OmTLIJAP/+86+W9udv3dwvXMddsGiRkLy/c89IGaCkI4KAIJBUBIQAkFR4pXJBQBAQBAQBQSA9EPho3Jtq9gOTQ509f+jVqkX/roF3PoioVQ75iEB+8803Y/aP3PNPPfVU1EhPt5z1MSs+XMCLw85rXW7lkumstdrzE61NNHSnTp3U3397ywWIM4nIGg74xVIDgSDWVNDOWpAhah2n9nvvvaej43FMEjGKkxIHJNHUl156aVzO4GjIE606YsQI3TbOqWiWKAGAvQunR6TI7Wj7CSQaIt9iRTPmBAEgNVZ26vciEQIA5AVSR3g1yABE3rJfuxnOfb8StzVq1NDKBkE77ryOKdFy4qx1RzAWAQBiJcSrDh06xJwCng3atWunVQS8GM5g1ukVVySfdOqlP37LyJqKjhjPjNw3TeMZhJQ1QRvPDfXr17dV26BBA7VkyZKgmwqsPiEABAZlxlSEU5Zo/1UzF4aN6ag8R6mzenfSEf8lKpTNtjHz7o4iACkCNi5e4dpu8XJlNBmgfpc2qvRJ5bKtb0E3lOkEAEgdOP1Xz/5U7d35myt8J595mqrd4SxVu0NTdUyZEmpItU6eI/mp0CQAuDVAlDrqABYhgP/6UQtABUWrBRikAJQDUtWSRQBYOWOBjvZfPWux69AhUBDpz1+1Fg1SFR7plyAgCGQTAkIAyCagpRlBQBAQBAQBQSDVEZh1/2T18VNHnOrdHr5ZNep5TiDdDipqlRyiTZs2dY18jdRRHCEff/yxqlvXHiVhlY+Uj9vLwNOZABBvtDbSvVdeeaVrbnYTMw59rbzpXrAMokyi+dqDUpWwxkKkI1G7pEZAahsHMA4PsK9QoYJ2qHTr1k0RpSaWMwhY+dq9tJ4oAYAIa1RLIlm0/QSJ2x9++CFmN4UAEBOiHCuQCAEAlRUzh7aXQUCgIZofaX+nffvtt6patWpeqrGVwRmMo439K91MnLXuMxaJAABBhJQ+9913n1aC8GqQqvr27atJVdEMtY9nnnlGoW6RriZrKvrMoeLiJINACjj33Cy58lhGRD/PTZaxp6HOU6RIeATopEmTtAS8aawtL2ThWP1I1vdCAEgMWVIqYUdnQP7w5VM/1o5/oq2dVqrSCdrp3/SqCxIDLICrf9++M0QG2LHxR9caK9avoRp0aa0adGmj8hcpGECr2VdFJhIA1rz/aZbT//3F6q997pL81VueHnL6Fzr2GBvgQRMAIs1mImoB1GmRArLSCGSlE0iFlClBEgDWfvCplvcn2h9ijtPyFsgfcvrXaNUw+3440pIgIAikPAJCAEj5KZIOCgKCgCAgCAgC2YfA1CHj1Kcvzgw1eMmTd6h6nc+OuwNBRq3iTCUn48qVK8P6w0E1MvbI1JPv3mk4K9avX68KFSoU9h0OWucBtNfDJCTLkZhOlqVqtDYRzMi2ky8a6V6k/0mjcMIJJ6izzjpLR2pz8JsdFkS+9qBVJRj3ihUrtFwyeUqjGdLKt99+uxo+fLjKly9fdkAmbRgIuBEAIGm4SQcnQgD46KOPdI7aaOaXAEAfN23apA4dOhSqVggAqbu84yUAEFXN/mrOM6OEFMA9ke+Q2F6zZk3Y4EuXLq1zGx9zjP1Al9Q5bdq0CSuPXDepXrjfku8dhRynJSuCN9kzJ85ad4QhAPTo0UOnkICcRhQ1REvIaTjp4zXWO9H9ixcv1uQl7tUQSFhfrKF+/frpNtPZZE1Fnj1Ij+xPpkE64lncLbe9W01uBIKnn35aXXvttWHFSQ3EmjONdxDSoaSqCQEgsZlJd2ftXwcOaol/pP737gpPO0XU7lm9L1Q1WzdKDKgkXQ1ZAVUA1AEO/hH+7k2zp55zpiYDnHpu0yT1Ithq031NgQbras3sI05/Fe4n1qDVat8ky+l/blOVr1CBiEB+8Zp/xZbGl3gjecWavUTVAgoWLayOq1lZqwUcX6PS4f+vpPIXCT8PitWXeL9PlACw/qOv1Aok/mfMV//8Ga7ASCoOK9L/lLZnxNtNuU4QEAQyHAEhAGT4BMvwBAFBQBAQBAQBvwi8fuNDatk7H4Uuu2LiPfoFPh4LMmqV/LO9evWydQPn6ZgxY3S0GU4QnBbkROZgmZz0pj3//PPqqquuChvGo48+qm677Tbb5zt37tQH1WKpiUCQ+dqToSoxffp0TSrB4eHVWNuQKsSyFwGLAMBe0rx5c3XRRRepzp07qy1btigcCqbFSwDASXTaaadpx0c080IAwEFLH/kjxQb7nrnOMoUAgNMbMheOa6+ErOxdOf5bi5cAwH6HUs3ChQvVggULtGP+hhtuUORbJyLWMqL9e/bsGXbve/LJJ9X1119v6zD3R+rij3o3bNignn32WXXhhReGynE/HTlypLr33nvDBrt69WpF+ph0skx01qYT/pnY10xcU/HuU875hQDpjL5324uirYvnnntOXXPNNbYiEH7Zq9jruG9znxgyZIh6/PHHbeW4F5LWJ5VJJkIASGxXSFdn7c8bftCO/0iO1SaXn6cj/sucnD5KO2vnfKaJAKtnLXKd1HyFC2hFAMgAJzaomdjEJ/HqdF1Te3ftDjn9v5m/1BWhPEfnORzlnyXvnyeNlTMSVQsoXqGsgxRQWZWtVjGhlUU6TVJ4OI33maPz5HHFu/cLI1zb/HbRch3lT7T/n3v3h5U5Kk+ekNM/3jO6hAYrFwsCgkDaISAEgLSbMumwICAICAKCgCCQfAQm9x6u1s05Eklz9SujVfWW/vOHuREA4o1a7dq1q5ZSN2306NFq8ODBYYCMGjVKO0dMu/zyy3UeW6fdfPPNtoNDpEX/+OOP5IMsLfhGIOh87clQlcCR1rBhQ9c870RX4sx0i6oFDOThOTRPN+NwAyc0B/Pp5qzF6U4E7AUXXGAj/QTlBGEukdDGQWEZqQBw6BKZbVo0AgAEphYtWqgqVarYrslkAsDevXtV0aJF025NRfr9BrmmIrXx2GOPqYEDB9q+Rnli7ty5cW8rkAIgNZkGMWDo0KFx15kTF2aiszYncJQ2jyCQiWsqiH0KYh3P+pZEO4ixl2/dutVVvj/SmuK5AhUBN3UTntVROOF56uDBcFnrdNijhACQ2G6Sbs5aInmR+ScPu9OKHV9KNevTSTv+iehNVyNie+mUeVoZ4IelX7sOo1TlE7LIAF1bq+Lly6bUUNNpTf364/aQ03/zV2tdccxbML92+tfp0FTVah9fMEdKTVCUziSqFgBB4jiUAmpW0uQA6/+LlvUWEAIBYPYDkz3DdVSeo9RDW46oK2z6Yo12+vO377c9rvXUOb+ZOq1jC1XnvLM8tyMFBQFBQBAAASEAyDoQBAQBQUAQEAQEAVcEnuk2SH332arQd9dOeUSd1NhfxJ9FAAgiarVu3bph8v/kMXbLn75kyRLthDWtVatWCtljpxFJO3Xq1NDHRDUS3ZipZuaM8yrDmipYBJ2vPRmqEm3btg1ztrF2IZ/wO8BIY4Gj3xkRjuzyokXu0TOpMgdu/YAAIM5a9xlC+vqUU05RkFcwohJJC4Ez3w8BINL8CwEglX8Z9r4F4ViLNVoOr52y7YmS2txyxMerhhGr/8n8PhOdtcnCy3pOSLdnhGThQb33nXGF+u2/P3tuokmv89RF993guXyqFAxin7rpppvUE088YRsSZFsISn4NUiUkJqL5vVqHDh00aSnVCYnDa3eP6OhxG2uRkseqhj3aqqrN66uqZ9XzCkfGlksXZy2p9RZOmqp2btoaNhcnnVFbO/2RYc8027n5J7V0SlaKgEh7Z+XGp4bIAP/JlzfHIUj1NbX9m++103/17MXqp7V2ErEFXsFiRQ5H+jdVNc6WPPCJqgUUKl40jBQAQQByhWnxEACun/aYWjEjy+m/5+dfXdc/e0Odjs11xL88k+X4FiEdEATSFgEhAKTt1EnHBQFBQBAQBASB5CMw9tzr1dbVG0MN3TTrCVW+TjXPDedU1KrbASZRjDgynEZ0EblKLTv//PN1bvtMtXR21gadrz1oVQnysTsjtIl6w+F73HHH2ZbUqlWrtCy8abzYE8mWL1++tFp+6bymIgEdhBOEulEWMPcT1ElQA4C4JASAyMtc1lT8WwBKI7/88outgt9//11H4MZj69atU7Vq1bJdWq9ePbVsWXgUYzz1Z9c1QgDwjjTrJW/evKpQoezLk+u9dzlTUggAMz0Bj5JNxYoVNSnQMlKV4Mh3Ph95qlAprRxw3XXXKdKcRDMc/tdee61ODcb6TUX7++BfWvr9i1dnK5x58RrPixABqh3+O75m5XirStvrUtlZu+fnXVrmn4j/f//+Jwzjht3bqbP6XKhOqGVXdUrbyYjR8U2frw4pA7jhweU4OFEGqNmmUY7BkIprasvy9SGn/87N4SQSwDqmdPGQ0//kpnVzDL90aThRtQDGWbLSCer4GofVAmpW0ooXC557JxAIarU7Q0f685vI85+jA6lTKhEEBIHcjYAQAHL3/MvoBQFBQBAQBASBqAj889ff6pFW16hd3/8UKnfbR8+qstVOTAi5ZEetIv+Po800Io+IQHKa01mCPDe5tTloXLt2rXbIlipVSuHw6NKliyKVAHlH09XS2bEWdL72oFUlILz06dPHtjT498SJE12XS9WqVdXGjUcINhSCRFC5cnod5Kbzmor0Ow6CAIDjHwKAZcwrzlT2PyEARN9BZU3Ff4epUaOGJh2ZRvRsuXLl4qp0+/bt6vjjj7ddy/pFgSedTAgA3mdLCADhWAkBwBsBwJnyBiSDItZCOnrxxRe1UhLPSpAMUDypUKGCatOmjerVq1cYWcn7qk9uyU1frNZO/2XvfJSUhoqUOjZEBoAYULRMiaS0k0qVpqKz9ocl69TCSdPUyhkLwqAqXKKYdvoj9Z+/SO4lV6149xNNBiAlgpsVOvYY1aBLa1W/a2tVvnbVbF1yqbKmNi5ekeX0f3+x2rN9lysGxcuVCTn9KzW0kzSzFbQMaixRtYBEoKjZupF2+PP3n/zpFQiQyLjlWkFAEMgeBIQAkD04SyuCgCAgCAgCgkDaIrB/9x/q4RZ91d5du/UYyJF2x6LnVYkK9ohmPwNMFgGAfKOvvvqq6tu3r+Kw37Ly5ctrZ74zAhLnPnnL/RjOFZQEqlev7ueylCmbzo617MjXHmmivKhKDBs2TN177722KsaOHauQw3WzM888U3322We2ryKltUiZBeTSkXReU37m24/s+YEDB7T0P6QVy9555x3VuXNn/U8hAERf0bKm4v/FFytWTO3ZY88f+scff/jKvW22vnz5clW/fn1bhxo0aKBItZNOJgQA77MlBIBwrHILAcD7KpGSsRA4+Mf+rGj/12arX74LT2FwVJ486n+HDsWqJvT9Ke3OUMdVr6S2LFuviAomijWSUQ51gCyVgHoqz9GZF0WaKs5a5mD5tI91xP+PK+zkO76rWK+GdvzX63S257nODQX3/fq7Tg9AmoCf1m5yHTIBB5ABGnRtrbzmYk8Eu5xcU+s+/Dzk9D+4Z5/rMEpVLqdqd2iqHf8VTvOuyJgIJrn92iDUAiJhWL3l6SGnf75CBXI71DJ+QUAQSCICQgBIIrhStSAgCAgCgoAgkCkI/L5tp3rgrN7qnz+znOrkQ0MJAMm5eCwoAsALL7yg+MNw5iOpvXPnTluXcIbMmTNHNWoULimIs7VaNf8v0CVLllQ4RYg6SjcTx1p8M+ZHVcJLC+RYJi3Ajh07QsX5XViHT17qSJUysqbCZ2Lw4MHq/vvvD31BDuO5c+eG/i0EgOirV9bUEXx69uyp3njjDRtgs2bNUueee24YiNwDWVumlS1bVhHFbxoR/eZnSHTj9C1SpEhYnZMmTVJXX3217fPu3burN998M1W2IE/9EAKAJ5h0ISEAhGMlBADv6ye3l/x20Qrt9Cevs5tVbVZPnXrOmerDx15Ve3dmkau9WLOrO6kLhvfXRXds/FGTACAD/LBsfcR84Fa9Jzc9TVVtlpUyoHyd7I2q9jK2eMrkpLOW/v594E+1cNJU7fh3m8d6nVqqs3p3UhXr14hneLnqmm1fb1ZL356rlQEi/SaqnlVPEwHqd2mdtFzo2bmmUFlcM3txyOl/6J9/XeccMo/l9M+NqT5S9YfgVAvY9NkqRdCMVzsqz1HqoS2zvRaXcoKAICAIJISAEAASgk8uFgQEAUFAEBAEcg8CRK881OKIE6DkicerWz54Ki4Zw6AIAG4R1OaMNG/eXE2YMCGik3/evHlaNtRptWvXVjVr1lT//POPjtDetm1bWJlzzjlHzZ6dfi9u4ljz95v1qyrhtXanPDzX+Ykw99pOdpSTNWVHGfl10ohYKiSkDFmxYoVNmlgIANFXpqypI/iMGDFCDR8+3AZYJAf8nXfeqR588EFb2R49eoQRCM4++2z1ySef2Mo9/fTTOn+205o0aaJQQDFt/Pjxqn//LEdUupgQALzPlBAAwrESAoD39ZMbS+7/bY/6nGj/V2erX7fYCVfgUey4Uqr2eWdpx3+VJnU0RCPrX6L27PjVM1wmAcB50fdL1oUIARADfvvvEXKpsywS61oZoFk9TQg4tlwZz31IpYLZ6aw1x/3zt1vUoonT1OevzgqDI3/hguqsPp30X5GSxVIJrrTpyzefLNHKAKgqRLL6F2WpArB+g7RkrykcxDj9V8/+VK3/6MuIXSf1geX0L12lfJBDlLqShMBH495Usx+Y7Ll2IQB4hkoKCgKCQAAICAEgABClCkFAEBAEBAFBILcgsHXNRjX2/9k7D3ApinQN/xxyFpAgOadDzjlIEEHEsKbFFdE1r2Fds645rHHNXjGBaxYjqKAIKojkDJIkowgSBQQk3Oerwwxz5nScru7pnvPV85zLXae6uuqtv7ur6k8D/hEfLjaoV495UrIKuQstqcsA4LjjjlOeamZl8ODB8sADDwgU+kYFYbq/++479Td58mRZvny5vPjiizJkyJB4dRgB3HfffXlCu6PCwoULpVmzZpGafirWrKfLa1QJJ8IARVTLli1l6dKluarDoASGJVErlKncMwZv/4kTj+X5vfrqq+Xpp5/OVYkGANZSTpk6xgcGJUg9k1xuvPFGueOOO1Rqm8OHD8sbb7yhPPXBLrF89dVXeQzdRowYIZdddlmuekiHg+8fIg7AaGXPnj1y++23y1NPPZWrXsmSJWXDhg2C72+UCg0AnM8WDQByWO3fvVdWTVsoyN8+5ZVPBB6bTkv9rq1k2Mv/lmKlSzq9JKPrZapMLZs0S3n7L/zie8P5Q4hnKP2bndxFSlXI/c6c+5G5gtNMGFqfbh9GHiGrf5o6XxkEIDoA/t2/+w9T+YKCEYrUht1zUgYULhaN/NN+K2uTgS2dNFN5+y//dnYellWb1lVK//bn9M/o5zjIwR0+dCgnRcDoCfLTDwsMb41IhDAEaHtmX6nSuLbn7vkhUzt+3hJX+q+aZjwOdLxW26ZK6d9iYDcpV6Oy57GwgWAJ0AAgWN68GwmQgDsCNABwx4u1SYAESIAESCDfE1g9c7E8f/q/4hzqd2sll73zH1dcdBkAwCsS3pFWpXDhwoIQxn/7299c9TG5MowCPv3001z/GYYBUMBEqVCxZj1bXqNKOJEFKISfffbZXFX79eunUlVEsVCmjs3aW2+9JUOHDo3/B6QLQaqRcuVyp0uhAYC1pFOmcvO55JJL5OWXX84DrUiRIlK1alXZvn27oTEcItzAACC57N+/X9q1ayeLFi3K8xvSAFSsWFFFvkFqneQSxe8exkADAOdfl0xV1toR2LN9l1L4rz6q9N+46Ce7S2x/r9elpVIAZ5/UWcpF1NPadpAOKmSSTP2+eZtMf2ucUvxDuZdcyp5wvMrr3GxAV6nTIdsBHX+rbN+4WVb9sDAeIWDDwhWWN6zToZk07NFapQyo1baJv53z0Lofylqj7vzw+lil+N+yakOen5ud3FW6XTQkHtXBw3B4qQUBPGcqRcDorw3nAZdWza4XNwYoWb5MSjx1yRRSdMQ8/TcsWG7al3pdWkjzgd3UX5lK5VPqMy8KBwEaAIRjHtgLEiABYwI0AKBkkAAJkAAJkAAJuCYA74eXht4evw4W6xeM+LfjdnQZACTeEIqK1atXy5tvvimPPfaYQMERK8hvjFD+HTp0cNzH5Ioff/yxnH766bn+cxRDtlOxZi0CXqNK2AkYlHhQ5iWWsmXLyoIFC6RmzZp2l4fyd8pUzrTs2rVLeWonpgwpXbq0UtAmF3h1Jxfkaof8ValSJU94drOJ9+NdGgYho0zlngV44yOizaRJzj1G69SpI1OmTDGUP7SOiDeIVgFvfqdl4MCByhCuYEF3UX+ctu9nPRoAOKebScpaq1Hv+nWb8u5XXv7TFsqvy9c6h5RCzWrN6kuzAZ0l+6Qukt9yOWeCTC35apoK8b9kwnTD2W/St2OOt/+ALoIw+2EtiOa2avoiWYfoAHOWyrb1eVMWxPqOkPaIDqBSBvRoI0j/FpaiS1lrNB6kZpj88kcq1H9y5I+ChQsppT88/o+rWjEsOPJNPyCzsz/IiQywf49xZIvGJ7aXtmf2kVZDerni4kWmNixYkaP0H/e9bF6x3vS+jXq1jSv9w/yecAWOlYUGABQCEiCBMBOgAUCYZ4d9IwESIAESIIEQE1g0bqqM+vu98R52OPckOeuxfzrqsd9Kq1GjRsmFF16Yqy/9+/eX8ePHO+qfUaUlS5bkyuGNOq1bt5Y5c+ak3GY6LqRizZq6n1Elxo4dq4xIkFYiVmCcgv9+8sknp0MctNyTMpWDEalEevbs6ZlptWrVHCtl/X6Xeh5Mig1QpvKCg1HbnXfeKU888USud4gRYij2kRIAxiRWZePGjXLVVVfJJ598YlkPCv8rrrhC3RtRdcJepr4+Nk8XDx08KPsPHJDixYoLcq8mly4XnBL2YQXWv0xQ1hrB2r7h16Mh/Repf39bvdGSaZnK5aVupxZSt1NzmfDUW7Jr01bHc3BctYqyY2Ne7/BYA1CkIipAs5O6SJ2O0Uol5RhCQsWoyhQ8j6H0h7f/71u25xk6FMCtT+ulvP1rtsmbqiUVVkFfs2LyXFk9Y1FOuoA5S2Xf73tMu1C+ZpWcdAFHjQKKlSoRdHfj9/OirDXr9NrZPyrF//wx3+WpglQJ3S8+TTrzW5G2OU++MRTuMAbAmYRRKViokIoK0ObMPrmiNHw34kP57IG8UZWOHBEpkHd5oJp+8KdPBe0lFnxHYkp/q/d9dv9OcaV/kRLFQsOPHdFHgAYA+liyJRIgAf0EaACgnylbJAESIAESIIF8Q2DOhxPl7WseiY8YeWSNAAAgAElEQVS3xyWny+C7cucVNoLht9Lq0KFDSvHx22+/xW+PnMY4gCxRIrXDqk2bNskJJ+T2fEEYb4T3jlKhYs35bOmMKgHPXXjPJofUfumll1Te7igXylTO7C1evFiaNfOuyKEBgKg89rt371b57aPobW70PE+bNk06d+6c66dUosjAY/+1116TiRMnCgzTEP6/ZMmSgggS3bt3l7POOktg8OamwJANhnOIGLBq1SrFHmkratSoIUgjcMEFF+QxgHPTftB1H+n5d9nyk/PIBsjbfPbj1wfdzdDeL6rK2mSgUPDHvPvh6b99w2ZL5lDm1u2co/Cv16m5HF+nWrz+g52GCQwInJbOFwySU++6XBaNnyqLx01VCqpkT+JYWyXKlVaGAIgM0LRfR6e3iFS9qMnUws+nqDD/y76ZZcg55umPf4umUQmuWwj27vhdVnw3R5DuDcYA6+ebhy/HvWu2bhw3BqgbsCGLTgOAeZ98oxT/6+bmjc4Eb/JuF50m8NxmCSeB/bv3qvQAsz+YYDiH6DWMstqe2VdFBvjx6xky5t4RrgbznzVjlQHA0okzZeEX38uicd/L3u2/G7ZRICtLEB0xFt6/YKHoRU1yBYeVVQQAyIabcuWHj7mpzrokQAIkkDIBGgCkjI4XkgAJkAAJkAAJgMC0Nz+XD25+Og6jz9XnyoCbc3vfJ5Py2wAA90N+49mzZ+e69cqVK6VevXopTdzcuXOlTZs2ua5t27atzJplfDiY0k0CuIiKtdQge4kqMX36dKVEg1ItsSBVxb/+9a/UOhSiqyhTOZOxefNmpYT1WmgAkJkGAF7lgtc7J0ADAOesjGpGTVkbG8OmZWtVSP/VR0P6I4y3VYE3c72jHv5Q+uN/m5VUDADOePDqXM0tnTRTGQIsHveD7N66w/BWWQWzlCEAFMuIEIAQ7JlQoiBTW9f+ojz94fEPRXhyOa5aJWl75onK2796iwaZMC22Y4ARzfLJc2XNUYMAMDIrhYoWlobdj6ULqFS/hm37Xip4NQD4c9+BnDD/r3xsGN2h64WnSreLh+QyBPLSX14bDAEY/yE9ACIDIIKHUSlXrZJs32htEJZ8XcvBPWXxl1Pl4P4/DdssXKxIXOGP9zcLCZAACZAACYSFAA0AwjIT7AcJkAAJkAAJRJjA5Jc+kk/veTE+ggE3DZM+15xnOiK3BgBr166V2rVr52qvadOmyuPWrCD/8Zo1a3L9jNzciSGR4dEPz/5YQTh2HFKWKlUqT7OvvPJKHk/ts88+W959991IzRyVtalNV6pRJRYuXKjCwsNLN7Hcfvvtcv/996fWmZBdRZlyPyGIHvLTTz/luhAyctxxx7lqzO271FXjaayciTKVRpz57tY0APA25VFQ1mKEKpf5tEVK6Q9P/73bd1kOvGLd6sq7P/bnJn/3pOffcw2195Vnm16zZtaSo8YAU+W3NT+b1mvQrbVkD8hJFVD2hONd9yEsF4RZpuZ9+q1S+q/8fp4hrmYnd5UWg7opo4zCxYqGBWla+oE0ASsmz5G1s5aolAF/7Mxt2JrYKTxfDZAuoHtrFSWgRLkyWvucqgHA5pXrleJ/2huf5+lPueqVldIfof7hxc0SbQI/TZ0fjwxw+NBh7YMpXqZkXOmPSBEsJEACJEACJBBGAjQACOOssE8kQAIkQAIkEEECXz/9tox7ZFS854PvulR6XHKG4UjcKq2gDEKIY/ybWGbMmCHt2+fdcH/zzTfSu3fvXHXLli0r27ZtEyj5YwV1UDexPP/88yrXcXJB6GaEcE4sL7zwglx++eWRmq1MVKzpCq1tN5Fuo0ogPQRCcv/6a+6wwRdffLG8/HLe3JN29w/r75Qp9zNDAwBrZpkoU+6lxNkVBw8eVBWR5oYlhwANALxJQliVtevmLs0V0n//7j8sB1q5Ya24sh8h/UtXKu8NjE9Xb1q2Jm4MsGHhStO7VG/ZUJqd1FlFCKjSqJZPvfGn2bDJFJTAytv/rXGC8OHJpVz1StLurH7K279qdl1/oES8VaS0WDF5rvpbO/tHwfNpVao1r68MARAloH63Vp5H79YAYNmkWTL5lY9k2Te5o8OhI/W7tlKK/+z+udP0eO4kGwgNgbkfTVKRAZZ9m3f+3XSy1PHHKaV/i4HdtMixm3uzLgmQAAmQAAmkQoAGAKlQ4zUkQAIkQAIkQAKGBL54eKRMfOad+G9nPHS1dP7boDx13RoAoIHTTz9dPv7441xtwZsfCvtTTz1V5YmGl/aYMWPksssuU+G4E8tFF10k8OJPLCNGjFB1E0vx4sXlxRdflPPOO08pVPbs2SPw1n7qqady1YNBAnIxu/XYTbfoZKJiLRUDAL+iSsTmd/369dKtWzdZt25drikfPHiwfPTRRxmT1xyDo0y5f6ppAGDNLBNlyr2UOLti165d6n2CbxJLDgG3BgDtzu4n5zwR/XQsuuY/LMra1dOPeffDwx8KR6tStWndXB7+JcuX1YUksHZ2bNwii8ZPVQYB8F41K8fXqaqiAmQP6CK12zUNrH+p3igsMoWw4FD8Q7aMSvOTu0rLU3sqb/+ChWlU5Wa+d/26TUUHUAYBc5YK0geYFXjXK2OAHq2lQfc2ckKTOqZ1p44aI1/8Z2Se348cOSIFCuA/q/+Tq9wx8w0pWionfcYP//tMefwjNHxy6fjXAdLtotOkSuPcUebcjJt1o0Vg92875P0b/ytLvpruquPdLhoiLU7pIXU6ZLu6jpVJgARIgARIIN0EaACQ7hng/UmABEiABEggwwh8ctf/qXyKsXLukzdI27/0zTXKVAwA5syZI506dcoTBQANI2R/xYoVZcuWLXnyrON3KEaQLqBWrdweU/v37xd4dS9alPcgMNYm0gbs27cvzyzdd999cscdd0Ru9jJRsZaKAYBfUSUgEDA+gef/8uXLc8lHly5dZMKECQIjk0wqlCn3s0kDgGPMXht+dx6AONiHZ3uhwoWkQNLhPnJi//XZm91Dz9AraACQd2L/0224bF1jnqvaSBTKVK4gx1WrKMgNfFzVSsf+/2oVBbm/S2oOXx1mcUyHsvbQwYM54fynLZTVR0P64z1gVZCH/VhI/xaCcMyZVPbt2hM3Blg8/gfToZWqUFZFBYDSOqxhqNMhUzFgm5aukWnw9n/zCzm4/0Aejgj73uG8k5S3f9QiK4RZ3hHZYsV3c2XFlByDAKsUHaUrllMGATkpA9pI6Url4kODAcBHtz/naqi3THlVpr89Tin+k3O2417dLj5N/RUpnr9TOriCmkGVvxvxoYy5d4SrEf1nzVgpyEhLrpixMgmQAAmQQDgI0AAgHPPAXpAACZAACZBARhEYfdOTKqxmrPzt/26XFqd0j//vVAwAcPHIkSPl73//u/L0d1qKFi0q77//vsDz2qhASdunTx/lze+0DBw4UD799NNIenFTWXtslv2IKoGQpL169ZL583N77jVt2lSmTJki5codO9R0Km9hqvf9yE/zdAfP44H9BwTPdYGsvJ5YXS88NUxDcNSXVIxKHDV8tBINAI7ReqLfFfLLj6sd42t9Wm8aACTQogFADgyEoF46caYsnThDrMKoOxa0pIpFihdTRgEwBiiHf5WRwNH/H0YD1SpmjHIgCGXtgb37ZNVRRT+U/pg/u1KzTWOl8Ec4/7qdWkiREsXsLsmc34/IMWOAcVNln0HYegwWXuswBMg+qbOKEFA4JArOIGQqebJnvjNeeftD+WxUEMa79em9Fa8COa7kLD4SwHO+fPIcWTllnqybs1SsDHxOaFw7xxigRxv5bc3P8vEdz3vuGSJlQOnfcnAPz22xgWgToAFAtOePvScBEiABEnBHgAYA7nixNgmQAAmQAAmQgEMCb1z5kMz/9Nt47WvGPiU1WjVS/ztVAwBcO3HiRLnyyitl2bJltj1p06aNCucPL3+rsnHjRrnqqqvkk08+sayHMMtXXHGFPPHEE1K4cGHb+4exAg0Ajs2K7qgShw8flq5duwqUx8kF6SrKlrUPR4y0E0YRKcIiS08PukbWz88d2cCqbzhgv2BE9CJlhIV3fugHDQC8zXJ+NQDYu+P3owr/mbJ00kz5Y+fulEFmFSoohw86Nyw0u1GZSuWVUYBZJIGohKT3Q1mL+YECMKb037Bghe181WmffdTDv4X6t1DRaK67bAeaQoWV389TaQLwt/OX30xbaNizrTQ7qbNKFQD5TFfxQ6aMxrJx4Uql9Mff4UOH81QpX6OydBw6UBDqv2K96unCke/vu3/3Xlk+ea5KFwBZNgrPrwtSmzP7SPeLhkj1lg11Ncl2Ik6ABgARn0B2nwRIgARIwBUBGgC4wsXKJEACJEACJEACbgi88rd/q4N5lMa928vwkfdIVsEsTwYAaAuhob/44gsZPXq0zJw5U3nv//HHH0rBijD/SBVw1llnKU9sNwUK4VGjRilP7VWrVql0AvDYrlGjhvTt21cuuOACyc6OTu6/58+4IU+4U3jcHDp8WAoWzMoTWrtUxXJy0ch73CALRV0v3to6o0ogVYTX8P4wMoF8h7XQACCsMxPdftEAwNvc5ScDgA3zl8uPk+DlP1N5kJoWOPNaR4/PdWn7c/rLafddKds3bJbtG39V/+7YuDnnf2/4VbZv3GypZHU6g/DGLnc0vYBZJIEg847P+XBirpRNsXEgqgs8orOysvIMbdgrd0nZKhVsh4w8y0rhf1TpbxflA/dLDOeP/x/rRRZ7AjCmiBkD/Lp8rekFNVs3iqcKqFS/hn3DGmv4aQBw5PBhFXUMSn8zw5IWg7pL27/0kab9OmkcFZvSRWD7+l9VdAAYBPw0db7s3rrTU9NIBxIL81/iuNKe2uLFmUeABgCZN6ccEQmQAAmQgMXW+IhdYjXSIwESIAESIAESIIEUCfy5b7+MOO82WTNzsdRs3VgufPUuQe5FlmAIwABg9YxFjm/WpG/HfGcAADi6okrQACCvqDECQG4mBw7k5B8uUqSI4+cy0yvSAMDbDGeyAcD+PX8c8/KfOMNSKVSxbnVp0KO1NOzeWsbe/4r8tnqjY7AwADj78ett6+/c9Jvs2LjFwFAgx2gA/fVakPsa6QXKHY0kkGwogHzvugoMAN6+5hFXzd0x601DA4AdP2/JFdLfzqMXhg4xhX+9Ti2kTsdmrvrBysYEIPcxYwCrtArwfs9JFdBFarVp7DtOPwwA1s1dKtPf/EJmvDPesP/la1aRTkMHCpT/FWqf4PsYeQN9BGDIAWOAFUgZMHW+HDnswqJLRO5f+pEULVVcX4fYUkYRoAFARk0nB0MCJEACJGBDgBEAKCIkQAIkQAIkQAK+EtizbZf839k3ydY1P0ufa/8qva88S7IKFvT1nmw8hwANAMY6FgUdUSVoAJAXNw0AcjPJZGWt44ctqSINAFIll3NdpsnUz0tWxZX+dgZsjXq2VXmiG3RvLVWb1o2DfKTn312FlHZqAGA3UzAAUJEDNm45GkEgJ3pALKIAlOReS+FiRXLSDCgjgYqGKQcKFXEWKt+LAcDWtb/kCum/bd0my6Eh+kG9Ts2lbqeccP612jbxioLX2xBAFIaYMcCyb2aZ1oZhbo4xQGdp1Ms6ZVaq0HUZABzc/2c8xL9ZVIkWp3SX9mf3l8Yntk+1u7wuRAS+HzlGPr7jOVc9ogGAK1z5rjINAPLdlHPAJEACJJCvCdAAIF9PPwdPAiRAAiRAAsEQwAH4C2feoA7BETq2ZpsmMuTey6VsleOD6UA+vUt+MQDIp9OblmEzBYA37JmmrPVGQwR5gB/vc7lSkjotx1WtKF2GDZYarRtJzVaNpEiJYk4vzch6UZepg/sP5Cj8J82UHyfOlF2btprOEzx6kdMcXv4NureRYqVLGNZNlwGAEwFDvnbIOwwFVDQBZSBwzFAAz4TXAoXucTAOMIkkUOr449QtUjEAgKJ4/fzltikRMDc5Hv45Cv8azL/tdVo9Xf/n/gOyeNzUHIOA8VPl0AHjVEOFixaR7AFdpNlJndW/To1J7Drn1QAAxkAI8z979ATDW1WodYJ0HHqytDq1l5SrXsmuO/w9QgSmjhojH91OA4AITVnouwoDgD/35UTkclp6XfkXKViokNPqrEcCJEACJEACoSFAA4DQTAU7QgIkQAIkQAKZTWDzinXy7GnXyx87d6uBVm5QUy55+0FtRgB79uxR7ZYsWTKzQboYHQ0AXMBiVUcE3BoANOnTQS4ada+jtvNDpagra3XMkRsPbyf3q9ywljIEqIG/1g2levMGTi7LmDpRlKlfV6yLe/mv/H6e5VzAux9/Dbu3kWrN6zuat/273YfiD0u4aBgAxCIIqGgCP8eiCeQYCuiIIlCoaBEVPQBh+DctM88Z7wj20UolypWOK/vh6V81u56by1k3YAIwuolFB9izzTzfeuPe7VVkABh+xAxHUulqKgYAiKgx/a0vVJj/zSvXG9625eAe0uG8AdKwR5tUusVrIkCABgARmCR2kQRIgARIgARIILQEaAAQ2qlhx0iABEiABEgg8wggp+PTp1wrRw4fVoNDCFgoB0scV9rzYH///XcpUKCAlCpVynNbmdIADQC8zeShQ4dUAwWZskJ5qS78bIqMf/x1ObBnnyuwJzStK416tlGeu/AGLVgo/6YAiaKy1tVkG1SGhzc8u6FwQhhqeED7WbIKZiljgGNGAY3k+NpV/bxlWtuOgkzhmx+TAcgBFNlmBREeGvVqqzz8ofjXsT5I6wT5cHMYASB6wI6fkW7gWCQBZTCwYbPs+z3HINLPAmVwvaPe/fDwr9K4tp+3Y9s+Elgzc3HcGACpHcwK1uw5qQK6SMW61QyrzXh7nKyavijPb38eOCAFsrKkkIEH7eA7L5WS5cvEr1n5/Xyl+J/3yTeG94C3f6ehA6X1Gb21GRH7iJdNeyRAAwCPAHk5CZAACZAACZBAviZAA4B8Pf0cPAmQAAmQAAkET2DV9IXywpk3xm8MpeDwV+8SeKR5KTQAyEvv8b6Xy6alaxxjxSH+FaMfdVw/0yvmd5lCTucFn02WBZ9NkfXzlmmZ7qysrJwQ3uqvjYoEkp9KFJS1Oubj1+Vr42HdV01bKIcP5Rh9GRWE8D+w17lRSf2uLaV+t9ayfu4yJZe7Nm+z7TKUyCpCQMwwoHVDKVUhJwx61EtYZeq31RvjMrDsm9mWmPHtadQTSv/Wao5YvBHY9/venBQDykDgaASBo4YCykjARcqN5J4MvO0iye7fWSrVr+Gtk7w6lAR+Wbomnipg46KVpn3EtzuWKiDxmYUBwPs3PulqbHcveE8KZBXI8fZ/a5xsXfOz4fXw9ofiv363Vq7aZ+VoE6ABQLTnj70nARIgARIgARJILwEaAKSXP+9OAiRAAiRAAvmSwNJJs+SVv90RHzs8ioa9fKcnFvldWQt4ONhXXpbIpfzVdDly5IhrpvCswuF+0/6dpF7nFq6vz6QL8qNMQWkHhT8U/xsXmh/+65pnePvCGADKvzodmwlyV2dyCauy1itzKPjx3oF394rJcwVyZFZKli8rSA3R+MT26t9nh/xTfvlxteMutD6tt/z12Zvj9eENDUOAdfOWxY0CDvyx37a98jUqJxkFNNKW79r25horhEmmoOiPyYGVDOA5x/zDy79h99ZSskJZjUTYlBMCeG6gcJ3w5FtOqsfr3DHrTSlbpYKra1g5mgRgKLJ43FQVHeCnHxaYDqJMlQrS7CREBuis1qFuDQCa9Ouo1qxGBdFbOg49Wdr9pa+UyvD1QTSlxP9e0wDAf8a8AwmQAAmQAAmQQOYSoAFA5s4tR0YCJEACJEACoSaw8PMp8vql98f7mKzUcdv5/KisBaOfps6Pe1nqyuUbY1+0VAnJ7t9JmvbrpP71GqXB7Zymu35+kSnk1o15+v+yZJUpdoT/Rfh2NzmoG/Vqp0IGL/9ujvpDfmurUqtNY2UQAMVgzTaNMy5dQJiUtV6fr0QP79Uzl8iBPeZ516u3bChNjir8kz28n+h3hScDAKNx4F2YaBRg5cmaeH3VpnUTjAIaCtJXhL2kU6YQyh9GH/iD8VksvY8Rs1rtmkrjXu2Ulz/eJSzpJzDnw4ny9jWPuOoIDQBc4cqYyn/s2i2Lx/2gjAEWf/mD6bgKFSksBw/86XncrU7tqRT/9bvS298zzIg3AAOAnZu2uhrFiVedI0VLFXd1DSuTAAmQAAmQAAmQQCYSoAFAJs4qx0QCJEACJEACESEwe/QEeee6x+K97XDeADnr0etS6n1+Udbu+nVrXOGyaPxUOXLY3Mu/RNnSsnfn7455Fi1ZXPZbKPGgmM3u10lFB4DndqaXTJapTcvWKE//hZ9NFivDEYTmbj6wm7QY2E3g5ff0oGtk/fzljqce114w4li0j3VzlsaNAVbPyJsnOLFhyGMsVUCdDs0yIl1AOpW1jifNouKyb2ap9w+8Qa289gsXK5rj5d+nvTQ5sYMgX7hZee706111rVy1yrkiADi5+PDBQzkRAo7+rZu7TKxyXcfaLFS08LG0AUgf0LqRlKte2cktA6sTtEyt/H5e/Bv064p1puNE2gV4+eeE9m8jpStldnSPwCZc441oAKARZj5qCtGllCEAogOMnyr7d5sbf7nBcnydatJp6MnS/pz+UqJcGTeXsi4JkAAJkAAJkAAJkAAJkIABARoAUCxIgARIgARIgATSSuCH/30mH976TLwPXYcPkdPuu8J1nzJZWQtFqfKwnDBDfllqHir7+DpVpXHv9tKodzv17/Nn3CB2StZE0E36dpQh91yuvLuWfDnNMuRrtWb1VGSApv07S/Xm9V3PVxQuyDSZ+nnJKuXpv/CzKQKvf7MCD10o/JsP6iYI155YvBoAJLb1574DsuJoZABEB9iyaoOlWFSsV10pE5H/t2brxpFMFxC0stbrc7Z9/a/y46SZap5Wz1wse7buNG2yUoOacS//el1aer2179fv3b5L1s1bnssoYM828/HFOgRjBkQxqNmqUc6/rRtK8bKlfe+v2Q38lqldm7bGU8vgO3Rw/wHTsdZo2TAe2r9Oh+y0MeGNnRGgAYAzTqxlTWDFlHlxYwBECXJbmp3cVboNP1Wi8N1wOzbWJwESIAESIAESIAESIIF0EqABQDrp894kQAIkQAIkQAKKwLcvfiBj73spTqP3lWfJwNsudkUnk5S1u7fuiHtYIlUC8mublUSFPwwAEksqBgAXjbwn3gTCtS/+cpos+Wqa+tdM8VO2yvEqKgDSBCDke6aUTJCpDQtWCGQIiv/fVv9sOjXw1oa3fvOBXaVY6ZKm9Q7s3ed6eouUKObomu0bNqvoACsm56QL+GPnbsvr6ndtKQ17tJXa7bMjky7Ab2WtI9A2lWIe3qtnLJZ1c5da1m4MY6M+HZSXf/maVXTcPq1tbFu3KU+kgEN/HrTtE969iUYBNVo3kqysLNvrdFTwQ6ZiRmdQ+MNwyKwgTQy8/FVo/x6tBd8ClugQoAFAdOYqKj0d98go+frpt1119+4F70nJ8vT4dwWNlUmABEiABEiABEiABEjAAQEaADiAxCokQAIkQAIkQAL+E5jw5Fsy/rHX4zfqf/350u/68x3fOOrK2rVzflRK/8Xjf7AMrV2+RhVp2q9j3MvfCtDrl97vmF+sYmK49uSLl387WxZ/NU1FBzDLA1+wcCHJ7t85xyCgXycpVsZcmey6cwFfEFWZQnhzhPZHiP9t6zeZUms2oMtRpX83KVysSMB07W+HVAPKIOC7OZbRKNBSqQrHScOebVS+4JptGoc2XYAfylp7ktY1kFt36cQZ8tPU+QKlv9mzjVaOq1ZJefnHlP4Fsgp4vX3or/958U+5IgVYpT5IHEz1Fg1yGQVUbljT01jNDBHsZArvZLuye+tOJQP4BuHPKhVM1aZ1c0L792ordTu1sGuav4eYAAwAEMrdTRly7xVStkoFN5ewbj4iMOPtcfL+jU+6GjENAFzhYmUSIAESIAESIAESIAEScEyABgCOUbEiCZAACZAACZCA3wQ+f+hVmfTce/HbDLr9Yul1xVmObhs1ZS28m1VY/6+ny/yxkwU5qs2KlZe/Izg+VNq46CcVGWDJlz/IhoUrTe+AHPJIFYDoAMjvGqUSJZlaO2uJUvjD099MgZtVMCuu8G8xqJsUCMhDWcecQ/kJY4DY32aL3OO4X9XseipdQK12TUKVLsBOWauDlZM2Vk9fJMu+nS1rZi5Wof2t3j91OzaLK/yrNK7tpPmMroPUFevnLVN/647+i+gVdqVIyWLH0gYcTR9Q9gTnHvMLxk6W/13+gN1tcv1+69SRppEZ1s1ZmvMNmjRTNsxfbtpuoaJFcow+TmwvDXq0kXLVKrnqAyuTAAnkHwI0AMg/c82RkgAJkAAJkAAJkAAJhJ8ADQDCP0fsIQmQAAmQAAnkKwIf//t5+f61T+NjPu3+K6XrhafaMoiCshbh2KFwQUh2q7DKx1WtKPDOboTw2r3b24493RV2bvpNRQVAmoBl38wy7Q5yhCMqAKID1G7XNN3dtr1/2GUKSlwo/KH43/XrVsPxFC5WVJoP6iYtBnaT7JM62445KhWQZzjRIAD53M1KVqGCyhigXucWUrNNk7SmC0iXAcDu33bI0kkzZdX0RbJmxmLZsmqDKa8S5coc8/Lv00GKliweFbFIWz9/37L9qFHA8rhRgF0KC3S2TJUKeYwCipYy5u3VAEAZnU3K8fDH394dv5vyqtywVk5o/97tVFQNFhIgARJwQoAGAE4osQ4JkAAJkAAJkAAJkAAJBEOABgDBcOZdSIAESIAESIAEXBB474b/ysx3xsevOOuxf0qHc0+ybCGMytr9u/9QCpfFX/4gC8ZMlkMHzXNJN+zRRpr07agU/sgnHdUCT22MVxkEfDVN9u3aYzgU5HvNiQzQWf0bxlDiYZQphGmPefpDqWtUkHYBCv/mA7spJV5+KIhCgVQBMApADnurUu1BqeIAACAASURBVK56JWmI6ABHjQEqN/AWmt0N3yANANbOWSorp8w96uW/RPbv3mva1erN68e9/JFCgcU7gS2rNuaJFHDk8BHbhis1qBE3CqiBSAEtG6prUjEAuPC1u+WXJauUwn/t7B9N743oIPj25IT2b2caNcC286xAAiSQrwnQACBfTz8HTwIkQAIkQAIkQAIkEDICNAAI2YSwOyRAAiRAAiRAAjkE3rzyIZn36bdxHEOfu0VaDelliicsytqfF0PZMkOF9UfuaLNSplJ5aXFK98h4+acql6umLVSpAhAd4LfVG02badq3o4oMAGOA0hXLpXo7rdeFRaZWTJ6rPP0XfjZF9ph4upeqUDYnvP+gbtKgW2utHKLW2OFDh5UhQI5BwGzZtGyt5RBqtWsq9To1V5EBarZu7Kv8+WkAAA9vROBASH94+VtFGYmHde/TQZr06eDrmKMmP372F6H2c9IG5Pxrl8oCfSlQoIDUaN1ISpQtrQzKdBWkZIHCH+H9Edof92EhARIgAS8EaADghR6vJQESIAESIAESIAESIAG9BGgAoJcnWyMBEiABEiABEtBE4MiRIzLyonuU8jhWLnzlLtMw5ulS1iIfNJQyi774XuaP+U7gAW9W6ndtKdkndYm8l3+qUwxlF6ICIDrAmllLTJuBEhbGAEgXkM6c4+mSKYCBIhee/gs/myx/mERRKFvleKXwh+IfedpZjAkgPUIsXQCMAnZv3WmKqlipEtKgZxup1bqxL+kCdBsAIK0IjGzWzFysFP9mUSEw4Ir1qitlf5MTO0j9bgzrHobnZf+eP2T93GXxtAEwCti1yTidh47+wrs/FtofBgAsJEACJKCTAAwAvnvpI1dNXjH6UUFUKBYSIAESIAESIAESIAESIAG9BGgAoJcnWyMBEiABEiABEtBI4MDeffLa8LuPhfQuIHLJmw8KwuUnlyCVtfAohmHCgrHfycZF5l7+JSuUlZan9JAmfTsopT/LMQJ7tu06GhngB/WvWWjs8jWrKEMAGAQEnYs6SJkCmR+/nhH39Idi0KiABxT+CPHPUO2pPVGIzBE3CJg817KRSvVrSN2OR6MDtGksTtMFmCnif9/9uxTMKiglSpQwvG+p44+z7A/eiYgIEfPyXzvHPKw7GmrUq600PjHHy79CrRNSA8arAiWwc9NvCUYBy1UaAbP3gV3Hyp5wvHp/xkL7ZxUqaHcJfycBEiABEiABEiABEiABEiABEiABEsgAAjQAyIBJ5BBIgARIgARIIJMJQJH22kV3y7o5S9Uwi5ctJcNfu0fqdMjONWw/lbWHDx5SOZQR1h9K/4MH/jRFDmUhvLKh8D++TtVMnhqtY1syYbqKDABjgN+3bDdsu2jJ4ipFgIoO0L+TFC5WVGsfkhvzU6Zi90JqBHj5I8Q/okkYFXhuQ+EPuarWrL6vY853jR85EjcGgFHALz+utkRQr0tLqYVUATbpAiDHMF5yU26c9JIg/3tyQZ9iHv74d/uGzabNQuEb8/Jv3KeDILc7S/QJ/LpinUwdOUamjhrjajC3Th0pMBpiIQESIAESIAESIAESIAESIAESIAESyF8EaACQv+aboyUBEiABEiCBSBLYtn6TSgcQU85ByTX81bulWvNjylDdytotP22QReOmynx4+S9cacoNBgktB/dQqQno5a9HvNbNXaqMAZAuYNPSNaaNNujeWrL7d1ZGAeWqV9Jz84RWdMtUrOmFX3wvCz+bopT+ZikjTmhSR3n6469Ko1rax8YGjQnA+ARpAmIRAsyMUXB16YrlpHaHbMN0AV4MAGBg9NMPC5TSf82MnND+VqlFYAwV8/KH3LBkJoEFYyfL/y5/wNXgaADgChcrkwAJkAAJkAAJkAAJkAAJkAAJkEDGEKABQMZMJQdCAiRAAiRAAplNAGH3R150t2xd+4saaOlK5aTHJWdImcoV1P/et2+f+rdYsWJ5QMATH3nl7cqSr6YrD394+h/cb+yNjTZqtWuaE9q/Twd6+dtB9fj7tnWblCEADAJWfj/PtLWqTevmRAbo10mqt2zo8a45l+syADhy5Ehc4b/gsyly5PBhw/5Vb9EgrvSvWJf5ubVMosdGYHQEY4AVk3OMAsxSVeA2UL7XatNERQf4c99++ej251zd/eSbh8vWdb8oxf/mletNr4XREd49OUr/9lKsdElX92HlaBKgAUA05429JgESIAESIAESIAESIAESIAESIIF0EKABQDqo854kQAIkQAIkQAIpEUAu5JfPv0P27vjd1fVXj3nS0AAAxgTwwoZiZcOCFaZtFi1VXCn8Y6H9Xd2clbURQB5seFar6ABfTlNKVqMCo5CYMQByX6davBgAHDp46Gho/ymy8PMppl2o1baJUvq3GNRNylWvnGpXeV1ABFZMmZtjEPDdHNm46CfTuyLXOlKH6CrVmtWLe/lDZljyHwEaAOS/OeeISYAESIAESIAESIAESIAESIAESCBVAjQASJUcryMBEiABEiABEkgLgckvfyyf3v1/ru6daADw44TpysMfyhQzBTIar9GqUU5o//6d6eXvinZwlVdMniuLv/xBGQWY5UWHIhZRAZRBQP/OAu/p5LLs29nyv8vuz/PfjxzJ+U8FCuQd05UfPC5Vs+vm+gFRI+DhD6OSxeN/MAVRr3OLo57+XeMRLIKjxjvpIrBn2854qgAYBezatFVX01KwcKFcXv6xSCfabsCGIkeABgCRmzJ2mARIgARIgARIgARIgARIgARIgATSRoAGAGlDzxuTAAmQAAmQAAmkQgC5sf/vrJtcXdp1+Kmyds5S2TB/uel1hYsVUQr/FkdD+7u6ASunncDPS1blRAb4aprlPNfp0Eyy++cYBFSsW131GwYALw+93dUY/jn+eWUAcGDvvpwoEp9NERiXmJWGPdrEw/uXLF/G1b1YORoEfl2+Nm4QAJk6csg41YPZaMrXqCzZJ3VRiv8G3VtHY9DsZWAEaAAQGGreiARIgARIgARIgARIgARIgARIgAQiT4AGAJGfQg6ABEiABEiABPIXgVQMAMwIVWtePye0/8Bu9PLPIDHa9evWuDHA0okzTUdWsV51FRWgdMVyMubeEa4I9Lv+fFk3d6ksmzTL9DoocpE2osXAblK0VAlX7bNytAkgKsVrw+92NYgbJ70klRrUcHUNK+cfAjAA2PnLb64GnH1SZylfs4qra1iZBEiABEiABEiABEiABEiABEiABEgg+gRoABD9OeQISIAESIAESCBfEfBiAFCwUCFpMbh7PLR/vgKXTweLPOyICqCiA3z5g/yxc7evJJqd3FUp/JsP7CqFihbx9V5sPLwEaAAQ3rlhz0iABEiABEiABEiABEiABEiABEiABEgg0wnQACDTZ5jjIwESIAESIIEMI5CKAUDnvw2S7pecIRXrVsswGhyOWwKrZyySxV/mGARsWbXB7eV56mcVKnhU4Q+lfzcpkFXAc5tsIPoEaAAQ/TnkCEiABEiABEiABEiABEiABEiABEiABEggqgRoABDVmWO/SYAESIAESCCfEkjFAODqMU9KzdaN8ykxDtuMwJafNqioALNHT5BNy9a6AoXw/h2HnqxSCLCQQDIBGgBQJkiABEiABEiABEiABEiABEiABEiABEiABNJFgAYA6SLP+5IACZAACZAACaREAAYAW9f+kufaHRs3S8nyZaRw8WJ5fqvSqBYNAFKinT8uWvbtbNm+/lfZu2OX7N3+u/o7Ikfk8OHDCkBWVpYULFhQSpQvIyXLlZXix5WS6s0bSNXsuvkDEEfpmgAMAHZv3enqutptm0qlBjVcXcPKJEACJEACJEACJEACJEACJEACJEACJEACJJBMgAYAlAk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shwArt27ZLJkyfL559/LnPmzJFp06bFR9ypUydp3LixnHTSSXLiiSdKpUqVUqZx4MABmTdvnowfP17dY/HixbJ27VrVXq1atSQ7O1twvwEDBkjr1q2lUKFCKd/LjwsPHz4sy5YtU/2fNGmSzJ8/37f+//HHHzJ9+nT58ssvZcqUKYrb77//roYFNo0aNZJevXrJwIEDpXr16lKgQAE/hpxym0HJVModDMmFQcoUhrx582YZM2aMTJgwQcny3LlzFYnSpUtLq1atpHnz5jJkyBDp3r27FC9ePCSUgu3GkSNH5Ndff5VvvvlGPet4zmOc0BO8o9q0aaOePXAqU6ZMsB0M0d3wnsI3Y+LEiXne6cnvKrzXa9SoIVlZWSEaAbsSZgKx78i3334rs2bNUs/itm3bVJfLly8vLVu2lHbt2knPnj3z/bMY5nlk36JBIOpr9CApR32NHiQr3ssZAaw9sSf++OOPBd+8H3/8Ua3TE793WH8OGjRIOnbsGLo9srNR5q6V+M75/vvvZebMmfFvPM4F8I3v3bu3OoPAvje/rh8hGxs2bFBnNV999ZUsXbo011lNbD0E+ejfv7+0b99eSpYsmcqU8Jp8SCB2FoGzgalTp+Y6H0jcy3Xp0kX69u2br5/FfCgeHLJmAnje1q9fL+PGjVNnTWbncTxnEgn6nFTzVLO5kBLAHg7rqU8++UQWLlxoqGfBt27w4MGedF8hHb5tt2gAYIuIFUggegSwmcQG8tFHH5XRo0fHlctWI4GS8Morr5R//etfUrFiRceD3rp1q4wcOVKeeeaZuMLc7mJsXh988EFldJDuDf+ePXsUo8cff1x9JJyUVPu/bt06ef755+Wll16KH4LY3e+CCy6Qe+65R2rXrm1X1dffg5Qpo4FgkQhF5L333qs+6rECuT333HPlscceC42yNkiZAoctW7Yo+YVsxQxJrIQBB2133nmnnHnmmVK0aFFf5SaVxtesWaPmOfndhUPRESNGSIsWLVJpVszaNWsMh2533HGHXH755aE0mNi/f798+OGH8tBDD+V6d6Hf11xzjdx6661SpEgR16wgv+D81FNPOX6n4yann3664gUjprAZLemSqVGjRsnVV1/t6DlzCh7zhW8oNiLpLn7JVOK48L568skn5f/+7/8cfwehLHjzzTela9eu6Uak7q/7e4TNKt7JL774oifZAp833ngj7esFJ/ON7xDeMVD+6CwwIsH7C0avicaVuEfMGA4Hb5deeqkyNAlL0S1TsXFFfY1uND9m7xCvMhXlNXq6181BfDv8fFb9kin0GeuPu+66S15//XVHQ0h1j+mo8QAqmcmC1a1POeUUue+++5Sxcn4p2FfDAPn++++Xjz76yPGwsR669tpr1TcsUw0BYKh94YUXKiWazjJ06FB1XlWuXDmdzYayLbM1hV1n//GPf8gjjzwSyn2vXd+d/P7DDz/IZZdd5vjMz6xN7GOw1w7bftcJAx11Dh48KJ9++qlgX5zoNBVrG2cBbdu2VYzggJLpBd89GNk8/PDDuc4prcYdO2fK5He50fiDPifNNNnTdaaVaVzwDH7wwQfqDDlmYGs1xlR1X1HnRgOAqM8g+08CSQRw+ImFu1NlYDJAWOS/8MIL0rlzZ0u22Fh88cUXymDAyUs2uTG8dKEswiY2HUpIbLzh6X/LLbcor4RUym233Sb4s9uA43Afyg5s8mMejm7uh83+E088oRRs6dhoBCVTZkzsDs+gQIByqEKFCm6waq8bpEzFOo+N7BVXXKE2X24LDH5w4BYWJUhM8Wz1nCBihlslIN5VWBDeeOONrhTaMZ5/+9vflIGFG8Mot3Phpn7s0BAHymPHjjW8FIcb//3vf10f4KxYsUJw+IPoJKkUyBLeVThkC0OUF50ytW/fPvW9w7dVd8Fm5d///rfuZh2356dMxTqB5xAGK/jup7JmSDej2Dj8+B6BxznnnJPSezx5kuFd2qNHD8dz71dFJxtxGCvgXaGrHDp0SK1/sS6zK6l8S+zaTPV3P2Qq6mt0I5Z+yVTU1+hGrPyQKaP7BPHtSPW5cnKdXzKFe4MNFLvXX3+967Un9sg33XSTWnNEKWLXpk2bVL//97//OcGfq06697quO+zhAijPcC6Ab5UTw22jW+FMAOt8cMu0gkiSiHaQKhszHjjjevfdd5WXeyYXPIe33367vPrqq66HmemMcO4Bg1uv5e9//7syYi1RooTXpiJ5/XfffacccH755RfL/odl7+Yn5FWrVskNN9zgypArsT9nnXWWepdXq1bNz26mve10nJOmfdAaO6DzTEtjt0LRFIx4sV5OZe2Jc+Wnn35aRYDND4UGAPlhljnGfEMACxAoA1NV3sRAwdP2tddekyZNmhiywyErFr133323580ZPLWwiA5SsY3+474333yz5/7/5z//UR8cM2UXvK/wOyxkvRRs8NEGwiEHWYKSKaMxOVno4LowGAAEKVMxVlD0DBs2zPXBYiJrGAFAYWJnxOKnzMW8FHAQZmeM41Zpg83G22+/rbz4vRwkhYET5sBptIdUDAAQknb48OEqPYmXgoNrLMCRbiJdxQ+ZgpLon//8p/LS1l0g+zgkKViwoO6mbdvzU6ZiN8dhNw43cPCW6nOY7kMkP79HOg0AdCvVbQUoqYIThWDsEt19XbBggTqQxLvMrrj9lti1l8rvfslU1NfoySz9lKmor9GTWfklU0byHcS3I5Xnysk1fsoU7q9r7Wm3x3Qy1qDqwGsba0+EXU21pGuvm2p/U7kO6yEYFcMBwWuB4ghr0kzzaEfKiG7dunnFk+d6nGu999570qxZM+1th6VBrCcvvvhiAcNUCg0AnFELw9mTs57qr4UUboiG5ySqTbr3bvpHn7tFPGd43lIxbE9sCRFfEZ0kU1NPpuOc1O+5D6p9P860gup7EPfRsfa0030FMY6g7kEDgKBI8z4kEAABHLDD00BHsVIg4cAMXlvIoe21pGOjgTyMf/3rX1UuNK/lhBNOkHfeecfU4w7hsXQpwk499VSVPqBSpUpeu+34+qBkKrFDbhY6uC4Mm7AgZQpjhnU/DGc+++wzx3NpVhHKWjzPQRrhxPpi56WW3Ge3ShtszDA2zI/Xkg5jpVifnXipJY7PrQEAlNvw2nr22We9YlLXI7cWDgbwfgy6+CVTfhoApOOAxG+Zis27LkVIOhhhDEF8j3QaAKQzAoBThWBMNnQaAECe4fEGxYqT4vZb4qRNp3X8lqmor9ETOfotU1Ffo8dY+S1TiXMS1LfD6fPktp7fMoX+wAjpvPPO8xzVBWsovCeRMi/MRecasnfv3sqINFO9IXXuSyATL7/8slJAZVLxywAgHWdOQc6LDkVIpjNiBADvEgkjL0RHdGLQna69m/dROmtBlzzhbjr3RM56H1ytoM9JgxuZv3fy60zL314H1zoMKmEoqyOK5iWXXKKcVdLpFBcEORoABEGZ9yCBgAjoXITg0GHMmDEqf1NyMTpchBIWXrIIoxILKY6NCDbxeDFbhb5HGDworIIqOg/b0Wd4hWKMRvm2EZr+/PPP1zY0LLphCBBUCUqmYuNZv369ChHtxKo4dk0YDACClCm7MMfIJYboFrVr11aINm7cqEIbPfbYY4Zikw5lbaohd90obbZv367eK++//77huPHcItw9OMH4Ae8rRNl44IEHDDe16cqvjTzWWNiahfs3GpxbA4AZM2bIaaedZhjKD/lokW4A3jhly5ZVnm1O3u2IRNOvX7+gXlUShEzB2AvPl5NDDzcDD/obGIRMxcY/a9Ys+ctf/mJohINoEfgNETqQIzIW6hgbOhg5zZkzR0aPHq0MnfAO0xku3sn8BPU90vX9SNc7CvOF9+w999zjygtG52EX3jeQJafPpptviRNZcVonCJmK+hodLIOSqaiv0cEqCJmKyXeQ3w6nz5TTekHJlJWxIL55WHsiWl/lypUF63lEWkNEPUSrMirIhQ7jzDAfSlophKBQxF4SRgwYw4EDBwQh3rHWNotYmKn5tWE8A2NbrGeSC2QDa3eshxAJAZEFY6weffRR0z0AFHHPPfec4PpMKTDSAQuk0NBZevXqpVIGVq1aVWezoWjLzggSa2yk3Tz55JOlSpUqkpWVpfq9e/dutW77+uuvVZouRJPA2d3xxx8finHp7oSuc61MfUfZ8caZEt45SKPqpOQ3AwCkF8G7Cylaqlevrt7jiMz0zTffqD2SVaTLTHyXx2RE1z431p7V2bsTuQx7nSDOtMLOwEn/rFKR4EwE73v8Cx3Nzp07lW4LegYjxzCsobDm6NOnj5NbR7YODQAiO3XsOAnkJZC8qDVa7DtdhKB1M6VE4uEilEMPPvig2tjHNhPJPbMLVR50Hq3kRYiREgLeNLC6e+GFF1R4PatDZasNZfLhIjb1MJQ4++yz4wtDJxv8GNNbb71VfcyCChUdlExhfPgwQxag8HFTwmgA4KdMrV69WnkWGYVqNwtVj4NPKHHxrBqVDz74QM444ww32D3VTTWyhBulDQ4zsAEzenbNwqriuUd6E7NIKkF72qRqMe3GAAAKfRzEGlnP4uAWh9JG6WBw3bhx41TuciPGkDW8r4IqQchUqmOxCpcItlCeZmdnp9q8q+uCkKlYh6wUIfgW4vs6YMCAtEQfsYMW5PfI7GBEp4Lcbrxefk/Vi1rX+IyMvfANRqQns5Qdbr4lXtgkXhuUTEV9jQ5mQclU1NfoQckU5iTIb4euZy6xnaBkysqg0mztabVGgEH+xx9/LB06dPADi+c2ca4AY9qRI0fmAwId0QAAIABJREFUacsqrOrKlSsFxg1GocrTYZjsGYSDBqyUINhvIy2AUUrBHTt2yDXXXGOY3xaOGjBOrV+/voMeZH4VK2NA7HOwFw7qDCVI2laKEHg24t0Tc9AJsl9hu5eRAUAYzpHCxsmoP9j3w3jpuuuuy/UzzjSxPjA6l8ovBgB4tqBYhJOAmbGeXYQOnNsjRUnjxo2jIA6u+hjk2burjoW0cpjPtMKCzMqg0mrtabVGwDoLqXGLFi0almFq7wcNALQjZYMkkD4CsUUtFiGwFoeSMOZRl9wrJ/mezazrsNnHCxIWxNis2lmdW72g0a+gF96JixAoCB9++GG1cTYKge4kV59VtITY4SIY3Xjjjcr62iy/k93CEKzg4QYlJDxxgyhByRTGYnYw0r17d7nhhhuU1R7GnlyClh8j7kHK1CuvvKIMJZKLXdi+xYsXC/JFGuVHdqMw9ip3ZkpBKATxfJQoUUJ5wBgVp0obeFXhoOehhx7K04xdeNFffvlFkIttwoQJea4N2hPLLAwm3ltghPe8UT/dzOfevXsVd6Nny87gyEr5AGMUhOMuVqyYV5GxvT4ImbLthEUFK2OUoDcbQchUDIXZgWQUwhoH+T2KugGA0YEq1qF4R0E5ceaZZxo+HToMAHAgiXUWPGcSC97hME4aNGiQp2+Jl+c++dqgZCrqa3RwC0qmor5GD0qmMCdBfjt0PnextoKQKaw94eWHeyUXuzRuVusEtIcUJ+lI1WU3FwsWLFB70xUrVuSpapc6y2w/k6meWFgT9ezZMw+nBg0aKOP3Fi1amOI2M2ABKxxod+rUyW6qMv53K2OUsBvSeJkcK2Pb/BLW2Ck/GgA4JZW3nlFqGxixI3c9ziOMUsNmugEAvmEw0MP4nSjuEWXDbE8E4k7PuVKfxfRcGeQ5aXpGqO+uYT/T0jdSby1ZnWtbnS9YrRPsztK99TgcV9MAIBzzwF6QgBYCCJOLzTYU2naLEByawrrsX//6l+m93SiR7Abw7rvvyrnnnmtYLWgFLjwtoJzq3LmzUqTaWXlZeVzHBmS2YEO4TFjKwhsW97M7vLFbGAbNKkiZSj7IRBitO++8Uy2U4ZkNgxQjb76gmRgJcVAyBU/rq666ytALxC4cltUBQZcuXeStt95SYSf9Lsn9wOEVnke8iypWrKiUOWZpM5xujOARCoUQ5De52Cm1rTzig+SEficfuCdGXMEYERLdaMPt5t1tlS/aLjS9lUy56YNXmQtCplLto13I16DDjQUhU2CFyDYwEMQ6I7ncdtttSkli5OmWKmfd1wX5Pco0AwAo3zG/SK9ilctXhwEAIjXhe5HoRYqDfnhEwssPqUuMitNviU65ClKm3PY7TGt09D35kN4vmYr6Gj1ImQrq2+FWdp3WD0Kmfv75Z7UuQ7jf5PLEE0+ofYxZ+e2339S6FZGVkkvQxt9OmaKe2bvDiVLbyiPejpebPoalrtn+xkloeqtvaTq+Z2FhmtgPq+gbQRtwB8ln9uzZMnjw4Dxp3KCcxVrIyrAkyH6G4V40AEhtFsxSTOB88+KLL1aOE/nRAMAtTUS+wXk4ntmw7E3cjiGV+kGdk6bSt7BdE+YzrTCxgk7AyGHMyVmt1Vlz0OmWg2ZKA4CgifN+JBAiAmaW6LEu6lTgWG1cw6DAtZoWKw/Z2HW6Nt9Lly5V6QEWLlxo2KWws/IiU8j5h5C9yPuMMFrYUMSiJVgpGsPOxGgiU5Upq8MyJ8oUs8VSkB4kULBDOYQ/bBgRjrFOnTpx4xgdBgBeOX311VfSv3//PFMXJCfcPPY+gDIVzwSMYWJRXawU927e3Vbt2IXxt3ouMa/4szN60vFJDEKmUu3nrFmzlHecUb4xRHKA9wBybgZVgpApjMUsXHRUvLCC/B5F3QDg9ddfl2HDhskpp5yinvk2bdrEU0L5aQAAb1uE6oNBSWKBMRnSmuDZC5MBQJAy5fZ9ErY1erpkyo5b2NboQcpUUN8OuzlI9fcgZArPEXJsJ6dFwtrxiy++ULlIzYpV5Kowh3k3y6ntZG9mZdQcZBSpVGXK7XVm+xsn82v2js7ksNFu+JopKGNtBJ3qzk3fvdY1CxcddIQxr+MI4noaAKRG2SiiG75nOHvC983MISHTIwC4pWl15oK2dJ0nu+1X2Oqnek4atnGk0p8wn2mlMh4/rvHqgGQVucru7NOP8QTZJg0AgqTNe5FAyAhYHfihq3aesm6GY5V7ER4Pzz33nG0qATf301nX6iOD+zjxcnDaHyvFJdoIOysvMoUFz/Lly6VSpUp5FGKZZgCQqkyZGVg4VUybKbYhW04MCJzKsV09pLvYt2+f1KhRI64oil2jwwBg2rRpSoFvlJv+22+/lR49elh20WphGCQnpCBBWNWaNWvmySmnywDA6gAWG3q8m81SjlilSwj6sM1vmbKTaaPfrcIBoz7SLsDQKcgShExhPGbvmrB/w2JzEeT3KOoGAEgFsnnzZmXIlRzVwU8DALyn4UmTmNYm0eMtbB6TQcqU23dK2Nbo6ZIpO25hW6MHKVNBfTvs5iDV34OQqZiRQXIfnSh4cY2ZkS5+C6NiAOt4GFw9//zzeaYFEfaeeuopldbLrFgZPTgxIEhVFtJ1ndUe7PPPP1fGI2bFLF1COgxJ08XP6r5W4YD79u0reDZhgJppxWoPh9QQ/fr1y7QhexoPDQDc44P39tVXX62eocQSS/Gybds2GgA4xGpmHI/LdZ4nO+xOaKulek4a2gG57FgYz7RcDsHX6jHjZ6M0qE4U+FbRutw4Ufk6SJ8apwGAT2DZLAlEgYCdt7aTF6iTcdopQcKc2xDjs7NCdHqw44SVnXdR2D0i/JKpTDMASFWmzA4HneYsioLFow4DAK+KH6sNWljCkuoyALBKeQDDEqQBOO+88/J48uM6KLAvvfTSPK+2mFcAQoCHoeiQqVTGYaUs6tixo7z99ttKaRqWokumMJ6HHnooj2c2/nuQkSH84qr7exR1AwArzn4ZAJjNAdatN910kwr/7/U74Jf8GLWrW6bc9D1qa3S/ZMoJsyit0YOUKZ3fDifzoLuODpnSocy2UhAjlPc555yje+ie2vPqhYWbm3kvOwnj6qnzabjYak04ZMgQZQBSuXLlPD3buHGjcgCYNGlSnt+efPJJgad3ENG20oDM0S3NogHFLn788cdV+o1MZGQWUpyRIYxFhwYAjh6pXJWM9tCnnnqqvPTSS8ppx+r7zwgAuXl//fXXAqMtIweVAQMGqBSfxx9/vPtJyrArUj0nzTAMhsNJ15lWmNh6ddSyMpwbNGiQeg6DjM4ZJFsaAARJm/cigZARsPI0QFd15UCBdxYUSPPnz89DAAqmoHMgu50GKysxtKUzN6PV4Q/uFRbloxlDv2QqyINMt/KRSv1UZcos1Ca8G9566y2pWLGiZXesDp/CopjTsbC1Osx18l6LwmZW54G7Vd5MvKMRThuK/qJFiyr5gvIf7+3rr7/eMLR9zCsgLIdtOmTK7XMORjjYhnecUQnjgaQumbJ6XwcZQcPtnDmtr/t7RAMAp+SP1YNnG9ZeiYdoyYZHNABwxjVqa3QdylpnZPLWitIaXfd7yoqZrm9HqvPi9TodMmXF24k3PMZg1Y9Ro0aptFlhKlZjdro3NlufOTVsDhMPu74gTD0M1J5++mnDqohchqgJjRs3jv8OTzesI3EgnVx69+6t/nu1atXsbp3Rv69evVqdM02fPj3POMNobKtzMszeGZkYQUMHNxoAuKNoZHyEcwG8d2C0hBKFMxN3o/an9p49e5QhEgwnjMq///1vZSQPA+b8XlI9J80P3NJxphU2rlZrZSeRXq3Wrk7P1MPGxGl/aADglBTrkUCGEbALraNrw4SFIxY777//viHBKIRZMcvpGBuQLkWOlScu7hX23Ml+ylSQB5lBPOqpyJQOBlYhk8LyLOpY2Fp56cGjHWO1KlabWbzP/vOf/0iRIkWCEBXTe+g8cLfLnYlOIL/3Pffcow4mX3jhBfX/G1mwI0oJ8nKXLFkyrXwSb65DptwOxio9AsKU45uYnZ3ttllf6+uSKat2YmGMETJ+4sSJMn78eGUcOHfuXDW28uXLS/v27VWuZHhJNG3aNE+aEF8hOGhcx7s48TY0AHAAPaEKvmN4h8MIKbEkGx7RAMCeaxTX6DqUtfZk8taI2hpd93sq1TVTWNaWVv3XIVM6vp9Wa9cwelIm5qpN5turVy/B2qtq1aqWj5vZ+gx73jFjxgii7GVSmTVrljJeQ6Qxo4I10B133KGMbpEC7OabbxYYvCWXWrVqCYxCevbsmUl4UhqLWXoENJbpSjWz5yf23i1cuLBaX48bN04ZGM2cOVMQsh2ldevWAkObgQMHCgwGypQpkxL/KF1EAwDns4XIGnA8gtFSYoEh2jPPPBOXFxoA2DPFOQuMu+6//37Ds5NMNHizp2JeI5VzUi/3i9K16TjTChsfrwys1q6Z/izSACBs0sz+kEBABIxypybe2suGCXkiN23apA5nkT8ah9tGBUYGr732mkAZEtaCscAaE2FljYpORY5ViD/c+8ILL5Rnn302VIq1RCZ+ylSQB5l+y2KqMmUVDstpuCIdB5R+8/G6qEP/rEL4O3mOosBJdx+RbwwHRoiQYFZg9Y8oE6tWrTKscskllyjjCBxghqnokCm347E6kES4VhhJxCIquG3br/q6ZMrq+cOBNQ4g8a+RAUny2GAEgO9vokecX+N32q7u75GZAQBCuCL3ZqKiAM9gq1atpF69eurAFkoWhAwOS7SNZIY6FGuJbZqlHkkMRxqrTwMAY4mO+hpdt0w5fe6jtkbX/Z6y4qTr2+F0LnTX0yFTVga2TtO3WUXpCqMBAObBLIS/0wh/6Vif6ZYfN+3hG4b0T5dffrnlGqhGjRoCj9GYsjbxHlD+wxAXIaPD+u13w8RLXStj27A7TngZd+xas+cPKSP69OmjzuGw5rYrkCkYm1x00UWh25vY9d3N70YGANizIh3b7NmzczXVqFEjqV+/vuC8EuttrL3TbfzvZqxe6xqd6+GZQjqaHj16xJunAYAxabzrd+zYIdOmTVPKfxi8GxWrdIte5zCK16d6ThrFsabS5/y2ZjJi9Prrr8uwYcPy/IRnCQaTnTp1skVrFlWXBgC26FiBBEggagTsvD2h1MbirkWLFrZD+/zzz1VeOqMNqtXF8CaFVWmDBg1s75HOCnaW+rfddpvyhC1UqJCnbmKRiJCA1113nenicPTo0YLwgGEsOmXKaHxBHmT6zTdVmdJxwGrVhtMQpX7z0bGwtcrthM0rwpCfeOKJhkM5fPiwTJgwQT2LCI2cXMLizaZDHpLHBsMtWPobhRq1mncsuHEdwpQWL17cbxFx3b4OmXJz0+3bt8vFF1+cx0MZbTg9FHdzP111dcmUlRIjlb7iEA7e3YkHTqm0o+sa3d8jr7wQ+hYHt1izhU0ZoEOxljhva9askfPPP195ssVKcjjS2H+nAYBIJq7RdcuUk/dCFNfout9TVpx0fTuczIUfdXTIlA7lfRTSdCXzt0qLAaNQKCjNIkLBaAIGfshjb1RiEYP8mPN0tol9xgcffCA33nijaSQAs/4hOhLOC9q0aZPOIYTm3h9++KGceeaZhv1xYvAdmoGk2BEzJUaKzcm1116r0r6FKYpbqmMxus4LL+xFrr76auWQk6l8YszMzvWwz4d8JBqw0wBAZP369TJ8+HD5+uuvXYkrZOqhhx6S0047LXT7N1cD0Vg51XNSjV0IdVNBn2mFEYYO5b1ZG3C+eO+990LleKJzDhgBQCdNtkUCESGAsLs4QIXVtNni+JZbbnGk1HazkMYhLayRoUBD3rqweT8ms7DL1QQLMVjx64hgYJWDFf2yO0RJt+jplCmjsQR5kOknSy8ypeOA1aqNsOQL1LGwtcu/jg0XFGbYcJUrV07ltI9ZaT///PMyduxYUzHIZAMADBrPGtIkIEydE8OuSpUqCbzdEYUibMrH2CTqkCk37wWj/OSx6+HRDl6Qu7AVHe8YjAleIwhxi/C1ukpyfndd7abSju7vkVcDAIwBHkwwqhw6dKijtVsq407lGh2Ktdh9zbxCksORxurTAEAkE9foOmXKqUxHcY2u+z1lxUrXt8PpfOiup0Om/DYACMvaM5m9Vf511MX7+YYbblB7ZRjLHzhwQNatW6f2z1gLmYXCx7WZagAQYzhv3jwVot5qz5HIGw4X8CQN4/pR9zPppD1ESIJCFt6ARgVGFmeccYaTpiJZByHaIT9QIOosMMhBpLKw7um8jNXNmsjsPtjHwbAJURMytRjtY80cxGgAIMoouVu3bo7FAVElcBYPA+4KFSo4vi7TK3o5J810NrHxBX2mFUaufhoAZPrakwYAYZRo9okEfCRgF+YZSpyXX35ZqlSp4qgXbhfSULxB0YjFc+fOnUNrBOAkRB+8ZHHY7nWDhMUOvGeheDQqOg0NHE2qy0q6Zcro9kEeZLocvuPqXmVKxwFrfjEAwKQsXrxYzjrrLEMvfseTZlAxLIewOuTBjAOeN3hcm0UkSb4uMWdpGL0igtws4X3+j3/8Q0aOHGmIF99XRAcIY9ElU24PQpyygKcgvpUFCxZ0eokv9XR/j3QYAGCgYQwjqUOxFptEI68Qo3Cksfo0AHBnAABuUVij65QpJy+IqK7Rdb+nrFjp+nY4mQ8/6uiQqfxqAAAlJCLh4TxAd8l0AwDsC5cuXSpIEfHNN984wocIiuCN/O1ezx8c3TDEleBti/Mko3RSffv2VYYBWCNkarF6x3sZcyaHQHZ7bmnGcciQIfLiiy+qFFyZVhDFDmcd77//fq6hme3BaADg3gAA5yZwioMjCs7FaQQgyhnHLj2OrrP3KD+zQZ5phZUTDQBSnxkaAKTOjleSQOQIwHsK+ZlhLWxUYMmKvLw9e/Z0PDYvC+n27dursH8wBAjbJtbO2webdeRw9qrswmIHH3JY9RuVMB7oJ/bTD5ky4hDkQaZj4XdZ0atM6ThgtWoDxj9YWKfbs0TXwhaHkvCIhcJQZ7nrrrsEf+l+Z+mQh2QueB/NnTtXbr31VpVDy23BweSjjz4aurBZumTKCY8ZM2aoDb1RhB1Y/GNzi1yTYSy6ZMrOAAAHH/jmIdco0gAhbQS+JXhHwpMJjIxKly5d5K233kq7143u75FVDlu3chK2g1sdijUwMGMOLzWsxYwiStEAwL0BQKK8hXWNrkumnDxbUV6j635PWfHS9e1wMid+1NEhU34bAGDf+fjjj0uxYsX8QOCpTUT7wTd9+vTpntpJvDjTw7DCsOiFF16Qe++911CBbQUSayhch9RtYY+mqE0gkhpCiHLs75AOwajgWfnnP/+Z9r2aX+O3Whcl3rN79+5y+eWXS79+/ZSSMSsrS6Dg/eijj5QMmUXgwP4Z/DKtIOoInhsdJSxGyTrGktiG0Z7Zav9KAwD3BgCJvPk+z6Hh9ZxU93MQ1vaCPNMKKwM/DQCge8EZaKdOncI6fE/9ogGAJ3y8mASiQ8CJVV0qIb9SzS8aI4dFz3PPPSfnnHNOaDZpdh7tOkMRf/vttzJs2DDTDZhRrq2wSJ1fMmU0viAPMv3gq0OmdByw6mjDDz52G8/Y7269gew891IZCw5MzIyoUmkv1Wt0zyUUsNhUXH/99aah/+FJY5Y6JjYOHBLgnd62bdtUh6b9uqA2S3YHkpAbGI+k24PdDLAumbJSpiDcIQ7NateubdgNu5Cu+Gb26NFDu4y4adCP79Hu3bsF8oOCA9qyZcuqf1HwrQUXKJhgpAVDTSOPt9gYwiRnOhRrGNcnn3yiFEyJ44bR6ujRo6Vdu3aG00cDAJFMXKPrkiknz3yU1+h+vKf8/nY4mRM/6uiQKb8NAMKy9jTjb/esuJ23sBmzue2/VX0oXaFchRLWqOAAGoaRmzdvtrzt3XffrZTgqJvfipWxLUKVw3s5Ozs7o7FYveOxPkIqN0TCMzMSsUpXBiU50k2UKFEioxhir4t15OHDh9W4ML7E5wcpSvDcTZo0SZ555hmZOXOm6fgzUc7WrFmjQtPjm5hYrM6IaQAgsn79ehk+fLggKkmq5dprr5UHHnjAs3NZqvdP53U6zknT2f8g7x3UmVaQY3J7Lz8NADJ57QnONABwK22sTwIRJIDDYyxk4W1nZumry6MdeBIPq3Foi3zSVrmksUnBxwyK9XQXbAqQGxxW+UYllSgJZmNatGiRskI285gIc3ixoGUqyINM3TKoS6ZgsQ8FyGeffZaniwgfhmfILoSYLgWfbkaJ7ele2EKphrDrd955p6Oc9giBjBDt8IQ38kTG+wyh8dJddM4lDkTgLXPLLbcYDgtM8DvkbNq0afLwww9b5izVaSSlg7NumTLrk1XaiSgcFOmSKa/KlK+++kr69+9viDkMz186v0f49k6dOlWuuuoqmT9/viGjMIW+9SoLGCC+fXgnJytLbrvtNhUKGXmljQoNAIzfVFFeo2NEOmTKyXclymt0jC/I95Sub4eTefGjjg6ZWrlypZx77rkye/bsPF10mjpKhxGBH3yctolw9jfeeKPjnPYwCEQUQERySS69evVS+5qqVas6vX0k6sHLEYois70/zmOg2IcB4KuvvqoiN1qdoaTivBEJUBadtEs7ESYjSD9Ze33H43wCa0kYluaX58/NfIAPDJbxDJqVMKd1czNW1MXa8L///a/A+Six9O7dW8lItWrVDJukAYA5aTyjmzZtknHjxslrr71maVCCVhDRDI4YYXUUcCtTTurrOid1cq9MqBPUmVaYWSFaJM4AjIpTZzEdRgRhZmTWNxoARHHW2GcScEnAziof1sGwcvUrj9WqVavkhhtuMLV0x3AuvPBCefbZZ9Nq9WjnLawzWoHdAQAUaAhTBsVbGEvQMuV1k5suhjplSgcDq00awr5jMZTuTYdfC1t40I4fP155ROKQEopsFHjatGrVSrp166aUjvBgR4F3DvL7JZd33nlHRSxJd9F54I4xXXrppYZexfg+4EAgcePvxKgiTNFL/JKpRBnAgSQ27mYbEqtQ5emWpdj9dckUFCCDBw82jBbxxhtvyNChQy2HbKVICYMXpI53sdc5t5JpROoYM2ZMKKJw6FCsoY2TTz451/vJiYU+DQCcSVlU1uix0eiQKTsyUV+jY3xBvqd0fTvs5sWv33XIlA4GVgYAYTB+c8IfnrVLlixRe36ss2EYGXM+wJ4Wueuh3B84cKBUr15dGbRh/Z1cwpKWzMmYndbZsmWLMiA28vzHGQPOYmBEEov+g3btjCrsIuE47VuU6lk9J1j/fPzxx9KhQ4coDSmlvsJbHYbb2KMlF6eOAWaKFCdrrJQ6HbGLEA3gkksukU8//dSw5zgrgIFAkSJFIjayvN397bfflKMJlNWJxW7fRgMAZ1OPM0Gk1kCqRLMoblFwFnA2Wme1dJ6TOrtj9GsFcaYVdko6GJgZAGSq8WlsTmkAEHbpZv9IwCMBHMTDujfdXuYbN25Ui0pEIjAqyAOMUK4tWrTwOOLULsdBGZQ3sLo3KlAS4vAF3gpec3/jIARzYuTJjXtDAQkrUSwCw1jSIVNBHmTqYq5bpvbt26essp9//vk8XYTHJ3JjV6xY0bL7YVesofM6FnVe59BsMxsmxZqOw2Zwsno3W0UhgacADgmuuOIKw8gyYdrEBiFTq1evVt8Ho28tvh848O3Tp49X0fT1el0yZXU4a3eQhAGG/TApDN+jn3/+WRlSfPPNN4YyEYZUCeiYDsWa1fOr44GAkROMvcqVK6ejuZTaSLdMhX2NnghVh0xZTVLU1+ixsQUpU7q+HSk9PBou0iFTVlG6nIbThsIchqhGygEn304NKAJvwuz9nkmKNUDFmhnewjC2TS52ZwyIAABF70svvWQ4P/nF4z3G0chLOQYmDA4lQT5EZkoMpwYAZs8fDQCOzSLWh5dffrnhtDp9twcpE6ney2rvlmqbidflR2OlZG6IuIhUgIgsYVaiYuznVSZ0n5N67U9Urg/iTCvsLN59911lLGlUnJx/WJ2pO/12hp2RWf9oABDVmWO/ScABgbB5sFgtoDGcdHnW2oW/xsYcm2scRpiFmnUwHaqKXY4jeEeMGDEi7TmOzcaTLpkK8iDT6Vxa1fNLpryGK4Inydlnny0LFy7M0/2wHC6GYWFrxilMVqG6DtzNeDvxosGB5tNPPy3XXXed4eMQlk1sEDKFiC04CDIqp59+uorokk4Fo5P3mi6ZsjI0gvcDvqVWhQYA9rNl9U3E1WF5n+tQrPltABAGw64wrHHCukZPfhp0yJTZExb1NXriuIKUKV3fDvs3nz81dMiUDt7fffed9OzZ03CQTsOa+kPIn1axhkQaF/wll7CsH3WN3My7Fu07iRBllpsb14dpb6KLl1k7v/zyi1xwwQUyYcIEwyoffPCBnHHGGX53IzTtm3nwd+nSRTkGQOlqVWgAYD+VVt+HTFIW+W0AANJO9oD2MxLtGgsWLJC//OUvsmLFCsOBIA0M0i4WK1Ys2gO16L1f56QZCyxhYEGcaYWdo9c1+969e+Xaa69VRpnJxWnKrrAzMusfDQCiOnPsNwnYEMAiDjlT8YI0KunwMrc62EAf03FgjQUILMmhWDULx4TQXvC81qH8v/rqq+X99983nBNs0kaNGmV6+JNuoU+nTOk4WAuKn58y9frrr8uwYcPyDAVGKl9++aV06tTJcphmz6DT64NgGIaF7YcffihnnnlmqBeFOg7crcJHImLLc889p1IkWJUo5Kz1W6bsDiSjkiNSh0xBVqzagecD/qwi6dAAwP5Na2cAgO9Bv3797BvyuYbXTTq657cBAO6RbuVaGNY4YVyjG4mnDpkyahfK/yiv0ZPHFKRM6fp2+Pw6Mm1eh0xZKbPbtm2rjNzr169vOUSzNb7T69PFL9X7ImoCziqSQ+Jj3fnFF18I0uE288o+AAAXlElEQVRlSrFKjeTkew35euCBB5RDQnLJT97aVsa2iIaHZwhGffmlmK2PmjdvLu+99540btzYEgUNAOwlxer74HSvbH+X9NcIwgAgDGnc0k0aqWD++te/mhoxZboC0s9z0nTPbRD39/tMK4gxeL2HlUMbomsgra1VsXoGnVzvtf/pvJ4GAOmkz3uTgE8EEMoTIeY/+eQTwzukQ/mPjlgtoPF70AYAyFMI62hYWvqt/Ef7N998s7zwwguGcxJ25X+6ZSrIg0wvj6XfMmV1QO8kgoaZh59TTwEvbJxem+6FLfLb33TTTcqzPbmESZGr48Ad7yV8K/73v//lGavTDWjYlbUYmN8yZWYwgnvje/v2229LnTp1nD4CaaunQ6bQeSvLaieHZQjBjcMR5AZOLmHwCgzD98jq2QWzdCu0Y/OmQ7HmtwEAIwDkzFbY1uhmL0IdMpXcdtTX6EasgnxP6fp2pOvjp0umvBjpHjp0SCl34dGbXOAtiPVn2bJl04XIl/vOmDFDTjvtNIERZWLJREXuV199pdI7GBWn3+v8rqw1MxiJMYXXLCJMeU3V6Iuw+9So1bmAE8MSOMFcf/31eXqXn6JK2E2N1bPrdK9sd48w/B6EAQAjAFgbyUMOMkmmkuXa73PSMDxHfvfB7zMtv/uvo30rBb6TCBpWUTigPzv11FN1dDOUbdAAIJTTwk6RQOoE7MJXQhmBQ4RmzZqlfpMUr7TK14Img3zhwpIeShnk9DJT/sMCDJuiokWLpjjinMv27NmjFIpGudvxO5T/r776qvTu3TuUm9YwyFSQB5mpTnYQMmUVWhvWjohkUbBgQcMhWDEM02Yj3QtbHKYgr1TygWTYPGx0HLjraMNqER4WS38/ZQoHknh+zCK7RCk3qw55iL18zMKSOjGIgDLm5JNPNvw2O8ntluo73Ol1YfgerV69Ws477zyZPn16nm6HyVtUh2IN3z3k9TWLaOV03szqnXXWWQLjuHSm6AiDTIVpjW41pzpkKrH9qK/RzVgFKVM6vx1en+dUrtclU9OmTVNKXqN9pZ3xmlWIeKztb7/99lDuEVPhjWus5DMTx6tjHWpmYBK2/UmqMmF3Hc6JYERq9Hw1adJErcOzs7Ptmsmo363OBewMIqyewUzKbe9lwnG2AyMJRAI1KpnkLQp5uO222+TJJ5/0gsz0Wpx3jh49Wtq1a+dL+1Fp1OqZxRhgxITos0WKFInKkBz1M4hzUkcdiXglHWuJiCOQffv2qXeykW7FifFafjampAFA1KWf/SeBBAJQxOBlaOTNiWo4eEdIZxwOB11wwIYFzUsvvWR46wYNGqhFYYsWLXzvGhYgCDcI5T48DY3K3XffrZT2xYsX99QfjBubA/wZFSyGERVgwIABoTzYCYtMBXmQmcqEByVTkKd//OMfMnLkyDzdtFOswdoRiu0ff/wxz7Vh8mxP58LWytgFm2LkKfWaCiQV+TK6RseBu9Vz5dQDy8yDC322O/DWxcKuHT9l6uuvv5bTTz/d8EAyaocdOmQqNhdWHjNWOVoRGhApAoy+mU42dXayoOP3dH+P8L1BhJLrrrvOcDhQlj/77LNSsmRJHcP11IYuxVoqnbC6t1OPy1Tum8o16ZapMK3R7fjplKmor9GtWAUpUzq/HXbz78fvumTKKh0Q1gkIX25maARvXXj6Jys3EQ4fe9Y+ffr4MfS0tGmlCIAiFxHNgjgPCHLwVjLmZA9mFZ0sLGsjP3la7X9xX5x/IUWCV6cNP8fgR9tW0aDs3jlW5wJh2b/5wcxNm2vWrJHzzz/f0AA1E9/NbtjE6kYhEmAq4/LjGnz7cCYBQyazkonPXlDnpH7MWdja9PNMK2xjteqPVTogq3OmXbt2qXRvMKhMLmE6P/FrLmgA4BdZtksCAROwOjRHV2AdDkVz586dPfcMB8tjx46Va6+9VrDptFOSY9M6YsQI5b1g5m0f5AvXasMDOFD04c/r4TkWO9jUX3rppYbMoRxCKCxs0MIYri5ImbITyiAPMu36YvR7UDKFe1steGAxjEOQZCW1lYebneFAKjy8XKNzYbt7925lQe3EihrGQDBSSs5FirGEUZGr48DdKmctxm0mT7H5tQqbjLDaH3/8sXTo0MGLOGi5VqdMJXbI6kAW9a655hp55JFHInMgqUOmYnyswvgPGjRIfRurVKmSZ37h4T9s2DBD47ywRFPQ+T2aN2+eSsOBP6wF7NZTCJ+I3Miob2bAaLXx1fJAuWhEl2LNxS3jVfOrAUDU1+h2c61LpqK+RrfjpPM9ZXcvnd8Ou3v58bsumUIYfxiKwoM9uUBZhIN9RG5J3vNZGZ/aKfH84OG2TewXIW+lSpWy3c+iLtZkMMLftm1bnltlqiLXKmetXWpGvKsmTZokF110keF3P2prTbfyhfpWxsZh2m+kMjav15iF8Ue7cAoaOnRonufS6lwgE6MpHDhwQBkX4117xx13qLRsdmdvcILB2aWZ81IU3s1eZcvJ9fnVAAD7N5zxQpl/zjnnSKVKlSxx4T2O1HbYv82fP9+wbiY+exhokOekTmQ2ynX8OtOKGpPFixcLIvgZObYNGTJERfarXLlyrmHZRaEI0/mJX/NBAwC/yLJdEgiYgF95m2655RaBN3zMojr5QAmKMeRJOeOMM6R58+bKsyErK0vwgt2xY4fMmTNHhZKCwYBZwaEIvP/NcuPpRIl+wUIcigSdpVGjRupAIzG6glU4Ry/3xkbumWee8T1cbVAyFWOBzRkOzsyiJbhlhgMVbHwRXcLPEqRMYRx21ujIfQTLxqpVq6rn8KeffpL777/f0NIR7eH5xOGR3UZYJ8PPP/9cbZiMDv/c3gfvDxgYIbpBYtm5c6cghOHEiRMFCkdE2YABFJSOMSUbZG7jxo0qbCTCSJkp1KDExWGlWXoFt312Wh9Wqoj4YBbVxWk7sXo4rMCCuGLFivFLrTzYUemCCy5QRiV4jmLcwHbWrFmW7/agw2oHIVPJvK0OJMPqGRKETIGTlSIEv+N7DyVJq1atlIEOUinA+AZpI4yew6C9AoP6HiVu5LGegqcR1lRYU5QpU0a9l2PrKRwYvfbaa4qTmTFl0M8d5hKHYHj/Ys2go+h634bNACAImYr6Gj0mP0HIVNTX6GAVhEzF5iSob4eOd4hRG0HIFO6LtRE8+Y2+Y+XLl1fKJxi9Y78MZfjcuXPVd89on4x1BNZ/OMwMc/n0009VH7Hvwnr7xBNPlMaNGxueCSASoZGhLcYX1L4tHSztPNjxzb/55pvllFNOkQoVKqizFMjHhg0bVESERx991HDPFBUZ8cLcztg2SCcSL+Pw61orRQjk484775Thw4cL3j9Ym0NhgjRdSIVpVMIW8U4Ht2QlNZ4zGGP16NFDKW5jjgKxcwG80+BwsXDhQsPb54fnzin3/GoAkLh/gzwgSg/2YMkyhXU5zuJGjRqlzmDM9m/gnYnPXtDnpE7lNsz10nGmFWYeRn3DugAGWkh1Y1Twjse3r3Xr1soxDudMiKCLM3Gj8+d0nJ+kgzkNANJBnfckAR8IWB10erldly5d5K233lIesChWHiWp3ifIxY4f/Y+NG9788CCOFb8U6LB0HzNmjO+pHIKSqRgvqw1EqrKFQxNY5fpZgpQpjMPOa83NWM0sJN20kUpdKP6wKNNVYPSABWCxYsXiTeqSJyOlua5+27Wj+x2CDSrCzHbq1Cl+a7sc9nZ9NPo9SKOu2P2DkKnEsdopuMPqGRKETPnxDQzaUEnX+yNRZoy+R1aW/G6fPazT0F7Xrl3dXuqpvs4xoCNQIEHpZRYq22lnw2YAEIRM+bEeCXKNHpvbIGRK97sw1veg1ui4XxAy5cf7HG0arUecPtup1AtCptAvu+hpbvqOtS0MorxGpHNzz1Tq6mBrZsybSn/Ceo1VDvtU+wwjXTgFwGAwU4uVghtjzg9ee1Zzi/0I3hP4VnstWD++8cYbUrt2ba9Nhep63d9KGOeDuV3UrlBB8KkzNADQA7Z3795q71OtWjU9DYakFT/2JbGhJZ+9h2TInrsR9JmW5w6nqQG7yBJOu4XzExjo9OzZ0+klka1HA4DITh07TgK5CfilrEXqgHfffVd5o6FgkwHveVgO6yhXXHGFPPzww+ogKIji5yIEHhyJkQX8OlwEpyDy1wYlU7F51705Q7vYxCJigp8lSJmKjcMqdJ/TseLZRli79u3bO71EWz3dC9vLLrtMEAIxcSOuQ55gDYqDteQQUtpA2DT0/+3dz8sNXxwH8FmxtPMHIKUoZKuEUso/YCulbKSwUfgXZM0fwJaIEOX3zxQLbFDK0h+gb++pq+t+n+eZuc+998zc+7ymbDxz75x5nXPPnDnzmc+ZRR+yVN+xUtr11Zxr09IBq/nOps+UaFPDZWiqmzZrujad0yz+3lTu1RxzuetRU6q1tsfKckPJ3FPyIcg0+o/R81vqepTx1Wj2krYuw/vl5jXLPCXTSclsLinDNB7+DJ/LoUOH6u/MW5CTbGshAGC0Tc37GH1Q3yXa1Cz6wkH5S4zRc6xS/VSONQuvUk6l+6mVUvq37dOSJSd9+qZNm9p+pLP9Jv295s3kZAZIwHbp61dJtGncuw2Xt2npgJLnNqtjNT3cPnjwYJ3hLoFXa3mbRp+Tub5k1MsbzIu2Jdg9mQdv3rw58akdP368XiIv/ZZt5XHI6NzoInndvXt3atlr05dn3mD79u2LRFSfSxfzpPOOWHpOa169pjHPlGdQeRaV5TxKZ3rtwl0AQBfqjklgBgKvX7+ujhw5Uv38+XOq3z6aASBfnknVPFRdLl12mwKksz179mydWrpk9GxSe2VZgzwsnPY2GoW40hrIkxy71NtFJdtUPGYxkVkiA0DJNjXcbrI2XX4/q0kPn4f/mVhMSvwutmkPbJfKADDJzX76p3xn+qgub/CnPeG+3Bt3GUAnCODEiRMTpfGOVVJrZXIk6bZKbiXa1PD5rLTmZm7kk1oza0z2bSvVpgbnnbchs+5x3kxaKe3hUk5djRNKXo8+f/5cT0o+f/581U0lb2xdvny52r1796q/Y5IPTvrwZ/TYMgC0r42lxjjzPEYfnHmJNjXvY/SS/VSOVfra0f5X0G7PEm1quCTp2/OWaLIujbvl4f+VK1dmvoTZuOVabv9JAtkShJyHaXn7cZEf/g/sMg5K2toEF0+yJb1t5h1mvczdJGWcxmeb+ulkf0v2xbXQdpo8J+lzuh5HNp3bpH9PIEl+L7mvX+3W5T3Jastc4nNrNQNA5uHyAspyS9q0tU/GwMwpDLLttv3cvOzX1TzpvPgsVc7Sc1rzbDXpPFOWHs78Z+l5y67MBQB0Je+4BKYskKjypNTOG73jTrKvVJTlUlx9+/atXjM7xxtnHe8MnrM24pkzZ+r1Abu4YXv8+HF18uTJZdf1Wk3VLJV6NxekTMrnzcVxjJqOXyoleek2lZuzWF24cKGJoNXfS64lWapNjZ541j+6evVqHbnYJiBn8GA7gQPD68C3Ap3iTg8ePKj7gWn8LpZLG5qH2tevX69v9tvYDE4vv688rMzDtKzB2eWW32AmttLPTmNr6jtyM5tU63lgO07d9KFfL9Gmhusg60Omf3/x4sU/19ykDzt16lS9Hm4X17emdlK6TaU8+S2mfi5evFilr2yzZXI7v8MsV9GFY8nrUSbPsi5dHgiM01ft2LGjDgJLX1oyO8Jo/X38+LE6evRo9f79+zZV27hP0qqePn164kj8uKbNZcmkgWvGagkwyP+XvgaWbFPzPEZPAynRpuZ9jB6nkm2qi2tHY2cxxg4l2tRocXI/nrXb83Z7mzFVgijPnz9fv4nUZZ8+Bmu9a94+zrUoQRZtt/TFye5z7NixhU5fv5THnz9/qvv371d5O7btmGjwPX257ret50n3y3X80qVLdSBNgpAGW5fX8knPaZafTz+ToIi293Hpc/JiTPqcDRs2zLJonX93fndPnjypAwHGeWjbh3vczvFWKEDGIdeuXavnhd++fVvvGbMElWROb3jZwT6fx2rKlnHRjRs36t/chw8fxvqKvXv3VufOnauSxWT9+vVjfXbedu5qnnTenAblLT2nNa9Og3Jnnunp06f1taztmCrzTBlb7Nq1q5N5pq7MBQB0Je+4BBZEIFF9GfBkQJ1/uTkbDP5yikkntmXLlmrPnj3Vvn376nTj8zSpsSDV5DQWXOD379/1gOfWrVvVmzdvqmfPnv094wxs8sZ/0irv37+/2rhx44Jr/Ht6ST0Wk7wVmcHhp0+f/k4i5QZ1586d1ebNm2uf9FFJ99/FA8c+VUpuaF++fFk9fPiwevXqVfXly5f/TbzlraO0rTzwTqaYSdfr7tP5K8tsBPLALeOD27dv17/HtLHBQ5FM5qafyluA+S1m7NB1AM5sFJb/1vhkPbtHjx7VGTmG+6p8KpNoWZc1/VT+pd9aKxHrpetiUY5njL4oNek85lng169f9QPfO3fu1IFSw/fJ6dcTcHr48OEqDwTmdS33TMD++PGjvhfJ9T1zA+/evfsbIDmYD0hwdq7xGXuvW7dunqt14rLngeT379+re/fu1Uv7ff369R+z4et+xtkHDhyotm7d6ro/sfzif8Fa6HMmqcX4ZK4kffJoX5X7kdzjZs5yMHfpHncS7cX/7KAvz7VvqetfAm1yj7tt27b6Om++afHbhDMsL2CeqdlcAECzkT0IECBAgAABAgQIECBAgAABAgQIECBAgAABAgQIECBAgEDvBQQA9L6KFJAAAQIECBAgQIAAAQIECBAgQIAAAQIECBAgQIAAAQIECDQLCABoNrIHAQIECBAgQIAAAQIECBAgQIAAAQIECBAgQIAAAQIECBDovYAAgN5XkQISIECAAAECBAgQIECAAAECBAgQIECAAAECBAgQIECAAIFmAQEAzUb2IECAAAECBAgQIECAAAECBAgQIECAAAECBAgQIECAAAECvRcQAND7KlJAAgQIECBAgAABAgQIECBAgAABAgQIECBAgAABAgQIECDQLCAAoNnIHgQIECBAgAABAgQIECBAgAABAgQIECBAgAABAgQIECBAoPcCAgB6X0UKSIAAAQIECBAgQIAAAQIECBAgQIAAAQIECBAgQIAAAQIEmgUEADQb2YMAAQIECBAgQIAAAQIECBAgQIAAAQIECBAgQIAAAQIECPReQABA76tIAQkQIECAAAECBAgQIECAAAECBAgQIECAAAECBAgQIECAQLOAAIBmI3sQIECAAAECBAgQIECAAAECBAgQIECAAAECBAgQIECAAIHeCwgA6H0VKSABAgQIECBAgAABAgQIECBAgAABAgQIECBAgAABAgQIEGgWEADQbGQPAgQIECBAgAABAgQIECBAgAABAgQIECBAgAABAgQIECDQewEBAL2vIgUkQIAAAQIECBAgQIAAAQIECBAgQIAAAQIECBAgQIAAAQLNAgIAmo3sQYAAAQIECBAgQIAAAQIECBAgQIAAAQIECBAgQIAAAQIEei8gAKD3VaSABAgQIECAAAECBAgQIECAAAECBAgQIECAAAECBAgQIECgWUAAQLORPQgQIECAAAECBAgQIECAAAECBAgQIECAAAECBAgQIECAQO8FBAD0vooUkAABAgQIECBAgAABAgQIECBAgAABAgQIECBAgAABAgQINAsIAGg2sgcBAgQIECBAgAABAgQIECBAgAABAgQIECBAgAABAgQIEOi9gACA3leRAhIgQIAAAQIECBAgQIAAAQIECBAgQIAAAQIECBAgQIAAgWYBAQDNRvYgQIAAAQIECBAgQIAAAQIECBAgQIAAAQIECBAgQIAAAQK9FxAA0PsqUkACBAgQIECAAAECBAgQIECAAAECBAgQIECAAAECBAgQINAsIACg2cgeBAgQIECAAAECBAgQIECAAAECBAgQIECAAAECBAgQIECg9wICAHpfRQpIgAABAgQIECBAgAABAgQIECBAgAABAgQIECBAgAABAgSaBQQANBvZgwABAgQIECBAgAABAgQIECBAgAABAgQIECBAgAABAgQI9F7gPzsCnsnZl8uD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27" name="AutoShape 27" descr="data:image/png;base64,iVBORw0KGgoAAAANSUhEUgAACAAAAAHhCAYAAAD6J17EAAAAAXNSR0IArs4c6QAAIABJREFUeF7s3Qn8VdP+//FPuJEhQ8rYLWOlKxJFGaIQDagoQqUkqVQyD91MpYylkCEyNZEmlEIkhW7oj0jXnCHD70qGDP0f731/p9853+/Ze+199jnf7znn+1qPR4/rfr97r732c629z/dxPp+1VqUNGzZsMAoCCCCAAAIIIIAAAggggAACCCCAAAIIIIAAAggggAACCCCAAAIIFLRAJRIACrr/aDwCCCCAAAIIIIAAAggggAACCCCAAAIIIIAAAggggAACCCCAAAKeAAkADAQEEEAAAQQQQAABBBBAAAEEEEAAAQQQQAABBBBAAAEEEEAAAQSKQIAEgCLoRG4BAQQQQAABBBBAAAEEEEAAAQQQQAABBBBAAAEEEEAAAQQQQAABEgAYAwgggAACCCCAAAIIIIAAAggggAACCCCAAAIIIIAAAggggAACCBSBAAkARdCJ3AICCCCAAAIIIIAAAggggAACCCCAAAIIIIAAAggggAACCCCAAAIkADAGEEAAAQQQQAABBBBAAAEEEEAAAQQQQAABBBBAAAEEEEAAAQQQKAIBEgCKoBO5BQQQQAABBBBAAAEEEEAAAQQQQAABBBBAAAEEEEAAAQQQQAABBEgAYAwggAACCCCAAAIIIIAAAggggAACCCCAAAIIIIAAAggggAACCCBQBAIkABRBJ3ILCCCAAAIIIIAAAggggAACCCCAAAIIIIAAAggggAACCCCAAAIIkADAGEAAAQQQQAABBBBAAAEEEEAAAQQQQAABBBBAAAEEEEAAAQQQQKAIBEgAKIJO5BYQQAABBBBAAAEEEEAAAQQQQAABBBBAAAEEEEAAAQQQQAABBBAgAYAxgAACCCCAAAIIIIAAAggggAACCCCAAAIIIIAAAggggAACCCCAQBEIkABQBJ3ILSCAAAIIIIAAAggggAACCCCAAAIIIIAAAggggAACCCCAAAIIIEACAGMAAQQQQAABBBBAAAEEEEAAAQQQQAABBBBAAAEEEEAAAQQQQACBIhAgAaAIOpFbQAABBBBAAAEEEEAAAQQQQAABBBBAAAEEEEAAAQQQQAABBBBAgAQAxgACCCCAAAIIIIAAAggggAACCCCAAAIIIIAAAggggAACCCCAAAJFIEACQBF0IreAAAIIIIAAAggggAACCCCAAAIIIIAAAggggAACCCCAAAIIIIAACQCMAQQQQAABBBBAAAEEEEAAAQQQQAABBBBAAAEEEEAAAQQQQAABBIpAgASAIuhEbgEBBBBAAAEEEEAAAQQQQAABBBBAAAEEEEAAAQQQQAABBBBAAAESABgDCCCAAAIIIIAAAggggAACCCCAAAIIIIAAAggggAACCCCAAAIIFIEACQBF0IncAgIIIIAAAggggAACCCCAAAIIIIAAAggggAACCCCAAAIIIIAAAiQAMAYQQAABBBBAAAEEEEAAAQQQQAABBBBAAAEEEEAAAQQQQAABBBAoAgESAIqgE7kFBBBAAAEEEEAAAQQQQAABBBBAAAEEEEAAAQQQQAABBBBAAAEESABgDCCAAAIIIIAAAgggkCTwxx9/2IwZM2z8+PG2aNEi+/77773f7rDDDta0aVPr3bu3nXjiiVapUqW0bnHPpzMQyAeBzz77zG6//XZ74YUXbNmyZRub1LBhQzv22GNt8ODBVr169XxoKm1AAAEEEEAAAQQQQAABBBBAAAEEEEgSIAGA4YAAAggggAACCCCAQJLAhx9+aJ07d7alS5emdTn++OPt0UcftWrVqqX9fdzzK0pnfPzxxzZ69OiUALOCy0cffbT169fPateuXVEocnKfa9assfvvv9+mT59uixcv9q5Rp04dO+KII6xv377WoEED3yQWHTts2DC74oorfNv2yCOPWJcuXXLS9opa6YYNG+ztt9+2O++8015++WV7//33PQo9F6eddpr16NGDpIuKOji4bwQQQAABBBBAAAEEEEAAAQQiCJAAEAGLQxFAAAEEEEAAAQTM1q9fb8uXL/dmx+ufArmJAKN8atWqZfXr17dDDjnEmjdv7v3vVlttVTB0Crp16tTJ3nrrrbRtdiUAxD2/YKBiNFRj5swzz7RXXnklbS1KAnj44Ydtt912i3GVinvqDz/8YOedd55NmTIlLUK9evVs4sSJXhKAX7nuuuvsmmuu8f09CQDZH18K/iv56L333ktb+amnnmr33HOPbb/99tm/ODVmTUCfkatWrfI+HxcuXGiff/65rVy50j755JON19hmm23swAMP9N5xBx98sDVq1MgOOOAA+jZrvUBFCCCAAAIIIIAAAggggEDFFiABoGL3P3ePAAIIIIAAAgiEEtDM1BUrVnjBJwVmE8vihzlZgY5TTjnFLrzwQi/gsckmm4Q5rdyOiRvAj3t+3BvXFgRTp061G2+80UvUiFo0S1xJHLvuuqsXINbs4/3339/bAsFv24Oo19AKCkoACCqaud6uXbuoVXO8mZdYccIJJ9jatWt9PW699VYbOHCg7+9JACj7oXTbbbfZoEGDfC+sd+ncuXPt0EMPLfvGccVAgb/++sveffddu++++yJ/RiZX3KJFCzvnnHOsTZs2VrVqVdSLUEB/P40bNy5ldRbdpj53lQTStWtX77Nvs802y+ju161bZ3fddZe3ldGbb7658XMgsY1R9+7dY9WfUaM4CQEEEEAAAQQQQAABBMpcgASAMifngggggAACCCCAQGEJaLb2kCFDbMKECbEbfvbZZ9v1119vNWvWjF1XriqIG8CPe37c+9LWBW3btrUvv/wyblUp5zdp0sTat2/vLUWuQEWcZABXcFkXVgLD5ZdfntV7qCiVhUmw6NOnj91yyy22xRZbpGVx9RErAGR3NP3yyy9eQoaSrIIK7tl1j1ubkuOWLVvmfa5NmzYtbnUbz1cillbg6NChg22++eZZq5eKyl9g0qRJ3koffsW1ypDrDpQAdvjhh/sepiQDtUFjjIIAAggggAACCCCAAALFK0ACQPH2LXeGAAIIIIAAAgjEEtBM8smTJ3v7gCcvXRyrUjNvhptmpx122GFxq8rJ+XED+HHPj3tTruBC3Po1C7ljx45ecKp27doZVecKLqvSa6+91q6++uqM6q/oJ4VJANAWAZpxXqVKlbRcrj4iEJ3dUUYCQHY9y6I2zbTWShojR44MXG0jTlu0EoDqr1u3bpxqODePBFzvZxIA8qizaAoCCCCAAAIIIIAAAgUsQAJAAXceTUcAAQQQQAABBHIloGDUiBEj7J///GdOLpHPe1nHDeDHPT8uuCu4ELf+xPlaTviqq66y3r17+waR/a7lCi7rPNcS9dm6D1c9iS0VtLT3a6+9tjHQp0SIZs2a2bnnnpt3yymHGQOabT58+HCrXLlyWgJXH1X0BAC9I++99157/PHHbfHixRsN9VxoGfcLLrjAjjzyyNArZZAA4HoS8+v3X3zxhbdiw5QpU3LesHxPmss5QJFdwPV+JgGgyDqc20EAAQQQQAABBBBAoJwESAAoJ3guiwACCCCAAAII5KuAZjVq+XX9y1XRnvJaXSAfZzXGDeDHPT+uuSu4ELf+kuefddZZXrLIzjvvHLpqLXOuxIGgMn36dC+wXt7lu+++sy5duticOXPSNiVusCYX9/fcc8/ZcccdF1i1K8GCBIDgnnE9564VFtLVPmzYMG/FFb+yyy672MyZM61Ro0a5GDbUGVLg66+/NvWv3lFlVbQFy/jx461evXpldUmukyMB12d03M8UtgDIUcdRLQIIIIAAAggggAACBSZAAkCBdRjNRQABBBBAAAEEcimg2c7aF/yyyy7L5WW8uhcuXOjNoM634grsub6cj3t+XA9XcCFu/enOb926tY0ZM8Zq1aoVqvqVK1eaEgeWLFmS9vhTTjnF2wu9evXqoerL5UGFmACwZs0aL0Dptye5gokPP/yw7bPPPr50JAAEjyrXc55JAsAbb7zhba/ht+XK2WefbaNHj7aqVavmcshTd4DADz/84D1bZTHzv2QzTjrpJO+9uNNOO9FHBSzg+ox2/Y3hunUSAFxC/B4BBBBAAAEEEEAAgYohQAJAxehn7hIBBBBAAAEEEAglsGDBAuvatatvACq5Ei2BrkBt9+7dTUsUb7fddt5y13/99ZcpSLJ8+XJvxqKCkGvXri11fRIAqoXqk6gHuYILUesLe3zU4JTGx6hRo+zll182BVNVGjZsaEom6NWrl9WsWTPspXN6XCEmAAjks88+s9tvv91eeOEFW7ZsmWdUp04dU3CpZ8+eplU4ggoJAMHDKhcJABs2bPC2mdDWAvPmzdv4Hj700ENNz1ePHj3yIikmpw9cHlceNUFOz5j6TCuZaIWUKlWqeHeX+IxcsWKFPf3003b33Xfb999/H+rO9VwqQW+zzTYLdTwH5Z+A6zOaBID86zNahAACCCCAAAIIIIBAIQqQAFCIvUabEUAAAQQQQACBHAh888033n7mM2bMcNau5cW1XLUCtgr6B5VPP/3Um7WqmYvJiQAkAJRPAkBQcEH7kP/444/23nvv2fz5871ZrongvHNQmFkxBqcKNQEgTH8FHUMCQLBgLhIA4vYZ5+dWQDOrtR2I3woNiavvsMMOdvPNN9sZZ5xhm2++ubNRWrFD26joHFfRKitTp061gw8+2HUov89TARIA8rRjaBYCCCCAAAIIIIAAAkUmQAJAkXUot4MAAggggAACCGQioJmn9913nzfz2lWUJDB8+HBTkCNsUf2vvvqqDRgwwF5//XVv9vHkyZOtbt26Yasos+NcgT3X7Ly458e90WwGF5QQ8MQTT9j1118fKhFAe5RPnDjRjjzyyLi3kTfnkwCQviseeeQRLxhaUYvrOc9kC4CKalkI963EqH79+tmECRMCm6vVcO666y477LDDIt2WVhd46KGHbODAgWlXzEmu7Oqrr7YhQ4bYpptuGukaHJwfAtn8jE53R2wBkB/9TCsQQAABBBBAAAEEEChvARIAyrsHuD4CCCCAAAIIIJAHAl9++aVpf2ktOx1Uoi7zXrKur776yq688krbcsstvRmPiSWR84BgYxNcgb2KlACQQFG/XXLJJd6+8a5SbPuUkwCQvsdJAHjfOnXqZG+99VZaIBIAXG+Kwvq9VkTRljfptrNJ3Ilm5yuIf9RRR2V0c2G3GGjSpIk9/vjjtscee2R0HU4qXwESAMrXn6sjgAACCCCAAAIIIFBRBEgAqCg9zX0igAACCCCAAAIBAk8++aR16NAh0Kg8lx5WYGTVqlWmbQP0T//95ptvpgRjtE+29lnWzMtmzZrZQQcdlFGCAQkA6YfBunXrvCSAsWPHBo6TbbbZxqZNm2YtWrQo02du/fr13piYM2eOLV682N55552NS3WrTQceeKDttddedvjhh1vLli2tZs2atskmmzjbmA8JANozfMGCBd7MYgUitV+4xrvuQ3uM165d23kfUQ+IugWA2qhnZ+bMmfb88897K30k9jVXWxs3buwFUPV8hlkWPWp7y/p413siHxMA1EefffaZl+gV9B7VeGratKn3T6u1VK5cucx4tRXNU0895Y2jRYsWpR1DCoCXZfLYb7/95r37Ro0aFehw++23W//+/Z3b4gRVomSrnj172uzZswOvVagJOPos/+CDD2zu3LneO03bKSxbtmzjvWpboTp16ljz5s29f/vss0+o93ScAVrW79diSABI9KM+j/Scfvzxx97nbqKU/MzV564+fzfbbLM4XVWQ58pG22Dpmdbnhsa3Pge7detmRxxxROD41upZX3/9tb344ove3zYrVqxIcVZde++9t7cliJ6XQw45xLbaaquCdKLRCCCAAAIIIIAAAtkXIAEg+6bUiAACCCCAAAIIFJSAArt9+/a1Bx98MLDdZb3ssL74VHBAs87vv/9+577LJRuvLQq0nLICcdWrVw/dJ67AXkVcASCBFzY4JXdtE+EXOFTwYMaMGTZ+/PiUIJ/6TEHH3r1724knnhgqkKbxq7GrL9jVd2GLvii/7LLLrF27dilBiaVLl3pL20epy++aClRq/CqIVbKsXr3ahg4d6n2pn9hTXPev8aWfJ85REF3Pnl/ihYIId955Z8qX/np2XnrpJe+cJUuWpCRCKBCv+zvrrLMCgzFhEwB0LQXwtE2EEj9cRe433nijHXPMMaEDe+pjJT9oO4rkIFMm40Xtffrpp+3uu+9OGXtqtxIVlAh1/vnnlwqiKCAt60RSg+s+s/17BYq0aoraGLVoK49Zs2Z5z8jLL78c6XQlfmlrmO7du5u2+IhSwo5x1blmzRq75ZZbvDEbNMtex2YyhqK0u+Sxrs8EHa9kHG0PENUoXbv0eackgKCSLsFEQcKbbrrJtAR8sqGChBo/l19+ue25556RKIKeFwXr1Q4lIbkCu3qGp06d6vXx8uXLQ7dB7b700ks93yiJQ2HHXibv19CN9zmwkBMAtBWG2q/3cZR+FIWSifRu1edP1apVIzEqoezmm29O+TxTBRqDxx57rA0ePDj033l616iu5557LiX5RO86fWarLr1j/IoSgu6991574IEHUs7Xyh/a5korZVWqVMn0d46sBg0alPZzo169ejZlyhSrX79+qUvpuXv77be951mrfYQtSrzo2rWrl7CkJEcKAggggAACCCCAQMUWIAGgYvc/d48AAggggAACCHgzpU899VR77733fDWCvqjMBaFmTF177bVewMAVDHJdX8EPzcxUYFVfyrqKK9hTkRMAZKeZmx07dgzsFwXxH3vsMdMX6unKhx9+aJ07dzYF29MVl3HiHM2Gu/DCC702ZVL0Zbm+XG/duvXG04cNG2ZXXHFFJtWlPcdvpm5QEChxjmb+ad9xBQn8SjqrH374wQvw+80i1j7lkyZN8mYi+pUwCQAaB/fdd59dc801kQLjcr/qqqu8vgsT1HM9k1Fm2ysYrgSVe+65J+2tp7P59ddf7aKLLnKufpG1QeNTUZ8+fbwA6hZbbBHqUgoivfrqq15QSgG0OEXPshI3TjvtNGewN3GdMGNcbdSKEfL1204hXbs1hpQYo750BZ/j3LfOVbKSgnpBRQklGofZKB999JGdfvrpXrDTr2i2r3x33XVX75AwYzSTJD4F0hWwVXJBpu9qrcyiIH6m72ld95xzzrEbbrjBW+UnTAkz9jJ9v4a5ftAxhZgAoFUStFKU3ttxk+P0jtV7TElgYf4mk6Xr80grmmjlpzBFCTJakcCv6G9PPSt+JejzKPFZ9Le//c1uu+02r91Bf8Oma7cSDMaNG+dtl5Xp37/ankZ1RE20COPHMQgggAACCCCAAAKFI0ACQOH0FS1FAAEEEEAAAQRyIuD6MloXTTfLOCeNMfOWBdYMpsSs6GxcJ8rezK5goys4Hff8uPfr6k9X+13XD7tihII9mpmXrmTDSAkrmpUcFCRz3Yt+r6CmZsYmiivQEKbO5GNK1p/4nStAdfLJJ4faciFdf7q2LchGAoBmgGo5ed1fpkWrRCjw6wrgusZLrhMAXEkDmd5/1POi3KdmnyoorWSWTINI6dqn+vQvzDLTrjGuIPfEiRO9JJdMVlZQEoCCbAoOhw0kRjX/888/vWCgEoP8ilbrULJagwYNolaf9vgw4033rnds8ooQstBsY7/SqlUrb0WSHXfcMXQ7NUv6uOOO8z1eiUZjxowxtadkUXKHVgVRm7Lxea4Ar1ZHCEpcKov3a2g8nwNz/RntCnCHef8nN12f+XrPx3nXl6TQeFF9Wu3H9f7Xua7P5XxKAFByw/Tp0717c717S7Zb722dr9WJ4pRGjRp571ZtD0BBAAEEEEAAAQQQqLgCJABU3L7nzhFAAAEEEEAAAQsT3BBTNmc3BrH/5z//8ZY+VjAl2+Xoo4/2gh+77bZbYNWuYKMrgB73/Lj3nevggtrnuoaOufXWW73ZuelKXCPN3FQwVF+yxy3Js/30PGg2ezYDHX6zCYMMNU4VxNfMbVcprwQALXX+5ZdfupoX+HsFgTRLUatBBBXXeIkSGHcFV9MFx3766Sdvm5SHHnoo1v3GPTnsfSqIFGb2aabtCZu44Rrjm2yySaggWVA7ldylzwvtgZ2L4lpNQ9dMrISx7bbbZq0JWqFCAcSgogCfZvomigK/J5xwgm/QUc/bM888E3qmtAL4mnUfNBs66D2fi2Q+rcQgm5122inQxjX24rxf43ay6/PT9TeG6/rZTABQ8F8z0e+44w7XZSP/XuNRf1sqEciVwFNICQBnnHGGnX322aGSXpITAPS8aUWiMIkDLuyoSR6u+vg9AggggAACCCCAQGEKkABQmP1GqxFAAAEEEEAAgawIhAm4p5tpmJWLp6nEFeiLe10tV679ioOKqw2uL+fjnh/3HnMdXFD7tDetgl4rV670bW7QcuVxjPQlufpR+5Jno5QM0LsCDVGvmckKAFpmXSsbhJk1W14JAFEd/I4Pk5jjGi9hA+NqQyYJAK5zsmXhqifsfSowrOfDNfvUdT2/34dN3Ah6F2nmurafyUYbtYqEAtVhtpOIes+u7UpUn1YQ0Xtj0003jVq97/EvvfSSaU/xoFIy+P7tt996W388++yzvqdpdrESs1wBV1Xgqk9JQE899ZQ1bty41PWytUJLuhvRChRDhw4NnDkeNPbivl/jdnKuP6OzlQCghDiNMe0nn6uiBB55uJbvd30u58sKAPo803YJSn4JU5Lb/cUXX3jP7wsvvBDm1MBjSACITUgFCCCAAAIIIIBAUQiQAFAU3chNIIAAAggggAACmQkowKjZSosWLfKtwLWfe2ZXTn+WX7BFAacWLVrYqaeeakceeaTVqFHDKleu7FWyfv160xen2tN85MiRgUtJh5mp6Qo2kgBgFmZWbOvWrb0VF7bffvtSnR3HWNdWEoeWlk5XNFYUKNUsOgUXtLywvpDXecuXL/dmC2uWXWLJ8ZIJAK5ltKOO95KzdBPnu4JAYa9T6AkAuk9XYo5rvIQNjOtarmB+usCJ3jFaklljozxLmPtUUo6CSK6tMTRD9YILLrD999/fqlSpYkqs0TMxZ84cu/322+31118PvNUwiRvZGuMu81wGuxYvXuwtgR+UqJCLFXLCJFkNGTLE9C8RzA8zYz/MZ2DC+7XXXjNtReK30scpp5ziLclf8h3vesZUv5bx1/jr0KGD7bzzzqbVIHSe3tHaUmDChAm+3R5m1YdsjT3X571rbKb7vattca+ZrQQA1dOlS5fARLTE5622bdp33329v8v0efvVV1/ZE0884fWl3t9BRe+i0aNHB+5XXygJAFHHQ3ICwJNPPuk9D37lkEMO8Z73ww8/3BKrjeiZkbWSfvR3zcsvv+ydnst3YtR75HgEEEAAAQQQQACB8hMgAaD87LkyAggggAACCCBQ7gIrVqwwzYbTl+5+Je6X0VFusmRgWV/0a39oBbQU9A8qCn7Mnz/fW3rVL2ChYNfkyZOtbt26vlW5go0uj7jnR/FKd2yugwu65q+//urt3T527Fjf5rZs2dIee+wxq169eqlj4hi5AmNhlif/8ccfvQQCLWuswIKSFRJl6dKlXtDDFbQI009NmjTxkiC0R3jJ4uqnMPXrmHR7cGt5a92DgrnpSpjggCvgklyvgkAKAGnWeb169bykCz3LMlaChWslA79AYuIarvESJjCeqMsVnPSzmTlzpnXr1i2jverD9qXrONd9asauZkar7/yK+krPrRK/FHRNV9asWeM93xq7QcWVuBF1jOvdPXjwYG8MaTa9tvrQtgua3e9aKUDbgbRr185FGPn3M2bMMC07H1T8knwiXyzpBNeY16HpxoNrGwDN2tdY1h7hruJKhvJbTUCfw3qm/fpMCRV33nln2vei2hRmH3RtS6BgqN+qC1HHnp9Fuvery831+2y1zXUdv9+Hef9r6X9te/Lggw/6XkZ/nz3wwAOmZCC/FSWUkKR65s6dG/hO0meFkjz9iuvzKF9WAIjSJ/q7QAmJDRo0cG7Hpb8lxo8f770b/YoSL959911v1Qb9jabEpKpVq0ZpEscigAACCCCAAAIIFJkACQBF1qHcDgIIIIAAAgggEEXANVNMdbmCTlGu5zo2sQeqvtzXl8aa6R3lC8zffvvNW6521KhRvpfS0qxaRcCvuAIvJAD8V871hXxQkCGOcdDS2MlfqLvGWtjfu4LprvHgd50oQSAFbbWlgpJhdt11V/v9999NyTsKmshZAcrkAIyrzWECQK7+TdyXgkBaeUMzF9MFlMPsA+7am9w1XqK8ozJNACjZj9lsU6LuuHV+9NFH3n7aQbP/R4wYYYMGDXIuV69ZpT179rTZs2f7PiquxI2wYzxoDIXdF7vkSh5hn2/XcWHuIUrw0XW9xO9dz7DfZ7Nr2X6dF2bFAtf2QH6JBK7P4DCz99VGBaC1VcG9996blsy1MlGYfktUHPX9GrYPs/Huj3utdOeHef+7Vn8Iuw2Irq/tIPReeuutt3xvp3///qZ3k982Hq7PoyjPoOvvXte7xPWeLnmTbdq0sWuuucYaNmzofUbq3Tpr1iwvSU5/52611Vb2888/24UXXuithpOu5GKbkVyMLepEAAEEEEAAAQQQyC8BEgDyqz9oDQIIIIAAAgggUKYCri9C1ZgowbUybbzPxbR0sGYj+5VHHnnEmx3tV1xf7roCvnHPj2voCny42h/2+sOGDTPtxexXcpUAEHR/xZgA4Aqwp/N3BQ/DBIBcARddV23TDO2gvcoVwFVQQ6sDBJWS+5knH+t6pqK8o4o5AUDLsSto71c0Q14BVddqKonzXUtSu2aTu95FiTF01113WatWrXxnEWvFDiW/BC0LH2UMhH3H6bgw9xAl+Bj22q5n2O+zOcw2AFrJQjPwFXj0K66VVvy2EnjnnXe8rXoU9E1XXDP3k8957rnnvO0X/EpQMl+YfkuMv6AEprD9FeW4sG2LUmeUY13v/zAriUR53jQY7wViAAAgAElEQVQmtZqEVhXxK66EDtfnUZRn0PV3bzYTALR1jP5OUsJEUHE97yQARBnhHIsAAggggAACCCCQECABgLGAAAIIIIAAAghUYIFJkyZZ586dAwWifNGbD5SuoAEJAMd7Qa1q1arF6i5XECNXCQBBKwDohhQo0JfuWoY+G8X1xXymCRUuP7VdQQPN1tXsSb8lltPdo6vNrgBQwlGzFv1KlLZ9/vnn3pLzif2J09WpFQ60pPgWW2xR6tckAPyXJOhdHGbJ7jAzv5PxV69e7SVLvfjii77jIKhO1xiPMobuuece6927t287crFUe5jnQMdECT6GfSe5nuGg8eDaBiDM8+9KJvFL2Anqc9dKHyVttHWI3huLFi1KyxaUNOQae3Her2H70O+4MG2Le42g8139ry2UtB3HvHnzfKvRkv7HHnts6Ga6EkpUUVCdhZgAoM80rWoQlGiTAHStAKA+e/zxxwO3AAjdGRyIAAIIIIAAAgggUGEESACoMF3NjSKAAAIIIIAAAqUFwnwRXWgJAK7ZXSQAZCcBwLXSQq4SAJYuXWpt27Y1BSn8ivYR11YQ1atXj/3YuwJxuUwAyDSZwdVmVwBIaK6AS5S2aUapZv5q1Qi/EuRIAsB/1YLexa5gqWu2frp+Wb9+vZdMo9m7fiVoZqrr80XP6A033BAqWWfx4sXebHC/feUzfQ5dLwjXc6Dz8y0BIMw2AEGfg65VMvzGkmu8NGrUyCZOnGh77723i937ves9FmfsJd5x2UwWC3VTIVeVCFtXJse53v+uz1jXbP10bXJtKaFzgpKJXM9hlGfQ9TdiNlYAaN26tbfyzc477xyqi1zPjipRv2m1ihYtWqTdbifUhTgIAQQQQAABBBBAoEIJkABQobqbm0UAAQQQQAABBFIFinEFANeXuyQAZCcBwPWFfK4SAMLMTtQo1/L0PXr0MM0M1n9HmUGf/JS4glCZBh5dwdGTTjrJNOt5p512ivzacrXZFQBKBMeCVgBwPUclG+161wQFB0kA+K9mUAKA673XsmVLe+yxxyInxcSZee8a465AW/IYco2BTJ9D18Pl2upE50cJPrqul/i96xkOGg9htgEI2nPdZe23/L8ryBu1j1yzooOeB9fYi/N+DduHfse52ha3ftf5rve/q33aZuSOO+6wLbfc0nWpjb8PkwQWlNDh+nsjyjPoele63kuu5yPM1jjp4FyrbiTOadOmjWl1gebNm1uVKlVC9wEHIoAAAggggAACCFQ8ARIAKl6fc8cIIIAAAggggMBGAdcXoUFBhrJk/OOPP0zLiC9btsw0O+3NN9807Qut//WbEerXPlfg0vXlriuIEff8uK6uL+9d7Q97fdcX8vpyWm3ZddddS1UZxyjMfsIlLxjnC3NXIC5TT1c/uYIQQf3karMrAKS6Xf3reo5Kts/1rtl///1t8uTJVrdu3cjjJcoqJa7ZzWFs1EDXGI7SpsQNx6nTNZ4yCdqpXTNmzDAFS/1K0Ph3tSnKGHfZZPocut53rnvQ+VGCj67rJX4fZvsFV0LICSec4Pv5GDSL29Xnfkvvu1ahCHvvYY/TLOuHH37Ytt9++1KnuPotytgL256wx7naFraeTI9zveNc7/4hQ4aY/kVNqtNKIoMGDfJtdtB4drUpyjPo+ixyjY1cvYs++ugjb7ufJUuWhOrabCU5hroYByGAAAIIIIAAAggUpAAJAAXZbTQaAQQQQAABBBDIjoDri1BdxW+2X3Za4F+LAr0KKOgLfs2M0n9no7gCl3G/3I17ftx7dAUXshEocwVRdQ9xlnR3tfHjjz+2M8880zR+o5Q6depYv379rFu3bqH25VXdrmC6q61+7XP1kysIEXTfrja7AkCq2xVwcT1HJdvnei50vF8Qx3VulGC7a+yGsVFbs9mmhFWcOl3BtYEDB9rw4cOtcuXKUR4Z7xk7/PDDfc8JSvTJ5hh32WT6HLowXPeg86dPn27t2rVzVRXp9677VWVB74gw2wCka7drKfKgrSTCtDkSguPgsko+yWabVZdrTMUdy65nNugd5+p/td8vAcTl5LpvrdYzZswY22abbUpV5fo8KoYEAP3NO2rUKBswYICLstTvlThw6aWXWoMGDSInZkS+GCcggAACCCCAAAIIFIwACQAF01U0FAEEEEAAAQQQyL7A22+/7QX4V65c6Vt5pktHx2nt999/byNGjLCxY8dGnuHvuq4rcOkKYri+nI97vqv9rt+7vmR3td9Vv37vCjDrmKCgbDaMXnrpJevVq5cXiI1alAhw/fXXW/v27Z176bruNVNPVz+RAPB/veoaLyQAuBM2Mh1PcYKJ2RzjrjGQ6XPoenc899xzdtxxxwUe9tBDD9nZZ5/tqirS7xcvXuxdN2iFm6A908NsA5BuyXXXygNBCYFh2hwJwXEwCQDpgeI8s64EKV3R9TeUX7e53gdB/VkREgDktm7dOrvyyiu9LRYyKeecc47dcMMNtvPOO2dyOucggAACCCCAAAIIFJkACQBF1qHcDgIIIIAAAgggEEXgww8/tM6dO3vL6vuVffbZx6ZOnerNLCqLopn+F1xwgc2ePTsnl3N9eR030BT3/Lg3HedL9rDXDpM4ErRMcLaM/vWvf5n2so66EoDuU7MMr7rqKrvwwgtt88039711EgDS07ieo5Jnufpcx7MCwPvWqVMne+utt9Kix1kimwSAsG+31OPCBLUztQ1q0aRJk7zP5qDiWnlA78WgbQDSrd7gSngImv3tCjxn1gP+ZxXrFgBxk1lc/RC0AgAJAMEra2g0uj7L4vaf+uCWW27xkmCjbnGl9jVr1szuueceq1+/frYfOepDAAEEEEAAAQQQKDABEgAKrMNoLgIIIIAAAgggkE2BH374wbTsqivY7go0ZKtNX3/9tTdzXNfLVXEFLuN+uRv3/Lj3XRYJANqSQXuKB5WJEyd6wcx0JZtGmjE3btw4b0a/Vo6IWvQlu/Yl3nTTTdOeSgJAelHXc1TyLFef63gSAAovAaBRo0amZ33vvfcuNVBc76IogXPX+IkbdPN7b7iuq/P0LtSM3S233DLq6yft8WFm74dJzHNtA6AkqGnTplmLFi28dvz55582dOhQb/uPdCVo+X8d7wo8ZwUnqZKrr77a24s+3bs7m2Mv2+12tS3uWHb1Q74mAAQldFSUFQASY03vgGXLlnnje9asWZGHYJMmTbzts/SeoCCAAAIIIIAAAghUXAESACpu33PnCCCAAAIIIICAhdnvVUzplgrONl+c/U+jtMUVuHQFfFxfzsc9P8q9pDs218GFH3/80fr162cTJkzwbaorOJULIwXqH3zwQRs9erRpFYmwpVatWt4KFwcffHDaU0gASC/peo5KnuXq86Ax4zqXLQDcWwAMHDjQhg8fbpUrVw77aHjHuYKJZbUMu2sMuN7LkW466eAwSXJNmza1xx57zPQuyUb5z3/+4yUV6L3kV1q1auUF+HbccUffY8IkEiiwqiXHK1WqZK6EgaA92tWIMCvDZMNHdZx22mneDGk/c9fnYJTkk2y1OVGPq21xx7LrmY2bABC0CkSQleu+46xw4pc8lq49Lh/X2CjLd9Fff/1lixYtMpkrWSdKueiii7ztAIJWOIpSH8cigAACCCCAAAIIFJ4ACQCF12e0GAEEEEAAAQQQyKqAlgrt3bt3YJ3plgrOaiPM7Msvv/T2UZ43b15g1aeeeqqdeeaZdtBBB1mNGjVKBbRcX+66Apdxv9yNe35cV9eX7HGDC3PnzjXtAx20NG3QPtG6v1waafncl19+2UsG0My5MEvoBs0kJQEg/Yh0PUclz3I9l0FBKdd4iTID27XEdVA7ku/J1aYoSQmJeuPU6XqPZ9IetWvGjBl20kkn+b6Wgp5117vIFWiL4h33veZ3g2GT5PRePPbYY+O+vr3zX3vtNTv55JO9z0S/EjYpz1VXciKB69i7777bW6HHr7jGb676KF17sjn2stKpSZW42hbXKc67VqtA6PNw2LBhvrcd5blNruS2227zVtvxK0FJSq4VABYsWGBHHnlkqK5y+bjurzzGuZJ5lNg4efJk02fv8uXLnfdar149mzJlClsBOKU4AAEEEEAAAQQQKF4BEgCKt2+5MwQQQAABBBBAIJTA0qVLrW3btoHBBlUUNeAX6uJJB7n2HtZMvzFjxnh7Gm+yySa+1bu+3HXdR9wvd+OeH9Wt5PG5DC6E3aLBNUOwLIz0hflHH31kCjo89NBDgYkAQQkuJACkH5Gu56jkWVoxomvXrr7Du2XLlt4s6urVq5c6JpvjpVgTAFx7xmcaVHQlFgQF7VzvIlegLXkgZHMMRH3HugxUX//+/b0Z6XFn2/7xxx/est833nhjYDPDbsujFQx69OjhO3tYy/o/9dRT1rhxY+9d6Regda3qosauXr3aunTpYi+++GLatgc941H7xHV8Nsee61pRf+9qW6bPaqIdrr+BXElOCv5fccUVvreVSTJRmMSCoL8bXAkAUT6PXD6u91J5vovUKfoMU3LjyJEj7fXXXw8cfq6knahjl+MRQAABBBBAAAEECkuABIDC6i9aiwACCCCAAAIIZF3AFSBIXPDoo4/2lhzebbfdst4GVegKstxyyy2mYJOWKg4qri93XV8Ux/1yN+75cXFzFVxYt26dXXLJJTZ27NjAJoaZdVaWRlpCV4HlPn36+CYBBAW3SABI390aB1o5xPU86uzffvvNGzujRo3yHTtBs/hd4yXKCiUff/yxt4KI3hPpiis4ljjH1aZMgmRx6ly8eLEdd9xxGY1xv04JM/s9KMDkehe5Am3J7XLZxA2aBr3Uwixt79pKJOx7XeNSQfSgbUwUSFdCjYL3rqJEKAX2tRy4X1Hg9ZxzzgncdsC1/L/qdm1dsP/++3szmOvWretqduzfZ3PsxW5MiQpcbYs7ll1/A7neca5koijv28Stu8aGjgtaRcOVABA20B1mqynXe6k830XJQ+mLL76wCy64wJQM5FfCrhSS7TFOfQgggAACCCCAAAL5IUACQH70A61AAAEEEEAAAQTKVeD+++/3vvx3Fc0KGzp0qG222WauQyP/3vUFb9g9Xl1ffpMAcLwpAFGtWrXQffT99997ywK7gv+qMGg5/cQFy/oLdM2q1T7XmqHrV/zGlysBwBVM8bueKwjkCkIEdV422ux6HhXw1MoKRx11lHMcvfPOO6atO9577z3fYzXjWcGKdMU1XhQInTlzpjVq1CiwLWGSWML2p6tNmQTxXHUGJRUoYHzGGWd4+0X7Fde7r+R5WkHj9NNPtyVLlqStcptttrFnnnnGmjVrlvb32RzjLptMvJ0D938P0Ljp27evt61IUNEWNqNHj7aqVauGrTrluLArrIRNhktU7lraX9s49OvXz/sbYOXKlWnbHibAGmaW9xNPPGHt27fPyCfKSdkce1GuG+ZYV9vijmXX30Cud5xrVSjXc5/OwDUGXW1yfR4FrUSS3B5tFaCVaIISbFyfveX5Lippu2zZMuvUqZPvc5tJIlqYMcwxCCCAAAIIIIAAAoUhQAJAYfQTrUQAAQQQQAABBHIq4Ar0JF9cgTotE5zJUsfa0/iOO+7w9jhWMOXvf//7xqpdX/CGTQB46aWXAoOSriBY3C93454ft6OzGVzQzO158+Z5SR+upWbVbteX+Il7Kw8j1xL0mSYAhA0+l+xXVz+5ghBB46QsEgB0/TBJAGGXNA+a/blmzRovuK2x6Ff0XtIqA5tuumnaQ8IE/7M5hps2beqtPCGjsMX1XAQFc1xbG6gNUQPUrsSw5P3j091jNse4yyZu0NTVR08++aR16NDBdZi3dLr+bbXVVs5jkw/QGNcsfa2yE1TCvmOT63Ct8qMVULTCz7hx49JeOszy/4kTXX3erVs3u/POOyP7RMI085LctNKHX4nzfo3alqjv/rhjOW4CwLfffmta8eHZZ5/1vdUoyaBKDNHfEPobz6+4AtWuz+8wz0WY4L/a5xob5f0uKvneCPpsdLnGHcucjwACCCCAAAIIIJDfAiQA5Hf/0DoEEEAAAQQQQKBMBMIsi5rcEAWS9IVu7dq1Q7VPgX8Fk7QUsWaTq5QMuLoSAMLseawvZrXfsd/y3rouCQD+KwBoyW8FizRTe/78+TZlyhSTaZiiWYGaJaoZw65l4eN8gf7GG294y/kPGDDAC8iFSUTR+NZ41b90JWhpalcwXfVFnZGrc3IZoHK1OUywxPU8Jhzr1Kljt99+uyloVbLfw2y/oHpcS0qvXbvWW+o4KDgalIwQZQWLMDZqs2sM65ios51ddbqCOa6AfZRnVO+A7t27+87+DzPusznGXTZxg6aud9w333xj5557rs2YMcN1qPcOVEJKmM9HvZs041rvs6DPrcRF9az179/f+Y5NbmSYbQCCbirM8v+J8139FGUMOqEDDsjm2IvTjnTnutoWdyzHTQAIE7APk/yVuPcwgXfXu/K5557ztjgJKvq7QKv8lEy+0fifM2eO94yF+XumPBIAlGypVYqUCBTlb+sVK1bYaaedZsuXL09LM2TIENM/199k2R7j1IcAAggggAACCCCQHwIkAORHP9AKBBBAAAEEEECg3AW++uorbwng2bNnh2rLDjvs4M0S09Le++23n2233XYbv2TUbFTVpyC/Zk4qmKwgXnIpGdB37TurZYrvuece03VLFn3Bq6WvFSR86623Attf0RMAQnVuBgf5ffmeripXkCgoAJI8E1DHXXrppd6KD5tssolvqxXMVFDOb2wEzWT++eef7cILL7T77rvPt34FQ66//no75ZRTvOCDxr+Cek8//bS3t/bee+9d6lxXEMgVhAjqorJMAFA7FNRTcPr888/3gp4KNqxevdpbDl3bRpR89ku23bVthCuBI1GfkhE0Hk4++WTbfvvtvX54/vnnQ69goXrCJgCEWZVAdSkgdcwxx3jbpmgfbL2n9F7UKiolt+FwPReuBIAwK7lorD7wwAPejG+/oJCWx9a7NOizoEmTJvb444/bHnvs4TsUsznGXTZxg6ZhXnn6zNJnnms8J54JvQ+6dOnijSn1dWLrHK2KoWdUWyvce++9NmvWrDCX994v+gysXr16qOOTD3ItwR5UYZjl/xPnK5CplThGjRoV+L4cOXKkl8AV9N5OrkDJaboHeb366qs2fvx4360ndF42x15kbMcJrrbFHctxEwDU/DDjRe8AfS7+4x//8L1jfQ7qXeK3jYhO1LhW8pLe2X7FFehOnKfk1MGDB1u9evW81WD0LhszZoz33IR5blWP67M3F++i5M8T/Y2rLQ30vg961vUeGT58uLftkl9x/b2b7bFNfQgggAACCCCAAAL5JUACQH71B61BAAEEEEAAAQTKVSDMTK1sNbDkF5OufWd13TZt2tjFF19shx56qFWuXNkUFNAXwwoKaD/yMF/wur4Qjfvlbtzz4/q6ggtx6093fpTgv86PY5RuZvoRRxzhzc5VUHPnnXf2Am2afa4gm4JrN910U+DMv6AAdJh9rYNM/cabq59cQYiga5Z1AkCcMaVAzcSJE61BgwaB1YSZARqnHYlzwyYAhFmVwK89fttGuJ4LVwJA2JVcEgkb2gt733339d6lel6UtKWZuAqYuWbKhpmJns0x7rKJGzQNM3aUUKLgtpawL+uiYKuC3npeMimubQD86oyy/H+iDq3SooS9oH3WE5/nem/r3pITJDQWlSyj8ag9zrUUvZJREqsH6VzX53g2x14m3kHnuNoWdyxnIwEgMSNdq9sEFQWr9TdZ586dbffdd/c+exWYVt/rPrXlU3K/laxL7yKt7HLSSScFXifO+zZq/7k+e3PxLkpXZyLJVkv8K8l266239m5F76GVK1d6Kw8pIdKv6F2hVZzq168flYDjEUAAAQQQQAABBIpEgASAIulIbgMBBBBAAAEEEMiGgAJImtXZu3fvUMH0ONcsuQKA9uju27evPfjgg3GqdZ7rChzE/XI37vnOG3Ac4AouxK2/5PmZ7Hkdxyjs0vRh71MzoqdOnWoHH3yw7yla9tsVoPA7WUuBX3755aV+7eonVxAi6P4KKQFA/XnZZZdtnB3td1/aRkSzO+fNmxe2a32PU8BRs03T7XEdNgFAlWtLE83kz6SU3AJFdbieC1cCgOr4+uuvvZmjer/mqqgftLpD1apVAy+RzTHusokbNA1rVRa+JdsSZbl1v/vIdBuAKMv/J66tALCCk3quc1Vcn+PZHHvZvgdX2+KO5WwkAOiew2wDEtdGfz9oyfvE6hhB9bm2OInSlvbt23vL5iuQXrK4Pntz8S5y1Rnl3hLHXnTRRXbDDTeE2iYpk/o5BwEEEEAAAQQQQCD/BUgAyP8+ooUIIIAAAggggECZCujLe82m1xKkYWbUZ9q4dAGwuXPnejMH4163YcOG3uxBBQ1LFlfgwPVFrOvL+bjnZ+qZOM8VXIhbf+J8LbeuZe/1RXrYZZwT58YxSt4CIBv3oiV09UV5UADi448/tjPPPDPUHt0l2+QXTHD1kysIEXTvuU4AuOuuu7xEnaBlncP0jZIqtDTzTjvtFOZw57LeYSrRuB03bpxptZNrrrmm1ClREgDCznRO165cJQDoWrkM3Gkfbs2A18xwV8nmGI/zznC1M+rvv/jiC29Z81wmWSS/Z7UEv7Y5ibuPd5hl3UtaRFn+P/lcJUr069fPm4Gci+L6HM/m2Mt2+11tc/2N4WpPthIAdJ1crgql5BIlioTd0uKbb77xVvpRQl6coi19dO0ePXqk3RbI9dmbi3dRmC1lotxz3BVDolyLYxFAAAEEEEAAAQTyV4AEgPztG1qGAAIIIIAAAgiUm4BmC86ZM8cGDBjgXAo6k0a2bNnSW7pUS2Enl2zMHNQXxN26dTMtS59uz3dX4CDul7txz8/EM/mcSZMmecvx5qqE3Z826PpxjObPn+/tGRw3SUTtC7t1gZ4H7XXcq1evyKy33nqrl0xTsriCQK4gRFBDcp0AoOD1Flts4dzbOaiNmQQotEqIlmAfO3Zs5H7QCQruK3nhsMMOM7+VJKIkAOh9NWTIENMqD1FLLhMA1Bbtk37++eenfQdGbWvi+NatW3vbA2hGepiSzTEe550Rpq1Rj9Gy5sOGDbObb7456qmhj9d7TvXvueeeoc8JOjDqNgBxlxBXUFPJVVriPdvF9TmezbGX7ba72pZPCQD67Js2bZq30olrS4coTvo7Tcl3+nsiSombkJBYsejzzz+3Tp065U0CQDZXwMrGiiFR+oRjEUAAAQQQQAABBPJXgASA/O0bWoYAAggggAACCJS7wGeffWYjRozwVgTIRsBVN9SmTRsv+HbggQemvT99EaqAWtSgmvaSVTBOQd1PP/3U98tdV+AgbqAp7vlxO33p0qXWtm3btKsfZFq3bFu0aOGZnnjiic6lv13XiWOk8aHAgfYWznRM6n4USFZwqkqVKq7mer/Xda+88krvulFKya0uEue6gkD5ngDQrFkzb/lkbduhlTuiFJ07atQoO+igg6Kc5h2baVBR752RI0da3bp1vXqykQCgejKZ6ey3r7rruQizBUAyqN7fV111VeA+0WE6QM+LZnNrSXf9d9iSzTHusokbNA17T8nHaa/6559/3hRUfP311zOpIu05WqVCq1N06NAhq8t3R90GQIl0Wu1hq622yvje9N5U0o3eZ5m+r0teXMlDSioIWoUim2Mv45v3OdGVpBd3LGdzBYDELbz55pt29dVX26xZs2JxKOCvsdCzZ8+MxnamCQklrxv0PnF99ubqXbR48WLr379/rHdJnM/WWB3LyQgggAACCCCAAAJ5KUACQF52C41CAAEEEEAAAQTyR0BfuH700UdeIODJJ5/MaBaYZiRpqfguXbqYlud3LRkfNbCi4J72kVXdWiZZQQfNnBw/fvzG9ipwpS9HFfgL2u9ds3oVXFAAQUsmJ4IWOr9x48beF9fapsBvyfi458fteV1fe9orgUJ73EYp+pJcM6C33HJLL0Fjv/3280xr164dOlAe5npxjTQ+FJBQMF6zE8MGltSHmlWr2YwNGjSIvKT2L7/8YloSW1sfaAawqwQtca9Atsboc889Z8uWLdtYlZ6Vww8/3AYPHuybJOO6rp7Zp59+2mvrokWLUtp66KGH2umnn+4tpRyU/PCvf/3Le1a04kLCV23TLPB//vOfG5dt1rOmJfXDmGh89e7d20u8iDrzM/meo/SD2qwVGLR6Q/L9Ktiid4aCZYn7U+BV7yiNjyhBT40FJUppZYIwY1FJEzq+pH8iWPrEE0+Y2pcosmratKlnpwScKEvB61nRrFmtRBE1eKfraqlsBaX22GOPSNdV27M5xl3vDCVH6DNm0003dT0eWf+92qYVHfQcyDjMGEjXCH2OKYGtefPmWX3fJl9LY1Wfi3rvKGkh3XtM7wiNN60AVLNmzax4aRuV22+/3ftsDfPuLHnR5CQ0Jbi5ns9sjr2sACRVovvXWFFyWLrnvHv37tauXbvAbWmC2pSoX58B+pxMjMfEeyTT+n/77TdvfOtz9+WXX47Eovew3sG6dsmVnyJV9L8HR0lI0Ge+EmqSk071rtU7UX/nKaCvkvgbUYmkegb8iutd5PobMeh+f/zxR69NSpqJ8vfb/vvv7634cvbZZzufjUy8OQcBBBBAAAEEEECgMAVIACjMfqPVCCCAAAIIIIBAuQisX7/eVq1a5QUVFfDQfyd/waxGKYimL3sVSNYXrgok7L777hl9ma0vWhUcffbZZ71AXXLAQl/QaiuBk08+OVRSQbmAcdGcC2hZa41HBTm1J7u2fUgEmBIJDUr40B7aGovbb7997DZpL2LN/NU2GbpeIoCvAILGvAL42itdM1XDrjAQu1HlXIG2HZDHzJkzPY9EUEXvAyWRKGin57VGjRpZa6mCJbqmAl3J/aBrapl/Bcs1m7Zq1apZu2Vd3EAAACAASURBVKZfRUq60LLSCpBpRYT33ntvo4Heh/Xr1/eCSq1atfI8/BKIctVQtU+rFSipSe9u9ZFWcEhe1lvtUltlp2QpjWVXoDVX7S3UepWc8u6779qSJUu8zyuNiZLOifdEtWrVPGsllunzMhvvpnx3098QCmzqna1/SgxIDoKn+xsiF0lo+e6Uz+1TUpFWF9HfZPqnd13y567arnedEgf1mat/ClBXrlw5q7elduhZUxJg8t+HiWRNfeYr+K9ERlfSaVYbloXK9LfvBx984CXg6TnR52lyoqCeCX3OyVarM+27775l/pmShdukCgQQQAABBBBAAIEcC5AAkGNgqkcAAQQQQAABBBBAAAEEEEAAAQQQQAABBBBAAAEEEEAAAQQQQKAsBEgAKAtlroEAAggggAACCCCAAAIIIIAAAggggAACCCCAAAIIIIAAAggggECOBUgAyDEw1SOAAAIIIIAAAggggAACCCCAAAIIIIAAAggggAACCCCAAAIIIFAWAiQAlIUy10AAAQQQQAABBBBAAAEEEEAAAQQQQAABBBBAAAEEEEAAAQQQQCDHAiQA5BiY6hFAAAEEEEAAAQQQQAABBBBAAAEEEEAAAQQQQAABBBBAAAEEECgLARIAykKZayCAAAIIIIAAAggggAACCCCAAAIIIIAAAggggAACCCCAAAIIIJBjARIAcgxM9QgggAACCCCAAAIIIIAAAggggAACCCCAAAIIIIAAAggggAACCJSFAAkAZaHMNRBAAAEEEEAAAQQQQAABBBBAAAEEEEAAAQQQQAABBBBAAAEEEMixAAkAOQamegQQQAABBBBAAAEEEEAAAQQQQAABBBBAAAEEEEAAAQQQQAABBMpCgASAslDmGggggAACCCCAAAIIIIAAAggggAACCCCAAAIIIIAAAggggAACCORYgASAHANTPQIIIIAAAggggAACCCCAAAIIIIAAAggggAACCCCAAAIIIIAAAmUhQAJAWShzDQQQQAABBBBAAAEEEEAAAQQQQAABBBBAAAEEEEAAAQQQQAABBHIsQAJAjoGpHgEEEEAAAQQQQAABBBBAAAEEEEAAAQQQQAABBBBAAAEEEEAAgbIQIAGgLJS5BgIIIIAAAggggAACCCCAAAIIIIAAAggggAACCCCAAAIIIIBAxgJ//fGn/XvJ/4t8/t7NDoh8TiGfQAJAIfcebUcAAQQQQAABBBBAAAEEEEAAAQQQQAABBBBAAAEEEEAAAQQqgIASAC6t3TrSnba5+lw76rwOkc4p9INJACj0HqT9CCCAAAIIIIAAAggggAACCCCAAAIIIIAAAggggAACCCCAQJELkAAQroNJAAjnxFEIIIAAAggggAACCCCAAAIIIIAAAggggAACCCCAAAIIIIAAAuUkQAJAOHgSAMI5cRQCCCCAAAIIIIAAAggggAACCCCAAAIIIIAAAggggAACCCCAQDkJkAAQDp4EgHBOHIUAAggggAACCCCAAAIIIIAAAggggAACCCCAAAIIIIAAAgggUE4CJACEgycBIJwTRyGAAAIIIIAAAggggAACCCCAAAIIIIAAAggggAACCCCAAAIIlJMACQDh4EkACOfEUQgggAACCCCAAAIIIIAAAggggAACCCCAAAIIIIAAAggggAAC5SSgBIAnLh/tXf27j1fbqlff9v57p33+brUO3i9tq2rsXdOOOq9DObW4fC5LAkD5uHNVBBBAAAEEEEAAAQQQQAABBBBAAAEEEEAAAQQQQAABBBBAAIEMBO7qMNj+veT/eWeeefcVdkCbIzOopThPIQGgOPuVu0IAAQQQQAABBBBAAAEEEEAAAQQQQAABBBBAAAEEEEAAAQSKUuDi3Vt596XZ/72njLCtd9yuKO8zk5siASATNc5BAAEEEEAAAQQQQAABBBBAAAEEEEAAAQQQQAABBBBAAAEEEChzgTenL7BHLxjmXfews1pb+2H9yrwN+XxBEgDyuXdoGwIIIIAAAggggAACCCCAAAIIIIAAAggggAACCCCAAAIIIIDARoF7Ol1mH77ypvf/u4y53A486Sh0kgRIAGA4IIAAAggggAACCCCAAAIIIIAAAggggAACCCCAAAIIIIAAAggUhEBi+f/qe+3uLf9ftcYOBdHusmokCQBlJc11EEAAAQQQQAABBBBAAAEEEEAAAQQQQAABBBBAAAEEEEAAAQQyFlg+e6FNOO967/wmXU6wjjddmHFdxXoiCQDF2rPcFwIIIIAAAggggAACCCCAAAIIIIAAAggggAACCCCAAAIIIFBEAvd2udI+WLDUu6MzRl9qDU85uojuLju3QgJAdhypBQEEEEAAAQQQQAABBBBAAAEEEEAAAQQQQAABBBBAAAEEEEAghwKJ5f933GNX6z15hG27y445vFphVk0CQGH2G61GAAEEEEAAAQQQQAABBBBAAAEEEEAAAQQQQAABBBBAAAEEKozAO3NetQd7DPXut/HprezUkQMqzL1HuVESAKJocSwCCCCAAAIIIIAAAggggAACCCCAAAIIIIAAAggggAACCCCAQJkLPND1Gntv/mvedTvfcbE16tCizNtQCBckAaAQeok2IoAAAggggAACCCCAAAIIIIAAAggggAACCCCAAAIIIIAAAhVYILH8f7W/72K9p9xk2+1WowJr+N86CQAMCwQQQAABBBBAAAEEEEAAAQQQQAABBBBAAAEEEEAAAQQQQACBvBXQzH+tAKBySKfj7LRbBuVtW8u7YSQAlHcPcH0EEEAAAQQQQAABBBBAAAEEEEAAAQQQQAABBBBAAAEEEEAAAV+BB3sMtXfmvOr9vtNtF9nBpx6Llo8ACQAMDQQQQAABBBBAAAEEEEAAAQQQQAABBBBAAAEEEEAAAQQQQACBvBVILP+//e47ecv/71Bz57xta3k3jASA8u4Bro8AAggggAACCCCAAAIIIIAAAggggAACCCCAAAIIIIAAAgggkFbggwVL7d4uV3q/a9SxpXW+fTBSAQIkADA8EEAAAQQQQAABBBBAAAEEEEAAAQQQQAABBBBAAAEEEEAAAQTyUuDh8663t2cv9Np22s0D7ZDOx+dlO/OlUSQA5EtP0A4EEEAAAQQQQAABBBBAAAEEEEAAAQQQQAABBBBAAAEEEEAAgRSBxPL/2+1a3XpPGWHVau2CUIAACQAMDwQQQAABBBBAAAEEEEAAAQQQQAABBBBAAAEEEEAAAQQQQACBvBP48JW37J5Ol3rtOqj9MXb6qEvyro351iASAPKtR2gPAggggAACCCCAAAIIIIAAAggggAACCCCAAAIIIIAAAggggIA9esFwe3P6i55ExxEDrMkZrVBxCJAAwBBBAAEEEEAAAQQQQAABBBBAAAEEEEAAAQQQQAABBBBAAAEEEMg7gcTy/1V32sF6Txlp1ffcLe/amG8NIgEg33qE9iCAAAIIIIAAAggggAACCCCAAAIIIIAAAggggAACCCCAAAIVXOCjJf/PxnYY7Ck0PLm5nXHnZRVcJNztkwAQzomjEEAAAQQQQAABBBBAAAEEEEAAAQQQQAABBBBAAAEEEEAAAQTKSODxC0fav56Y712tw/D+duiZJ5bRlQv7MiQAFHb/0XoEEEAAAQQQQAABBBBAAAEEEEAAAQQQQAABBBBAAAEEEECg6AQuqXmCbdiwwbbcvqpdMO0Wq7F3zaK7x1zcEAkAuVClTgQQQAABBBBAAAEEEEAAAQQQQAABBBBAAAEEEEAAAQQQQACBjAQ+Wfqe3XnSQO/cA9odZWeOvTyjeiriSSQAVMRe554RQAABBBBAAAEEEEAAAQQQQAABBBBAAAEEEEAAAQQQQACBPBWYfNGt9vqkuV7r2t/Y1w47u02etjT/mkUCQP71CS1CAAEEEEAAAQQQQAABBBBAAAEEEEAAAQQQQAABBBBAAAEEKqzAZXu0sT9//8M237qK9Ztxu+20b60KaxH1xkkAiCrG8QgggAACCCCAAAIIIIAAAggggAACCCCAAAIIIIAAAggggAACORH47K0PbFTr/l7dDVofYWfdc2VOrlOslZIAUKw9y30hgAACCCCAAAIIIIAAAggggAACCCCAAAIIIIAAAggggAACBSYw9dI7bMmjz3itPvm6Ptase7sCu4PybS4JAOXrz9URQAABBBBAAAEEEEAAAQQQQAABBBBAAAEEEEAAAQQQQAABBP5X4Iq9T7Lff/3NNqv8N+v/9Cjbpe4e2EQQIAEgAhaHIoAAAggggAACCCCAAAIIIIAAAggggAACCCCAAAIIIIAAAgjkRmD1O6vstuMv8Crf/4Rmdva9V+fmQkVcKwkARdy53BoCCCCAAAIIIIAAAggggAACCCCAAAIIIIAAAggggAACCCBQKALTrrzTFj00y2vuSUN72+E9Ti6UpudNO0kAyJuuoCEIIIAAAggggAACCCCAAAIIIIAAAggggAACCCCAAAIIIIBAxRW4qm57++2nn80qVbKBz46xXevvWXExMrxzEgAyhOO0zAX+/PNPmzNnjk2aNMneeOMN++KLL2z9+vVWvXp1q1Wrlh177LHWvn17q1+/fuiLrFu3ziZPnmwzZsyw5cuX29dff20bNmywnXbayerWrWtt27a1Tp062fbbbx+6znQH9u/f30aPHp3yqwMOOMDefPPNyPV+9tlnNmvWLHvmmWfso48+8tr83Xff2apVq6x27dqR6+MEBBBAAAEEEEAAAQQQQAABBBBAAAEEEEAAAQQQQAABBApV4Kv3P7FbWpznNb/+8YdZt/uHFOqtlGu7SQAoV/6Kd/GlS5dar1697F//+lfgzVeqVMm6du1qN998s1WrVi3w2OnTp1vfvn3t888/Dzxuxx139OpTvZkUBez//ve/lzo1agLAv//9b7viiiu8hAUlKZQsSgYgASCTHuIcBBBAAAEEEEAAAQQQQAABBBBAAAEEEEAAAQQQQACBQhWYPuRuW3j/U17z2w7pZUee275Qb6Vc200CQLnyV6yLP//883biiSfab7/9FvrGDzzwQHvhhRdsu+22S3vOlClTrHPnzvbXX3+FrvOuu+6y3r17hz4+caBWJZg2bVqp86IkAIwdO9YGDhzorXjgV0gAiNw1nIAAAggggAACCCCAAAIIIIAAAggggAACCCCAAAIIIFDgAkP+car9/D9rvbsY8Mydttv+exf4HZVP80kAKB/3CndVzXpXoPynn34qde9alr9q1aq2evVq+/3330v9vkOHDjZ16tRSP//000+tTp069uuvv5b6nZb+33TTTb06Sxb9XEv2/+Mf/wjdD1qmX8kL6UrYBIBLLrnERo4cGXjNKlWq2IoVK9KuNBC6sRyIAAIIIIAAAggggAACCCCAAAIIIIAAAggggAACCCCAQAEJrFn1uY04qqfX4v2ObWLdxw8toNbnV1NJAMiv/ija1vTo0cMeeOCBlPvbZZdd7P7777dWrVqZlvz/8ccf7YYbbrARI0aUcli1apXtueeeKT+/6qqrvOOTS40aNbxkgSOOOML78RtvvGEdO3a0Tz75JOU4rQCglQDCFCUY1K9f35TEkK6ESQDQtfr06VPq9N122837+XHHHWf77befbbnllmGaxDEIIIAAAggggAACCCCAAAIIIIAAAggggAACCCCAAAIIFI3ArOvutQX3POHdT5urz7WjzutQNPdW1jdCAkBZi1fQ61WvXt2+/fbblLtfuHChNWvWrJRIy5Ytbf78+Sk/V6LAOeeck/Kz5s2b24IFC1J+Nn78eOvWrVvKz2bPnm1t2rRJ+Zlm/y9fvjxUb1xzzTV23XXX+R7rSgDQdRo3blxqpYLBgwd7CQyVK1cO1Q4OQgABBBBAAAEEEEAAAQQQQAABBBBAAAEEEEAAAQQQQKAYBYYe2Nl++vZ/vFvrP3uU1Txg32K8zTK5JxIAyoS5Yl/kf/7nf0zL/CcXzXz//PPP08LcfPPNdvHFF6f87tprr7Wrr7465Wf16tXzlstPLh9++KHttddeKT/TDH4trZ9clJDwzTffODtm5cqVtv/++9tvv/3me6wrAaBdu3Y2c+bMlPOHDx9ul156qfP6HIAAAggggAACCCCAAAIIIIAAAggggAACCCCAAAIIIIBAMQt898mXNrxZd+8W6x7T2HpMuLaYbzfn90YCQM6JuUBUAQXHL7/88pTTbrvtNhswYEDKzw4++GBbunRpys8++OAD22effVJ+9vPPP9tWW22V8rPatWvbRx995Gza8ccfb3Pnzt14nFYDUDJCcglKAHjnnXe8BIINGzZsPOXoo4+2559/3nltDkAAAQQQQAABBBBAAAEEEEAAAQQQQAABBBBAAAEEEECg2AWeHvaAvTBmsnebra/sYc3PP7XYbzmn90cCQE55qTwTgSOPPNJefvnllFOXLVtmBx54YMrP+vbta2PGjEn52dixY+38889P+dm0adOsffv2KT/r1KmTTZw4MbB5kydPNh2XKA0bNrSnnnrKatWqlXJeUAKAZvmPGDEi5Xhtb7D55pvbuHHj7KWXXrKvvvrKttxyS9t7772tY8eOXvu33nrrTOg4BwEEEEAAAQQQQAABBBBAAAEEEEAAAQQQQAABBBBAAIGCEriuURf78evvvDb3m3m7/b1h3YJqf741lgSAfOuRCtyedevW2ZVXXml33HFHikLbtm1txowZpWTeffddU/D9jz/+2Pg7bTUwadIkO/bYY72fvf76617wP3m7gUqVKtnChQutadOmvtpr1641bTHwxRdfbDxGSQlaOaBmzZop5wUlABxyyCH2xhtvbDxeWxGcdtpp9tBDD/leWwkGSlpQwgEFAQQQQAABBBBAAAEEEEAAAQQQQAABBBBAAAEEEEAAgWIV+OGLb+zGJmd7t1en+cHW85Hri/VWy+y+SAAoM2ouVFJAS/q/+eab3o8VcH/vvffsl19+STlMy+drufwdd9wxLeADDzxgPXv2TFliXwfWqFHDNttsM1u9enWp82666Sa75JJLAjtk0KBBpm0HEuX000+3xx57zEskCJsA8NNPP9l2221nf/75Z+TOr1atmpc4oIQDCgIIIIAAAggggAACCCCAAAIIIIAAAggggAACCCCAAALFKPDsiIds/qjHvVs74bLudkzf/1uduxjvtyzuiQSAslDmGmkFNBM/qPTo0cNuvfVWq1q1auBxU6ZMsd69e9v3338feNzf/vY3u/POO61Xr16Bxy1fvtwOOuigjSsLaHn+999/33bfffdICQAffPCB1alTx/da2267rZcgoKSCdEkCJ554os2ePZvRgwACCCCAAAIIIIAAAggggAACCCCAAAIIIIAAAggggEBRCmj2v1YBUOn71K1W6+D9ivI+y/KmSAAoS22ulSLgSgDo06ePXXvttabZ8EFFM/O1CkDJ1QNKnqPr3Xfffda9e3fzu/aGDRvsiCOOsFdeeWXj6dddd51dddVV3v+PsgLAokWLrFmzZqWavscee9i4ceOsZcuW3u+++uor071q2f+SRasi1K3LPic8OggggAACCCCAAAIIIIAAAggggAACCCCAAAIIIIAAAsUl8OPX39l1jbp4N7XvkQfZuY/dWFw3WE53QwJAOcFzWbPmzZvbggULAil22mknmzt3rjVo0CDtcVrKf+TIkZE4zz//fBs7dmzac7SlgFYeSBQtwa8g/BZbbOH9KEoCwNNPP22tW7cudZ1PP/201DYCf/zxh9WvX9+0akBySU4+iHSTHIwAAggggAACCCCAAAIIIIAAAggggAACCCCAAAIIIIBAHgs8d+sjNvfWR7wWtrqkq7Xof3oet7ZwmkYCQOH0VVG3dO3ataal90ePHm0TJ05MuddddtnFVqxYUWorgEceecTOOuuslGNr1qxpt912mze7fpNNNrEXX3zRBg4caKtWrUo5bsSIEXbxxRen/ExbCGjJ/m+//Xbjz5944glr3779xv8fJQFg1qxZ1rZt21L9plUG0hWtTnDuueem/KpNmzY2c+bMou57bg4BBBBAAAEEEEAAAQQQQAABBBBAAAEEEEAAAQQQQKDiCQxv1t2+++RL78b7PHmL7dG4fsVDyMEdkwCQA1SqjCegJfoffPDBlEpuvPFGu/zyyzf+7K+//rJatWp5M/ITZfPNN7e3337b9t1335RzP/vsM292vZIMEmWbbbax1atX29Zbb73xZ7169bJ777134/8/5phjbP78+Sl1RUkAmDNnjrVq1Srl/EMOOcRee+21tEBvvfWWHXjggSm/0/9ftmxZPFDORgABBBBAAAEEEEAAAQQQQAABBBBAAAEEEEAAAQQQQCCPBH767j829IBOXov2PvxAO2/i8DxqXWE3hQSAwu6/omy9gvgHHHBAyr01bdrUXnnllY0/W7JkiR166KEpxwTNlu/atatNmDAh5fgZM2ZsnKGv+g477DBLnp2v7Qe22267lHOUALBu3bpS7lo5QKVdu3am1QVUXn/9dWvcuHHKsR06dLCpU6em7bc1a9ZYjRo1Un63zz77lNoWoCg7nZtCAAEEEEAAAQQQQAABBBBAAAEEEEAAAQQQQAABBBCoMALzR020Z0f8d0Lw8YPPspYDulSYe8/1jZIAkGth6o8s8NNPP5lm6CeX3Xff3TSTP1G0TcDpp6fuA9KvXz8bNWpU2usNHTrU/vnPf6b8TlsFDBgwwPvZtddea0OGDInc1pIndOnSxbQ1gcpXX31l2r4guSjJYNGiRWmvk24FgCZNmtjixYtjt4sKEEAAAQQQQAABBBBAAAEEEEAAAQQQQAABBBBAAAEEEMgXgRFH9bQ1q/670vf5U0fanofuny9NK/h2kABQ8F2Y/zfw0EMPWbdu3VIa2qdPHxszZkzaxn/yySdWu3btlN9phv2KFSs2/uzRRx+1M888M+WYTp06mRID0pW+ffuWut4dd9xh/fv39w5XW3RM3JKcAKC6NIP/ww8/3FjtFltsYd98802pBAcdcN9999m5556b0oSzzjqr1MoFcdvI+QgggAACCCCAAAIIIIAAAggggAACCCCAAAIIIIAAAgiUl8Av//nJrqnf0bv8Xoc1sN5T/ru6NiU7AiQAZMeRWgIEFixYYM2bN085QjPjFdCvWrVqqTM1U18z9pNLyeX9NYu+WbNmKceorlWrVtmOO+6Y8vOff/7ZlECg5fuTS/IWAJMnTzYlEMQtJRMALr300o1bAiTqvummm+ySSy5JudTvv/9u9evXt5UrV6b8/OGHHy6V6BC3jZyPAAIIIIAAAggggAACCCCAAAIIIIAAAggggAACCCCAQHkJvDh2is2+8X7v8scOOtOOG5Q66be82lUs1yUBoFh6Mo/v448//rDddtvNm/meXBo3bmxjx461Ro0aeT/W0v933XWXXX755fbnn3+mHDthwgTTbPhEWb9+ve2666723XffpRynJfMfeOAB22+//byfazWB3r1727PPPptynGbia4n+bbfdNpKckghq1qyZcs4BBxxgb775Ztp6Vq9ebXvssYepvYnyt7/9zUaPHm3nnHOO6b/VDrVx+vTpKXXsvPPO9u9//9uqVKkSqY0cjAACCCCAAAIIIIAAAggggAACCCCAAAIIIIAAAggggEC+Ctx8zHn29QefeM07b/JNtnfTA/K1qQXZroJPAJgyZYoXPP3+++8jdYD2mH/88cetdevWzvM2bNjgBZKfeuope+GFF0x7tev/qzRs2NAUAO7YsaMdccQRaWe0B11AQfGZM2favHnzbNmyZfb+++97h2vGuupu27attWzZ0mrUqOFsZ/IBCrovWbLEZs+ebQsXLvQC1GvXrvWWnj/wwAPtqKOOsnbt2nnX2GyzzSLVncnBd955p/Xr1y/tqZqxv9VWW9mXX36ZEihPHKz2vv7666XaOXLkyFIz6RPnKHiu+/riiy9M/VeyXHTRRXbzzTdHvpWoCQC6gK5z8cUXl7rWlltuadWqVTMlCZRMeNDB48ePL7V1QuQGcwICCCCAAAIIIIAAAggggAACCCCAAAIIIIAAAggggAACeSLw27pf7Ko6p3itqX3IftbniZut0iab5EnriqMZBZ0A8Msvv9jAgQPtnnvuyag3brzxRm+2eVBRYsGIESO8meoKoAcVBe2vv/56a9++vW3iGKhq+9133+0d70pe2GGHHezaa6+1nj172uabb+68VwX7r776aps1a5bzWC2tr0B63bp1ncfGPUDtv//+/y7nEbb8/e9/t+eff9722muvUqcosN+tWzfT6gBRyoknnuglc2j2fdSSSQKA2tm9e3d76KGHQl9OyRKjRo0KfTwHIoAAAggggAACCCCAAAIIIIAAAggggAACCCCAAAIIIJDvAi+Ne9JmXjvOa2bLC8+w4y8+O9+bXHDtIwEgIAHg66+/tvPOO6/U0uxBvawZ9kos0KoEfjPr161b581cV1JBlHLFFVeY/mm2vF9ZsGCBde3adeMKBWHq1woGWnr/sMMOC3N4rGPGjBnjJSf88MMPznpOPfVULwiu2fx+RTPnb7rpJs9crkFFAf8BAwbY0KFDM15WP5MEALVJSQDDhw/3Ej5+/vln32aqb5XsMWjQIKcPByCAAAIIIIAAAggggAACCCCAAAIIIIAAAggggAACCCBQSAK3HdfHVr/7b6/JvSYOs30Ob1hIzS+ItlbYBAAF6qdNm2YtWrRI21EKJmt1gXvvvTdyR6ruqVOn2nHHHVfqXC3Nr0CwguCZlHHjxnkrAVSqVKnU6e+9956dfvrp3hYFUcvRRx9tDz/8sO22225RT418/I8//miTJk2yp59+2tv2QNsgKJCvlQ60isLhhx9uZ511lvffYYu2D5C56vzggw9MyRt//fWXt3XCnnvuaa1atTIlFOyxxx5hq0x7XKYJAInKdP6DDz7otXPVqlVeIsT222/vrXBwwgkn2LnnnhuY8BCr8ZyMAAIIYc8b7wAAIABJREFUIIAAAggggAACCCCAAAIIIIAAAggggAACCCCAQDkJ/PHbert8r3be1WsesK9dMP1W27QMtiovp9stt8sWXQKAZuzfdtttGc/wTvTEo48+ameeeWZKxyiwf80111iPHj28oK2SBJREcNVVV5Waca9gs7Ym0HHJ5aWXXrLOnTt7+90nl8GDB3uz03fddVf7/fffvWXvL7vsslLB/GbNmtkjjzxitWvXTjnfbzsEze5XwsExxxzjLXmv/eZvv/12b1/6kkU/79+/f9rkgnIboVwYAQQQQAABBBBAAAEEEEAAAQQQQAABBBBAAAEEEEAAAQQKXmDhA9Nt+jV3effRol9na3Vpt4K/p3y8ARIA0vSKgvNnn322zZs3L+W3CqRfdNFFKUv7a2n3++67z3r16pVybLoVBpQw0LdvX28GeHLp06ePjRgxotTS/nPnzrWOHTva2rVrU47X9ZSEkFzmz59vp5xySsqxtWrV8vadP+qoo1KO1Qx87TE/YcKElJ+3bNnS+9kuu+ySj2OVNiGAAAIIIIAAAggggAACCCCAAAIIIIAAAggggAACCCCAQIEK3HFiP/v87ZVe68999Abb96hGBXon+d1sEgDS9M9zzz1Xavn+Jk2a2OOPP552CXnNqu/SpYu9+OKLKbVdd911duWVV26cUf/22297Af2VK/87sFUUbH/qqaescePGpVqiwP8FF1zgLc2fXEqucqDl87WlwLBhw1KO02x+JRZsvvnmpepOd49KWnjmmWdMqwxQEEAAAQQQQAABBBBAAAEEEEAAAQQQQAABBBBAAAEEEEAAgWwI/PXnn3ZprdZeVbvst6f1n3mHbbb537JRNXWUECABoASIZvTfcMMNXkA9uQRtLbB+/XpvuX5tPZBcFOzXbP1tt93W+3G6bQW0N70C/DvuuGPawak6Bw0alPK7pk2b2mOPPWaa4a/y7bff2llnnWXPPvtsynHaKkCJCenKJ598YmeccYYtWrQo5de33nqrDRw4sMI8KEqe0PYJSpLQFgkUBBBAAAEEEEAAAQQQQAABBBBAAAEEEEAAAQQQQAABBBDIrsCrE2bZk1fc6VV69AWn2YmXn5PdC1DbRgESAEoMhv/85z/Ws2dPmzp1aspvXIFxV6DeL0lAwXZtLVC5cuW0w3LGjBl20kknpfxOqwbMnDnTGjX677IYS5cutbZt25q2LkiUkseUrNzvPl3tKbZnRwkA2hJh6623JgGg2DqX+0EAAQQQQAABBBBAAAEEEEAAAQQQQAABBBBAAAEEEMgLgdHtBtin/1rhtaXHw9db3aMPzot2FWMjSAAo0at+M+ODZtOrikmTJlnnzp1Tattnn328RIIGDRqYX8D92muvLbXaQHIlixcv9rYj0HYAyWXu3Ll27LHHej9KlyRwwAEHeG2qU6dO2nH766+/2kUXXWRjx45N+b1WEhgzZoxpO4CKUEgAqAi9zD0igAACCCCAAAIIIIAAAggggAACCCCAAAIIIIAAAgiUp8DFu7fyLl9j75o24Jk77W9VSm9hXp7tK6ZrkwBQojdXrFhhp512mi1fvjzlNwsXLrRmzZr59v0rr7xihx9+eKnfJ85bs2aNt+T+vHnzUo5xJRa8//771qlTJ3vrrbd8z5swYYJ17do15ffHH3+8t+VAtWrVfNt83XXX2TXXXBP5vGJ6AEgAKKbe5F4QQAABBBBAAAEEEEAAAQQQQAABBBBAAAEEEEAAAQTyTWDJY8/a1Etu95rV/PyO1vrKnvnWxKJqT9ElAGjpe5Xk5fBr1apl9evXt6OOOspbKl+z4jfZZJO0HekK5Pv1vuu8MIH8dHWHOS/TQH6m5xXTE0ACQDH1JveCAAIIIIAAAggggAACCCCAAAIIIIAAAggggAACCCCQbwJjT7nIPnr9Ha9Z5zx0rdVr0TjfmlhU7Sm6BIAwvdOmTRsbOnSoNWzY0CpVqpRyiiuQ71f/0qVLveSC5MQDHZuY4R8mkJ+ubr8tCZK3Dsg0kH/bbbfZoEGDUi7r2jogjG8hHUMCQCH1Fm1FAAEEEEAAAQQQQAABBBBAAAEEEEAAAQQQQAABBBAoNIHE8v/Vau1iA+eOtc23qlJot1BQ7a2QCQDqIa0KcNddd1mrVq1SkgAyTQBwBfhdv/cbNd9995116dLF5syZk3JINhIAtEXAmWeemVIvCQAF9fzSWAQQQAABBBBAAAEEEEAAAQQQQAABBBBAAAEEEEAAAQTyVuCNyc/ZpEG3eO07slcHa3vNuXnb1mJpWEEnAGj2tmbyawZ8JkXB7scff9zq1au38XQSAA6wSZMmedskVITCCgAVoZe5RwQQQAABBBBAAAEEEEAAAQQQQAABBBBAAAEEEEAAgfIQuPvUS2zVq297l+4+/p+237GHlkczKtQ1CzoBQD21fv16W7t2rddpW265pVWp8n9LRvz000/27rvv2pgxY2zChAlpO/bqq6+2IUOG2Kabbur9PtMEgBUrVthpp51my5cvT7nO9OnTrV27dpbpCgBr1qyxM844w+bNm5dS76233moDBw70fpbpFgAy6dq1a0q9TZs2tccee8xbIaEiFBIAKkIvc48IIIAAAggggAACCCCAAAIIIIAAAggggAACCCCAAALlIZBY/n/bXXa0wc/fY1tss1V5NKNCXbPgEwDC9NYff/xh48ePt169epU6vHnz5qal8HfddVfvd5kmALjOyzQBIMx5mSYAZHpeGPNCOYYEgELpKdqJAAIIIIAAAggggAACCCCAAAIIIIAAAggggAACCCBQSAL/evJ5e7z/CK/JR/Q8xdr987xCan7BtrVCJACod3744Qfr0aOHTZs2LaWz9tlnH5s6dao1aNDA+/nixYvtuOOO27iqQOLghQsXWrNmzXw7Ol0CwC677GIzZ860Ro0a2YcffmidO3e2pUuXptTxyCOPWJcuXXzr9UsASKwsoBOHDRtmV1xxRUodxx9/vJfYUK1aNd+60yUAdOzY0e677z7bdtttC3ZQR2k4CQBRtDgWAQQQQACB/8/eXYBJWXUBHD90dwrSIA2iNCICokiHSEg3CEgI0iUNUgJKdyMipTQo3YIKiMTS3Z3fc+5+u847O7s72zOz//s8Puo7973xe4fdYe655yKAAAIIIIAAAggggAACCCCAAAIIIIAAAgg4JzClbg85+fshU7nRtL6Sp3xx526kVogEIk0AwOvXr2XAgAHmH/tiu7jvzI57R+IrV66UqlWrWl7Shf9FixZJ1qxZ5ebNm2ahf926dZY6AwcOFD2GwL+iAQOVK1eWy5cv+1ZJkCCBrF+/XooW9T4jQxf669evb2kif/78snjxYsmePbvDpvXohO7du8uYMWMsr7dt21a+/fZbiR07dojeWO5yMwEA7vKkGCcCCCCAAAIIIIAAAggggAACCCCAAAIIIIAAAggggIA7Cfik/4+fPLF02zpV4iRO4E7Dd9uxRpoAAH1Cjna863XbAIDr169LvXr1ZOPGjZaHOnr0aOnUqZO/D3ry5MnSunVry+sVK1aUuXPnSpIkSeTRo0fy5Zdfmt31tkXbHDZsmMSMGdNh2xs2bDAZCWyLbWCBXv/tt9+kVKlSljq22QccNXz//n354osvzPhsy5AhQ6RHjx5u+4YO6sAJAAiqGPURQAABBBBAAAEEEEAAAQQQQAABBBBAAAEEEEAAAQQQCFjg8MptMr/tUFPpvaZVperANpCFk0CkCQDQhV7daa/p8m2L/U55/xbqA9oZ799uel1I16CDaNGiiX8ZCGyDBBw9c92h37lzZ8tLDRo0kIkTJ4pmAtBy/Phx+eyzz+To0aOWepp9oHbt2g7fSl5eXibQYefOnZbXNbNAuXLlwuntF/HdEAAQ8c+AESCAAAIIIIAAAggggAACCCCAAAIIIIAAAggggAACCHiWwLQGveXElv1mUg2n9Ja8Fd7zrAm68GwiTQCAptBv2LChn539js68d7ToXrx4cVmwYIFkyJDBz+M8c+aM1K1bV/bs2WN57eeff5YqVar4XnN0TEBAO/Vv374tzZo1k59++snSrn02grt370rz5s1l2bJllnoBZRdYvny51KxZ01I/oDm68Hs4REMjACBEfNyMAAIIIIAAAggggAACCCCAAAIIIIAAAggggAACCCCAgB8Bn/T/cRLGl6+3z5B4SROiFE4CbhsAoLvu+/XrJ3HjxjU75OPFi+cv2dOnT0UXzXv27Omnjp53rwvlUaJE8X1t7969Uq1aNdGgAdsyZcoUs9BuW1d39o8fP146duxoqfvhhx/KnDlzRBf4fYp/gQI6rgEDBkj06NEtbWgAge7213T9PiVnzpyydOlSyZ07t+81HYMGLXTp0sVyv9bVLAD58uWzXNfAglatWpl2bItmSFBTzVgQWQoBAJHlSTNPBBBAAAEEEEAAAQQQQAABBBBAAAEEEEAAAQQQQACB8BA4una7zGk5yHRVvHFlqT7oi/Dolj7+L+C2AQC6iK2L42vWrDG78nWnvO7CT58+vcSMGdNM78GDB3L48GGZNGmSLFy40M9DL1GihMybN08yZsxoee3hw4fSrl07mTVrluW69jNo0CCpXr26CTjQMUyfPl0GDhxoWaTXm8aOHSsdOnSwBAvoYrMu9OuxALZFU/n37dvXzCFJkiSi/euu/969e4um6rctusg/ePBgiRUrluX6X3/9JbVq1ZJjx45Zrn/00UdmzAUKFJCoUaPKqVOnzCK/vYfOTTMIFCxYMFL94SAAIFI9biaLAAIIIIAAAggggAACCCCAAAIIIIAAAggggAACCCAQxgIzG/eTvzd6Z05v8EMvyVepZBj3SPO2Am4bAOBf2ntnH68ueM+ePVtKlSrl8JYdO3bI559/7mcB3pn2NUBg8uTJkiJFCj/VT548aQIX7I8LcKbdIkWKyNy5cyVbtmx+qutCtmY56NatmzNN+akzYsQIk0nBk3f/b5++ws+8X716LU+ePpFYMWM6nPt7zaoFy5ObEEAAAQQQQAABBBBAAAEEEEAAAQQQQAABBBBAAAEEEIiMAj7p/2PEiSU9d82W+MkTR0aGCJuz2wYA6IK37oTX3exBLdmzZzc79D/++GPLDn3bdjStvu6Sb926tZ/d/QH1pzvuJ0yY4HCR3ue+bdu2SaNGjYIUXJA/f375/vvvpVixYv52r5kDNABAMx4EpegRBPpPQMcoBKU9V607p8U3cvSXHU4PL32BHNJ+1Vin61MRAQQQQAABBBBAAAEEEEAAAQQQQAABBBBAAAEEEEAAgcgs8Nf63TKraX9DUKxBRakxtH1k5oiQubttAIBqPX36VFavXi3Dhw+Xffv2BQqoqfZ14V3T6Nun/Xd0swYBrF+/Xrp27SpHjx4NsH1tu3HjxtKnTx+HO//tbz548KBZrN+0aVOg4/7ss89k6NChkjlz5kDrPn782AQ3jBo1Sm7duhVgfc2CoEcS1KlTx8+RAoF25IYVCABww4fGkBFAAAEEEEAAAQQQQAABBBBAAAEEEEAAAQQQQAABBNxGYHbzgfLnrzvNeD+f1EPeruI4G7vbTMgNB+rWAQA+3i9evDAp9desWSPbt2+Xw4cP++7aL1q0qOTIkcPs9i9TpoykTJkyyI9JF9V///13kxHgjz/+kEOHDpk2kiZNKoUKFTLt6iK9LqhHiRLF6fZ9xr1kyRLZu3ev7N6929yrwQRvv/22OZ6gdu3akitXLokaNarT7WrFa9euyYoVK4yJjtnLy8vcr9kPChQoIFWrVpUKFSpIwoQJg9SuO1cmAMCdnx5jRwABBBBAAAEEEEAAAQQQQAABBBBAAAEEEEAAAQQQcHWBrzNUkFcvX0nUaNGk1765kjBlUlcfsseNzyMCADzuqTChMBEgACBMWGkUAQQQQAABBBBAAAEEEEAAAQQQQAABBBBAAAEEEEAAATm+eZ9Mb9jHSBT9vILUHN4BlQgQIAAgAtDpMmIECACIGHd6RQABBBBAAAEEEEAAAQQQQAABBBBAAAEEEEAAAQQQ8HyBua0Hy5HVv5uJ1vvuaylQvbTnT9oFZ0gAgAs+FIYUNgIEAISNK60igAACCCCAAAIIIIAAAggggAACCCCAAAIIIIAAAggg0CNLZXnx9LmB6L1/niRKnRyUCBAgACAC0OkyYgQIAIgYd3pFAAEEEEAAAQQQQAABBBBAAAEEEEAAAQQQQAABBBDwbIF/fjsoU+v1NJMsXOdjqTWqk2dP2IVnRwCACz8chha6AgQAhK4nrSGAAAIIIIAAAggggAACCCCAAAIIIIAAAggggAACCCCgAgvaDZNDK7YajDrjusq7NcsCE0ECBABEEDzdhr8AAQDhb06PCCCAAAIIIIAAAggggAACCCCAAAIIIIAAAggggAACni/Q661q8uzREzPRXnvmSOK0KT1/0i46QwIAXPTBMKzQFyAAIPRNaREBBBBAAAEEEEAAAQQQQAABBBBAAAEEEEAAAQQQQCByC5za+Yf88NnXBuGdmmWl7riukRskgmdPAEAEPwC6Dz8BAgDCz5qeEEAAAQQQQAABBBBAAAEEEEAAAQQQQAABBBBAAAEEIofAoi9HyoEfN5nJ1h7TRQrWKhc5Ju6isyQAwEUfDMMKfQECAELflBYRQAABBBBAAAEEEEAAAQQQQAABBBBAAAEEEEAAAQQit0DfXDXl8b2HBqHHrtmSNF2qyA0SwbMnACCCHwDdh5/A8yfPAuxs84TFsnHsfFMnU6Hc0mLhUIkRO2b4DZCeEEAAAQQQQAABBBBAAAEEEEAAAQQQQAABBBBAAAEEEHAjgTN7/5RJNb4yI85f+X2p/31PNxq9Zw6VAADPfK7MKhgCzx49kdHl2shNr8vm7hpD2kmxhpWC0RK3IIAAAggggAACCCCAAAIIIIAAAggggAACCCCAAAIIIOD5Aku6jJZ9i9ebiX72bScpVPtjz5+0i8+QAAAXf0AML3wFds5aJT/1nmg6TZ0jo7T9cZTESRQ/fAdBbwgggAACCCCAAAIIIIAAAggggAACCCCAAAIIIIAAAgi4gUD/fJ/Jw1v3zEi775gpyTK84Qaj9uwhEgDg2c+X2QVDYHylDnL+8D/mzvLdGknZDnWD0Qq3IIAAAggggAACCCCAAAIIIIAAAggggAACCCCAAAIIIOC5Al4Hj8mEKp3MBPOULy6NpvX13Mm60cwIAHCjh8VQw0fg8M9bZf4Xw0xniVInkzY/jiJaKXzo6QUBBBBAAAEEEEAAAQQQQAABBBBAAAEEEEAAAQQQQMBNBJZ9PU72zP/FjPbTER2lSL3ybjJyzx4mAQCe/XyZXTAFptXvLSe27jd3l2pVUyr1aRHMlrgNAQQQQAABBBBAAAEEEEAAAQQQQAABBBBAAAEEEEAAAc8TGPhOXbl/7baZ2Ne/T5fkmdJ63iTdcEYEALjhQ2PIYS9wYtsBmfZ5L9NRjNixpM2PIyVd/rfCvmN6CFWB3bt3y7x582Tx4sXyyy+/SMGCBZ1u//z587Jo0SJZuXKlnD17Vq5duyYJEyaUFClSmHYqVqwoVatWldixYzvdppeXl8ycOVPWrFlj2rx//76kTJlS8uXLJ7Vq1ZJ69epJjBgxnG7v9u3bMmvWLNPen3/+Kbdu3ZI4ceJIqlSp5K233jLjq1mzpiRNmtTpNqmIAAIIIIAAAggggAACCCCAAAIIIIAAAggggAACCAQmcOHISRlXob2plqNMIWk255vAbuH1cBIgACCcoOnG/QQWtBsuh1ZsMQMvVPsj+ezbzu43iUg44pMnT5pF//nz58upU6d8Bfbt2+dUAMCzZ89kyJAhMmzYMHn69GmAghkzZpQxY8ZItWrVAqz3+vVr0+agQYPkyZMn/tbNlSuXzJ07V955551An5wGNbRq1Uru3r0bYN1kyZLJ2LFjpX79+oG2SQUEEEAAAQQQQAABBBBAAAEEEEAAAQQQQAABBBBAwBmBn3pNkJ2zV5uqNYd1kKL1KzhzG3XCQYAAgHBApgv3FDj/xz8yvmIH38G3WDBE3no/8IVZ95yte49ad+frbn1d+NeFfkfFmQCA58+fm8X8tWvXOg0SJUoUmT59ujRp0sTfexo3biyzZ892qk3NMvDrr79KsWLF/K3fs2dPGTp0qFPt+VTSMTZt2jRI91AZAQQQQAABBBBAAAEEEEAAAQQQQAABBBBAAAEEEHAkMKhQfbl7+YZ5qevWqZIyazqgXESAAAAXeRAMwzUFVvSeJDtmrTSDy/1xMWk8vZ9rDjSSjmrTpk3y7bffyoYNG+TFixcBKjgTAPDFF1/IpEmT/LQTLVo0efPNN+XBgwdy8+ZNh6/v379f3n77bT+vaYaAzp39Zo/QVP2amv/SpUuiGQJsS9q0aeXo0aOSJEkSP+1poEPdunUdjiFNmjTmWIE7d+74eT1mzJii2RHSp08fSd8tTBsBBBBAAAEEEEAAAQQQQAABBBBAAAEEEEAAAQRCQ+DS36dlzEdtTVPZShaQlguDtmkxNMZAG/4LEADAuwOBAARuel2WMR+3lacPHptan0/qIW9XKYWZiwgEZWd9YAEAZ8+elSxZssirV68ss2vWrJnZbZ8iRQpzfdeuXSad/unTpy31GjZs6GeXvwYL6DEBGjhgW7766isZMGCAxI0b1xxT0KhRI9mxY4elTvv27WX8+PGWa7q4r+3dunXLcr1evXoyevRoSZUqlQkmWL58uclIoPVtS69evcwxBBQEEEAAAQQQQAABBBBAAAEEEEAAAQQQQAABBBBAILgCP/f9XrbP+NncXmNIOynWsFJwm+K+MBAgACAMUGnSswTWj5orG8bON5PKXDSvtFk20rMm6MazcRQAoGfea7HfqR9YAMCECRNEF91tS7ly5WT9+vV+hLZv3y4lS5a0XE+XLp2cO3fOcm348OHSvXt3y7Xy5cvLL7/8Yrl29+5dyZEjh1y5csX3evz48eXChQuSKFEi32szZswQDUiwLUWKFDFBCXoUgW3R4IEvv/zScq1EiRKiY6cggAACCCCAAAIIIIAAAggggAACCCCAAAIIIIAAAsEVGFqskdw6f9Xc/tXmyZLqrQzBbYr7wkCAAIAwQKVJzxJ48fSZjCjVXG5fuGYmRiST6zxfnwAATZlfrVo1qVGjhpQqVUoqVqwo69atsww0sACAjh07yrhx4yz3TJ06VZo3b+5wwrpA//DhQ9/X9JgA+2MIypQpI1u2bLHcr8cVfPjhh37a1N35Q4YMsVxftmyZ1KxZ0/eaZhmYO3eupY7+v2YksC8XL140xxbYFk3/7+Xl5ToPkJEggAACCCCAAAIIIIAAAggggAACCCCAAAIIIICAWwlc/cdLRpVpZcacuUheafMjG2dd7QESAOBqT4TxuKTA79NXyMp+P5ixpc6RUdqvHCsx48Z2ybFGpkGtXr1akidPLroL3nYHvO6yD2oAQFDcNM2+pu9/8uSJ7226U//OnTuWZlKmTCnXr1+3XHv8+LHEju33vfPrr7/KJ598YqmrO/jHjh3re02DG3777TdLncOHD0v+/Pn9DP/Zs2cSK1Ysy3UNlNCsAhQEEEAAAQQQQAABBBBAAAEEEEAAAQQQQAABBBBAIDgCqwZOkd+mLDe3VhvUVko0rhKcZrgnDAUIAAhDXJr2LIGx5b+Qi3+eMpMq/3VjKdu+jmdN0INmE9YBAJs2bfKzi79q1aqyYsUKi6JmBXj16pXvNT2e4MaNGw6ljx49Kvny5bO8VqVKFfn5Z+8zdIJa/vrrL8mTJ4/lttKlS8vmzZuD2hT1EUAAAQQQQAABBBBAAAEEEEAAAQQQQAABBBBAAAEjMLxkU7lx5pL57y4bfzAbZymuJUAAgGs9D0bjwgIHftwki770TmOSKHVyafvTt5I0XSoXHnHkHVpYBgDs2rVLateuLefPn/cF1oX+nTt3SuHChS3oceLEsWQJiB49uvl/rW9f/v33X8mWLZvl8nvvvSe///57sB5kly5dZPTo0ZZ7R44cKV999VWw2uMmBBBAAAEEEEAAAQQQQAABBBBAAAEEEEAAAQQQiNwC109fkBHvex+dnP6dHCZjNsX1BAgAcL1nwohcWGBKnR5ycvshM8JSrWpKpT4tXHi0kXdooRUAoOn1O3bsaCBfvHhh0ud7eXlZYPXogUmTJknr1q39gGfJkkVOnz5tua4783PlyuWn7okTJyRHjhyW6++++67s378/yA/y5MmTkjdvXnn69KnvvfHjx5czZ86YIxPsy+3bt2Xp0qUyb948SZw4saxcuTLIfdrfsHv3btPe4sWL5ZdffpGCBQs63ebDhw9lyZIlZhyaGeHq1auixy6kSpXKGFWuXNkEYSRJksTpNjVgY+rUqbJhwwbzTHTO8eLFE31GmhmhWbNmfvydbpyKCCCAAAIIIIAAAggggAACCCCAAAIIIIAAAghEAoG1Q6bLlklLzUyrDmgt7zWrFglm7X5TJADA/Z4ZI45AgWOb9sqMRn3NCGLEiSVtfxwlb+az7tqOwOHR9f8FQisAYPr06dK8uXckm6OSMWNG+f7770X7c1Tq1KljFsBtS9u2bWXixIl+qjvasV+oUCHZu3dvkJ6rLvqXKFFCDhw4YLlvyJAh0qNHD99rWm/16tVmkX7t2rXy7Nkz81rFihXN9eAUDTzQ9ubPny+nTnkfl6Fl3759TgcA6JEH7dq1M8EWARUNZBg1apQ0atQo0KHq3AcOHGgJiLC/SbMyaHYErRs1atRA26QCAggggAACCCCAAAIIIIAAAggggAACCCCAAAKRTWBk6RZy7aR3huRO6ydJmlyZIxuBW8yXAAC3eEwM0pUE5rUeIn+s/s0MqVDtj+Szbzu70vAYi4hZkF+3bp3FIiiL0D43Dhs2zLJobo/79ttvS79+/aRaNccRbrqr/rPPPrPcpscAzJ07VzQ4wKc4qqev6c70zZs3B+mZNmhAhHvFAAAgAElEQVTQwCzC2xYNJNAjCrRvzQKg89LAhLt37/ppO6gBANeuXZNFixaZPtXYUXHWXh3U5dWrV07PWQMwHGVf8GlAMziMGzfO6fYaNmwos2fPdro+FRFAAAEEEEAAAQQQQAABBBBAAAEEEEAAAQQQiAwCN89dlmHFm5ipps2TVTr+OiEyTNst50gAgFs+NgYdkQJeB47JhKqdfIfQYsEQeev9dyJySPRtJxBaAQBbt241i/CBlTZt2phd/XocgG3RYwPy5Mkjmt7fvuTOnVsyZ84sZ8+eNWnuHRUNLPjpp58C6973dd3hr4v7tiVlypTmGIF06dKZIIBatWrJpUuX/G3T2QCATZs2ybfffmtS6us8AyrOBACcO3dOsmfPLk+ePPHTlKb+1x36jsat1/WoBnW2L2vWrJFKlSr5uR47dmxznMDFixcdjl0DADQQgIIAAggggAACCCCAAAIIIIAAAggggAACCCCAAALeAr+OmCWbxi8y/12lXysp2aI6NC4qQACAiz4YhuXaAj/2+E52z11jBpmnfHFpNM37WACKawiEVgCA7Wx0kfvy5cvmPHvd9X/lyhXLZEeOHGlSyNuX3bt3myACRwvbgWl16tRJRo8eHVg18/rQoUOlZ8+elroJEyaULVu2yDvvvGMCDerWrSs6noCKswEAjRs3dnqnvDMBAL1795bBgwdbhqbBC8uWLZOSJUua6xrI8Omnn4qXl5elnmYA0EwA9kXnfejQIctlPV5AgyTixYsnjx8/ll69esmYMWMsdfRoBz3OQDMmUBBAAAEEEEAAAQQQQAABBBBAAAEEEEAAAQQQQEBk9Iet5fLxs4ai4y8TJG3erLC4qAABAC76YBiWawvcOn9FRpVuKc+feJ+bXn9SD8lfpZRrDzoSjS4sAgBs+XRHf/78+S1nyuti+9WrV0V3l9sX3S2vi+/Xr193+BQSJUpkUt9PnjzZ8rqzO9EnTZokX3zxheXeOHHimGMQdPFcU+rXrl1bli9f7pteX7MVZM2a1Sx025aQBAAkS5bMNHXz5k1Lm84EAHzwwQeybds2y30zZ84UDTSwLY529evuf/ssChosoEcf2JbChQubAAj7TA0fffSRyWRgWzZu3Chly5aNRH9qmCoCCCCAAAIIIIAAAggggAACCCCAAAIIIIAAAo4F7ly6LoMLNzAvps6eQbpssq5n4OZaAgQAuNbzYDRuJPDL8Fmy+TvvVCeZi+aVNstGutHoPXuoYR0AoHo1atTwk55//fr1Uq5cOYe4t2/flgkTJsjKlSvl1KlTZve57jSvWrWqdO7c2aTTHzFihOVe3bWfIUOGAB/W3LlzpVGjRvL69WvferpzXfv55JNPzLUbN25I6tSpzcL3+++/b8ZevXp10bT7xYoVs7Qf1ACAtGnTih5VoG2WKlVK9H4NPLAtzgQA5MyZU44fP265799//5UsWbJYrmkmBQ1usC0pUqSQa9euWa5pRoZu3bpZrmmghB7XYF8WLVpkAjRsS5cuXWTUqFGe/QeF2SGAAAIIIIAAAggggAACCCCAAAIIIIAAAggg4ITA+m/nyoYx803NSn1aSKlWNZ24iyoRJUAAQETJ06/bC7x6+VKGFGkod69473auMbS9FGtQ0e3n5QkTCI8AAE33r4v2tmXatGnSrFmzIBM+ffrUBAPYHiugu9X37NkTYFs//fST1KpVS16+fOlbTxf5NXNAgwbekXhaNPhgxYoVUqVKFfHZpa/XdTd8cAMAVq9eLcmTJ5ciRYpYdtQH175gwYJy4MABy3z/+ecfyZYtm+Xao0ePTPp+26J2Z86csVzTjAqLFy+2XFNPdbUvem/mzJktlzUrgH0gQ5AfLDcggAACCCCAAAIIIIAAAggggAACCCCAAAIIIOABAmPLt5OLf/5rZtJhzXhJl/8tD5iV506BAADPfbbMLBwEtk3+UVZ/M9X09EaOjPLl2gkSLSbnhocDfYBdBGcROlOmTKI77m2L7irX3eWOSpMmTWTWrFmWlxYuXGhS+Qe16G7z0aNHW24LLP2/pqyvVKmSPHvmfQyFT9EsAl27dnVqCCEJAPCvg+DYa1vt2rWTiRMnWpp1tGNfgx4024Bt0eMNdBe/bXnvvfdkx44dlmsXLlwQzVhgX54/fy4xY8a0XHZ0PIJTqFRCAAEEEEAAAQQQQAABBBBAAAEEEEAAAQQQQMCDBO5dvSXfvFvPzCh5prTy9e/TPWh2njkVAgA887kyq3AUGP1ha7l83HvhuPzXjaVs+6AvAIfjcCNFV8FZhC5durRs3brV4uPfYvqtW7fMznT9t23Rc+ffffddp4118b5Hjx5+Fv81Hb6eaR8tWjSHbenCtu5Q193wtqVTp05+2gpoMK4UAPD3339L/vz55cWLF75DTpIkidnF73Osgh4loIv/upDvUzTjwfbt26V48eKWqebNm1f+/PNPy7WbN29K0qRJHZJoAIAGAviUlClTytWrV51+llREAAEEEEAAAQQQQAABBBBAAAEEEEAAAQQQQMATBTaOWyDrRs4xU6vYq5l80KaWJ07To+ZEAIBHPU4mExEC+xavlyVdvHdvJ3ojubRfNU4SpU4WEUOhz/8LBCcAYNy4cdKxY0eLYfTo0WXo0KHSunVriR8/vnnt4MGD0qpVK9HFftuiKeRPnToV4DPQVP937tyRY8eOmWCDqVOnyqVLlyz3xIoVS3bt2iUFChRw2NahQ4dEgxXu3r1reV3PsJ8/f74lHX9gbwhNua+p921LxYoVRdP7B7cEx96nrxkzZkjz5s3l9evXlu51MV6fhb2VVho+fLh069bNz3AdZXTQoxASJ07scGqxY8cWfT4+RZ/3/fv3g8vAfQgggAACCCCAAAIIIIAAAggggAACCCCAAAIIeITA+EpfyvnDJ8xc2q8aK+kL5PCIeXnyJAgA8OSny9zCTeD7T7vJ6d1HTH+lWtWUSn1ahFvfdORXIDiL0LrYqzvQ7c+S19Z1d3iaNGnMgrDuIndUli5dKp9++qm/j2PFihVSvXr1AB+XLnLPnTvX32MEzp07Zxbsr1+/7qcdDUCIESNGoG8H3SmvC+1aDh8+7CfQICIDAHRM6qgBF/bZFewnpnOdMGGCtGzZ0uGcM2bMKF5eXpbXghIAEC9ePHnw4EGgnlRAAAEEEEAAAQQQQAABBBBAAAEEEEAAAQQQQMBTBR7evCv989c200vyZirpuXu2p07Vo+ZFAIBHPU4mE1ECf63bJbOaDTDdx4gTS9qtGCNpcmeOqOFE+n6DEwCgaLq7/uOPP3a4wB4Qas+ePWXw4MEBugcWAJAsWTKZM2eOVKhQwd92fv31V/nkk09C9HzLli0rGzduNG24YgDAggULTBaAx48fBzhPTf0/bdo0adKkicOsBwQAhOhtws0IIIAAAggggAACCCCAAAIIIIAAAggggAACCMiWiYtl7dCZRqJ8t0ZStkNdVNxAgAAAN3hIDNE9BGa3+Eb+/GWHGWyhOh/LZ6M6ucfAPXCUwQ0AUIrTp09L27ZtZd26dYHKpEqVSsaMGSOafj+w4l8AQJw4caR+/foyZMgQSZ48eYDNeHoAgKbyHzlyZGCUltfbtGkjkyZN8nMPAQBBYqQyAggggAACCCCAAAIIIIAAAggggAACCCCAAAJ+BCZU6yxe+/8219v9PEYyvJsTJTcQIADADR4SQ3QPgbP7/5aJ1Tr7DrblwqGSraTjc9zdY0buO8qQBAD4zHrfvn0yf/582blzp5w6dUru3bsnmhY+derUJg2/psqvUaOGxIoVyykoDQCoXbu2OYNez7R/5513pESJElKrVi1JkiSJU214cgDAvHnzpEGDBhaHdOnSmQCLDz/8UKJGjSpbt26VTp06medhW0aMGCFdu3a1XNMjEeyPcwjKEQAJEiQwz5yCAAIIIIAAAggggAACCCCAAAIIIIAAAggggEBkFHh894H0ze199HHCVEmlz4EFkZHBLedMAIBbPjYG7aoCS7uOlb0LfzXDy1O+uDSa1tdVh8q4EJCDBw/Ku+++a5HQwIbVq1cHWyc4wRevXr2SDBkyyIULF3z71cCKI0eOyFtvvWUZy/nz5yV37txy//593+u6WH/p0iWJHz++7zWt8/ff3lGJPuXmzZuSNGlSh3OLESOGvHjxwve1NGnSyMWLF4PtwI0IIIAAAggggAACCCCAAAIIIIAAAggggAACCLizwLbJy2T1N9PMFMp1+lw+6mLdxOfOc/P0sRMA4OlPmPmFq8CdS9dlWPHG8vLFS9Nv/e97SP7KpcJ1DHSGgLMCe/bskaJFi1qqR0QAgKNxVKpUSVatWuVwKo0aNZI5c+ZYXlu5cqVUrlzZ91qxYsVk9+7dljoaPPDmm2/6afPZs2d+MjnkzJnTTwCBs67UQwABBBBAAAEEEEAAAQQQQAABBBBAAAEEEEDA3QW+r9lVTu85aqbRdvm3kqlwbnefUqQZPwEAkeZRM9HwElgzeLps/X6p6S5z0bzSZlnQzjQPr3HSDwK6QK4L5bYlIgIAFi1aJHXr1rWMo3379jJ+/HiHD2nAgAHSv39/y2t6VEDHjh19r9WvX98c4WBbdL5FihTx06YeKZA1a1bL9Y8//lj0yAUKAggggAACCCCAAAIIIIAAAggggAACCCCAAAKRTeDZw8fSK3t1M+24SRLKgKNLIhuBW8+XAAC3fnwM3lUFBrxdRx7cuGOGV2NoeynWoKKrDpVxhbKAppF/8OCBSUcfPXr0UG49dJtzlQAAXajXBXvbUrt2bdHAAEelXbt2MnHiRMtL48aNkw4dOvheGzFihHz99deWOvZBAj4vLly4UOrVq2ep26dPHxk4cGDogtMaAggggAACCCCAAAIIIIAAAggggAACCCCAAAJuIPD7tBWysv8PZqSlv/hMKvRo6gajZog+AgQA8F5AIAwEtkxcImuHzjAtv5Ezk3ReP0kkSpQw6IkmXU1AAwD0fHo9l54AAO+ns2/fPilYsKC/j2rnzp1SokQJy+sJEyYU3ZmfPHlyy/VHjx5J9uzZ5cKFC5br9kcA/Pnnn5I3b15LnRw5csiRI0ckRowYlusfffSRbNiwwXJty5Yt8sEHH7ja24vxIIAAAggggAACCCCAAAIIIIAAAggggAACCCAQ5gKTa3eXf3ccNv1opmvNeE1xHwECANznWTFSNxMYWbqFXDt53oz6k68bS5n2ddxsBgw3OAIEAJSXdevWWegCCwB49uyZpEmTRm7evGm5T9P1z5gxQ3LlymWue3l5SevWrf2k5o8dO7ZcuXJFEiVKZLm/cOHCJvjAtjRs2FAmTJhgAjSePn0qepzA0KFDLXWyZcsmJ06ckCgE7QTnjwD3IIAAAggggAACCCCAAAIIIIAAAggggAACCLixwIunz6VHlspmBrHix5FBx39y49lEzqETABA5nzuzDgeBPfN/kWVfjzM9JXojuXT8dYLET5Y4HHqmi4gUIAAg6AEA+rxGjhwp3bp1c/joUqdObbIpXLx4UV6/fu2nTpcuXWTUqFF+rm/cuFF0d7/9PdpW2rRp5fr166IZBeyLHj2gRxBQEEAAAQQQQAABBBBAAAEEEEAAAQQQQAABBBCIbAI7Zq2SFb29j+F9v2UNqdy3ZWQjcPv5EgDg9o+QCbiywMTqXeTsvr/MEEu1/lQq9W7uysNlbKEgQABA8AIAdJG+cePGMmfOnCA9hQoVKsiKFSv8pPX3aaR3794yePBgp9ts2rSpTJ8+3en6VEQAAQQQQAABBBBAAAEEEEAAAQQQQAABBBBAwJMEpn7eS/7ZdsBMqfWS4ZKleH5Pml6kmAsBAJHiMTPJiBI4una7zGk5yHQfM04s6bBmvKR6K0NEDYd+w0GAAIDgBQDoo3n58qUMHz5chgwZIg8fPgzwacWIEUM6duxoUvjHiRMnwLojRoyQvn37mpT//hXNCqCZBPQ4AFL/h8MfFLpAAAEEEEAAAQQQQAABBBBAAAEEEEAAAQQQcDmBVy9fydcZKphxRY8ZQ4b8+7NEiRrV5cbJgAIWIACAdwgCYSwws0l/+XvDbtNL4TofS61RncK4R5qPSAECAIIfAODz3C5fvizLli2TtWvXyj///CNXr16VV69eScqUKSVz5sxSvnx5qVWrlmTKlMnpR3327FmZNm2abNq0SU6cOCH379+XRIkSScaMGaVs2bLSvHlzyZYtm9PtUREBBBBAAAEEEEAAAQQQQAABBBBAAAEEEEAAAU8T2D1vrfzYfbyZVonGVaTaoLaeNsVIMR8CACLFY2aSESlw/vAJGV/pS98htFk6QjIXyxeRQ6LvMBRwpwCAMGSgaQQQQAABBBBAAAEEEEAAAQQQQAABBBBAAAEEEHAzgRkN+8qxzXvNqFsuGirZ3ivgZjNguCpAAADvAwTCQWBxp29l/9INpqc85YtLo2l9w6FXuogIAQIAIkKdPhFAAAEEEEAAAQQQQAABBBBAAAEEEEAAAQQQQCCkAl3fLO/dRJQoMuzMaokWPVpIm+T+CBAgACAC0Oky8gncu3ZLvnmnnu/EG0zuJfkqlox8EJFgxgQARIKHzBQRQAABBBBAAAEEEEAAAQQQQAABBBBAAAEEEPAwgb2L1snSr8aYWRX5/BP5dPh/2a09bKoePx0CADz+ETNBVxFYNWCK/DZ1uRmOHgGgRwFQPE+AAADnn+mjR49M5bhx4zp/EzURQAABBBBAAAEEEEAAAQQQQAABBBBAAAEEEEAg1AVmNR0gf63fZdptMX+IvFXqnVDvgwbDR4AAgPBxphcEjEC/vLXk0e375r9rDG0vxRpURMbDBAgAcP6BPnjwQF6/fi0JEiRw/iZqIoAAAggggAACCCCAAAIIIIAAAggggAACCCCAQKgLdEv3ifnOXsvQ06skeswYod4HDYaPAAEA4eNMLwgYgU3jF8qvI2ab/34jZybpvOF7ZDxMgAAA5x8oAQDOW1ETAQQQQAABBBBAAAEEEEAAAQQQQAABBBBAAIGwEti/dKMs7jTKNF+wVjmpPaZLWHVFu+EgQABAOCDTBQK2AsNLNpUbZy6ZS590byxl2tUByIMECABw/mESAOC8FTURQAABBBBAAAEEEEAAAQQQQAABBBBAAAEEEAgrgTktB8nRtdtN883mDpIcpQuGVVe0Gw4CBACEAzJdIGArsGvOalnec4K5lOiN5NJl4w8SJ1F8kDxEgAAA5x8kAQDOW1ETAQQQQAABBBBAAAEEEEAAAQQQQAABBBBAAIGwEuieqZK8fP7CND/k5M8SI06ssOqKdsNBgACAcECmCwTsBb6r3FHOHTpuLpdq/alU6t0cJA8RIADA+QdJAIDzVtREAAEEEEAAAQQQQAABBBBAAAEEEEAAAQQQQCAsBA79tEUWtB9umi5Q7QOpN6F7WHRDm+EoQABAOGLTFQI+An+t2yWzmg0w/xszbmzptG6iJM+UFiAPECAAwPmHSACA81bURAABBBBAAAEEEEAAAQQQQAABBBBAAAEEEEAgLATmtR0qf6zcZppuOnug5CxbOCy6oc1wFCAAIByx6QoBW4HpDfrI8S37zKXCdT6WWqM6AeRmArOaegdx2JbXr1+LBgFEjx5dokSJ4uf1xjP6udksw264BACEnS0tI4AAAggggAACCCCAAAIIIIAAAggggAACCCDgjEDPrFXl+ZOnpuqgEz9JrHhxnLmNOi4sQACACz8chubZAheP/itjP2nnO8kvVoyWjAVzefakPWx2Mxr1lWOb9jo9q8xF8kqbH0c6Xd/TKxIA4OlPmPkhgAACCCCAAAIIIIAAAggggAACCCCAAAIIuLLAH6t+k3lthpgh5q3wnjSc0tuVh8vYnBQgAMBJKKohEBYCC9uPkIM/bTZN5/mkhDSa2icsuqHNMBIgACBksAQAhMyPuxFAAAEEEEAAAQQQQAABBBBAAAEEEEAAAQQQCImA7TpVk5n9JVe5oiFpjntdRIAAABd5EAwjcgo8vHlX+uev7Tt5TQ+f+6NikRPDDWdNAEDIHhoBACHz424EEEAAAQQQQAABBBBAAAEEEEAAAQQQQAABBEIi0DtHDXn64JFp4ptjP0rsBPFC0hz3uogAAQAu8iAYRuQV+Lnv97J9xs8GIEuxfNJ66YjIi+FmMycAIGQPjACAkPlxNwIIIIAAAggggAACCCCAAAIIIIAAAggggAACwRU4+ssOmdPiG3O77vzXDAAUzxAgAMAzniOzcHOBPjlryJP73hFWtUZ2lMJ1y7v5jCLH8IMaAJChYC5pt2J05MBxYpYEADiBRBUEEEAAAQQQQAABBBBAAAEEEEAAAQQQQAABBMJAYHGnb2X/0g2m5UbT+kqe8sXDoBeajAgBAgAiQp0+EbATWD96nmwYPc9cfSNnJum84XuM3EAgqAEAOqWo0aNJisxvSorMaSVFFv23938ny5hGEqRI4gazDr0hEgAQepa0hAACCCCAAAIIIIAAAggggAACCCCAAAIIIIBAUAT65aklj+7cN7cM/GuZxEkUPyi3U9eFBQgAcOGHw9Ail8DQYo3k1vmrZtKfdG8iZdrVjlwAbjjb4AQABDbN5JnS+gkOSJo+tSR5M1Vgt7rd6wQAuN0jY8AIIIAAAggggAACCCCAAAIIIIAAAggggAACHiDw94bdMrOJd8r/7KXelebzB3vArJiCjwABALwXEHARgV1z18jyHt+Z0SROk0K6bp0qMePGdpHRMQxHAkENAIgVL47JAPD47oNggWoQQIosGiDgnTlAswYkTZ9KkqZLLdFjxghWmxF5EwEAEalP3wgggAACCCCAAAIIIIAAAggggAACCCCAAAKRVWBp17Gyd+GvZvoNp/SWvBXei6wUHjlvAgA88rEyKXcVGPdJe7lw9KQZ/getP5WKvZu761QixbiDGgCQuUheafPjSHn68LHcPHtJbpy5JDfOXvT+9xnvf9+/fjtYdglTJfv/kQLeAQKaNcD8ky61xE4QN1hthvVNBACEtTDtI4AAAggggAACCCCAAAIIIIAAAggggAACCCDgV2DA23XkwY075oX+R5ZIvKQJYfIgAQIAPOhhMhX3Fzi2aa/oorIW3f3/1ebJHpn63f2flPcMbI9tcGZOPgEAAdV9/uSZ3Dp3RW56/T9A4P+BARogcPviNWe68VMnXtJEvsEBesRA0nSpfIMD4idPHKw2g3KT14FjcvfyDT+3PHnyRF7La4kTO46f13RcmYvmDUo31EUAAQQQQAABBBBAAAEEEEAAAQQQQAABBBBAAIFABI5v2SfTG/QxtbIUzy+tlwzHzMMECADwsAfKdNxfYGq9nvLPbwfNRArX/Vhqjezk/pPywBms6DNJdsxcGaSZORMAEFCDr168lJvnrsitc5fl5tnL3lkDTCYB7+wBr1+/DtJ4tHLsBPF8gwOSZXjDZAzwOVYgcdqUQW7P0Q0aADChatDex22WjSQAIFT0aQQBBBBAAAEEEEAAAQQQQAABBBBAAAEEEEAAgf8E9DhqPZZaS70J3aVAtQ/g8TABAgA87IEyHfcXuHzsjIwu18Z3Ih3WjJd0+d9y/4l50Ax+6jlBds5Z7Tsj3VUfL1miQGcYLVo0cwRAWBWTOeDcZe8MAj5HDPw/OOD502dB7jZGnFjmOIHkmdL4ZgzwOVZAswhEixHdqTYJAHCKiUoIIIAAAggggAACCCCAAAIIIIAAAggggAACCIS5wDfvfi73rt40/fQ7vEjCI1NwmE+KDiwCBADwhkDABQXmtR0qf6zcZkaW55MS0miqdyoWSsQL/Nh9vOyet9Z3IJ9P6iFvVykV8QMLZAR3Ll73zhxwXjMIXDEZA3yyBzy59zDI448aPZoJDjBZA9Kn9j5WwGQP0P9OLbHi/5fWnwCAIPNyAwIIIIAAAggggAACCCCAAAIIIIAAAggggAACoS5w8veDMqVuT9NuxkK55IufRod6HzQY8QIEAET8M2AECPgReHz3gfTN/anv9WZzvpEcZQohFcECS7uOlb0Lf/UdRYMfekm+SiUjeFQh714j/TQowDuDwP8DBP5/tMCDG3eC1YHJGvD/gICoUaNaMiY40yBHADijRB0EEEAAAQQQQAABBBBAAAEEEEAAAQQQQAABBJwXWNF7kuyY5X28ce0xXaRgrXLO30xNtxEgAMBtHhUDjWwCy3tOkF3/TzOfpVg+ab10RGQjcKn5LukyWvYtXu87poZT+0jeT0q41BjDYjAPbt7xDQ6wBghcFM0qEFaFAICwkqVdBBBAAAEEEEAAAQQQQAABBBBAAAEEEEAAgcgqMKRIQ7l98ZqZft+DCyRByqSRlcKj500AgEc/Xibn7gK9slWVZ4+fmmnUGfuVvPvph+4+Jbcc/6KOo+TAso2+Y288vZ/k/riYW84lNAf96M79/4IDzv+XPcD7iIGLIeqKAIAQ8XEzAggggAACCCCAAAIIIIAAAggggAACCCCAAAIWgVM7j8gPn3Uz19Llf0s6rBmPkIcKEADgoQ+WaXmGwPpv58qGMfPNZN7ImUk6b/jeMybmRrNY2H6EHPxps++Im8waILk+LOJGM4iYoT598Mj3OIFTO/+Q7TN+DtJACAAIEheVEUAAAQQQQAABBBBAAAEEEEAAAQQQQAABBBAIUGBl/8ny+7SfTJ1Ph38pRT7/BDEPFSAAwEMfLNPyHIFBhRrI3cveqdYr9WkhpVrV9JzJufhM5n8xTA7/vNV3lM3mfCM5yhRy8VG73vC8DhyTCVU7BWlgBAAEiYvKCCCAAAIIIIAAAggggAACCCCAAAIIIIAAAggEKDCsRBO56XXZ1Om9f54kSp0cMQ8VIADAQx8s0/IcgT0LfpVl3caaCSVOk0K675gp0WJE95wJuuBMXr96LfPaDpEjq3/3HV3z+YMle6l3XXC0rj+k4AQANJrWV/KUL+76k2OECCCAAAIIIIAAAggggAACCCCAAAIIIOjGsE0AACAASURBVIAAAgi4uMCZvX/JpBpdzCjfyJVZOq+f5OIjZnghESAAICR63ItAOAmM/qitXP77tOmt9BefSYUeTcOp58jXzcsXL2V+2yFydO0O38m3XDhUspUsEPkwQmnGwQkASJbhDak5rAPuofQMaAYBBBBAAAEEEEAAAQQQQAABBBBAAAEEEEAg8gqsHjRNtv2wzABUG9RWSjSuEnkxIsHMCQCIBA+ZKbq/wImtB2Ra/V5mIjHjxpavf5suCVMnc/+JudgMXjx9bnb+/7Vul+/IWi0eLllL5HexkbrXcIITAKAzjBI1ilTu01JKtqjuXhNmtAgggAACCCCAAAIIIIAAAggggAACCCCAAAIIuJDAiFLN5fqpC2ZEvfbMlcRpU7jQ6BhKaAsQABDaorSHQBgJ/PDZ13Jq5x+m9cJ1y0utkR3DqKfI2eyzx09kfpuh8vfGPd4AUaJIm6UjJHPRvJETJBRnHdwAAJ8hFKrzsdQY0k6ix4wRiqMK26b27NkjRYsW9dPJ7du3JXHixJbr5cuXl3Xr1oVoQFmyZJF///3X6Tb++OMPWbVqlWzatEkuXbokV69elSRJksiZM2ecboOKCCCAAAIIIIAAAggggAACCCCAAAIIIIAAAq4vcO7gcfmuiveaUsqs6aTr1qmuP2hGGCIBAgBCxMfNCISfwNV/zsmoMi19O+y0fpKkyZU5/AbgwT09ffBI5rUdKsc37zOzjBotmrReOkIyFc7twbMOv6nd9LocpM40CnHzhEWiZxL5lHRvZ5fKfVpIpiJ5gtRWRFR++fKlFCpUSA4dOuSn+4gOANi2bZt07dpV9u3zfq/blgwZMsjZs2cjgow+EUAAAQQQQAABBBBAAAEEEEAAAQQQQAABBMJI4JdhM2XzhMWm9cp9W8r7LWuEUU806yoCBAC4ypNgHAg4ITCn5SA5una7qZn3kxLScGofJ+6iSkACj+8+MIv//2w7YKpFixnD7PzP8G5O4CJYYGX/yfL7tJ98RxEjdiyp3LeFFGtYKYJHFnD348ePly+//NJhpbAKAMiVK5f89dd/ARP2nT9//lxatWolM2fO9HfwBAC49NuKwSGAAAIIIIAAAggggAACCCCAAAIIIIAAAsESGFWmlVz9x8vc22PXbEmaLlWw2uEm9xEgAMB9nhUjRUB0p3rvHP9FZrVcOFSylSyATDAFHt2+J3PbDJF/tx82LegCs+78T18gezBb5LbQFtiz8FdZNWCKee/7FA0A0CMBXLFcuXJFsmfPLvfu3XM4PEcBAE2bNpXffvvN6encv39frl27Zqnfr18/6d+/v8M2tH61atVk8+bNAfYRWBCB0wOkIgIIIIAAAggggAACCCCAAAIIIIAAAggggIBLCFw4clLGVWhvxpIswxvSfYf/m8RcYsAMIlQECAAIFUYaQSD8BJZ1Gyd7FvxiOsxSLJ9ZsKYEXeDBjTsyt/VgOb37qLk5Vrw40nrpcHkz31tBb4w7wlTA68AxEwTgdfCYbz96FIAeCaBHA7hSqVevnixcuNDfITkKAAjq+Js0aSKzZs3yvS1mzJji5eUlqVOndthUnTp1ZPFi7/ROtqVgwYLSokULKV26tGTMmFFixIgR1KFQHwEEEEAAAQQQQAABBBBAAAEEEEAAAQQQQMCFBdaNnCMbxy0wI6wxpL0Ua1jRhUfL0EJLgACA0JKkHQTCUaB7pkry8vkL0+PnE7rL29U+CMfe3b+re9duydyWg+Ts/r/NZGIniGcW/9Pmyer+k/PgGSztOlb2LvzVd4ZxEsU3QQCF6nzsErPWHfZly5YNcCwhDQC4fPmyWax/9uyZbz/169eXuXPnOux36tSp0rJlS8trcePGlcmTJ4veR0EAAQQQQAABBBBAAAEEEEAAAQQQQAABBBDwXIExH7WVZ4+fSrlOn8s7Ncp47kSZmUWAAADeEAi4ocDGsQtk3ag5ZuRv5MosnddPcjiLKFGi+LmuZ5OPHTs20FkfPHjQ7GTetGmTXLx4Ue7cuSPJkiUzu4xLlSollStXljJlQv7LIiRjDHQSDircvXxD5rT8Rs4dOmFejZs4gbReMtw4Ulxf4Lepy002ANtSskV1qdKvVYQOXhfk8+fPL8ePHw9wHCENAOjevbsMHz7c0sfevXulUKFCfvp98uSJZMiQwXJcgO7y1z/TJUuWjFAvOkcAAQQQQAABBBBAAAEEEEAAAQQQQAABBDxRQI+HTZQokZ+p/fTTT+ao1oDKy5cvZd26dSaj6/79+83ajH73nCJFCvNdb7ly5aRGjRqSO3dup+iuHD8jh1f+JmU71JUYsWOae86fPy+rV6+WX375Rc6cOSNXr16VmzdvyqlTp8zmM4pnCBAA4BnPkVlEQoGB79ST+9dumZlXHdhG3mta1aKwfPlyqVmzph+ZwAIA9Azzjh07OkwZbt+YLiJOnDhR8ubNG6wnENwxBqszEbl94ZrMaTFQLhz91zQRL2kis/M/dXZ+qQXXNCLu+2fbAVk1cIpcOeHl2322kgWkxtD2kjxjmogYkgwZMkR69erl27ceBbBnzx7zocm2hCQA4MGDB5IuXToTjONTihYtKrt27XI450mTJskXX3xheW3AgAHSt2/fCDGiUwQQQAABBBBAAAEEEEAAAQQQQAABBBBAwNMFOnToIN99952faQYWAHDgwAGTzVU3ZwZUdFNlo0aNZNSoUWbTZkDlwpGTJvNxlKhR5PTp09KzZ09ZsmSJvH792s9tGgxAAIDnvDsJAPCcZ8lMIpnA/iUbZHHnb82sE6dJIb32/pcC/OHDh5IzZ04TyWVfAgoAuHTpkpQoUULOnj3rtGbixIlly5Yt8vbbbzt9j1YM7hiD1IlN5VvnrsisZgPk8rEz5mqCFEnMzv+U2dIHt0nui0CBpw8ey9KuY+SPVb/5jkKfaeW+LaVA9dLhOjIvLy/JlSuXPHr0yPQbL148OXHihMmUEZoBAGPGjJHOnTtb5qZZOurUqeNwvkWKFBHNDuBT4sePL+fOnZNff/1V5s+fL/qB8tatW5I0aVKTvUA/NGpbjrJyhCsonSGAAAIIIIAAAggggAACCCCAAAIIIIAAAm4ocOjQIZOtVXfy25eAAgD0eNkKFSrI06dPnZ61rsno2oyu0QRWdLNYp06dLEfL2t9DAEBgiu71OgEA7vW8GC0CFoFRZVrJ1X+8d0F/9m1nKVT7I/Pf3bp1k5EjRzrU8i8A4MWLF1KwYEH5448//NwXJ04ck/r/2rVrZuHevuiuZE19rmeLO1uCM0Zn27avd+PMRbP4f/Wfc+alhKmSmZ3/KTK/Gdwmuc9FBDaMmS/rv/0v+EWHVfqL2lKhR5NwG2GVKlVk1apVvv0NGjTIZAPImjVrqAUA6J/PLFmymAV8n5ImTRoTrKNp/e2LppnShX3bD5rvvPOORI8e3RIUYH+fBi3oB9EkSZKEmx8dIYAAAggggAACCCCAAAIIIIAAAggggAAC7i6gu+qLFStmMsM6Kv4FAOjOfN2gpRlg7Yt+T5swYULRzZvPnz/387pmgV62bFmAdAGtxfjcqGtAusaTPj0bJt39fegzfgIAPOVJMo9IKXBy+yGZUqeHxE2SUOqM/Upyli0sf//9t9mN7+iXgSL5FwAwd+5cadiwocVRFwtHjx4tLVq0kNixY4suQi5atMikoXn8+LGl7owZM6RJE+cWXYM7xuA85GunzsusJv3l+umL5nbNlqA7/5NFUKr44MyBewIWOLp2u6wcMEXuXLzmWzHnh0Wk7riuEidR/DDl04V/DQDwKZkyZTJ/BvXPS2gGACxYsEA+//xzy1x8Ag0cTVDPb9KI0eAUzRywfft2EyxAQQABBBBAAAEEEEAAAQQQQAABBBBAAAEEEAhcYMqUKdKqVSt/K/oXANCsWTPR9RXb8sYbb8j06dOlfPnyJmOrbvgaPHiwjBgxwk/7moU2c+bMDvv9/vvvpW3btn5eS5s2rbn+0Ucfmey2QdncGbgENVxBgAAAV3gKjAGBEAh8/2k3SZUtnVQZ0Fqix4whH3zwgWzbts3fFv0LAPj000/lxx9/tNynv1D0TBj7oguPffr0sVxu0KCBzJkzx6mZBHeMTjVuU0mzI8xs3F9unrtsriZ5M5XZ+Z80XeqgNkV9Fxe4d/WWLP1qjBzfss93pPq8K/dtIXkrvBcmo9cgGP1wZHtkxvLly6V69eqmv9AMANDd+5o+yqfEihXLHPGRIkUKh3ML7MNmqlSpJGrUqHL5svefDfuiHyS7du0aJm40igACCCCAAAIIIIAAAggggAACCCCAAAIIeJLAjRs3JHv27ObIVf+KfwEA+h2v3m9bdIOWHtdsXz788EPZtGmT5bIGCjRt2tRP3aNHj0rhwoXlyZMnlte++uorE0wQM2ZMT3oEzMVOgAAA3hIIuLnArfNX5MXT55IyazqzAK/neAdU/AsA0KwB9un/T548aRYx7cv+/fvNOTa2pUyZMn5+8TgaR0jGGJRHdfnYGZnRuJ/vrvBkGd4wO/8Tp00ZlGao62YCqwdNk20/WFMeletcXz7qXD/UZ6LBMUOHDvVtt2zZsrJx40bf/w+tAAD9QKcf7GxL48aNZebMmf7OaciQIeYYAvtSrlw5GT9+vOTIkcO8dPDgQdHgHc1aYFs0AtTLy0uiRYsW6m40iAACCCCAAAIIIIAAAggggAACCCCAAAIIeJKALsAH9H2tztVRAMCdO3f8HMeq381euHDBIc+oUaP8bNwaOHCgnw2berP90bV6bdiwYfL11197Ej1z8UeAAADeGgh4iID+otAIs2vXvNOga/pu3cFru0Cp1/0LAAgKw+7du81ZNralatWqsmLFigCbCa8xXvrrlExv2FfuXb1pxpM8c1ppvXi4JHojeVCmSV03Fdi3ZL2sGjBFHt/978wkzQLQcErvUJvRiRMnJF++fPLs2TPfP2+HDx+W3Llz+/YRWgEAmuZp3bp1lrHrwn2BAgX8nY9/5zrp0SD2qf31jCn92aFHfNiW33//Xd57L2yyJ4Tag6AhBBBAAAEEEEAAAQQQQAABBBBAAAEEEAhVgZcvX5rvIxcvXiy6GfDixYvme1DdqZ4hQwbRTUY1atSwfBca2ABev34tmj11yZIlsnfvXrl69apoltN06dLJxx9/bHaw58yZM7BmAn1d1y7mzZtnxq7HpBYsWDDQe0JaYefOneZ7VJ2jFk3HX7x4cTMO2+JfBoCg9K8L+D169LDcMmbMGOnYsaPl2l9//SV58+b1HZO+WLp0adm8eXNQuqOuGwsQAODGD4+hI2AroOe16HkuPkUX+vWXm+7utS2hEQCg6f/1GADb4uiXjP0TCo8xXjhyUqY36CMPbt4x3WtmhFZLhkvClEl5w0QigeunL5gjAc7s/ct31imyvCk1h7aXLMXzh1hCd/vbflhq37692VlvW0IjAEDTNGmggW0pWbKk/PbbbwHOQdM4ffvtt5Y6+qHc/pgPnwr169eX+fPnW+prNGmXLl1CbEUDCCCAAAIIIIAAAggggAACCCCAAAIIIOAeAgcOHJCWLVuazKEBFT2XXrMR63eIyZIlC7Du8ePHzTqFBhP4V3TTUufOnUUzmwY1K6lmMtbFdv1+89SpU75d7Nu3L8wDAHRT1bvvvitHjhzx7VcX+levXi2amt+2hEYAwPvvvy+6ccu26NGxmuHZtugufz3m1bZoplkNutDjY/X75StXrkjcuHFNFmg9IrpNmzYSP35893ijMspABQgACJSICgi4voD+4ixSpIi8evXKDDZ58uSiv/T0l0xoBgBo5J/+Em3RooXvzmft78033xSNKEuYMKG/WOExxnOHTsj0Br3l0Z37Zhyps2eQVouHS/zkiV3/ITLCMBH4sft42T1vraXtCj2aSOkvage7vwULFsjnn3/ue79+wNU/b0mSJLG0GRoBAPohWo/NsC1Lly41H8gCKhoFqtGgtmX06NHSqVMnh7eNGzfOT5SoRo1qYA8FAQQQQAABBBBAAAEEEEAAAQQQQAABBDxfQDc8VahQQZ4+fer0ZHXhecuWLZI4sePv4DWg4KOPPpJbt2451Wbt2rVFv3+NGjVqgPU1E/KiRYvMwr8u9Dsq4REAoN+52m6i0qNcN2zYIM2bNw/VAICHDx+aI1/1e1zbUrlyZVm5cqWf6esRzrYBF3HixJHPPvtMZs+e7a+rZnfQIIWAMs869RCp5BICBAC4xGNgEAgEX0AX/XXx3/aH+eTJk02Unv7yC0kAwKxZs0T/0fLkyRMTPXfjxg3LYBMlSiTr16+XwoUL+zuJsByjT6deB47J1M97ydMHj8ylN3JmMjv/4yXxPygh+Orc6U4C22f8LKsGTpFXL176DrtA9dJS77ugn3V07949yZEjh1y+fNm3rQQJEkiaNGn8kOgxAfYlVapU5sNw6tSpZevWrQEyamqtTJkyiabt9ynp06cXTdkfWBTsyJEjRY8BsC3fffedtGvXzmGfGlSgHwBtiwb6aDQoBQEEEEAAAQQQQAABBBBAAAEEEEAAAQQ8W0C/c8yfP788ePDfsao+M9aNT7r579KlS5bvKn1er1mzpixbtswPkB4JrAECXl5efl5744035P79+w77053reryxo6K72DXzqS6y2x9pal8/rAMA1EO/K9Z5aNEsBj7HxIY0AEA3Z2lbWrT9Y8eOyePHjy1T1BT/GrShG0Jtiz5D/Q5aN3QGtehmN11rypgxY1Bvpb6LCRAA4GIPhOEgEFSBSZMmyRdffOF7m/5C1ag6jZALaQCAnlOza9cuf4ek6WamTp0qb731VoDDDssxasea5n1qvZ7y/Il3ZGLaPFnMzv84iUhXE9T3k6fW16Mh9EiAS3+f9p2iBonUHd/NBIs4WzQ1UqlSpZyt7m+9tGnTyoULFwJsRxfwdSHftuiufk3fFFjR6Ne6detaqmlWAE2h5ag4ygCg/dhnEQisX15HAAEEEEAAAQQQQAABBBBAAAEEEEAAAfcTaNasmcyYMcMycF2k1zT25cuXF035r5ujBg8e7Ce1vN6kmwczZ87s5/tI++8XdZe5Bgvo8cW6gK/t66Yl28V8TVN/5swZ0f7tS+PGjQPcxW5bP6wDAHRDlW6s8ikdOnTw3aEf0gAA9Q6o6PPS7AOOsjL/888/kj17dn9v102dGiCg3087ChLQLBBr1qxxvzcxI7YIEADAGwIBNxbQNDf6g1wj6XyKLlDqGeFaQhoAoL8E7t6966+QppfRX/gaaeZfCesxnt59VKbU7SEvn78wQ3gzXzaz8z92/Lhu/GQZelgJLGg3XA6t2OLbfJSoUaRyn5ZSskV1p7rUoy7y5MnjVN2AKgUWAKBRnenSpbP8+dM0TfqhLGnSpIH2r9Gn2odtKVGihGzfvt3hvfXr1zfHe9gW/fDdtGnTQPuiAgIIIIAAAggggAACCCCAAAIIIIAAAgi4t0CKFCn8ZP/V7xL1O0X7omnudSd+QN8lPnv2TLRNDRqwLbt37zYZjW3L8OHDpXv37pZrffr0kYEDB/rp21EAgO5a13Lz5k1L/bAMANAMBHq0gU/RXfi68O5zTGxYBwC0bdvW+PjM3XbiO3fudPjcNNusZnzV56flypUrou1o2n/7ohkHNLsBxX0FCABw32fHyBGQhg0byty5c30l6tSpIwsXLvT9/5AGAPTv318GDBgQoHSMGDFMlJ79UQM+N4XlGP/dcVim1Okhr1+/Nt2lL5Dd7PyPGTc27w4E/BXY9N0i+XW499EWPqVQnY/ls1GdAlXTgBZN4x/SElgAgKax+uqrryzdBDUlv36Q3rt3r28bGjWqGT3sP2D/+++/kjNnTj8ps86dO2eCECgIIIAAAggggAACCCCAAAIIIIAAAggg4LkCusHQZ+HaZ5YBfX85atQoPyn6dTFaF+19iqNMqv5tUNLNUClTpjTHEPsU3YR19OhRP+g+AQA6vmrVqkmNGjVMxtaKFSvKunXrLPXDKgDg6dOnZlPkyZMnffv74YcfpFWrVr7/H9IAgA8++EC2bdsW4JtOv6fW45nz5ctnqbd27VrjYV8cfd+rmRdy585tghdsyzfffCO9e/f23Dd9JJgZAQCR4CEzRc8UsP8FGjduXDl+/LhlwS6kAQC2cvrLV9Pu6C5h/QWvv+R8ih43oAuLhQsXtmCH5Rj/+e2gSfvvUzK8m9Ms/seIHdMzHzizClWBU7uOyNIuY+Tmucu+7aZ7O7s0ntZXEqb2jhgNacmaNatJfWVbbt++bdIrBVT0Q5emyzp//rylmn7gDUr2gR9//FE+/fRTSxtp0qQxmUFKly5trh86dEjq1atnfnbYlipVqsjPP/8cUgLuRwABBBBAAAEEEEAAAQQQQAABBBBAAAEPE9C0/nrcqG0ZM2aM6Ln1PsX+WGC9rrv8hw4d6lCjaNGismfPHt/XdDOT7ui3D0xYvXq1OfNeNznZpsnXYwrCKwBAgx369evnO1bbY5l9LoY0AMAWSQMk9Lvh7777TvToV9uixyTod7u2RwGokWZvti8+Gyntr0+bNk1085ltqVSpkqxatcrD3rmRazoEAESu581sPUTg+fPnUqBAAdF05D7FPsJOr4dmAIAt3ezZs0Uj7WyLprux/QUblmM8sXW/TKv/X/RZpsK5zeJ/tBjRPeQJM43wEpjZpJ/8veG/D5YxYseSmsPay7ufeqdBCkkJbgCAoz+3umC/efPmIA9HP+jpBz77oh+c9SwtTfNkXzSYSKNjc+XKFeT+uAEBBBBAAAEEEEAAAQQQQAABBAIW0POW9Tu0xYsXy/79++XixYvikypbz8YuV66c2dGqOzJDUjTttp7zbF801bPumg2s6MaEqVOniqa5Pn36tOimhnjx4kmWLFnMxgI9f5r00IEp8joCninw/vvvy++//26ZnG400oVwn2K/SK7XdQG7Xbt2DlFq1qwpy5cvt7x28OBBsw7iTAmvAAD9eag/n22zFehOfTWxLaEZAGDbbpMmTWTWLGt22yFDhpiAjNevXkmUqFHN7xj1sC2FChWyZIu1fe2PP/6wPDt9TZ+lPlOK+woQAOC+z46RR2KBESNGyNdff20R0PNbYsa07n4/ceKEQ6Xs2bOb64MGDfKzQ9gZVv2LSurUqS1nAkWPHt2cV66Lh1rCaozHNu2VGY36+g4zc9G8ZvE/arSozgydOgj4EVg7dIZsmbjEcr1Yw0pSY4jjD6POEgY3AEA/XOmHLtuyYsUKqVq1qrNd+9bTKFn94sDZD2v651gDEGrXrh3kvrgBAQQQQAABBBBAAAEEEEAAAQQCFjhw4IC0bNlSdFEroKK7Whs1amSycDo639kZ5w4dOpjFNvviTACALibp4p1tBlD7dqJFi2aOL9S6mh2UggACni/w8OFD6dWrl4wbN84yWd2EtHLlSsu14cOHmx3/tkWPG+7b97/v9m1fK1mypGzfvt1Sf+PGjVK2bFmnYMMrAEBT62uKfZ+iPwv1e2D7EtjajKbuT58+vVNzs6105MgRyZ8/v+W+4sWLy44dO+TF0+cSLUY02X/ggJ9szRpgsWzZMof9Xb9+3RzBYFuyZcvm51iAIA+WGyJUgACACOWncwSCJ1CmTBnZsmVL8G62uUujeDUSLTilYMGCon9psS16lrhGAWsJizEe37xXpjf87wNC1hJvS6vFw4IzfO5BwCLw98Y9sqTLaHl4867v9UxF8kjLhUMleswYwdIKTgCARtVrNg3bosE9+mcruH+Z1hRRbdu2Ncd3+JfmSftLly6dzJgxQz78MOTZD4IFxk0IIIAAAggggAACCCCAAAIIeLCAZvarUKFCgIvq9tPXTQL6HWBgxwna36cbAXS3p27isS+BBQBoCm/7xb2AHkvDhg1Fs4VSEEDA8wT058Hhw4fNxPQ7xmPHjsnjx48tE82bN6/JXKpp+W3L3LlzRX8+2JZatWrJkiXWjVg+r9um8/e5pinoNRW9MyU8AgD0u9UYMWI4/NnqzBht65w8edJh4EBg7Tx48EASJEhgqfbmm2+a42SfPX4q0aJHk+s3b4geDWBbihUrJjt37nTYvKMMAHrEwu7duwMbDq+7sAABAC78cBgaAv4J6C9K/6K1gqLmEwDg5eUlGTNmtNyq6b9tjxiwb1cXJc+ePWu5fPnyZZMZQEtoj/HOxWsy4oMW8vzxU9N+tpLvSMuFQ4IyXeoiEKDAi2fPZdrnveTUriO+9eIkii91x3eTnGULB1kvOAEAuvivQQC2RaP9u3TpEuT+7W/QtIK6u3/Tpk1y4cIF82FdP5hrxGiVKlXMzoLYsWOHuB8aQAABBBBAAAEEEEAAAQQQQAABq4CmjNa/f+vCjX3RY/r07OZLly6JHqlpXwLatenIWReodKHH9ixt23oBBQCsWbPG4WKbfl+QKlUqc1zBixcv/HSrAQD2C328BxBAwP0FHC3K285KjwIZPXq05fx5n9f1XPqcOXNaEHTx/MyZM5I2bVrLdf2e0iezsO0L+jNJA6ecKeERAKDjSJEihSUzsjNjc1THJwDA0XHLuplr4sSJDpt2tJajGZ/V+/Fd798x+p227uDXTWU+RX+OX7t2zU/wgL4+bdo0adGihaW/Bg0ayJw5c4I7Pe5zAQECAFzgITAEBIIqoL8Avv/++6De5qe+TwCA/uVCz/Cy/0vG3r17TbSwfdm6das568u26Jlit27d8t2lHNpj3L90gyzvOcEEAGT/oKA0nzcoxPOnAQQcCfzUa6LsnL3K8tL7LWpI5X4tAUMAAQQQQAABBBBAAAEEEEAAAQSCLKCLZJp1z7bo7szp06ebc5p1ke3evXsyePBgc6ymfTl16pRkzpzZqX6nTJkirVq18rduQAEA77zzjp9jBPW87mHDhpnvDnWRTtN/jxkzxtK+bizSxSw9WpAS/gKa6UHP/F68eLHoBhAN1Hj27JlZqMyQIYM5HrJGjRrmM9e7QwAAIABJREFU3HJny+3bt80547oA++eff5rvfePEiWMCQd566y1zVKUGpyRNmtSpJsNijE51TKUQCQQWAKBrAHpciH9HleTJk8fPJsNSpUrJjz/+6HuPHmGqAUS2afV9Br1t2zZ5//33nZpDeAUA6MZJzYQQ0uITAKBz/OCDD/z8ftAFfQ0Osy/9+/cXPUrBtmiWBM2WcNPrijx79FjeyJnJHCFt//tEj2Xo1q2b5V5dE9KfDToe26IZHOrXrx/SaXJ/BAoQABCB+HSNQFgL6G5fjdSyLV9++aWMHTvWT9fVq1cXPWfctuhu/kmTJpndwXqWjX5Q018k+pcIjRazLU2bNjV/aQlqcXaMWyYulnUj58pbpd6RprMHBrUb6iMQJIHDK7bK4i6j5cXTZ773ZStZwBwJQEEAAQQQQAABBBBAAAEEEEAAAQSCIuBox6iedV2iRAk/zejRfJq9z7bod2763Vtg5caNG6I7QXWx1r/iXwCALhzbbwQqXLiwSQFtvwjoKINhUM7qDmwevO68gB7R2rJlSzl48GCAN+kz1OyPmmnSv8VanwY0kEC//71797+jMh01ru3o98yBLRKGxRidF6JmSAR0YVoXqAMqGhSi59nny5fPTzVHxwBoJQ0o8vn5t2vXLnO8gKOixw/Yn3fv31jCKwDAWU89etl+vcTRz1/NqqIZEezXW/Tnr67NvPvuu6ZLzSCjm0J79Ojh5wgC3amv60DHN++T66cuSMkW1U1WGc3irMFAPkUzMHz33Xfm94n+95UrV6R169by888/W6al60KauUaDfijuK0AAgPs+O0aOQKACzi6ua0P6IbFo0aIOU43Fjx/fRIxev37dYaoy/YWtxwVoRGlQizNjvPTXKVnQfoQky/CGNJnZP6hdUB+BYAk8vHXPHAlw4eh/0Y8JUiSRxjP6SfoCOYLVJjchgAACCCCAAAIIIIAAAggggEDkErhz545omn/boos9ejyfo6ILtF27drW8pDts+/TpEyicLurMnDkzwHr+BQCMHDnSz85QXXxq06aNn/YWLVokdevWtVzX4wt17JTwE9Bz1zU9+tOn3kemOlPefvtt2bJliyROnNhh9Z49e8rQoUHbABNQgEpYjNGZeVIn9AV0kf7o0aNmAVl/BtgWzWji3451RxsPnR2d/vzUzMPOFHcNANC5TZgwQdq3b+9wmnqEq66/6PHLtov5PpX1z/S+ffskiois7D9Zzh86IR3WjDcvO/p9otf1uAUN4NEgAd30aV/090jjxo2dYaeOCwsQAODCD4ehIRBSAWcW12370LROGpnm6Ie+f2OJFSuWLF26VCpXrhys4QY0Rl34/7nvD+J14Jjk/LCwNJrWN1h9cBMCIRFY1HGkHFhmjbwv362RlO1g/YtuSPoI6F6NAtW/yOmfNVLphZUy7SKAAAIIIIAAAggggAACCCDgGgKabl93eNoWTbnfsWPHAAe4c+dOee+99+T169emnh4ZULx4cdHv3myLfwEAderUMSnkbcuePXtEd6HaFz3D2/5IAs0KoGnoKeEjoLtzdWe07gq2LxpwoqnDdXHP/shXraup+5ctW+bnPkeBHVpJM8OmSZPG7NLWBVn7EjNmTJM+PH369JaXwmKM4aNLL4EJNGnSxBwRYVuGDBni52eXvq7fa+pisn3QgO291apVM2n1T5w44XtZd6/re8jZ4s4BADpHRxkDApu7/pnTIJssWbLIvzsOy4J2wyVrifxSb0J3c6v+PtBnNXv27MCa8n1dAxHGj/cOIKC4twABAO79/Bg9AgEKBDUAQBvTXxh6do/tL1v/OtFzwSZPniwFCxYM9pMIaIz//HZQ5rUeIlnfe1saTukd7D64EYGQCuyZ/4ss+3qcpZmcHxaRprOs5y2FtB9H92sAgP4FK0GCBAQAhAUwbSKAAAIIIIAAAggggAACCCDgQgJ63vXvv/9uGdGhQ4dEd3n6V/S7A00TfeTIEd8qutC/evVqp1JQ600aPLBjxw5LF5qlQLMV2BddVNZFX9uSNWtWP2dIuxCrxw2lWbNmMmPGDMu8dBe27sbXhVBN+X/v3j0ZPHiwn3PA/8femcDNVP1//KSfXWSvLJFsiSwhyZK1lCJbWlRE0q5SoRDak0qpkPbtnwhRorK12rckUfqJREm2Nr//630ed5x7587MvTN3nmdmnu/39XpeZebcs3zOmXPvPd/P9/Plou+++85G4uDsqVKlSmHpIy655BI1ZswYhcw7zsR33nlHOxSdku1DhgxRo0aNsvUn6D5m3CSm8YDYa5zS/BCOnHuIOcQPP/xQr1nKIHfPWScEI9JNnH322VopxQxMZJ0513g0yNKdAMDYnnrqKa328ttvv8VcHd26ddOOeuT69//2h3qx771q0+erdQpbUtlaxu8WYhm/z/3790esF5UB1GYGDhwYs20pkB4ICAEgPeZJeikIxIVAPAQAGuKlYfbs2ZoJinwMD/sHDhzQcjvI/JMqgBsMOYAStVgEAHKxdx8jN51EcZbrE0fg1x9/VhMvHax+2bQ1VFnx8mVVvzfuV6UqnZB4AxFqEAJA0qCVigUBQUAQEAQEAUFAEBAEBAFBQBAQBASBlEFg3759Cifq44/bAxBQ3Zw+fXrUfuKgRYLfsjZt2iicbV5zUHNd7dq11Zo1a2zt7Nq1S5UoUcK1bQgAZnR5mTJl1M8//5wyeGZ6R0jXunPnTtswFy1aFMqrbn7Bepg3z65u6ZTtx9GKw960xo0bK/KzQyYwDafjTTfdZPuMfO60b1rQfcz0OU2n8aE8gQPftPLly6sff/wxrmGw7zlVTmbNmqXOPfdcz/VlAgGAwULcQY2F8UP+giwBMYK9uHr16pqsdfnll+v/x3DwT7p8qNowf5n+/4f/+74rZvh4UG2gXghAkAwgXaAeAM59+/bVZAKxzEFACACZM5cyEkHAFwI7vt2iylS1yzL5qiAbCiP9f2KDmtnQkjQhCHhH4MWr71Vr3v/UdkGXB25QZ1x2nvdKfJQUAoAPsKSoICAICAKCgCAgCAgCgoAgIAgIAoKAIJAmCODsWrFihe4t0dTIXxOAYxpOedQ6yQEdyZB5r1GjRigim/SB1FurVi1fBADktr///ntbMziIIuWKL1CggC33fJEiRcKiwtNkKtKum8jw47gzDaUGHHxu5pYHnEhfIo0t69Wrl3r55Zdtl/Pvyy67LKzKrVu3Kpy9piFF/sMPP4Q+SkYf026i0qjDSMQ7c76jEkxEupsx1yhGmIZDev369b5Hzb6DwjCEI8uqVq2q1q1b50sNNdUIAL6BiPMCzqk5r8ZOPedMSaMcJ46ZeJkQADJxVmVMgkAMBH777w41dfA4ddmzg1W+ggVSEq99v+5RhUsUTcm+SacEgQXPvaNm3PucDYg65zVTlz87JHBwhAAQOKRSoSAgCAgCgoAgIAgIAoKAICAICAKCgCCQ4wg4o6qdHSIam8h+crlHs+7du6v/+7//CxW58cYbQyoCfhQAcOaZDlwq9EMAQD7aLR99jgMtHdDy33fddZcNiccee8wWcd2iRQu1YMECWxmIJE6Zdwr89ddfKn/+/Lay0QgIXqbASx+91CNl4kNg/vz5YWq/pJTAoe+2Bw0fPlyNGGFPjXr++eerGTNm+OrAkiVLFHvY5s2bbde9/vrr6uKLL/ZVV24lALzcf7RaNTMrbUyfl0aqGq0a+sJNCmcuAkIAyNy5lZEJAq4IvHXrGLXi3U/U3wf/Us37XaQ63tMvx5FaPWuR+uzl97L68b//qcqNaqu2Ay/N8X5JBwSBaAhsW79ZTbhkiPpjx6+hYqWrlFc3TB+rChYrEhh4QgAIDEqpSBAQBAQBQUAQEAQEAUFAEBAEBAFBQBBIGQRiEQCIviVKu2TJkhH7jMx/u3btQt+jFLBhw4ZQdLgQAFJmunO0I82bN1cLF2Y5CC1DWrxu3bpx9Wvt2rXq1FNPtV1LDnfUKuK1oPsYbz9y63WcP0LiQG7etEaNGqmnn35aNWjQQH8MyWf8+PGaUIIsvWkvvfSSlqaPZMjTI2+/fft29eWXX+r0wxAG+Nw0CAFI4Pu1TCYAHDp0SON09NFH22D556+/1d01L1L//Pm3/jyS/L9fLKV8ZiAgBIAI87hx40YtebJ48WLfMz1o0CA1cuRIRR6kWMaGyiY3d+5cnc/jm2++0Zcgl1KvXj1Fjidy9JBDyY+xYX/xxRfqvffe07l3YOshJUVeFm7sMPouuOAC3QayUGK5B4Hftu5Q9zXuFRrw4M9fVOQxj2Xc3LnJOHP7xLou1vefPPO2em/UxFCxhj3aqe6PDox1mXwvCKQMAs9dfJf6dtFyW39QAkARIAgTAkAQKEodgoAgIAgIAoKAICAICAKCgCAgCMSPAJGRr7zyivr000/Vli1btOw5jlZy5eL06tKlizrzzDM9N0Cu97feekvndV+9erXOm86ZS9myZbWUO+eBPXr0CJP4jtYAeZcnTJig875v2rRJR24TkU1uX/pINDl1i6UOAi1btlSsrWjGmpgzZ46qU6dOWDHWISkCvv3229B3zzzzjLrmmmtC/xYCQOrMd070hL1myJAhIUUIqw/sMew/8dqtt96q1SlMe/jhh9Vtt93mu8pk9dF3R+QCNW7cOHXDDTe4IsE9j3vKtm3btAKE0/A5ffXVV1F9TZRZuXJlVKS5l77//vtx+SAymQDAPb1gwYKK1CumEej56nUP6I+I/EcBQEwQsBAQAkCEtfDqq6+65rfxsnTOO+88nS/HmYfHvJZ8TjyQjRo1Sv3665HoUbf6S5QoodmePLA5pXXcyuPsJ3/PzJkzY3YXWRZuzvICEBOqjCrw0jWj1Or3FukxNejaWl089vaY40sGAeCjcW+q2Q9MDrXdqOc5qtvDN8fsixQQBFINgQ/HvKLmjHnF1q0zLjtPdXnA/aHZT/+FAOAHLSkrCAgCgoAgIAgIAoKAICAICAKCQHAI7Ny5U1111VWeztg6deqkoyIhBUSzd999V11//fURc3Vb1+JsIW/3FVdcEXNA9913nz47xCEcyYgaxDlH2Tx58sSsUwpkLwIEbkEGefLJJ9Ubb7xhazySDDdzPmzYsFBZnGtLly61za8fAsBJJ50UJsPtJwUAQUNE94rlHAI333yzDgTEWFNff/21wg9hGqQRIvXZY+IxCCfUYe43RYoU0WvHS53Z0cd4xiXXZCHgtmfEwqZixYp6TUE4i2axCACQ6VARKFSoUKwmXb/PjQSA165/QC2f9onG44qJ96hTz/FORowLZLkorRAQAkCE6UomAQBWGyoBSKf4scGDByv+YFpFMlijvBg48zVFa4c8PrygNGnSxE93pGwaIwCrfFCFc0MjuOm9J1T506pFHVHQBIC5Y19THzzyUqjNMy7roLo8cGMaoypdz+0IfL9knZpwyWD11/6DISiOr1lZDfxwfELQCAEgIfjkYkFAEBAEBAFBQBAQBAQBQUAQEATiQgBn1llnnaV++uknz9fXqlVLffbZZxEjF8nTTk5jpHy9Gmd2/fv3j1gcZ9rjjz/utTrVq1cv9eKLL3ouLwWzHwFIJy+88IKtYYgbZg53VB5YbwcPHjmD4FwYGXXT/BAAqG/dunW263ft2qUITnOzvHnzKs4sLDvhhBPU1q1bsx8waTGEQKy0EiiBELnvltPdC4w4/Zs2baqJJqY512e0upLdRy/jkDLREXjqqad0gCkEoFjWrVs39cQTT8Qkv1FPJAIAew+K2p07d47VXNTvcxsB4H+HDqmhNS4KnUWL/H9CyycjLxYCQIRpTYQAwOYI+9KZj4OmeCh64IEH9AYajz333HOaheV2o4TR17Nnz5gyKm7tIgWGagF5XsRyBwLTRzyrFk6Yqgdb4+zTVZ+XR0UdeJAEgDmPvqw+fOzVUHtn9jpfdb7v+twBvIwy4xF4suNNasvyrHQu2FF5jlLXvPGAqnLmaXGNXQgAccEmFwkCgoAgIAgIAoKAICAICAKCgCAQNwI4VQmUsSJpzYqKFSum+MPR6cx/TDnk11H9dBqpA0j5aTpsrTLIvHOO6EY24HP64cy3zbWk/kTd02lIBFMnfTQdtFY5CAAQAcRSE4FVq1YpArZMQxbbTFWLAu2sWbNCRVgnJ598ctiArHSzzi9YixjpBYjexVjzn3/+ua0oqSXKly8fVi8S4E6l2po1a4YRCFIT4cztVSzn+oABA7RaSMmSJeMCgfzupEMxrWHDhjo9itc0w8nuY1wDk4vCEEDN480339T7DKmrSWXNPQ9CEPsHBDnWg7WXeIGwfv366rvvvtPK2exXjRs3Vh06dNCkkiAstxEAVr23UL18zWgNXdVm9VS/1+8PAkapI4MQEAJAhMl0EgB46GLD87OhuVW9YMECzfQlV4ppSHDB2IUp+ffff2vJlDvvvDPMmc9myE22UqVKtuuR8rnlllvUs88+a/ucfkM4aNWqlYKVyYvE2LFjtYSY0/j8xhtvdCUXZNCal6EYCNxe/pzQv/q8PFLVOLthRHyCIgDMfvAF9dGTR6TMml51geo0coDMiyCQUQjMHDlBzX92im1MrW/sqc4ZFFu60QmEEAAyamnIYAQBQUAQEAQEAUFAEBAEBAFBIA0QGD16tBo6dKitpzg9Jk+erMidjQPr559/1pH506ZNs5VDupjzN0gCplEf9ZpWpkwZ9fbbb6tmzZrpj5csWaK6du0apuxJOygBOA1nCo4Z00gvwFkgCqKcF5L/+7HHHrOV4VwRGW+vDrs0mLKM6iJncMjpm4YTHmc8hrIn57xuBBS/QLAOLOLAZZddpjgTNw1CAE46p+HEcxIO2rdvr3N3i+UcAi1btlQoQUQzyEEQP+rUqeOroyhQsLc49zD2rQoVKniuK5l99NIJotpR2IBAtWbNGp2emdzq4FKtWjV14YUXKqToIylfxGoD387ChQvVjBkztCIM9wr+unfvHqbsEasu83v6jYoMvqFjjz1WTZ8+3c/lUjbNEWD+WacQ/Cx746aH1dIp8/Q/Lxs/WJ3W0a4Ak+ZDlu4HgIAQACKAmAwCANL/PIQ7JZxg3j300ENh0v7ciHnoJ1+PaRMnTlTI9Zg2b948LZFilj3xxBO1pFeLFi1sZWFv3XDDDTqfimlt2rTRn5FXSix3ILDguXfUjHuf04MtX6equmnWkxEHHgQB4L3Rk9Qn4/8v1EazPp3UBSMiy9jljlmQUWYqAhvmL1UTLh1iG17FejXUDTPG+hqyEAB8wSWFBQFBQBAQBAQBQUAQEAQEAUFAEEgYAc7UiNg3jSjIc889kk6R73Cw4wR1Ru5/+OGHinM209ycXhAKrrzySls5t6h+ov/JD28aTjcib01r1KiRjuB2Rti2a9dO0SfT5s6dq1q3bp0wVlJBbAQ4n3XOM+fByGy7GaldncFfBKWtX78+VLx06dJq586dsRuPUcIkAHA+fccdd9iugDxC0JrTXn/9dXXJJZfYPkbxluhysdRAAD8B+8aTTz6p3njjSDAWveP8n/XkNRXA/fffr1MTm8a1H3/8sYKIFK8F2UcvfSDAE5WW33//PWpxFBIIloQU49VI7YLf55577nFNhUHaZqdfKFbdpFyYOXOmdvpzD0J5A0MBhM/Fcg8CbgSAe07pog7s2adBEPn/3LMW/IxUCAAR0EoGAQD5Jhz6PFhZxs0WpjAP6E7jBnjddddpaX7TuEnx8AXjB4PtyQMWN2LTiObnwc0px0QZHvp5+DcNZuns2bMDk1zxsxClbM4hMKR6Z/XXvgO6AxePvU016Gp/QbV6ligBAKIBhAPLmve7SHW8p1/ODVxaFgSyAQFY+Y+2ukb9/O2Rg6O8BfJrEsDxNSt76oEQADzBJIUEAUFAEBAEBAFBQBAQBASBEAJEP3JYjiQxTlwO0EuVKqXz05ICkcg+5LRjGXLbSNz6NdQY3aTjY9XzxRdfqDPOOCOsGIe+RPuJZQ8C5FavUqWKrTH+vXHjRtcO9O3bVxGsY9rzzz+vyONuGvLopgOX76jT2RYpAqwzP+t6nL3IL5v28MMPq0GDBtk+e/rpp9W1114b1k+cf6QNNe3WW291VQjNHpRzVyvsSRBATIvmgB0+fLgaMWKErTypHogotuyUU05RpINN1EwCANHQtWvXtlVZo0YNxZk2igOmuZFKcAY7x5lo/+T6YBBgP3I6n++77z5FVH8sY1/BR2Eae9QHH3wQUi+JVYeX7xPpo5f6ITA4/Sexrps0aZLq3bt3rGJa7RnlgK+++ipiWa8EAM4SrecYFGLcyAqZQgCwCA358uWLiXFuL+AkAKx5/1P14tVZhKuTGtdW1055OLdDJON3QUAIABGWRTIIAM46aZq8JDj4eRF1Mxz9AwcOtH3FS+prr72mYCNjsD3Jt+KUWOJl99JLL3WtFyYpLE1ehk0bM2aMTiUglnsQWDVzoXq5f5YEXfHyZdTgz+3KEBYSiRAA3r1nvFr0/LshUFv276rOG3p17gFZRprrEZhy5xPq81eO5OYDkI7D+qnmfS+KiY0QAGJCJAUEAUFAEBAEBAFBQBAQBASB0PkIDgQvUXGdOnXSkuqQAiKZW4SrF6jjIQAQ3EE0t1POnfaEAOAF9eDK4MQklaZprJepU6e6NuLmVJowYYK6+mr7ucfpp5+uli5daqtjw4YNqmrVqrbP9u/fH6YSSjT45s2bbeVIMUo0q2mQSNyCjLj2pJNOspXFgYsDTyz5CPBeX65cuTASB3OFc7VBgwa6E5y9sS/hlHXK+6PayvmvX2Md4sQ0jbXMmnYz+uR0Yvbq1UuNGzdOpyWAUAU5welIZR1/8803klrW7wRlU3lIHNybTMPHANEtmuG3wHGNU9oyUocgP+9UREl0KPH20Uu7biQorjv66KN1SmYCMXfv3h1WFY5pSDIVK1aM2AxEHHw8TtUY84I8efKofv36uaZyscqx9/Pbwu/z3//+N+qwMoUAAOENJZ3ixYt7mcZcXcZJAHjr1jHqqzfnaEx6Pn67qt9FFH1y9QKJMHghAEQAJmgCAGymO++8MyznFs52cudEYjlxM4U9ZhoMURif1sMhLw/kH4NpZpmzjHOYMMd4AIRFZlqs/siPKDMRGN24l9q9NYtJ3vGevqp5vy5hA42XAPDO4HHqs5eOSBKdfV131eGu2MzJzERaRpWbEVg9a5F6qd8oGwQ1WzdSvV+MLo8nBIDcvGpk7IKAICAICAKCgCAgCAgCXhHAwUm0vlOKPdr1tWrV0vl5nbm2rWsefPBBfZbj1+IhADzxxBPqpptucm1KCAB+ZyB7y3fr1i3sfI3ozebN7bl4SQvqlHx3i9jHOXvRRXayeI8ePcIkvFnvTucdTiMczU4jJ7Xz7JHUBaZKafailvtaw4FOSlY3IzCscOHC+mzXiog1y9WtW1c75XG8+jW/BABSQ0AOMR2+tEnbrK1ffvlF4ah0Gg5W1qlYaiLAua7zXle+fHn1448/RuwwexH7m0lGIb0IKS3iIaPEQiaePsaqk+9x7kOi+vXXX23FCY4kGLJs2bJ6vb/zzjtaucWZjnnIkCFq1Cj7eZ5VEWVJgeBUiAEn0jXzm2jWrJluAxJANPv+++9V5cre1EKFAOBl5jOrjJMAMLxOd7Xv1z16kA9tma2OynNUZg1YRhMIAkIAiABj0ASASA538iIh3x/JyNvFQ5fzxjNnzhzVtm1bfZkbSYCXTVjA5IdyM9hVSH3xomEaN29eRiK9/Aay6qSSlENgy7L16skLsvJ55S9cUI1Y83/q6Lz2l4p4CABv3/G4+uLV2aHxtr7xYnXOIHtuu5QDQzokCCQRgYN796tHzu6nft92JE9fwWJF1G3znlVFjyvp2rIQAJI4IVK1ICAICAKCgCAgCAgCgkBGIMAZR5MmTVxl94sVK6b427p1a1hELYMnzeIzzzzjigOSx85zE6IFYxnOOvKze7Xt27fr85s9e7IOcp0mBACvSGZ/OWT5cSwRwWgZkYzMqdPhvm7dOh2ByzueWZbzO+uMDycvzn8z+hNH0qJFi8LSViDVjmS7abt27VIlSpRwBYL+QASwrEyZMurnn3/OftBycYtuzvhYcBB5/NFHH4Wlioh1nfW9XwIA1w0dOlSNHp2lFurFkEh3qgx4uU7KxI8ATvgrr7SfsQ4YMCCMZGS1gBowe5Vp3HecaUms70kfTNoJJyGFdMO33367p44nu4+eOqGUIiVLnz59bMUbN26sCYDsr6a5kfGaNm2q92A3Q32ZiH3TcOL/3//9Xyh402s/3QgA9M+NrCUEAK+oZk45kwDw9dwv1PNXDtODq1i/hrph+tjMGaiMJFAEhAAQAc6gCQCwI2GVwaI0LZpMP+WQToIptnLlyojXIQGFFI9p7du3V4yhZEl3hxJlR44cqe655x7f1wW6AqWylEHgqU4D1fdL1un+uEXp+yUAmDI01Nnm5ktU+9t6pcx4pSOCQE4i8Nr1D6rl0z62deHisbepBl3bhHVLCAA5OVPStiAgCAgCgoAgIAgIAoJAOiCAowqHlWk4QSdPnqwVEzlAx9HZv39/NW3aNFu5QoUKadUASAJO41ozncCpp56qVq9eHTgknBeRbiCSCQEgcMgDqxDHJ+vMtDvuuEOrfboZjigcss7oapzxRFi7KVigRDFo0KCw6nAy4TAyLdpaKVCggJZvt6xIkSJhAUeBASMVRUSAwCuCwZirWEb0NQ7JaKlKYtURDwGAOnH0cm5srhlnW6xZAsxIB+B0pMbql3yfGAKojLRs2dJWCYrAOPSLFi0aVvnw4cO1vLxpOPhRGXYayiIEJDqVHlAOJmLeqyWzj177QDlSWJDKwDT+fdlll4VVA1kQZQTTIOFAoHDasmXLwpz8lIXIxZ7u1ywCAL8rFGQgg6EiQGoBSI6mCQHAL7rpX94kAJhBl90euUU1urh9+g9QRpAUBIQAEAFWJwGAiPj4zC78AAAgAElEQVTSpUurTZs2ha7gM1jd9erV05sxzLGCBQu61ujFke92oZfr4nXkx3tdUlaiVJrjCPy+fZcadfqloX7cvfRVVbTsEQKJHwLAGzc9rJZOmReqq92tl6u2txypO8cHKx0QBFIAgSVvfajeHPiorScnNqgZ9tD277+H1ME/D6oC+Quoo48Olwtr1POcFBiNdEEQEAQEAUFAEBAEBAFBQBDIOQROPPHEsNy7s2bNCstPTJQ2kXROJyuRjm3ahJNxOfMxAzIiOUsSGTmRva1bR8/bKgSARBBO3rVTpkxRXbt2tTWA04ezvGOPPTZiw0SGQkZxylE7L8ibN6/Ou07eaDcjmtfplPJDAEBynrMesexHALUPlB/Yp5YvX65QkkBmHeISUdmkd0ClNZKyq58ex0sAoA0ckhMnTlTz5s3T6xqFWshSrD32LequWrWqn+5I2YAQIFiElAysHdMaNWqklWus1MH8xsePH6/uuuuuMBUcggqdUv6sx7PPPluhZmxaz549dbChH6JHsvroF8IWLVqoBQsW2C5bsWKFVmRxGooH+fPnt30MzqYqi/Vl9+7ddaS/aW7pX7z2l/0bkuIFF1xgC+pEIVoIAF5RzNxyJgHg3vo91R87skhkD37/nsrzn9jqVJmLjIwsGgJCAIiAjpMA4GUZ8VAGM7JLly5hNwovjny3NniQhwn+6aef2r42UwfE68h/7LHH1MCBA231xkod4AUHKZO+CLw64H61Yvp8PQCYYzDILPNKAHj1ugfUinc/CV3X/vYrVJubeqYvKNJzQSCJCOzZvks93KqfOrhnX1ytVG1WX/V7/b64rpWLBAFBQBAQBAQBQUAQEAQEgUxAgECNKlWq2IbCv535eK0Cffv21Q4t04jKJu+v03DGmVG65HB/8sknA4MNRwPnMJEkmK2GhAAQGOSBVYTziLzOTgc6zpsLL7wwajvIReM4NdMGuF2Ao421ytp0c7oJASCw6ZSKBIG0RACC0A033ODa91KlSilIPtu2bQuT8ecCCG5EqhNtbhmR5qeffrpCydhpJ510koKUFMvOPPNMLblvWdB9jNV+ot+vXbtWofZjGoQIyHqmQYbhGcFM6cI94b333tNphaZOnapJM/v27dMKHkT0k3KIdAJ+TQgAfhHLzPIWAeCHz9eoiZdlqV6VO/VkdfP74zJzwDKqQBAQAkAEGOMhAFhVIamDNJepBhAvAYDcXeSS+eCDD2w9DYIA4DZGIQAE8rtK60puL38kmviWOU+rE045SY/HCwHg5f6j1aqZC0PjP/fOq1Sr63ukNR7SeUEgOxCYfNVwte7Dz303JQQA35DJBYKAICAICAKCgCAgCAgCGYbAxx9/rFq1amUbVadOnfThu5sNHjxYy1WbNmHCBO2QNY1DeyTSTXvkkUe03HVQdt9996khQ4aEqiMA5IsvvlDfffedrQkhAASFeDD1QDrB0eNUkiDCljmNZpwXPvzww746cu211+qIXqcJAcAXjFJYEMhIBNwUHmINFJl6HNpO8tz7778fppwTqy7n9yhDOFMgB9lHv/3xW557vDPNAXv2bbfdZqsKRz+qQKbx7IGzfvv27a7NQuSCsDF27FhfSgpCAPA7i5lZ3iIAzB45UX364kw9yIvuu0E16XVeZg5YRhUIAkIAiAAj0kbI+sPmisfII4Pj3mLoCgEgHhTlmpxAYOaoiWr+M2/rpmu1O0Nd+fxw/f+xCAAvXn2vWvP+EaWK8wb3US0HdMuJIUibgkBaIrB48nQ17e7wQ51ogxECQFpOtXRaEBAEBAFBQBAQBAQBQSAHESCn9ttvZ73zWuYm2btu3TpVq1YtW7nRo0ernTt3qjlz5ugUkZz5ENmHXDe5hNu2bet5ZCg+nnLKKaEcy0RqcnaEVLEQADzDmO0Fcfoz35s3b7a1jYz2iy++GNWp88orr4TJbVeoUEGh0EkKijx58qhPPvlEkWfbuQbIx3777bfb2iQi19kPPykASG2KFL2YICAIpDcCTz31lLr77rttijWRRsQ98IknntD3LqcliwBAO0H1MZkz9e2336ratWurP//8M9QMRED2WRQVTLvjjjsU+3I8hiLzo4/aU4JGq0cIAPGgnHnXWASAR5pdrX7ftlMP8P5NM9R/8sVW5sg8NGREXhEQAkAEpA4dOqRz3fBfpHCKFi0aeohHom3r1q06VxMMMLecXTy4k0fn+OOP1y3ESwBAcgcGuJM5BxONFwIs3hQA9O+KK66wIYBMD1Jk5M8Ty70ImCoA/V6/X1VtVi8qAWDylcPUurlfhAA7/+6+qsU1XXIvgDJyQSBOBMZdeIv6YenXnq8WAoBnqKSgICAICAKCgCAgCKQwAjhfcYyR+g75WQ5eOWjlcBrZVdLs8a6aiHFoRp5W2iE39/Tp031V9+OPP6o33nhD52vG8UvO3QIFCqiyZcuqhg0baslvIr9MKV1fDUjhbEGAeSNq2pReL168uI7Wy5cvn60P8ThCOnbsqHMk41iNZeT4nTFjRqjYqFGjtBrAySefLASAWODl0PeQP5Bx/vpr+zsbv31IJUcfHTkHL+eLnLWZeaTJM71q1SpVrVo124jYbyCfmEFJrCnIB6YqBWUgqpiGkiiy1G6GfLcpV33CCSfo802xzESAe+m///6rFWr95G1PNTS4f7/wwgtaWn3NmjX6HJ4xcf/lt8P9l+eESOvebTxBP3f873//U++8846aMmWKjgDnXsNvrUyZMqp+/fqqa9euinzxzvtMkFhD5sFXwXPK8uXLdR+Yf3AhbTHEJYhK/H8ki+e+56zLTQHAKhNEH4PEzKyL3wvy/EuXLrU1gaoL6i5Ow1/z+uuvu3aHewH7K3v47t27w8rwe2SdNGrUyNNwhADgCaaML8Re+NPyDeqFXsP0WI+rfqK6dd6zGT9uGWBiCAgBIDH8dK4c8setXLkyrCYY4Rb7O14CgJfr4iUAxHtdgpDJ5WmAwKLn31Xv3jNe9/TEBjXV9e8+FpEAMPHyoeqbj5eERnXBsGtUs76d02CU0kVBIPUQeK7nXerbhcs9d0wIAJ6hkoKCgCAgCAgCgoAgkIII4Ewjt/XMmVkyltEMB9v48eNdI9YiXcdhLnXj9OdAHDI/dt5553lqk7Ic6iMXj3M2Vr5ucsaSr7tx48axhiPf5xACvXv3VpMnT7a1ThTfAw88ENYj0gL069fPd08hq+BcikYGwfEPAcCyypUra0cupBIhAPiGPFsuwHEFIWnZsmW29kg/wf6CMz+akdrhjDPOsBVBPtokgZhfErBD4I5pEJcgmVjWpEkT7UQyDfJA+fLlw7rC/ufsY82aNcMIBNkCpjSSLQhwD9y/f78mvaUrAQCHNnnTCdKLZiVLltSy6iixRLNkPHds3LhREVW/YsWKqG3zeyPorm7dutky/9KIPwQgR/C8aBoET8ipbvfzdu3aqQ8//DCskZtvvlmT+SCyQvwiHRHPuk6V6R49emhiqRcTAoAXlDK/DASAjx55VX1+WP7/whH91Vl9OmX+wGWECSEgBICE4Ms6DECqyy0H3DPPPKMfUjAeBi6++OIwFhk3FlIFRLJIBIB333039LLIYQQ57Exr3769Zp3zABTJ3AgAMBI5sChWrFiCyMjl6YrA1tUb1eevzlJfvv6+OvTvIT2MqmfVVUXLldb/D2Pcsq/nfRmSnOGzC++9Vp3V+8J0Hbr0WxDIcQSEAJDjUyAdEAQEAUFAEBAEBIFsQgA5VaLRnDm0ozVPtOtnn30WNbqad3Qrso+IXDengR8CwI033qiefPJJz6gQnUteXQ6NxVILASIzOfMwjehMzl1wkDkNOWWIH6YR1YeDHwcrUX0LFixQ+/btC7sWQgHEAjeDSIL0//fffx/6mshR0lBiQgBIrXVDb3Cics62aNEiW+fq1aun9xsvig84enr27Gm7nlzQSHG72YgRI9Tw4VkpGS3j/BHnkmU4Ozn7Mw1HkRsJiZQCrC3TGBMRv2KZiUC6EwA46+bM249NmjRJQfRys2Q8dyAZT9Q4Cr5eDIVh9gwhAXhBK/vKEOHvJALyfLBkyRJFmhY3I3qfwFDTUKOYNm1aWHE3FWZULHhGNc/ZI41YCADZtxZSoaU5Y15RX73xQVhXIJTs/eW3kL+m2PGlQuSuIV++nApdlz6kIAJCAAhgUnjhI0eb0+69916dfwdDggtH/wcf2H+8Zhm3riA7A7t327Ztoa95sUBdwGIO87DvZDiedtppWvYnkqwPzN8777xTkxdMGzBggM5BA+tcLHciAAFg7LnX+x5851HXqTOvPMJE912BXCAICAJKCACyCAQBQUAQEAQEAUEgNyBw8OBBReSqW7QcZHT+kKVGutZpkOwh2zsNBx0OM6LrTIltNzy9EgDeeustRYSW08jTjQOYiGA3adeKFStqp7K8V6fOamatNWvWTCvbmcZBPQf2boZD5+OPP9ZO/oULF+pIPtJI1KhRI1QcKWoitZ0qFqSD/OGHH1wP9p1OLadcshAAUmfd0BPOz1BrcJ7nnXTSSToyFBlyL+Z2dhctAvT666/XObNNe/zxxxWkJMvIP+0kmjhJAlZZpKqRrDaNM0vOJcUyE4F0JgC4EWaYpVjS6kjs45TnPmxaMp47uCfg/HeqcNAuKYz+/vtv7Q9wGmf1q1ev9uT4TbWVaaUQyaR0R26BlRA1uP+TviGSnX766WGBnhAC+NxpPM9WqVJFPxeYBsGgQYMGMadZCAAxIcqoAhAAPhxjV6OINsC8BfKp+zb6S22WUYDJYKIiIASAABbI4sWLdeSC00znPocRN910k46uN+2WW27RDLNIOYCQkkFSxjRuDDwIWcxdNwICL5vIiEW6iSA7c91116mXX7azgyLltQkAJqkiTRCIhwBA1D/R/2KCgCCQGAJCAEgMP7laEBAEBAFBQBAQBNIDgdGjR6uhQ4faOkuOWqTZIcAjVfzzzz+r/v37h0VSFSpUSKsGOFXriKZGRt2LeSUA8J7P+75pEPF5HyeXN2oD/P+VV14ZSi9gleVzN/KAl/5JmWAR2LRpk3b+O9UmiPjjDCRRg1SAQ8dZP6QB51kRxJA6deqE1gtOFMgJqFtYJgSARGckuOtx2vA7Rj3CtNKlS2vnvzOiPlrLlMdZaBpOJiLzkYo2jTNE1pSTzORMAUA+9Nq1a9uuhaCyatWqMOeim1w1Dq6WLVsGB5jUlFIIpCsBgDPrSpUqKQhWpkFgGTNmjCbdcP9FOcVNWh35dad6SzKeO1DnJT2RaeR9R30IkiOGahEBgagPmIZ/oE+fPim1Xrx0BiIFKjbFixf3Ujzlyzz99NPaP2IakfkQvnhuiGZuKVggn0S6L6Dy41QHiEZCNNsWAkDKL6VAOygEgEDhzPWVCQEggCXg5qSnWlPenwcTohH4M42DB5zwkW6cMHcHDhxou4acNLCALYmx9evXq+7du2v2oGnRDhxgnPHgxAuIaSgLtG3bNgBUpIp0RSAeAkDf1+5T1ZpHZkWmKxbSb0EguxEQAkB2Iy7tCQKCgCAgCAgCgkBOIIDzfMuWLbamyaF97rnn2j7jkJmDVKdjlXfwNm3a2Mq6EQAgEnA9B7LO93BnxLYTByL3ChcurCP4LKM+0vsR+Wva7bffrh555BHbZ0Tv+kkdkBPzkBvaZO3ghHc6XzhXefHFFwPLi40sO9HZpj388MPqtttus31GtD8pIixzk4AXAkBqrEzO8XAusk5MI80HjnO3KM9oPUdJAOegMyIYuf7nn39ep4XAOK+D/OSU5kdRZPv27WHkJzcZ6l69eqlx48bpc0OcwJxFOqXUq1atqpVKgs4NT47iF154Qb333nsKggJOXBxqOG2rVaumFTe6dOmiIH15tR9//FFNmDBB59uG0EMb7M9E1J599tnakWoqc8Sql/o4M4VQwb1jx44dCjIGxA7mlbNa+pnuKi7pSgDg9+B0jvM7wZnuXK+k0CDgzjSINs50Hcl47jj//PP1OjeNf3fo0MH2mRv5h/sSJLF0s0wiAOCPQcGHvd4ySHnsC87nUbd5Yp/g2dU0fDOnnnqq67RCNIBwYBrKME5lFreLhQCQbr+UxPorBIDE8JOr7QgIASDBFQEbmAfpkSNH2mpyi8DnBuKUlosWqc8DLQ88U6dOtdUN2xHlAMvIF3P11VdrhqFp0dQFYEnywG0aeeyQS+ShSCz3IiAEgNw79zLynEdACAA5PwfSA0FAEBAEBIH4EOBgCgI0achmz57t2zHyxRdfaGI0jjGk35EY5V2JA1LSnTmdvbF6SU5uosmJrPn666/Vzp07NekaZwHRWjh1nBGXseqU74NBAOcN82Aa/8ax7mZ9+/YNU9LDOcAcmmYRADi8bd68ubrooot0TnWIBlYknlXeiwIACgRI+JqG7D+OI6fhqHMeFnfr1k2RQkAs5xDgd89aYA8wjT2A8xOkpIMytyhCzmQ4v7GM8xYiQS0rWbKkJqc4A0KEABDUrCRWD9L6SOw7DUcx9ycvxpybEtKQQgYNGuR6KfsN+xf3QNMhZRW+9dZbw4hGfDd37lytHOq8hrrKlSunc5OjKOC0ZKiU8AxAmhbOKaMZa3/s2LFh6UzdrkGlA4VVnNmRjN8yZBvKkqIlkkHCoAxKrNHq43oi0AnKckZ4e5n3VCmTrgQACCxOxVr+7Ux/C878Xrg3m4b8vym1noznDuT/jz32WIVagWXkjIek40aqgaAC4cYy1ixkIKeaUaqsnUj9yBQCAL4WntPMVFPMG4QvCIJeDKLWs88+ayuKcoBTydkq4KYAwDvTOeecE7M5IQDEhCijCggBIKOmM8cHIwQAlymArceBAg/mTma/WZyHa1i/vXv3DsvhwqY+adIk24scjPOePXsqDrdMI/8bJAJn/hykhLjpmA8TNWvW1DnnTHk4+sFDKS8DplGWB3rk5UyDWMADOfWYRu6vYcOGBfoSnOMrXDrgGwEhAPiGTC4QBAJDwC8B4Oi8/1EPbJ4ZWPtSkSAgCOQeBFLFWesmx+llFoj04eBYLGcRwHGF05/oFSSMLYuU/9Ktt7zr8G5CbuJoRpQVDn0vTntSoXEo54waN+sn8pCoMdMZl7No5p7WeYdu1aqVbcA4WJzEd6uAM186nxMJCgne+Z4L4YNc3TiXLIv30BRZd0t1z6qL6F2cDU4jAgxSgWmkBWDNiuUMAnv27NGRwcuWLbN1gLXHfOXPnz/Qjrnlq2aNslYx+oMDaNu2baF2WV+sKaeZTiLrO6KncTbhJP7kk08C7btU5o4A6T6c53d+sXKmgeD8jr3hpZde8lUVEcXsb3nz5nW9jpQqPFN5Nc4xObMM0tz26lj10wf6EsnclDWi1Ynj2KnYYJVHzYV7jTNiN1p9OATpo5NwFmtcqfJ9uhIAWrRooUh3axqpUk477bQwaCF1OPdziC9m+oxkPHegxsu5u2kQASOtLyLNnb97lAGcBMVUWTuR+pEJBACURHivYO2YBuELRSevxvuPk5Tiln6C+iAaQHY1iSl8zvtTNN+T1Zd4n2W9jiUny2XCmooXv/8dOqT27vxd7d21W+3defhv1261etYitfnLtZ6rzVsgn7pv43TP5aVg7kJACAAu840sFg+uvIzhyCfioG7dugqZL4wbBFEEMHmReHPmJOI6mInOaP9IagGUv+eee3S0P8xvolU4/OAB3nljwMnPQ73z4Wbt2rWaueZktsM6I+9RvXr1NAuWGwtOfucBG1H/MOD9Spjlrp9L7hitEAByxzzLKFMTAb8EAEZRqnI5dcfCYA9vUhMd6ZUgIAgkikAqOmtx/D733HO+hyYEAN+QBXYBMrk4unD84+h3M68EAIjJOOM41PVikKBRCCDCKpJxUN+vXz9FZFYs42AfiXZn7s9Y18n32YsA77lOtbv58+fryG4vlsihKTKuvGubxr8tqW7rc/YkCCWmjR8/XhNRxLIfAaKd27dvHyYBzbkIa8dJ7Aiih27pG82IbZxZOLUSNadjK9H65PrICCSDAEBrnA0++OCDOhKd879ohsMfJzhBQ8joRzOcV5wtRotsJ/CIdcm5Z5DS/24EGPpKlDMkF8h+u3fvDut+vnz5tAoGEdtOIzgLJ53TkOWHEGOpBTm/hwAAEcBpbvLbVh+JIIf05UzPYH2/ZMkSfS6cbpauBAA/OHNPdkquQ/4yU634qY+yXp47UN5wptA1SV/ONt1IOmbqYL99zKny6e6sXbx4sY7Qd6qiOBV7vODLflGhQgVFuirL2Js2bNigU4qYRloUJ5EomvqVs/1EnmW9jCW7yhzcG65G8+fBg+rAgYPq2OLHunajQJFC2dW9wNrZtyvcqa8d/Tj5Dzv7/+D/f/lN/bnvyPqJtwNCAIgXudxxnRAAXObZ7cXNz3JASooHamdEP3XwYEtUfzwsYvIdQSwgT5fTeIFAWi6SlFis/vOiMHDgQIn+jwVULvheCAC5YJJliCmLwP7f9njq27cLl6tXBtwfKluhbjV140z7obOniqRQ2iCQKtHaFmAcVqKWRIQDee6Q2OWAkkNpohh41nFGd6YN2BnW0VR31hIp48xx62UKhADgBaVgy8ybN089+uijOv8u8vzRzCsBAMI0adKcRpQrewqyxU6LJt3+5Zdf6pQBZs52rscBQdQs9TmjffiOCM10i8AKdnZTtzb2MGSYzcNVSPNI7OI48mKJHJpCUIKoZBoRiBASkGknmpcIMCJYzXVHHmne/bND2hciDep+OBL47bj9pqLhRNABSgU420ijgKMOkg1KgjhByE0bKeo4Ur1WSg8i1XHS8dxA33DSsO8nMwUHv3FUIJDhNY0IO6ItOZz3YkThO3OKk2s90lkOzz7MgWmkBbj22mv1R25OKi/9cJYRAkA8qMV3TbIIAFZvUINgL+F5GocRaUcgr/H7Y70iC81vsHLlyp4HwG944sSJins2a5jfM/sQ+2jr1q21corbmaLnBlwK0gb1O4Oj2Ds4p+Q3x15JKlJ++6bKKdVFipgldcLy5cttLV5//fVavr9w4cL6vsC1nOGaRl/Yf80zWXDB2eYkBxKIBRmCPRsjxzwRvUjGmxZNWSAR7JJ9bW4gAHD+bqZaAVMUfUkJEY95fe6YMmWK6tq1q62JG264IYwMaBWA8MN6jXSPiKevOXFNOhMA2E8ghzhTlKDWzLNcPKQo5nzcuHG2qeBdhOcq6zkx0t7nTPEcbT4TeZbNiXUSqc07TuygDv0bm6RtXX/OoCtV6xsvTokh7N/9x2Hnvd2RH4rc3/mb+uMX/narP12IDskchBAAkolu+tctBACXOUQaiJu48+E11nTDIscBz8NHNGYujHOkf5zR/dHq55CBCIJoB1O8VNM+L5l+DLUD/niAFhMEhAAga0AQSA8EVrw7X7163RESQLXm9VXf1+5Lj85LLz0hkIrR2nQcBwGHZRxSRjOcdMgcIrMtlv0IpIOzFlSI6F63bl0IIA5eouVutQpCAMAZLZZ9CCBZHElW19kLLwQAnHPOnJeonBHBj9OAtcB7GQfxTil/Dl3J7+60M888Ux/em9amTRu9F5GvmQM/cjo783Xi6Fy5cmX2gSkteUYAx7pTRp85xAHk1RI5NMVphcPKufZZn1bEKA540zgLwKHXsmVLr130XQ6nzsyZM7XDmbYsYks0goyzEcaGQwLFQA70IxlqBwQimHnMI5XlTIJnBPKARzNIHJxbXHxxsIe6BEb06NFDsUeYhnMP5z+H8V4NTIngM6OpuT+xVzijTTk7Yj2YRBXaQaHRIhHgVPJKPojWRyEAeJ1BKZddCEAK5ndvGgFM3I+dDjWUUniGM61p06Zhah1E3Dds2NBWDgIO+7mzTqJ5ISeaRnQ2hAfLcNDhqDON6O05c+aEwbRo0SLVrFkz2+dE+aIEm26W6QQA3pdr165t26dR7yUFr5eUUW7z6fW5g+cCno1Ni0ZQ5rnlrrvuspV/5JFHwtL5pvoaS1cCAL9fVI/dyMUQrrwQHXnPYL8zjWdAfDY//vhj2NTx7sFzgZv6Cekjli5dGlPZxao0kWfZVFpTqUYAOPjHfltUvhWhjyN/7y+7sxz6O/n/3xRlg7a8BfKrY8oUV8eUOlYVKVVcFSl9rP7//67aqNZ/7K6059YHIQAEPTOZVZ8QAFzmkxfhVatWaUmuWLkorcuRl+MgAkk3L4eW5KHDWc/hbCzr3r27ZqR6yQnDjYV8qDxExCIwIPuPjBgv3UHnv4s1Jvk+dREQAkDqzo30TBBwIvD5q7PUlDuORP7XOb+ZuvwZO6tcUEsvBFI9WpsoJZ4bOGD3YhyQc+CeDKldL+3n5jLp4KxlfnCumJFgRHYhyS6Wegi4rSkrz7pTMtcLAcBN/YHDUd6pTOPAiwM33tEs42DemRuWqFyiNU3D6UcUn5XKzfqOXMqzZ8+2leW9TJRLUmvduUXXERlLVCvR5F4t0UNT7nn33nuv/otlOJg5HHY6j2Jd5+V7fgMEE+D0537sjGCjDj8EAD/3CfZq1FqiBSTgaOI8xKvaIU48IpWj5f/2gotVJhJZg98/ZKJ40h1CRnKeCXEuAyGCfQkjzzTR/6gdmObm1PQ6HtYR6RtNw8ngZ917bUvKCQKJIkB0PL8J0/i3Mzc236MIAlnGNOT/nQFSRHA7FU5NRQ3zerf0A2b6DcqSRoEUrqZNmDBBKyK4GfuGmZ4BtaBY6keJ4piM6zOZAMDY2GdxopoGsc3paPeKrZ/nDjdJd78EgESUCryOKehy6UoA4BmGd49EDFIR5CKn8d4DqTmWH8a6jmdZnhkgAXi1RJ9lvbaT7HLZQQD4a/9Bu9T+L1lS+zjysxz7WVH6/P/BP6Kn4YkHj6Py5Mly6pc+/IdjHwf/Yee+dvRrh/+xuoybzRnzivpwjF1VKlpfhAAQz0zlnmuEABBlrnmB5CF02rRp+oURprf1UFq9enW9UfOCi/Off3tx/LxcBYgAACAASURBVJvN8fDIy/Fbb72lkKtkM8c4JCe3FHXDXodx77duHAj0myg9Z7/Je4fcJgdfzpw0uWfpy0gjISAEAFkbgkB6ITD/mbfVzFETQ51ufMm5qutD9qiK9BpR7uxtOkRrc2CHQ9/JYOcZhagY2PTOXHrMJpGTTqZ87pzl7B11qjtrQYO1RBSoaekYCZO9M5tzrVlriujTTp066Qh83ldwODqltmMRADi0Ze7NaFnUyNhn3CTTOeCFTGQae44Z3YVzdtiwYbYykWSFiRQkYtA0IZ/k3Npya3nFihXaiU5OZtN4x+Vd1o8lemjKeiVKnr9YxhkBaQOQfw3KuLdC3H/ttde0szmaeSUAREp7iHoByj2obpikG9rkt0/aH+e+bfXn9ttv14EITuM3jTON37fTyOXNXHOekqhBHiK1odM48yAKz4uBsal0QHQpZzNuzzfsP+xbRP05ZcV5NuIMqXnz5l6aDSsjBIC4YEv7iywlDyJR45GizikAeBZwkvL4XRMV6zTG6AxAclO1gHDsVBLh/BQVAKcR7e0MmOIe73w28YoPe1+hQoVsyijsY25RvF7rzKlymUwAcEu7gmoEz4tuKXljzYHf5w4hALg7LmPhnFPfJ5MAwJjWr1+vFSFikSAhUvKsQaoSP5bos6yftpJZNl4CwD9//qWd+n/wF3LiZzny94ak97Oi9g/ssb87BDWewsWLGo79Eocd+qZz/4hj/+i8/0moWSEAJASfXOxAQAgAsiQEAUHAhoAQAGRBCALph8AHj7yk5o59LdTxlv27qvOGukczpN/ockeP/UThxXKsgVgypLVvueUWrTJkGs4Z8uVBAOCwjGgfciWbUsIcgiOBW61atdwxmSkyylR31gITilvOw2GiWrt06ZIiKEo3TASQG8fhhayv6Zgg4sUvAYC0D6R/MI3ofad8v/X9nXfeqdXZTJs6daomIliGahp50E3jsA+yttNw5kG6Np12rEUOf8VyHgFUG7i/OFM/ENFHZJ9fS+TQlAjQ888/Pyy6O1ofuO9xbwxK3p7c1V5zgHshAKDYwcGzk1xBvmSIBji+iD4nbeHixYttQ42U3xhCDlG9lgOTi3DAEGGLk4boWcgLkAKd0XNECTujh/3OMeWTla8d0gmBGebYYvUPBUf2rXhNCADxIpfe12Wys9aambVr14al0CAn90cffWSbPEhUzv2HPQSygNP+/vtvlS9fPtvH/IYg8MRjELNJH2QaxDP2gnSzTF1TPA84UwERVU3qCN5L/Vo8zx1CABACgHOdcR4yffp0/T7Cs+f27dv1Gclxxx2nVYN4V+nYsaPf5anLJ/IsG1eDSbrILwGgcMli6tA//6oDvyfHqZ+/cMHDTv0SWRH7hyP3idLXsvylsyL1+Xe+gvmThEp4tUIAyDaoc0VDQgDIFdMsgxQEvCMAAeCla2JHt5g1dnngRkX+cTFBQBDIOQTeHfaMWjTpyKHEOYOuVK1vDDavas6NLvNbTvVobQ69eXE18xwT9UbEDRLbpuGcIerWtKFDh6qRI0dm/kSm0AhT3VkLVPTReQjCwV2DBg1SCEnpSiwE4iEAEClIxKDtebJLFy1r7makhbjxxhttX40ZM0ZBTLIM+X4ibk0jWtmZq9v6nvQFplQnUcJukuqxxi/fB4sATn8cP9xfTMOJTL7deKJiEzk0RR560qRJtr4Q1Y2DF2U9Upig6IczwnSo4/xmnUeTzPeKnBsBABzcHFxeCACQaZzOaX7HzrQY/B7IX88BtmVE8uOEcyp1EPmPAoBp/NsZkQ9ekBnMtCFEA/NvnisSsWQRAOgTa6hv375qzZo1UbsILmARSVbc6/hymgDA8x4ODNJNkHYAh0Ykc8tr7XWcZjmUFJzS8DhOUInwQ76w6kzHlAmZ6qw15xlpfu7fprnJoJPX3fl7Y59AocTNIABABLAMZ/DPP//seylCRITwY+bzhsBEVLmb+oDvBrL5gkxcU9x/Bw8ebEOSZzieAU0FF69Qx/vc8dJLL2minGl+UwA8+uijauDAgV67mhLl0jUFQEqAJ51QfgkA8UBG9H2WI/+wU99w7OPkN537BY5J7Nkznv55uQYCwP5f93gpGirTadQAX+WlcO5BQAgAuWeuZaSCgCAgCAgCGY7AW7eOUV+9OSc0ys6jr1NnXhEfwzjDoUq54aV6tDaqA85DLxjsTmlOgMVR4JTaxaGLY1cs5xFIFWctSJDL9brrrrOBgiNtxowZOs81a4lIVBwCRGL1798/EJnonJ+FzOpBPGsKeUycdaa5RQBa3z/11FMKiX7TnMQi8noS8W8a6yiSBLebIxnnQTyysZk1ozk3mp07d+r5QjXGNJQeIIfghInH4iUAbNiwIWzPwSG+fPly7ZQ0jcjQzp072z5r2bJlGCklnv5bBADWJviQfoO2tmzZEkYw8EIAcCPLkBbDGfFKXyH0OVUX3JRaaHfWrFm24aH04Zbflr382WeftZVl30dpIRFLJgGAfqEYwhitFI6kNMAxjTIKKkfsQb1797alJol3PDlBAMBRCDEPpz/jtJzusdZUMgkA27ZtUyeccEJcMAoBIC7YknoREfk49llrlkEqgvBlpvThO4hC7H2mRZtT9mRnvRCOohmqPzfffLMuQopWyE1W2lfrOp4VeF5l30pHyzQCgNu7A6lrUKJCOcivJfLcAUmK92HTIqnkUGb06NGKZ1fTSBkEuSydTAgA6TRbqdVXZPwHV71Q/e/Q/+LqmHbe48y3/g5H6x9x9GdF6hcuUTSu+uUiQSBTERACQKbOrIxLEBAEBAFBIFci8FK/UWr1rEWhsV/y5CBVr3OrXIlFOg061aO1n3nmGXXttdfaICWCcNCgQa4wn3jiidoxYRmHcsgoI4sslrMIpIqzFhTcZN2joYPziyhbcr2LpQ4C8awpIusqVqxoGwQqIxy+uzl5ORydOHGirTxRhGa+8T59+qjnn3/eVgbiwIAB7tEQbgQAnAU4I8SyH4E9e/YoSCDLli2zNY6zGmekM2e0nx7GSwBwi5RnzbH23AxZfdN5xBrDYeWMlvfTd8pSBwSDCy64QKFcYVm84yIyFsl+0w4cOBBGauB7t5y5bhGO/H7NaFvIW9z33Wzy5MnaUW4aJAP2d7HsRYAIe4hSOP0hdripoGQXAYD1w9o0zY0s5hUhIQB4RSp7yuGIbtq0qVq6dKmn375zP7X2QhQp3MxJAEBRxJnmxHkd6i7R1Drow/jx4xXPOelqmUQAIFUMEffsW5bxboBCCQQsv5boc4dbyj2eRZ3Pq1a/UC1AvcA0yPROEoHfcWR3eSEAZDfi6d3e/w4dUiumL1Arp89Xa+d85nswTa/sqFrf2FM79o/Kc5Tv6+UCQUAQUEoIALIKBAFBQBAQBASBDENgwiWD1YYFRw7Qe794r6rZulGGjTJ3DCcex1oypLWJViBqwTQOiy+99FLXifCTtzN3zGTqjDKeNZUMZy2IsH5ee+013+BAPHHmg/ddiVwQGALxrCkaRynElBbnMyJru3XrFtY3N2e9U17cjahUq1YtRRoA5/V8VqdOnbB2cFjiuBTLXgT279+v2rdvrxYtOkJgpAdI7OOcPOaYYxLqULyOcrdI9SlTpugIfDeDwPDJJ5/YvkItoG7dugn1P9LF8Y4Lkg3R7JZBKiAK0s3cfisQEd59991QcSJn8+bNa7s8Wv7tuXPnqrZt29rK44SbMGFCUnCSSsMR4Dc3YsQIfQ+GeBXNYhEAUHNAwt2rsV6cUdakhHH+dqjPLcLWqxIIcvGJkm+8jimocpnkrHViQhoX3h1Ma9iwoZbWd1PeyQ4CQCz1CvbuYcOGKVRo0sHWf/RVWDdRNmJdQYhwe5aq0aphOgxNTZ06VT8f/vvvv6H+Mh5SA7G2/FoQzx0bN25UVatWtTXtlk7HKuD2GyDlhFMRy+9Ysru8EAC8Iw4RDYUKp2qU9xrStyRBSSumz1erZi5MaBCS2jQh+ORiQUAjIAQAWQiCgCAgCAgCgkAGIvBkx5vVluXrQyO7buqjqlLDWhk40sweUjyOtWRIayNnOG7cOBvY0Zwg7dq1U8gJmxZJCjizZzD1RhfPmmIUQTtrqROpTqfDj+hrPifCC+IBB2PmYZ9+gTnqKLV48eJAcmun3gylX4/iXVOkf0DK1TTWGRHHlnOeub/nnnvCJMi5BucV31mGVDTqI2YOYL4jWpmobcvBsGrVKtW1a1eFFLFpKJTgmIonx3z6zVrq9BiZcRzKRNKZdtJJJ2nHUNmyZRPubLyOcjflCaJBI0lBn3rqqWrt2rW2/q5cudKVbJLwoA7npW/SpImtqljOWgpzGM0BvmX8Nvi3m2PVzcEByW/hwiMHujhanfLdyHzzW3Mz5pVIYNMipRUKAqdk1cF+gbF3pJvCkZVWwgs2XtaUl3qsMjjsSH1lWqRnSvJj33bbbbaykFVMJQw/bad62UwlAKDugbPdNNQeSA9WoUIF12nJDgIApBOIW7EMFTQUhVL9+WDYqd3U/t3R0x6YYz17QHfVYbBdjSUWFjnxPe+UpIix0pJYfXjooYcUZFC/FtRzB8+ovK+YShPsTaiZuN1Pq1evrkgtZBnEOVQI0s05LAQA7ysutxEA1n34uVo5fYF2/B8yyDo2xAji95EBQAgA3teblBQEIiEgBABZG4KAICAICAKCQIYi8HDLvmrHxh9Do7vlg6fUCbWqZOhoM3NY8TjWkhGtfdVVV6kXXnjBBjKRGJEiYtz6zSFfgwYNMnOi0mhU8awphhe0s5Y6ccB+/PHH2pGEckX9+vX1OjMj9sgF3rFjR/Xdd9/ZUO7SpYuWKxbLeQTiXVM4FnGYmjl7GQ2ONKKhSpQoocjPGyk6dezYsdq5b5pbGgC+J4c00eS7d+9WkKQsx515LYe4HNSJZR8CHJ736NFD4fwzrXTp0tr5TxR5EBYvAQBZ+iFDhti6gPOb/crpCMLZfdppp9nKBpUCIBIG8Y6rSpUqatOmTbZqIS6ccsopYU198803qkaNGrbPuZdzT7eMaG6cdaaBBb9fN3PrN86dGTNmBDHd2VYHTiRUQ7hnZQIBgPXqptwQNAEAghfKEpZB3OIe7+YwIz/7448/HioLSTBWXvdsWwBJaCgTCQBIniN9blrRokX18x/PfZEMEtjmzZttX0dL6+BMAYByDM5Vr8ZzAUTC2bNn66h/p0IRKhdOMorXurOrXCYSACD8QiwnYt+0W265RY0ZM8Y3tEE/d0AodT7DkKrgsssus/XNjfgWSfnE96Cy+QIhAHgHPDcQAL75ZKlaOWO+dvr/feBPV3Aq1K2uTuvYXP/d3+QKdejfIypUsdAUAkAshOR7QSA2AkIAiI2RlBAEBAFBQBAQBNIWgVGnX6p+374r1P9BCyaq0ieVT9vx5LaOx+tYCzpam0gtIrZM80sA+Oqrr9Tpp5+e26Yw5cYb75pKhrPWKzjkBHeSR4hgJVexU3baa51SLjgE4l1T9AAnPoe48RgS5ESOm8ZBG2vF6TTwUj8EAWf+eS/XSZn4ECCHL+Qy570FBx+OoSDvF/E6yt32HkZL/nqiWSEqYBzs9+rVK4yoBJEFFZNkWbzjuvjiixV5h00bMGCAjnB12q233hrmZEG2+8svvwwVdYsm90sACNrJnCzMzXozgQCA+kPz5s11WovOnTurLVu2hKnrBDk3KLw4c3VHi+KlXzxvWgZpzCQPZMc8Z2cbmUYAQOUHAqlpPL+h+ILaUzQjhQ/qYaahNgI50M14HjTJfRD/tm7dGtf0QXxiDzMJipAWiOxO5WjtTCMAkEIHhQae903r2bOnevXVV30rMiTjuWPWrFmKPdI0FHHeeOMN1bp1a/0xSkDsr85n02jp9OJauEm4yE1Rgt/FgQMHtPqBmxU6NrG0TUkYRo5VmakEgO8+Xakd/kT7H9iz1xXfcrVPDjn9S1Q4LlTmjhM7CAEgx1akNJxbERACQG6deRm3ICAICAKCQK5A4N9//lHDanVTf+47EBrvkC9fVseekHVoLZbaCMTrWAs6WlsIAKm9Tvz0Lt41RRtBO2v99Js8rBygmSakEj8IJq9sImuKXiHPT3SgU7rf6nHNmjV1jtXp06fbBkHUccWKFcMGhgMLYoBzvVgFiTKFdEC7puGMfv7555MHlNRsQ+COO+5QOP6chpMFEpsXI395tAhSq454HeVcz8E+B/xOYx2VK1dORyUiSe5mRLQT2Z4si3dcbnnVcQQTtQg5wDK3cnyHQ+ajjz4KlRMCQPopAOCUmDZtmt4rTTn9eNeU1zWOQ8xcO4UKFdIqL8WLF3etAiLQ0qVLQ9+lo1KEV2wol0kEAPaTK664QuF0tYx9hnu5kwTihhHpTViPpqFyVr58OJEdMk7+/PltZXl2cBII/MyFk3zCtXPmzFFt27b1U022ls0kAgDPcvz+f/nllzAMUYfwQgA+88wzbc91yXrucEtpRqchq0B4cSOioISCko6XcWTrInI0NqRaJ/XX/iMpg2L1pc3Nl6r2t10eq1iu+T6TCADff7VWrZi+QEf7792523UOjz/lpJDTv1SlE1zLfPbSe77nv0kvO8nGdwVygSCQyxEQAkAuXwAyfEFAEBAEBIHMR+Dgnn3q7lO62AY6fPVbqnDxopk/+DQfYbyOtaCjtYUAkOYLyeh+vGvKqiJoZ61XZMkPjTPKNLcIcK/1SbngEEh0TdGT9evX6+hj8rziDEJOGznySy+9VF1zzTU6UtCMOK5cuXKYhLk5IqIAiSwnAotoUQ7gyDeM8wnn/08//aQ6dOhgA4HyRHEn2+gLa5nIL6KnnMSGSO3jdJg7d67v7kVSa8EpQySjM6eulwaiyTB7uZ4yRMeTjiERI30IkvyxLBGnJmNt2bJlxHz2kdoeNWpUWPqAWP30+3284+L3QSQ1Ua5OI+oW5wpO/UiR1qT/MaOyhQCQfgSASGst3jXlZe0Szesk7LC/P/PMMxEvZ982HYCXXHKJwnHG/Z+0FUhRE22LggupgS6//HKFkzldLVMIAOwP3bp1U8itW0aKCe6zzJEXQ0KdKG/TWJ+NGzcOu5wUEs6UMe3bt1coTsRryP0/+uijtssnTpyoSDWUqpZJBAA3tRC/uPPMZz43Jeu5A7ICdZNCwovx7Ecqodq1a3spnqNlhACQGPzpTgD4ceUGtXJ6lrz/79vcya7HVT9RO/3rdGyhylQRpdHEVoxcLQgkBwEhACQHV6lVEBAEBAFBQBBIKQT2/LxLjWxwaahP+QsXVMNWvKHyFrRHS6RUp6UzKhHHWpDR2sgdT5482TYjflMAEMHlJVJTpj25CCSypqyeBe2s9TLi/v37q2effdZWNB2kM72MLd3LBLGmomFAJD8KEKYNGjRIPfjgg3FDhxQr0a+W5cuXT0v7RpIzjbuhwxfi1Jk5c6Z2+hNNbjnd/UhrV69eXW3YsMF3VyLt1RxUI5Ecj+UmAgD4EOGPM+ill16yRbO6YUdaANIDcN9MtiXirOVaIvlxoPo1Z+5lnB/kcTfNbwqAjh07eibD+O1vssqncwqASJgksqZi4Yzz/vXXX7cVW7NmjYJ04masTaJn/ViNGjX03s5+mY6WCQQAiHwoNTjJZdFSPbjNFeWJ2DbtscceUzfffHNYcdYV68u0u+++W917772hjyAOQlYybceOHaFULs5KUQV64YUXbB/TjqmSkmprTAgA9hnJLgIArUJC6dGjh02xxG19sEdBAoWElw4mBIDEZikdCQA/rduknf7I++/a4k5qKXNyhVCkf9lq9ue/xBCTqwUBQSAZCAgBIBmoSp2CgCAgCAgCgkAKIrBz80/qwWZHDqSLHV9KDf3qlRTsqXTJQiBRx1pQ0dpuKQWmTJmic8a6mVukKo4rZLzFchaBRNdUrN4nw1lLmxdeeGGYcyjZ8tqxxirfZyGQzDWFA4HoazOPOtGdkFCqVKkS1xQQcU8EsylLnAz5f+qfP3++dvq//fbbYTls6bwfAgBS2eRc9WuRCABE3xOxFo/lNgKAhRER8dz7cHDh9CYyGdlpopSJ5GM+iUJOFpHEOVeJOmvnzZunyKXsJrFMW8WKFdPOLif5yqmWwfVgYBp4rFq1ynV5LV68OEy5AeedM9o3nrWZndcIAcA72vxe2LPNHO1t2rTRv6VI9u2336pq1ap5b+RwSVIaoDZQoUIF39fm9AXpTgDgt92uXTudGsU0J2nIC86QQ5wR0jhP2Vecsum06VxLH3/8sX5+sAzC0yeffGJrOhIp4ddff9XvLPzXNCTbGzRo4KX7OVLm7hoXqYN77dhH60iVJnXUJU/dqYqWKZEj/Y3WaDopAFjjQPECAhLqU6yV7du366+4P5LOgGdP7nWkEEoXEwJAYjOVLgSAHd9uUStmLNCO/x0bf3QddKnKJxx2+rdQx9esnBgwcrUgIAhkKwJCAMhWuKUxQUAQEAQEAUEgZxGA0ftYuwGhThxXvZK6dV5k6c2c7a20HoRjLYho7bvuuktHNJpGbk/kOd2MnIumw44yRNc6HQQyw9mPQBBrKlKv/ThrcSgR1W9apKhuHKmVKlXSDjfTyO1KjlexnEUgWWuKPYM9xil7H0syOhoa7FusO9M5gQOXfZI1FoRR94gRIxT56UlnEM28EgDcHKykSUBSOZa98847Os+309zyu3s9lN61a5d2DovlLAKJEgDoPYfT48aN0wQrIhghmfBbgHQ1cOBALYGNk8w0omjNiH+clqSTMA1nL+mI3Iw82shzm3bttdeqp59+OmcB9dm6EAC8A4YDGGUq01hzKD9EMggqkASchlOYez9kAp413WS3uS/Nnj3bewdTpGQ6EwAgXeBk//33321oQjKC3OPlfuWchkaNGqmvvvrK9jGpetizjjnmGAVe3G/vv/9+Wxmc96Q4Mdt8/PHHw9QDIBRyLc8FRYoU0XUsW7ZMpx7CgWsaqVHYI1PRlr3zkVo4aZr670r/KkGMp2qzeqpBlzaqQdfWqTg86VMOIiAEgMTAT2UCwK4ftoXk/bd9vdl1oCUqHheK9C936smJgSFXCwKCQI4hIASAHINeGhYEBAFBQBAQBHIGgR+WrlPjLhwYarxyo1pqwDv2HIc50zNp1YlAshxrVjteo7XJedm3b19b9yAEOKU5rQJEXZmOr8KFC+sDQa/OJVkJyUMgWWvKr7OWyGgzMosR41D6+uuvwyR/3aKAypYtG4qsSR5aUrMXBIJaU/v27dPRdjgRcNwgt+6MIiTHL+lEihYtGrNrRGLt3r1b/fDDD+rTTz9Vzz//vK7baTgdcT4GZW750CPV7ZUAwJiJHjMNVQGizeM1HLvI2puG1D3Rs2LpgUAQBIBoI8W5BhnAimKkLA451COcVr58ebV169bQxyhW/PHHHwqiitMmTZqkrr76atvHOOHuvPPO9AD+cC+FAOBtutiHK1asqNeDZThTifB3Wx9WGcgo5Mnmb+HChToFCuRByCmWQQIYOXKkTerd+g7FjnSR2bb6nK4EAAia3KPc1ESYa2fEvtvKgTzMfdo0CIBE95uKPXyP475cuXK6PedzAt8TgY0cu2msP1KTbN4c7ugiDRApcSgDwc3NIM117drV26LPhlJ/7T+oFk6cqhZOnKb2/WonXSTSfIMurTURoGqz+olUI9dmCAJ+CQBNr7xAdRp1JNgkQ2CIexipRgDY/dMvWU7/GQsiEoaOLVdandaxhXb8VzjNvwpP3GDJhYKAIJA0BIQAkDRopWJBQBAQBAQBQSB1Efh24XL1XM+7Qh2s2aax6v3CiNTtcC7tWVCONTf4/ERrf/nll6px48a2ajiANXNoW1+65ZVu1qyZPsAVy3kEglpTiTprcc7iWHJGSHPQ+9xzz4WiS4nu6969e1i5IUOGqFGjRuU8oNKDQFIAkNOX6Lxodtxxx2k1gEj5os1rcTgVL1485uzccMMN6oknnohZzk8BNwIAUYiQF3B4meaVAMBe27lzZ9u1iUoROzEn+tF00PkZs5TNGQSSTQC49dZb1ZgxY2yDc8r/W1926NAhLOIawk3dunXDwCG6ln3eNKK9W7VqlTNAxtmqEAC8AQdhFCUp0yLlcvdWY3gptzRBEAOGDh0ab5U5cl26EgCSIdduTQBzOHr0aM/z0bt3bwXJyM3Yk1AfiZT2JFIjgwcP9tUHz52No+D2b35QiyZNVV+89n4cV9svKVnpBLXr+59c6zmmTAllkQFQDMwNxrsJJoT1rNnes+NXdd8ZV6h///rb1/TnLZBPHV+jsjquZmV1fI1Kh/9bWRUuEZu866uhNCicCgSAvTt3qxXT52vH//dL1rmiVrRsyVCk/4kNRF0vDZaWdFEQ8IWAEAB8wSWFBQFBQBAQBASBzEFg7ZzP1Au9jzj961/USvV8YlDmDDADRhKUs9YJhd9o7UOHDqnjjz9e7dixI1QVstnk58SpZRqHdM4D12HDhqnhw4dnwIyk/xCCWFNBOWuRhHVLI4GzlMguIvvMyFMLfRzBRPaVKlUq6RPCwQ1RX+RxJ683ksWJWqTc6/HmVccJRcQ8fSS/rd+D7UTHkx1riihOnODIinuxWAQAogfZkyCSBG0WAYA2mjdvri666CLtvCdCskmTJrbmvBIAICncdNNNtmsTjdanX1OnTg3VCcb8rjLV+J3wR2R6tKjjdBp/sggA4ITD1un8R3adNeLmHEGSG0KNaX369FEoCJkGyQTyl5lbG5Ug9npLgjtd5kAIALFnCowqV66sfvrpiJOReYb8F2QaETeSlNf9NfYosq+EEADmuoJNGpJ77rlHS/5HMu65kJZQE4mWbmDTpk1qwIAB6oMPPog5sahNQVYhjUFO29fzvtQR/5D4nZa3QH51Vp8L1ecvz1IH9uz13NWzB3RXLQd0U0unzFNL356rtq52T9uC9DeqABACChXPXCcuz4683xYsWNAzhplWcOf3P6k1sxerNbM/MEYJGQAAIABJREFUVT8s+zrQ4RUtUyJECiCH/HE1Kqvja1ZSeY4+OtB2UqmynCIAHPh9b8jp/91nq1whKVLq2FCkP4qgYoKAIJC5CAgBIHPnVkYmCAgCgoAgIAjERIAX/jduejhUTmTbYkKWrQWCcKzR4USjtamD/OwPP3xkrfAZcp/IbOKUQ55zypQp2qFrHtDhaEFuE/lXsZxHIIg1FYsA4MdZSxoJZ37paChxKDdz5sykRoqyfmkDh/qsWbO00xALwplAdFHDhg1dpej9EAD4vS1evFj3EYKC5UzDkbZ3r/fD3yBWZDLXVJkyZRS5oznU9yIhbI0nEgEAp0Dbtm3VI488osgjnQxjHnFGXXDBBTY5/USctUj1I9lvGbmP9+zZk1D32b9JLWDZ+eefr2bMmJFQnal8sThrI88Oex6/GVKwQCKaMGGCzWHLlThFUGSpV6+ea0UQUkjjYspx83sj7/v111+vSReQCMnf7XS8kQ6ANtPNZE3FnrHJkycrIrJNu+6663QO9yBt3bp1YeowrFXyuaeqIcXsNNYUqQ9Ic+PmxD72hNIpOZxkKgBYA4ZcB6EItZBvvvlGK9ZAIoFQ1Lp1a51WpGrVqp7x+eqrrxREVFIEfffdd/qeyjMUJFPujzzzQZRj78tJ+/TFGdrxv3NzeKT+cdVPVGf16aQaX3Ku7uKwU7up/buPpNqI1W8IAB0GH/l9oi6wdMpctfTteeqPHb+6Xl6jVSNNBqh7QYtY1afd97mVAPDTuk0hp/+29e654L1OZvk6VdV/8uVV1EmaCi9WtmpFdVyNSsokBZSocJyXS1O+THYSAMB75Yz5asX0BWrD/CPP9yZIhYsX1ZH+dTo2V1Wa1El5/KSDgoAgEAwCQgAIBkepRRAQBAQBQUAQSFsEPn1hhpo69KlQ/1vf2FOdM+iKpI8n0ahVDvVef/11fRBE3lle2sldzMFNixYtVMeOHT05CXGkFShQIOTk8zNwPw47P/VaZZPpWDP740Vam4N7ov/MqD2rDqK1ObB0+65///5q/Pjx8QxfrkkCAslcU/E6a5GUxsEbKe+qBQNqE+SFd0ZRBwET+8D8+fO1Q53c6r//Hp5PNQgCgFskt9V/L/sJDjr6+NprrykOw52WrgQAnPzkdka2n1zi5Bk/++yz9T7ux/Fv4cH9AIUInAMlSpTQeaDPOOMMnb/Xq4pAEOvKrCMRAgBpMCB6WFa9enWtXgABCycG40WhAucH65R9l3FHM36vplrEJZdcourUqaPeffddtXbtWnXw4EGNIU60Ll26qMsvv1znXU5XE2et+8y5RU47SzLvL7/8srr44oujTv/dd9/tmpoF4haRtER9o+xiGnvWqlWrFHnC081kTUWfMe6rEK3YTyzDqc19jD0sSENBAqUq09zSrgTZZqJ1jax/iZbY9mrNru6kLhje32txKZfGCPy+fZdaNHGqWjhxmvrXsWcyrFPanaGa9e6kTj7LnmJl+/rw58JYMOB4dbMNC5ZpZYBlU+a5fn903v8cVgVoo046IzmEylh9D/r73EQAQAreivTftWWbK5SVTj9F/bhyg/r3b/t9OxrubW6+VLW/7XJdZNcP29S2dZvUT19vVtv4W7dJf+bF8hcuGFIIyEonUEmnFShYrIiXy1OmTLIJAP/+86+W9udv3dwvXMddsGiRkLy/c89IGaCkI4KAIJBUBIQAkFR4pXJBQBAQBAQBQSA9EPho3Jtq9gOTQ509f+jVqkX/roF3PoioVQ75iEB+8803Y/aP3PNPPfVU1EhPt5z1MSs+XMCLw85rXW7lkumstdrzE61NNHSnTp3U3397ywWIM4nIGg74xVIDgSDWVNDOWpAhah2n9nvvvaej43FMEjGKkxIHJNHUl156aVzO4GjIE606YsQI3TbOqWiWKAGAvQunR6TI7Wj7CSQaIt9iRTPmBAEgNVZ26vciEQIA5AVSR3g1yABE3rJfuxnOfb8StzVq1NDKBkE77ryOKdFy4qx1RzAWAQBiJcSrDh06xJwCng3atWunVQS8GM5g1ukVVySfdOqlP37LyJqKjhjPjNw3TeMZhJQ1QRvPDfXr17dV26BBA7VkyZKgmwqsPiEABAZlxlSEU5Zo/1UzF4aN6ag8R6mzenfSEf8lKpTNtjHz7o4iACkCNi5e4dpu8XJlNBmgfpc2qvRJ5bKtb0E3lOkEAEgdOP1Xz/5U7d35myt8J595mqrd4SxVu0NTdUyZEmpItU6eI/mp0CQAuDVAlDrqABYhgP/6UQtABUWrBRikAJQDUtWSRQBYOWOBjvZfPWux69AhUBDpz1+1Fg1SFR7plyAgCGQTAkIAyCagpRlBQBAQBAQBQSDVEZh1/2T18VNHnOrdHr5ZNep5TiDdDipqlRyiTZs2dY18jdRRHCEff/yxqlvXHiVhlY+Uj9vLwNOZABBvtDbSvVdeeaVrbnYTMw59rbzpXrAMokyi+dqDUpWwxkKkI1G7pEZAahsHMA4PsK9QoYJ2qHTr1k0RpSaWMwhY+dq9tJ4oAYAIa1RLIlm0/QSJ2x9++CFmN4UAEBOiHCuQCAEAlRUzh7aXQUCgIZofaX+nffvtt6patWpeqrGVwRmMo439K91MnLXuMxaJAABBhJQ+9913n1aC8GqQqvr27atJVdEMtY9nnnlGoW6RriZrKvrMoeLiJINACjj33Cy58lhGRD/PTZaxp6HOU6RIeATopEmTtAS8aawtL2ThWP1I1vdCAEgMWVIqYUdnQP7w5VM/1o5/oq2dVqrSCdrp3/SqCxIDLICrf9++M0QG2LHxR9caK9avoRp0aa0adGmj8hcpGECr2VdFJhIA1rz/aZbT//3F6q997pL81VueHnL6Fzr2GBvgQRMAIs1mImoB1GmRArLSCGSlE0iFlClBEgDWfvCplvcn2h9ijtPyFsgfcvrXaNUw+3440pIgIAikPAJCAEj5KZIOCgKCgCAgCAgC2YfA1CHj1Kcvzgw1eMmTd6h6nc+OuwNBRq3iTCUn48qVK8P6w0E1MvbI1JPv3mk4K9avX68KFSoU9h0OWucBtNfDJCTLkZhOlqVqtDYRzMi2ky8a6V6k/0mjcMIJJ6izzjpLR2pz8JsdFkS+9qBVJRj3ihUrtFwyeUqjGdLKt99+uxo+fLjKly9fdkAmbRgIuBEAIGm4SQcnQgD46KOPdI7aaOaXAEAfN23apA4dOhSqVggAqbu84yUAEFXN/mrOM6OEFMA9ke+Q2F6zZk3Y4EuXLq1zGx9zjP1Al9Q5bdq0CSuPXDepXrjfku8dhRynJSuCN9kzJ85ad4QhAPTo0UOnkICcRhQ1REvIaTjp4zXWO9H9ixcv1uQl7tUQSFhfrKF+/frpNtPZZE1Fnj1Ij+xPpkE64lncLbe9W01uBIKnn35aXXvttWHFSQ3EmjONdxDSoaSqCQEgsZlJd2ftXwcOaol/pP737gpPO0XU7lm9L1Q1WzdKDKgkXQ1ZAVUA1AEO/hH+7k2zp55zpiYDnHpu0yT1Ithq031NgQbras3sI05/Fe4n1qDVat8ky+l/blOVr1CBiEB+8Zp/xZbGl3gjecWavUTVAgoWLayOq1lZqwUcX6PS4f+vpPIXCT8PitWXeL9PlACw/qOv1Aok/mfMV//8Ga7ASCoOK9L/lLZnxNtNuU4QEAQyHAEhAGT4BMvwBAFBQBAQBAQBvwi8fuNDatk7H4Uuu2LiPfoFPh4LMmqV/LO9evWydQPn6ZgxY3S0GU4QnBbkROZgmZz0pj3//PPqqquuChvGo48+qm677Tbb5zt37tQH1WKpiUCQ+dqToSoxffp0TSrB4eHVWNuQKsSyFwGLAMBe0rx5c3XRRRepzp07qy1btigcCqbFSwDASXTaaadpx0c080IAwEFLH/kjxQb7nrnOMoUAgNMbMheOa6+ErOxdOf5bi5cAwH6HUs3ChQvVggULtGP+hhtuUORbJyLWMqL9e/bsGXbve/LJJ9X1119v6zD3R+rij3o3bNignn32WXXhhReGynE/HTlypLr33nvDBrt69WpF+ph0skx01qYT/pnY10xcU/HuU875hQDpjL5324uirYvnnntOXXPNNbYiEH7Zq9jruG9znxgyZIh6/PHHbeW4F5LWJ5VJJkIASGxXSFdn7c8bftCO/0iO1SaXn6cj/sucnD5KO2vnfKaJAKtnLXKd1HyFC2hFAMgAJzaomdjEJ/HqdF1Te3ftDjn9v5m/1BWhPEfnORzlnyXvnyeNlTMSVQsoXqGsgxRQWZWtVjGhlUU6TVJ4OI33maPz5HHFu/cLI1zb/HbRch3lT7T/n3v3h5U5Kk+ekNM/3jO6hAYrFwsCgkDaISAEgLSbMumwICAICAKCgCCQfAQm9x6u1s05Eklz9SujVfWW/vOHuREA4o1a7dq1q5ZSN2306NFq8ODBYYCMGjVKO0dMu/zyy3UeW6fdfPPNtoNDpEX/+OOP5IMsLfhGIOh87clQlcCR1rBhQ9c870RX4sx0i6oFDOThOTRPN+NwAyc0B/Pp5qzF6U4E7AUXXGAj/QTlBGEukdDGQWEZqQBw6BKZbVo0AgAEphYtWqgqVarYrslkAsDevXtV0aJF025NRfr9BrmmIrXx2GOPqYEDB9q+Rnli7ty5cW8rkAIgNZkGMWDo0KFx15kTF2aiszYncJQ2jyCQiWsqiH0KYh3P+pZEO4ixl2/dutVVvj/SmuK5AhUBN3UTntVROOF56uDBcFnrdNijhACQ2G6Sbs5aInmR+ScPu9OKHV9KNevTSTv+iehNVyNie+mUeVoZ4IelX7sOo1TlE7LIAF1bq+Lly6bUUNNpTf364/aQ03/zV2tdccxbML92+tfp0FTVah9fMEdKTVCUziSqFgBB4jiUAmpW0uQA6/+LlvUWEAIBYPYDkz3DdVSeo9RDW46oK2z6Yo12+vO377c9rvXUOb+ZOq1jC1XnvLM8tyMFBQFBQBAAASEAyDoQBAQBQUAQEAQEAVcEnuk2SH332arQd9dOeUSd1NhfxJ9FAAgiarVu3bph8v/kMXbLn75kyRLthDWtVatWCtljpxFJO3Xq1NDHRDUS3ZipZuaM8yrDmipYBJ2vPRmqEm3btg1ztrF2IZ/wO8BIY4Gj3xkRjuzyokXu0TOpMgdu/YAAIM5a9xlC+vqUU05RkFcwohJJC4Ez3w8BINL8CwEglX8Z9r4F4ViLNVoOr52y7YmS2txyxMerhhGr/8n8PhOdtcnCy3pOSLdnhGThQb33nXGF+u2/P3tuokmv89RF993guXyqFAxin7rpppvUE088YRsSZFsISn4NUiUkJqL5vVqHDh00aSnVCYnDa3eP6OhxG2uRkseqhj3aqqrN66uqZ9XzCkfGlksXZy2p9RZOmqp2btoaNhcnnVFbO/2RYc8027n5J7V0SlaKgEh7Z+XGp4bIAP/JlzfHIUj1NbX9m++103/17MXqp7V2ErEFXsFiRQ5H+jdVNc6WPPCJqgUUKl40jBQAQQByhWnxEACun/aYWjEjy+m/5+dfXdc/e0Odjs11xL88k+X4FiEdEATSFgEhAKTt1EnHBQFBQBAQBASB5CMw9tzr1dbVG0MN3TTrCVW+TjXPDedU1KrbASZRjDgynEZ0EblKLTv//PN1bvtMtXR21gadrz1oVQnysTsjtIl6w+F73HHH2ZbUqlWrtCy8abzYE8mWL1++tFp+6bymIgEdhBOEulEWMPcT1ElQA4C4JASAyMtc1lT8WwBKI7/88outgt9//11H4MZj69atU7Vq1bJdWq9ePbVsWXgUYzz1Z9c1QgDwjjTrJW/evKpQoezLk+u9dzlTUggAMz0Bj5JNxYoVNSnQMlKV4Mh3Ph95qlAprRxw3XXXKdKcRDMc/tdee61ODcb6TUX7++BfWvr9i1dnK5x58RrPixABqh3+O75m5XirStvrUtlZu+fnXVrmn4j/f//+Jwzjht3bqbP6XKhOqGVXdUrbyYjR8U2frw4pA7jhweU4OFEGqNmmUY7BkIprasvy9SGn/87N4SQSwDqmdPGQ0//kpnVzDL90aThRtQDGWbLSCer4GofVAmpW0ooXC557JxAIarU7Q0f685vI85+jA6lTKhEEBIHcjYAQAHL3/MvoBQFBQBAQBASBqAj889ff6pFW16hd3/8UKnfbR8+qstVOTAi5ZEetIv+Po800Io+IQHKa01mCPDe5tTloXLt2rXbIlipVSuHw6NKliyKVAHlH09XS2bEWdL72oFUlILz06dPHtjT498SJE12XS9WqVdXGjUcINhSCRFC5cnod5Kbzmor0Ow6CAIDjHwKAZcwrzlT2PyEARN9BZU3Ff4epUaOGJh2ZRvRsuXLl4qp0+/bt6vjjj7ddy/pFgSedTAgA3mdLCADhWAkBwBsBwJnyBiSDItZCOnrxxRe1UhLPSpAMUDypUKGCatOmjerVq1cYWcn7qk9uyU1frNZO/2XvfJSUhoqUOjZEBoAYULRMiaS0k0qVpqKz9ocl69TCSdPUyhkLwqAqXKKYdvoj9Z+/SO4lV6149xNNBiAlgpsVOvYY1aBLa1W/a2tVvnbVbF1yqbKmNi5ekeX0f3+x2rN9lysGxcuVCTn9KzW0kzSzFbQMaixRtYBEoKjZupF2+PP3n/zpFQiQyLjlWkFAEMgeBIQAkD04SyuCgCAgCAgCgkDaIrB/9x/q4RZ91d5du/UYyJF2x6LnVYkK9ohmPwNMFgGAfKOvvvqq6tu3r+Kw37Ly5ctrZ74zAhLnPnnL/RjOFZQEqlev7ueylCmbzo617MjXHmmivKhKDBs2TN177722KsaOHauQw3WzM888U3322We2ryKltUiZBeTSkXReU37m24/s+YEDB7T0P6QVy9555x3VuXNn/U8hAERf0bKm4v/FFytWTO3ZY88f+scff/jKvW22vnz5clW/fn1bhxo0aKBItZNOJgQA77MlBIBwrHILAcD7KpGSsRA4+Mf+rGj/12arX74LT2FwVJ486n+HDsWqJvT9Ke3OUMdVr6S2LFuviAomijWSUQ51gCyVgHoqz9GZF0WaKs5a5mD5tI91xP+PK+zkO76rWK+GdvzX63S257nODQX3/fq7Tg9AmoCf1m5yHTIBB5ABGnRtrbzmYk8Eu5xcU+s+/Dzk9D+4Z5/rMEpVLqdqd2iqHf8VTvOuyJgIJrn92iDUAiJhWL3l6SGnf75CBXI71DJ+QUAQSCICQgBIIrhStSAgCAgCgoAgkCkI/L5tp3rgrN7qnz+znOrkQ0MJAMm5eCwoAsALL7yg+MNw5iOpvXPnTluXcIbMmTNHNWoULimIs7VaNf8v0CVLllQ4RYg6SjcTx1p8M+ZHVcJLC+RYJi3Ajh07QsX5XViHT17qSJUysqbCZ2Lw4MHq/vvvD31BDuO5c+eG/i0EgOirV9bUEXx69uyp3njjDRtgs2bNUueee24YiNwDWVumlS1bVhHFbxoR/eZnSHTj9C1SpEhYnZMmTVJXX3217fPu3burN998M1W2IE/9EAKAJ5h0ISEAhGMlBADv6ye3l/x20Qrt9Cevs5tVbVZPnXrOmerDx15Ve3dmkau9WLOrO6kLhvfXRXds/FGTACAD/LBsfcR84Fa9Jzc9TVVtlpUyoHyd7I2q9jK2eMrkpLOW/v594E+1cNJU7fh3m8d6nVqqs3p3UhXr14hneLnqmm1fb1ZL356rlQEi/SaqnlVPEwHqd2mdtFzo2bmmUFlcM3txyOl/6J9/XeccMo/l9M+NqT5S9YfgVAvY9NkqRdCMVzsqz1HqoS2zvRaXcoKAICAIJISAEAASgk8uFgQEAUFAEBAEcg8CRK881OKIE6DkicerWz54Ki4Zw6AIAG4R1OaMNG/eXE2YMCGik3/evHlaNtRptWvXVjVr1lT//POPjtDetm1bWJlzzjlHzZ6dfi9u4ljz95v1qyrhtXanPDzX+Ykw99pOdpSTNWVHGfl10ohYKiSkDFmxYoVNmlgIANFXpqypI/iMGDFCDR8+3AZYJAf8nXfeqR588EFb2R49eoQRCM4++2z1ySef2Mo9/fTTOn+205o0aaJQQDFt/Pjxqn//LEdUupgQALzPlBAAwrESAoD39ZMbS+7/bY/6nGj/V2erX7fYCVfgUey4Uqr2eWdpx3+VJnU0RCPrX6L27PjVM1wmAcB50fdL1oUIARADfvvvEXKpsywS61oZoFk9TQg4tlwZz31IpYLZ6aw1x/3zt1vUoonT1OevzgqDI3/hguqsPp30X5GSxVIJrrTpyzefLNHKAKgqRLL6F2WpArB+g7RkrykcxDj9V8/+VK3/6MuIXSf1geX0L12lfJBDlLqShMBH495Usx+Y7Ll2IQB4hkoKCgKCQAAICAEgABClCkFAEBAEBAFBILcgsHXNRjX2/9k7D3ApinQN/xxyFpAgOadDzjlIEEHEsKbFFdE1r2Fds645rHHNXjGBaxYjqKAIKojkDJIkowgSBQQk3Oerwwxz5nScru7pnvPV85zLXae6uuqtv7ur6k8D/hEfLjaoV495UrIKuQstqcsA4LjjjlOeamZl8ODB8sADDwgU+kYFYbq/++479Td58mRZvny5vPjiizJkyJB4dRgB3HfffXlCu6PCwoULpVmzZpGafirWrKfLa1QJJ8IARVTLli1l6dKluarDoASGJVErlKncMwZv/4kTj+X5vfrqq+Xpp5/OVYkGANZSTpk6xgcGJUg9k1xuvPFGueOOO1Rqm8OHD8sbb7yhPPXBLrF89dVXeQzdRowYIZdddlmuekiHg+8fIg7AaGXPnj1y++23y1NPPZWrXsmSJWXDhg2C72+UCg0AnM8WDQByWO3fvVdWTVsoyN8+5ZVPBB6bTkv9rq1k2Mv/lmKlSzq9JKPrZapMLZs0S3n7L/zie8P5Q4hnKP2bndxFSlXI/c6c+5G5gtNMGFqfbh9GHiGrf5o6XxkEIDoA/t2/+w9T+YKCEYrUht1zUgYULhaN/NN+K2uTgS2dNFN5+y//dnYellWb1lVK//bn9M/o5zjIwR0+dCgnRcDoCfLTDwsMb41IhDAEaHtmX6nSuLbn7vkhUzt+3hJX+q+aZjwOdLxW26ZK6d9iYDcpV6Oy57GwgWAJ0AAgWN68GwmQgDsCNABwx4u1SYAESIAESCDfE1g9c7E8f/q/4hzqd2sll73zH1dcdBkAwCsS3pFWpXDhwoIQxn/7299c9TG5MowCPv3001z/GYYBUMBEqVCxZj1bXqNKOJEFKISfffbZXFX79eunUlVEsVCmjs3aW2+9JUOHDo3/B6QLQaqRcuVyp0uhAYC1pFOmcvO55JJL5OWXX84DrUiRIlK1alXZvn27oTEcItzAACC57N+/X9q1ayeLFi3K8xvSAFSsWFFFvkFqneQSxe8exkADAOdfl0xV1toR2LN9l1L4rz6q9N+46Ce7S2x/r9elpVIAZ5/UWcpF1NPadpAOKmSSTP2+eZtMf2ucUvxDuZdcyp5wvMrr3GxAV6nTIdsBHX+rbN+4WVb9sDAeIWDDwhWWN6zToZk07NFapQyo1baJv53z0Lofylqj7vzw+lil+N+yakOen5ud3FW6XTQkHtXBw3B4qQUBPGcqRcDorw3nAZdWza4XNwYoWb5MSjx1yRRSdMQ8/TcsWG7al3pdWkjzgd3UX5lK5VPqMy8KBwEaAIRjHtgLEiABYwI0AKBkkAAJkAAJkAAJuCYA74eXht4evw4W6xeM+LfjdnQZACTeEIqK1atXy5tvvimPPfaYQMERK8hvjFD+HTp0cNzH5Ioff/yxnH766bn+cxRDtlOxZi0CXqNK2AkYlHhQ5iWWsmXLyoIFC6RmzZp2l4fyd8pUzrTs2rVLeWonpgwpXbq0UtAmF3h1Jxfkaof8ValSJU94drOJ9+NdGgYho0zlngV44yOizaRJzj1G69SpI1OmTDGUP7SOiDeIVgFvfqdl4MCByhCuYEF3UX+ctu9nPRoAOKebScpaq1Hv+nWb8u5XXv7TFsqvy9c6h5RCzWrN6kuzAZ0l+6Qukt9yOWeCTC35apoK8b9kwnTD2W/St2OOt/+ALoIw+2EtiOa2avoiWYfoAHOWyrb1eVMWxPqOkPaIDqBSBvRoI0j/FpaiS1lrNB6kZpj88kcq1H9y5I+ChQsppT88/o+rWjEsOPJNPyCzsz/IiQywf49xZIvGJ7aXtmf2kVZDerni4kWmNixYkaP0H/e9bF6x3vS+jXq1jSv9w/yecAWOlYUGABQCEiCBMBOgAUCYZ4d9IwESIAESIIEQE1g0bqqM+vu98R52OPckOeuxfzrqsd9Kq1GjRsmFF16Yqy/9+/eX8ePHO+qfUaUlS5bkyuGNOq1bt5Y5c+ak3GY6LqRizZq6n1Elxo4dq4xIkFYiVmCcgv9+8sknp0MctNyTMpWDEalEevbs6ZlptWrVHCtl/X6Xeh5Mig1QpvKCg1HbnXfeKU888USud4gRYij2kRIAxiRWZePGjXLVVVfJJ598YlkPCv8rrrhC3RtRdcJepr4+Nk8XDx08KPsPHJDixYoLcq8mly4XnBL2YQXWv0xQ1hrB2r7h16Mh/Repf39bvdGSaZnK5aVupxZSt1NzmfDUW7Jr01bHc3BctYqyY2Ne7/BYA1CkIipAs5O6SJ2O0Uol5RhCQsWoyhQ8j6H0h7f/71u25xk6FMCtT+ulvP1rtsmbqiUVVkFfs2LyXFk9Y1FOuoA5S2Xf73tMu1C+ZpWcdAFHjQKKlSoRdHfj9/OirDXr9NrZPyrF//wx3+WpglQJ3S8+TTrzW5G2OU++MRTuMAbAmYRRKViokIoK0ObMPrmiNHw34kP57IG8UZWOHBEpkHd5oJp+8KdPBe0lFnxHYkp/q/d9dv9OcaV/kRLFQsOPHdFHgAYA+liyJRIgAf0EaACgnylbJAESIAESIIF8Q2DOhxPl7WseiY8YeWSNAAAgAElEQVS3xyWny+C7cucVNoLht9Lq0KFDSvHx22+/xW+PnMY4gCxRIrXDqk2bNskJJ+T2fEEYb4T3jlKhYs35bOmMKgHPXXjPJofUfumll1Te7igXylTO7C1evFiaNfOuyKEBgKg89rt371b57aPobW70PE+bNk06d+6c66dUosjAY/+1116TiRMnCgzTEP6/ZMmSgggS3bt3l7POOktg8OamwJANhnOIGLBq1SrFHmkratSoIUgjcMEFF+QxgHPTftB1H+n5d9nyk/PIBsjbfPbj1wfdzdDeL6rK2mSgUPDHvPvh6b99w2ZL5lDm1u2co/Cv16m5HF+nWrz+g52GCQwInJbOFwySU++6XBaNnyqLx01VCqpkT+JYWyXKlVaGAIgM0LRfR6e3iFS9qMnUws+nqDD/y76ZZcg55umPf4umUQmuWwj27vhdVnw3R5DuDcYA6+ebhy/HvWu2bhw3BqgbsCGLTgOAeZ98oxT/6+bmjc4Eb/JuF50m8NxmCSeB/bv3qvQAsz+YYDiH6DWMstqe2VdFBvjx6xky5t4RrgbznzVjlQHA0okzZeEX38uicd/L3u2/G7ZRICtLEB0xFt6/YKHoRU1yBYeVVQQAyIabcuWHj7mpzrokQAIkkDIBGgCkjI4XkgAJkAAJkAAJgMC0Nz+XD25+Og6jz9XnyoCbc3vfJ5Py2wAA90N+49mzZ+e69cqVK6VevXopTdzcuXOlTZs2ua5t27atzJplfDiY0k0CuIiKtdQge4kqMX36dKVEg1ItsSBVxb/+9a/UOhSiqyhTOZOxefNmpYT1WmgAkJkGAF7lgtc7J0ADAOesjGpGTVkbG8OmZWtVSP/VR0P6I4y3VYE3c72jHv5Q+uN/m5VUDADOePDqXM0tnTRTGQIsHveD7N66w/BWWQWzlCEAFMuIEIAQ7JlQoiBTW9f+ojz94fEPRXhyOa5aJWl75onK2796iwaZMC22Y4ARzfLJc2XNUYMAMDIrhYoWlobdj6ULqFS/hm37Xip4NQD4c9+BnDD/r3xsGN2h64WnSreLh+QyBPLSX14bDAEY/yE9ACIDIIKHUSlXrZJs32htEJZ8XcvBPWXxl1Pl4P4/DdssXKxIXOGP9zcLCZAACZAACYSFAA0AwjIT7AcJkAAJkAAJRJjA5Jc+kk/veTE+ggE3DZM+15xnOiK3BgBr166V2rVr52qvadOmyuPWrCD/8Zo1a3L9jNzciSGR4dEPz/5YQTh2HFKWKlUqT7OvvPJKHk/ts88+W959991IzRyVtalNV6pRJRYuXKjCwsNLN7Hcfvvtcv/996fWmZBdRZlyPyGIHvLTTz/luhAyctxxx7lqzO271FXjaayciTKVRpz57tY0APA25VFQ1mKEKpf5tEVK6Q9P/73bd1kOvGLd6sq7P/bnJn/3pOffcw2195Vnm16zZtaSo8YAU+W3NT+b1mvQrbVkD8hJFVD2hONd9yEsF4RZpuZ9+q1S+q/8fp4hrmYnd5UWg7opo4zCxYqGBWla+oE0ASsmz5G1s5aolAF/7Mxt2JrYKTxfDZAuoHtrFSWgRLkyWvucqgHA5pXrleJ/2huf5+lPueqVldIfof7hxc0SbQI/TZ0fjwxw+NBh7YMpXqZkXOmPSBEsJEACJEACJBBGAjQACOOssE8kQAIkQAIkEEECXz/9tox7ZFS854PvulR6XHKG4UjcKq2gDEKIY/ybWGbMmCHt2+fdcH/zzTfSu3fvXHXLli0r27ZtEyj5YwV1UDexPP/88yrXcXJB6GaEcE4sL7zwglx++eWRmq1MVKzpCq1tN5Fuo0ogPQRCcv/6a+6wwRdffLG8/HLe3JN29w/r75Qp9zNDAwBrZpkoU+6lxNkVBw8eVBWR5oYlhwANALxJQliVtevmLs0V0n//7j8sB1q5Ya24sh8h/UtXKu8NjE9Xb1q2Jm4MsGHhStO7VG/ZUJqd1FlFCKjSqJZPvfGn2bDJFJTAytv/rXGC8OHJpVz1StLurH7K279qdl1/oES8VaS0WDF5rvpbO/tHwfNpVao1r68MARAloH63Vp5H79YAYNmkWTL5lY9k2Te5o8OhI/W7tlKK/+z+udP0eO4kGwgNgbkfTVKRAZZ9m3f+3XSy1PHHKaV/i4HdtMixm3uzLgmQAAmQAAmkQoAGAKlQ4zUkQAIkQAIkQAKGBL54eKRMfOad+G9nPHS1dP7boDx13RoAoIHTTz9dPv7441xtwZsfCvtTTz1V5YmGl/aYMWPksssuU+G4E8tFF10k8OJPLCNGjFB1E0vx4sXlxRdflPPOO08pVPbs2SPw1n7qqady1YNBAnIxu/XYTbfoZKJiLRUDAL+iSsTmd/369dKtWzdZt25drikfPHiwfPTRRxmT1xyDo0y5f6ppAGDNLBNlyr2UOLti165d6n2CbxJLDgG3BgDtzu4n5zwR/XQsuuY/LMra1dOPeffDwx8KR6tStWndXB7+JcuX1YUksHZ2bNwii8ZPVQYB8F41K8fXqaqiAmQP6CK12zUNrH+p3igsMoWw4FD8Q7aMSvOTu0rLU3sqb/+ChWlU5Wa+d/26TUUHUAYBc5YK0geYFXjXK2OAHq2lQfc2ckKTOqZ1p44aI1/8Z2Se348cOSIFCuA/q/+Tq9wx8w0pWionfcYP//tMefwjNHxy6fjXAdLtotOkSuPcUebcjJt1o0Vg92875P0b/ytLvpruquPdLhoiLU7pIXU6ZLu6jpVJgARIgARIIN0EaACQ7hng/UmABEiABEggwwh8ctf/qXyKsXLukzdI27/0zTXKVAwA5syZI506dcoTBQANI2R/xYoVZcuWLXnyrON3KEaQLqBWrdweU/v37xd4dS9alPcgMNYm0gbs27cvzyzdd999cscdd0Ru9jJRsZaKAYBfUSUgEDA+gef/8uXLc8lHly5dZMKECQIjk0wqlCn3s0kDgGPMXht+dx6AONiHZ3uhwoWkQNLhPnJi//XZm91Dz9AraACQd2L/0224bF1jnqvaSBTKVK4gx1WrKMgNfFzVSsf+/2oVBbm/S2oOXx1mcUyHsvbQwYM54fynLZTVR0P64z1gVZCH/VhI/xaCcMyZVPbt2hM3Blg8/gfToZWqUFZFBYDSOqxhqNMhUzFgm5aukWnw9n/zCzm4/0Aejgj73uG8k5S3f9QiK4RZ3hHZYsV3c2XFlByDAKsUHaUrllMGATkpA9pI6Url4kODAcBHtz/naqi3THlVpr89Tin+k3O2417dLj5N/RUpnr9TOriCmkGVvxvxoYy5d4SrEf1nzVgpyEhLrpixMgmQAAmQQDgI0AAgHPPAXpAACZAACZBARhEYfdOTKqxmrPzt/26XFqd0j//vVAwAcPHIkSPl73//u/L0d1qKFi0q77//vsDz2qhASdunTx/lze+0DBw4UD799NNIenFTWXtslv2IKoGQpL169ZL583N77jVt2lSmTJki5codO9R0Km9hqvf9yE/zdAfP44H9BwTPdYGsvJ5YXS88NUxDcNSXVIxKHDV8tBINAI7ReqLfFfLLj6sd42t9Wm8aACTQogFADgyEoF46caYsnThDrMKoOxa0pIpFihdTRgEwBiiHf5WRwNH/H0YD1SpmjHIgCGXtgb37ZNVRRT+U/pg/u1KzTWOl8Ec4/7qdWkiREsXsLsmc34/IMWOAcVNln0HYegwWXuswBMg+qbOKEFA4JArOIGQqebJnvjNeeftD+WxUEMa79em9Fa8COa7kLD4SwHO+fPIcWTllnqybs1SsDHxOaFw7xxigRxv5bc3P8vEdz3vuGSJlQOnfcnAPz22xgWgToAFAtOePvScBEiABEnBHgAYA7nixNgmQAAmQAAmQgEMCb1z5kMz/9Nt47WvGPiU1WjVS/ztVAwBcO3HiRLnyyitl2bJltj1p06aNCucPL3+rsnHjRrnqqqvkk08+sayHMMtXXHGFPPHEE1K4cGHb+4exAg0Ajs2K7qgShw8flq5duwqUx8kF6SrKlrUPR4y0E0YRKcIiS08PukbWz88d2cCqbzhgv2BE9CJlhIV3fugHDQC8zXJ+NQDYu+P3owr/mbJ00kz5Y+fulEFmFSoohw86Nyw0u1GZSuWVUYBZJIGohKT3Q1mL+YECMKb037Bghe181WmffdTDv4X6t1DRaK67bAeaQoWV389TaQLwt/OX30xbaNizrTQ7qbNKFQD5TFfxQ6aMxrJx4Uql9Mff4UOH81QpX6OydBw6UBDqv2K96unCke/vu3/3Xlk+ea5KFwBZNgrPrwtSmzP7SPeLhkj1lg11Ncl2Ik6ABgARn0B2nwRIgARIwBUBGgC4wsXKJEACJEACJEACbgi88rd/q4N5lMa928vwkfdIVsEsTwYAaAuhob/44gsZPXq0zJw5U3nv//HHH0rBijD/SBVw1llnKU9sNwUK4VGjRilP7VWrVql0AvDYrlGjhvTt21cuuOACyc6OTu6/58+4IU+4U3jcHDp8WAoWzMoTWrtUxXJy0ch73CALRV0v3to6o0ogVYTX8P4wMoF8h7XQACCsMxPdftEAwNvc5ScDgA3zl8uPk+DlP1N5kJoWOPNaR4/PdWn7c/rLafddKds3bJbtG39V/+7YuDnnf2/4VbZv3GypZHU6g/DGLnc0vYBZJIEg847P+XBirpRNsXEgqgs8orOysvIMbdgrd0nZKhVsh4w8y0rhf1TpbxflA/dLDOeP/x/rRRZ7AjCmiBkD/Lp8rekFNVs3iqcKqFS/hn3DGmv4aQBw5PBhFXUMSn8zw5IWg7pL27/0kab9OmkcFZvSRWD7+l9VdAAYBPw0db7s3rrTU9NIBxIL81/iuNKe2uLFmUeABgCZN6ccEQmQAAmQgMXW+IhdYjXSIwESIAESIAESIIEUCfy5b7+MOO82WTNzsdRs3VgufPUuQe5FlmAIwABg9YxFjm/WpG/HfGcAADi6okrQACCvqDECQG4mBw7k5B8uUqSI4+cy0yvSAMDbDGeyAcD+PX8c8/KfOMNSKVSxbnVp0KO1NOzeWsbe/4r8tnqjY7AwADj78ett6+/c9Jvs2LjFwFAgx2gA/fVakPsa6QXKHY0kkGwogHzvugoMAN6+5hFXzd0x601DA4AdP2/JFdLfzqMXhg4xhX+9Ti2kTsdmrvrBysYEIPcxYwCrtArwfs9JFdBFarVp7DtOPwwA1s1dKtPf/EJmvDPesP/la1aRTkMHCpT/FWqf4PsYeQN9BGDIAWOAFUgZMHW+HDnswqJLRO5f+pEULVVcX4fYUkYRoAFARk0nB0MCJEACJGBDgBEAKCIkQAIkQAIkQAK+EtizbZf839k3ydY1P0ufa/8qva88S7IKFvT1nmw8hwANAMY6FgUdUSVoAJAXNw0AcjPJZGWt44ctqSINAFIll3NdpsnUz0tWxZX+dgZsjXq2VXmiG3RvLVWb1o2DfKTn312FlHZqAGA3UzAAUJEDNm45GkEgJ3pALKIAlOReS+FiRXLSDCgjgYqGKQcKFXEWKt+LAcDWtb/kCum/bd0my6Eh+kG9Ts2lbqeccP612jbxioLX2xBAFIaYMcCyb2aZ1oZhbo4xQGdp1Ms6ZVaq0HUZABzc/2c8xL9ZVIkWp3SX9mf3l8Yntk+1u7wuRAS+HzlGPr7jOVc9ogGAK1z5rjINAPLdlHPAJEACJJCvCdAAIF9PPwdPAiRAAiRAAsEQwAH4C2feoA7BETq2ZpsmMuTey6VsleOD6UA+vUt+MQDIp9OblmEzBYA37JmmrPVGQwR5gB/vc7lSkjotx1WtKF2GDZYarRtJzVaNpEiJYk4vzch6UZepg/sP5Cj8J82UHyfOlF2btprOEzx6kdMcXv4NureRYqVLGNZNlwGAEwFDvnbIOwwFVDQBZSBwzFAAz4TXAoXucTAOMIkkUOr449QtUjEAgKJ4/fzltikRMDc5Hv45Cv8azL/tdVo9Xf/n/gOyeNzUHIOA8VPl0AHjVEOFixaR7AFdpNlJndW/To1J7Drn1QAAxkAI8z979ATDW1WodYJ0HHqytDq1l5SrXsmuO/w9QgSmjhojH91OA4AITVnouwoDgD/35UTkclp6XfkXKViokNPqrEcCJEACJEACoSFAA4DQTAU7QgIkQAIkQAKZTWDzinXy7GnXyx87d6uBVm5QUy55+0FtRgB79uxR7ZYsWTKzQboYHQ0AXMBiVUcE3BoANOnTQS4ada+jtvNDpagra3XMkRsPbyf3q9ywljIEqIG/1g2levMGTi7LmDpRlKlfV6yLe/mv/H6e5VzAux9/Dbu3kWrN6zuat/273YfiD0u4aBgAxCIIqGgCP8eiCeQYCuiIIlCoaBEVPQBh+DctM88Z7wj20UolypWOK/vh6V81u56by1k3YAIwuolFB9izzTzfeuPe7VVkABh+xAxHUulqKgYAiKgx/a0vVJj/zSvXG9625eAe0uG8AdKwR5tUusVrIkCABgARmCR2kQRIgARIgARIILQEaAAQ2qlhx0iABEiABEgg8wggp+PTp1wrRw4fVoNDCFgoB0scV9rzYH///XcpUKCAlCpVynNbmdIADQC8zeShQ4dUAwWZskJ5qS78bIqMf/x1ObBnnyuwJzStK416tlGeu/AGLVgo/6YAiaKy1tVkG1SGhzc8u6FwQhhqeED7WbIKZiljgGNGAY3k+NpV/bxlWtuOgkzhmx+TAcgBFNlmBREeGvVqqzz8ofjXsT5I6wT5cHMYASB6wI6fkW7gWCQBZTCwYbPs+z3HINLPAmVwvaPe/fDwr9K4tp+3Y9s+Elgzc3HcGACpHcwK1uw5qQK6SMW61QyrzXh7nKyavijPb38eOCAFsrKkkIEH7eA7L5WS5cvEr1n5/Xyl+J/3yTeG94C3f6ehA6X1Gb21GRH7iJdNeyRAAwCPAHk5CZAACZAACZBAviZAA4B8Pf0cPAmQAAmQAAkET2DV9IXywpk3xm8MpeDwV+8SeKR5KTQAyEvv8b6Xy6alaxxjxSH+FaMfdVw/0yvmd5lCTucFn02WBZ9NkfXzlmmZ7qysrJwQ3uqvjYoEkp9KFJS1Oubj1+Vr42HdV01bKIcP5Rh9GRWE8D+w17lRSf2uLaV+t9ayfu4yJZe7Nm+z7TKUyCpCQMwwoHVDKVUhJwx61EtYZeq31RvjMrDsm9mWmPHtadQTSv/Wao5YvBHY9/venBQDykDgaASBo4YCykjARcqN5J4MvO0iye7fWSrVr+Gtk7w6lAR+Wbomnipg46KVpn3EtzuWKiDxmYUBwPs3PulqbHcveE8KZBXI8fZ/a5xsXfOz4fXw9ofiv363Vq7aZ+VoE6ABQLTnj70nARIgARIgARJILwEaAKSXP+9OAiRAAiRAAvmSwNJJs+SVv90RHzs8ioa9fKcnFvldWQt4ONhXXpbIpfzVdDly5IhrpvCswuF+0/6dpF7nFq6vz6QL8qNMQWkHhT8U/xsXmh/+65pnePvCGADKvzodmwlyV2dyCauy1itzKPjx3oF394rJcwVyZFZKli8rSA3R+MT26t9nh/xTfvlxteMutD6tt/z12Zvj9eENDUOAdfOWxY0CDvyx37a98jUqJxkFNNKW79r25horhEmmoOiPyYGVDOA5x/zDy79h99ZSskJZjUTYlBMCeG6gcJ3w5FtOqsfr3DHrTSlbpYKra1g5mgRgKLJ43FQVHeCnHxaYDqJMlQrS7CREBuis1qFuDQCa9Ouo1qxGBdFbOg49Wdr9pa+UyvD1QTSlxP9e0wDAf8a8AwmQAAmQAAmQQOYSoAFA5s4tR0YCJEACJEACoSaw8PMp8vql98f7mKzUcdv5/KisBaOfps6Pe1nqyuUbY1+0VAnJ7t9JmvbrpP71GqXB7Zymu35+kSnk1o15+v+yZJUpdoT/Rfh2NzmoG/Vqp0IGL/9ujvpDfmurUqtNY2UQAMVgzTaNMy5dQJiUtV6fr0QP79Uzl8iBPeZ516u3bChNjir8kz28n+h3hScDAKNx4F2YaBRg5cmaeH3VpnUTjAIaCtJXhL2kU6YQyh9GH/iD8VksvY8Rs1rtmkrjXu2Ulz/eJSzpJzDnw4ny9jWPuOoIDQBc4cqYyn/s2i2Lx/2gjAEWf/mD6bgKFSksBw/86XncrU7tqRT/9bvS298zzIg3AAOAnZu2uhrFiVedI0VLFXd1DSuTAAmQAAmQAAmQQCYSoAFAJs4qx0QCJEACJEACESEwe/QEeee6x+K97XDeADnr0etS6n1+Udbu+nVrXOGyaPxUOXLY3Mu/RNnSsnfn7455Fi1ZXPZbKPGgmM3u10lFB4DndqaXTJapTcvWKE//hZ9NFivDEYTmbj6wm7QY2E3g5ff0oGtk/fzljqce114w4li0j3VzlsaNAVbPyJsnOLFhyGMsVUCdDs0yIl1AOpW1jifNouKyb2ap9w+8Qa289gsXK5rj5d+nvTQ5sYMgX7hZee706111rVy1yrkiADi5+PDBQzkRAo7+rZu7TKxyXcfaLFS08LG0AUgf0LqRlKte2cktA6sTtEyt/H5e/Bv064p1puNE2gV4+eeE9m8jpStldnSPwCZc441oAKARZj5qCtGllCEAogOMnyr7d5sbf7nBcnydatJp6MnS/pz+UqJcGTeXsi4JkAAJkAAJkAAJkAAJkIABARoAUCxIgARIgARIgATSSuCH/30mH976TLwPXYcPkdPuu8J1nzJZWQtFqfKwnDBDfllqHir7+DpVpXHv9tKodzv17/Nn3CB2StZE0E36dpQh91yuvLuWfDnNMuRrtWb1VGSApv07S/Xm9V3PVxQuyDSZ+nnJKuXpv/CzKQKvf7MCD10o/JsP6iYI155YvBoAJLb1574DsuJoZABEB9iyaoOlWFSsV10pE5H/t2brxpFMFxC0stbrc7Z9/a/y46SZap5Wz1wse7buNG2yUoOacS//el1aer2179fv3b5L1s1bnssoYM828/HFOgRjBkQxqNmqUc6/rRtK8bKlfe+v2Q38lqldm7bGU8vgO3Rw/wHTsdZo2TAe2r9Oh+y0MeGNnRGgAYAzTqxlTWDFlHlxYwBECXJbmp3cVboNP1Wi8N1wOzbWJwESIAESIAESIAESIIF0EqABQDrp894kQAIkQAIkQAKKwLcvfiBj73spTqP3lWfJwNsudkUnk5S1u7fuiHtYIlUC8mublUSFPwwAEksqBgAXjbwn3gTCtS/+cpos+Wqa+tdM8VO2yvEqKgDSBCDke6aUTJCpDQtWCGQIiv/fVv9sOjXw1oa3fvOBXaVY6ZKm9Q7s3ed6eouUKObomu0bNqvoACsm56QL+GPnbsvr6ndtKQ17tJXa7bMjky7Ab2WtI9A2lWIe3qtnLJZ1c5da1m4MY6M+HZSXf/maVXTcPq1tbFu3KU+kgEN/HrTtE969iUYBNVo3kqysLNvrdFTwQ6ZiRmdQ+MNwyKwgTQy8/FVo/x6tBd8ClugQoAFAdOYqKj0d98go+frpt1119+4F70nJ8vT4dwWNlUmABEiABEiABEiABEjAAQEaADiAxCokQAIkQAIkQAL+E5jw5Fsy/rHX4zfqf/350u/68x3fOOrK2rVzflRK/8Xjf7AMrV2+RhVp2q9j3MvfCtDrl97vmF+sYmK49uSLl387WxZ/NU1FBzDLA1+wcCHJ7t85xyCgXycpVsZcmey6cwFfEFWZQnhzhPZHiP9t6zeZUms2oMtRpX83KVysSMB07W+HVAPKIOC7OZbRKNBSqQrHScOebVS+4JptGoc2XYAfylp7ktY1kFt36cQZ8tPU+QKlv9mzjVaOq1ZJefnHlP4Fsgp4vX3or/958U+5IgVYpT5IHEz1Fg1yGQVUbljT01jNDBHsZArvZLuye+tOJQP4BuHPKhVM1aZ1c0L792ordTu1sGuav4eYAAwAEMrdTRly7xVStkoFN5ewbj4iMOPtcfL+jU+6GjENAFzhYmUSIAESIAESIAESIAEScEyABgCOUbEiCZAACZAACZCA3wQ+f+hVmfTce/HbDLr9Yul1xVmObhs1ZS28m1VY/6+ny/yxkwU5qs2KlZe/Izg+VNq46CcVGWDJlz/IhoUrTe+AHPJIFYDoAMjvGqUSJZlaO2uJUvjD099MgZtVMCuu8G8xqJsUCMhDWcecQ/kJY4DY32aL3OO4X9XseipdQK12TUKVLsBOWauDlZM2Vk9fJMu+nS1rZi5Wof2t3j91OzaLK/yrNK7tpPmMroPUFevnLVN/647+i+gVdqVIyWLH0gYcTR9Q9gTnHvMLxk6W/13+gN1tcv1+69SRppEZ1s1ZmvMNmjRTNsxfbtpuoaJFcow+TmwvDXq0kXLVKrnqAyuTAAnkHwI0AMg/c82RkgAJkAAJkAAJkAAJhJ8ADQDCP0fsIQmQAAmQAAnkKwIf//t5+f61T+NjPu3+K6XrhafaMoiCshbh2KFwQUh2q7DKx1WtKPDOboTw2r3b24493RV2bvpNRQVAmoBl38wy7Q5yhCMqAKID1G7XNN3dtr1/2GUKSlwo/KH43/XrVsPxFC5WVJoP6iYtBnaT7JM62445KhWQZzjRIAD53M1KVqGCyhigXucWUrNNk7SmC0iXAcDu33bI0kkzZdX0RbJmxmLZsmqDKa8S5coc8/Lv00GKliweFbFIWz9/37L9qFHA8rhRgF0KC3S2TJUKeYwCipYy5u3VAEAZnU3K8fDH394dv5vyqtywVk5o/97tVFQNFhIgARJwQoAGAE4osQ4JkAAJkAAJkAAJkAAJBEOABgDBcOZdSIAESIAESIAEXBB474b/ysx3xsevOOuxf0qHc0+ybCGMytr9u/9QCpfFX/4gC8ZMlkMHzXNJN+zRRpr07agU/sgnHdUCT22MVxkEfDVN9u3aYzgU5HvNiQzQWf0bxlDiYZQphGmPefpDqWtUkHYBCv/mA7spJV5+KIhCgVQBMApADnurUu1BqeIAACAASURBVK56JWmI6ABHjQEqN/AWmt0N3yANANbOWSorp8w96uW/RPbv3mva1erN68e9/JFCgcU7gS2rNuaJFHDk8BHbhis1qBE3CqiBSAEtG6prUjEAuPC1u+WXJauUwn/t7B9N743oIPj25IT2b2caNcC286xAAiSQrwnQACBfTz8HTwIkQAIkQAIkQAIkEDICNAAI2YSwOyRAAiRAAiRAAjkE3rzyIZn36bdxHEOfu0VaDelliicsytqfF0PZMkOF9UfuaLNSplJ5aXFK98h4+acql6umLVSpAhAd4LfVG02badq3o4oMAGOA0hXLpXo7rdeFRaZWTJ6rPP0XfjZF9ph4upeqUDYnvP+gbtKgW2utHKLW2OFDh5UhQI5BwGzZtGyt5RBqtWsq9To1V5EBarZu7Kv8+WkAAA9vROBASH94+VtFGYmHde/TQZr06eDrmKMmP372F6H2c9IG5Pxrl8oCfSlQoIDUaN1ISpQtrQzKdBWkZIHCH+H9Edof92EhARIgAS8EaADghR6vJQESIAESIAESIAESIAG9BGgAoJcnWyMBEiABEiABEtBE4MiRIzLyonuU8jhWLnzlLtMw5ulS1iIfNJQyi774XuaP+U7gAW9W6ndtKdkndYm8l3+qUwxlF6ICIDrAmllLTJuBEhbGAEgXkM6c4+mSKYCBIhee/gs/myx/mERRKFvleKXwh+IfedpZjAkgPUIsXQCMAnZv3WmKqlipEtKgZxup1bqxL+kCdBsAIK0IjGzWzFysFP9mUSEw4Ir1qitlf5MTO0j9bgzrHobnZf+eP2T93GXxtAEwCti1yTidh47+wrs/FtofBgAsJEACJKCTAAwAvnvpI1dNXjH6UUFUKBYSIAESIAESIAESIAESIAG9BGgAoJcnWyMBEiABEiABEtBI4MDeffLa8LuPhfQuIHLJmw8KwuUnlyCVtfAohmHCgrHfycZF5l7+JSuUlZan9JAmfTsopT/LMQJ7tu06GhngB/WvWWjs8jWrKEMAGAQEnYs6SJkCmR+/nhH39Idi0KiABxT+CPHPUO2pPVGIzBE3CJg817KRSvVrSN2OR6MDtGksTtMFmCnif9/9uxTMKiglSpQwvG+p44+z7A/eiYgIEfPyXzvHPKw7GmrUq600PjHHy79CrRNSA8arAiWwc9NvCUYBy1UaAbP3gV3Hyp5wvHp/xkL7ZxUqaHcJfycBEiABEiABEiABEiABEiABEiABEsgAAjQAyIBJ5BBIgARIgARIIJMJQJH22kV3y7o5S9Uwi5ctJcNfu0fqdMjONWw/lbWHDx5SOZQR1h9K/4MH/jRFDmUhvLKh8D++TtVMnhqtY1syYbqKDABjgN+3bDdsu2jJ4ipFgIoO0L+TFC5WVGsfkhvzU6Zi90JqBHj5I8Q/okkYFXhuQ+EPuarWrL6vY853jR85EjcGgFHALz+utkRQr0tLqYVUATbpAiDHMF5yU26c9JIg/3tyQZ9iHv74d/uGzabNQuEb8/Jv3KeDILc7S/QJ/LpinUwdOUamjhrjajC3Th0pMBpiIQESIAESIAESIAESIAESIAESIAESyF8EaACQv+aboyUBEiABEiCBSBLYtn6TSgcQU85ByTX81bulWvNjylDdytotP22QReOmynx4+S9cacoNBgktB/dQqQno5a9HvNbNXaqMAZAuYNPSNaaNNujeWrL7d1ZGAeWqV9Jz84RWdMtUrOmFX3wvCz+bopT+ZikjTmhSR3n6469Ko1rax8YGjQnA+ARpAmIRAsyMUXB16YrlpHaHbMN0AV4MAGBg9NMPC5TSf82MnND+VqlFYAwV8/KH3LBkJoEFYyfL/y5/wNXgaADgChcrkwAJkAAJkAAJkAAJkAAJkAAJkEDGEKABQMZMJQdCAiRAAiRAAplNAGH3R150t2xd+4saaOlK5aTHJWdImcoV1P/et2+f+rdYsWJ5QMATH3nl7cqSr6YrD394+h/cb+yNjTZqtWuaE9q/Twd6+dtB9fj7tnWblCEADAJWfj/PtLWqTevmRAbo10mqt2zo8a45l+syADhy5Ehc4b/gsyly5PBhw/5Vb9EgrvSvWJf5ubVMosdGYHQEY4AVk3OMAsxSVeA2UL7XatNERQf4c99++ej251zd/eSbh8vWdb8oxf/mletNr4XREd49OUr/9lKsdElX92HlaBKgAUA05429JgESIAESIAESIAESIAESIAESIIF0EKABQDqo854kQAIkQAIkQAIpEUAu5JfPv0P27vjd1fVXj3nS0AAAxgTwwoZiZcOCFaZtFi1VXCn8Y6H9Xd2clbURQB5seFar6ABfTlNKVqMCo5CYMQByX6davBgAHDp46Gho/ymy8PMppl2o1baJUvq3GNRNylWvnGpXeV1ABFZMmZtjEPDdHNm46CfTuyLXOlKH6CrVmtWLe/lDZljyHwEaAOS/OeeISYAESIAESIAESIAESIAESIAESCBVAjQASJUcryMBEiABEiABEkgLgckvfyyf3v1/ru6daADw44TpysMfyhQzBTIar9GqUU5o//6d6eXvinZwlVdMniuLv/xBGQWY5UWHIhZRAZRBQP/OAu/p5LLs29nyv8vuz/PfjxzJ+U8FCuQd05UfPC5Vs+vm+gFRI+DhD6OSxeN/MAVRr3OLo57+XeMRLIKjxjvpIrBn2854qgAYBezatFVX01KwcKFcXv6xSCfabsCGIkeABgCRmzJ2mARIgARIgARIgARIgARIgARIgATSRoAGAGlDzxuTAAmQAAmQAAmkQgC5sf/vrJtcXdp1+Kmyds5S2TB/uel1hYsVUQr/FkdD+7u6ASunncDPS1blRAb4aprlPNfp0Eyy++cYBFSsW131GwYALw+93dUY/jn+eWUAcGDvvpwoEp9NERiXmJWGPdrEw/uXLF/G1b1YORoEfl2+Nm4QAJk6csg41YPZaMrXqCzZJ3VRiv8G3VtHY9DsZWAEaAAQGGreiARIgARIgARIgARIgARIgARIgAQiT4AGAJGfQg6ABEiABEiABPIXgVQMAMwIVWtePye0/8Bu9PLPIDHa9evWuDHA0okzTUdWsV51FRWgdMVyMubeEa4I9Lv+fFk3d6ksmzTL9DoocpE2osXAblK0VAlX7bNytAkgKsVrw+92NYgbJ70klRrUcHUNK+cfAjAA2PnLb64GnH1SZylfs4qra1iZBEiABEiABEiABEiABEiABEiABEgg+gRoABD9OeQISIAESIAESCBfEfBiAFCwUCFpMbh7PLR/vgKXTweLPOyICqCiA3z5g/yxc7evJJqd3FUp/JsP7CqFihbx9V5sPLwEaAAQ3rlhz0iABEiABEiABEiABEiABEiABEiABEgg0wnQACDTZ5jjIwESIAESIIEMI5CKAUDnvw2S7pecIRXrVsswGhyOWwKrZyySxV/mGARsWbXB7eV56mcVKnhU4Q+lfzcpkFXAc5tsIPoEaAAQ/TnkCEiABEiABEiABEiABEiABEiABEiABEggqgRoABDVmWO/SYAESIAESCCfEkjFAODqMU9KzdaN8ykxDtuMwJafNqioALNHT5BNy9a6AoXw/h2HnqxSCLCQQDIBGgBQJkiABEiABEiABEiABEiABEiABEiABEiABNJFgAYA6SLP+5IACZAACZAACaREAAYAW9f+kufaHRs3S8nyZaRw8WJ5fqvSqBYNAFKinT8uWvbtbNm+/lfZu2OX7N3+u/o7Ikfk8OHDCkBWVpYULFhQSpQvIyXLlZXix5WS6s0bSNXsuvkDEEfpmgAMAHZv3enqutptm0qlBjVcXcPKJEACJEACJEACJEACJEACJEACJEACJEACJJBMgAYAlAk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shwArt27ZLJkyfL559/LnPmzJFp06bFR9ypUydp3LixnHTSSXLiiSdKpUqVUqZx4MABmTdvnowfP17dY/HixbJ27VrVXq1atSQ7O1twvwEDBkjr1q2lUKFCKd/LjwsPHz4sy5YtU/2fNGmSzJ8/37f+//HHHzJ9+nT58ssvZcqUKYrb77//roYFNo0aNZJevXrJwIEDpXr16lKgQAE/hpxym0HJVModDMmFQcoUhrx582YZM2aMTJgwQcny3LlzFYnSpUtLq1atpHnz5jJkyBDp3r27FC9ePCSUgu3GkSNH5Ndff5VvvvlGPet4zmOc0BO8o9q0aaOePXAqU6ZMsB0M0d3wnsI3Y+LEiXne6cnvKrzXa9SoIVlZWSEaAbsSZgKx78i3334rs2bNUs/itm3bVJfLly8vLVu2lHbt2knPnj3z/bMY5nlk36JBIOpr9CApR32NHiQr3ssZAaw9sSf++OOPBd+8H3/8Ua3TE793WH8OGjRIOnbsGLo9srNR5q6V+M75/vvvZebMmfFvPM4F8I3v3bu3OoPAvje/rh8hGxs2bFBnNV999ZUsXbo011lNbD0E+ejfv7+0b99eSpYsmcqU8Jp8SCB2FoGzgalTp+Y6H0jcy3Xp0kX69u2br5/FfCgeHLJmAnje1q9fL+PGjVNnTWbncTxnEgn6nFTzVLO5kBLAHg7rqU8++UQWLlxoqGfBt27w4MGedF8hHb5tt2gAYIuIFUggegSwmcQG8tFHH5XRo0fHlctWI4GS8Morr5R//etfUrFiRceD3rp1q4wcOVKeeeaZuMLc7mJsXh988EFldJDuDf+ePXsUo8cff1x9JJyUVPu/bt06ef755+Wll16KH4LY3e+CCy6Qe+65R2rXrm1X1dffg5Qpo4FgkQhF5L333qs+6rECuT333HPlscceC42yNkiZAoctW7Yo+YVsxQxJrIQBB2133nmnnHnmmVK0aFFf5SaVxtesWaPmOfndhUPRESNGSIsWLVJpVszaNWsMh2533HGHXH755aE0mNi/f798+OGH8tBDD+V6d6Hf11xzjdx6661SpEgR16wgv+D81FNPOX6n4yann3664gUjprAZLemSqVGjRsnVV1/t6DlzCh7zhW8oNiLpLn7JVOK48L568skn5f/+7/8cfwehLHjzzTela9eu6Uak7q/7e4TNKt7JL774oifZAp833ngj7esFJ/ON7xDeMVD+6CwwIsH7C0avicaVuEfMGA4Hb5deeqkyNAlL0S1TsXFFfY1uND9m7xCvMhXlNXq6181BfDv8fFb9kin0GeuPu+66S15//XVHQ0h1j+mo8QAqmcmC1a1POeUUue+++5Sxcn4p2FfDAPn++++Xjz76yPGwsR669tpr1TcsUw0BYKh94YUXKiWazjJ06FB1XlWuXDmdzYayLbM1hV1n//GPf8gjjzwSyn2vXd+d/P7DDz/IZZdd5vjMz6xN7GOw1w7bftcJAx11Dh48KJ9++qlgX5zoNBVrG2cBbdu2VYzggJLpBd89GNk8/PDDuc4prcYdO2fK5He50fiDPifNNNnTdaaVaVzwDH7wwQfqDDlmYGs1xlR1X1HnRgOAqM8g+08CSQRw+ImFu1NlYDJAWOS/8MIL0rlzZ0u22Fh88cUXymDAyUs2uTG8dKEswiY2HUpIbLzh6X/LLbcor4RUym233Sb4s9uA43Afyg5s8mMejm7uh83+E088oRRs6dhoBCVTZkzsDs+gQIByqEKFCm6waq8bpEzFOo+N7BVXXKE2X24LDH5w4BYWJUhM8Wz1nCBihlslIN5VWBDeeOONrhTaMZ5/+9vflIGFG8Mot3Phpn7s0BAHymPHjjW8FIcb//3vf10f4KxYsUJw+IPoJKkUyBLeVThkC0OUF50ytW/fPvW9w7dVd8Fm5d///rfuZh2356dMxTqB5xAGK/jup7JmSDej2Dj8+B6BxznnnJPSezx5kuFd2qNHD8dz71dFJxtxGCvgXaGrHDp0SK1/sS6zK6l8S+zaTPV3P2Qq6mt0I5Z+yVTU1+hGrPyQKaP7BPHtSPW5cnKdXzKFe4MNFLvXX3+967Un9sg33XSTWnNEKWLXpk2bVL//97//OcGfq06697quO+zhAijPcC6Ab5UTw22jW+FMAOt8cMu0gkiSiHaQKhszHjjjevfdd5WXeyYXPIe33367vPrqq66HmemMcO4Bg1uv5e9//7syYi1RooTXpiJ5/XfffacccH755RfL/odl7+Yn5FWrVskNN9zgypArsT9nnXWWepdXq1bNz26mve10nJOmfdAaO6DzTEtjt0LRFIx4sV5OZe2Jc+Wnn35aRYDND4UGAPlhljnGfEMACxAoA1NV3sRAwdP2tddekyZNmhiywyErFr133323580ZPLWwiA5SsY3+474333yz5/7/5z//UR8cM2UXvK/wOyxkvRRs8NEGwiEHWYKSKaMxOVno4LowGAAEKVMxVlD0DBs2zPXBYiJrGAFAYWJnxOKnzMW8FHAQZmeM41Zpg83G22+/rbz4vRwkhYET5sBptIdUDAAQknb48OEqPYmXgoNrLMCRbiJdxQ+ZgpLon//8p/LS1l0g+zgkKViwoO6mbdvzU6ZiN8dhNw43cPCW6nOY7kMkP79HOg0AdCvVbQUoqYIThWDsEt19XbBggTqQxLvMrrj9lti1l8rvfslU1NfoySz9lKmor9GTWfklU0byHcS3I5Xnysk1fsoU7q9r7Wm3x3Qy1qDqwGsba0+EXU21pGuvm2p/U7kO6yEYFcMBwWuB4ghr0kzzaEfKiG7dunnFk+d6nGu999570qxZM+1th6VBrCcvvvhiAcNUCg0AnFELw9mTs57qr4UUboiG5ySqTbr3bvpHn7tFPGd43lIxbE9sCRFfEZ0kU1NPpuOc1O+5D6p9P860gup7EPfRsfa0030FMY6g7kEDgKBI8z4kEAABHLDD00BHsVIg4cAMXlvIoe21pGOjgTyMf/3rX1UuNK/lhBNOkHfeecfU4w7hsXQpwk499VSVPqBSpUpeu+34+qBkKrFDbhY6uC4Mm7AgZQpjhnU/DGc+++wzx3NpVhHKWjzPQRrhxPpi56WW3Ge3ShtszDA2zI/Xkg5jpVifnXipJY7PrQEAlNvw2nr22We9YlLXI7cWDgbwfgy6+CVTfhoApOOAxG+Zis27LkVIOhhhDEF8j3QaAKQzAoBThWBMNnQaAECe4fEGxYqT4vZb4qRNp3X8lqmor9ETOfotU1Ffo8dY+S1TiXMS1LfD6fPktp7fMoX+wAjpvPPO8xzVBWsovCeRMi/MRecasnfv3sqINFO9IXXuSyATL7/8slJAZVLxywAgHWdOQc6LDkVIpjNiBADvEgkjL0RHdGLQna69m/dROmtBlzzhbjr3RM56H1ytoM9JgxuZv3fy60zL314H1zoMKmEoqyOK5iWXXKKcVdLpFBcEORoABEGZ9yCBgAjoXITg0GHMmDEqf1NyMTpchBIWXrIIoxILKY6NCDbxeDFbhb5HGDworIIqOg/b0Wd4hWKMRvm2EZr+/PPP1zY0LLphCBBUCUqmYuNZv369ChHtxKo4dk0YDACClCm7MMfIJYboFrVr11aINm7cqEIbPfbYY4Zikw5lbaohd90obbZv367eK++//77huPHcItw9OMH4Ae8rRNl44IEHDDe16cqvjTzWWNiahfs3GpxbA4AZM2bIaaedZhjKD/lokW4A3jhly5ZVnm1O3u2IRNOvX7+gXlUShEzB2AvPl5NDDzcDD/obGIRMxcY/a9Ys+ctf/mJohINoEfgNETqQIzIW6hgbOhg5zZkzR0aPHq0MnfAO0xku3sn8BPU90vX9SNc7CvOF9+w999zjygtG52EX3jeQJafPpptviRNZcVonCJmK+hodLIOSqaiv0cEqCJmKyXeQ3w6nz5TTekHJlJWxIL55WHsiWl/lypUF63lEWkNEPUSrMirIhQ7jzDAfSlophKBQxF4SRgwYw4EDBwQh3rHWNotYmKn5tWE8A2NbrGeSC2QDa3eshxAJAZEFY6weffRR0z0AFHHPPfec4PpMKTDSAQuk0NBZevXqpVIGVq1aVWezoWjLzggSa2yk3Tz55JOlSpUqkpWVpfq9e/dutW77+uuvVZouRJPA2d3xxx8finHp7oSuc61MfUfZ8caZEt45SKPqpOQ3AwCkF8G7Cylaqlevrt7jiMz0zTffqD2SVaTLTHyXx2RE1z431p7V2bsTuQx7nSDOtMLOwEn/rFKR4EwE73v8Cx3Nzp07lW4LegYjxzCsobDm6NOnj5NbR7YODQAiO3XsOAnkJZC8qDVa7DtdhKB1M6VE4uEilEMPPvig2tjHNhPJPbMLVR50Hq3kRYiREgLeNLC6e+GFF1R4PatDZasNZfLhIjb1MJQ4++yz4wtDJxv8GNNbb71VfcyCChUdlExhfPgwQxag8HFTwmgA4KdMrV69WnkWGYVqNwtVj4NPKHHxrBqVDz74QM444ww32D3VTTWyhBulDQ4zsAEzenbNwqriuUd6E7NIKkF72qRqMe3GAAAKfRzEGlnP4uAWh9JG6WBw3bhx41TuciPGkDW8r4IqQchUqmOxCpcItlCeZmdnp9q8q+uCkKlYh6wUIfgW4vs6YMCAtEQfsYMW5PfI7GBEp4Lcbrxefk/Vi1rX+IyMvfANRqQns5Qdbr4lXtgkXhuUTEV9jQ5mQclU1NfoQckU5iTIb4euZy6xnaBkysqg0mztabVGgEH+xx9/LB06dPADi+c2ca4AY9qRI0fmAwId0QAAIABJREFUacsqrOrKlSsFxg1GocrTYZjsGYSDBqyUINhvIy2AUUrBHTt2yDXXXGOY3xaOGjBOrV+/voMeZH4VK2NA7HOwFw7qDCVI2laKEHg24t0Tc9AJsl9hu5eRAUAYzpHCxsmoP9j3w3jpuuuuy/UzzjSxPjA6l8ovBgB4tqBYhJOAmbGeXYQOnNsjRUnjxo2jIA6u+hjk2burjoW0cpjPtMKCzMqg0mrtabVGwDoLqXGLFi0almFq7wcNALQjZYMkkD4CsUUtFiGwFoeSMOZRl9wrJ/mezazrsNnHCxIWxNis2lmdW72g0a+gF96JixAoCB9++GG1cTYKge4kV59VtITY4SIY3Xjjjcr62iy/k93CEKzg4QYlJDxxgyhByRTGYnYw0r17d7nhhhuU1R7GnlyClh8j7kHK1CuvvKIMJZKLXdi+xYsXC/JFGuVHdqMw9ip3ZkpBKATxfJQoUUJ5wBgVp0obeFXhoOehhx7K04xdeNFffvlFkIttwoQJea4N2hPLLAwm3ltghPe8UT/dzOfevXsVd6Nny87gyEr5AGMUhOMuVqyYV5GxvT4ImbLthEUFK2OUoDcbQchUDIXZgWQUwhoH+T2KugGA0YEq1qF4R0E5ceaZZxo+HToMAHAgiXUWPGcSC97hME4aNGiQp2+Jl+c++dqgZCrqa3RwC0qmor5GD0qmMCdBfjt0PnextoKQKaw94eWHeyUXuzRuVusEtIcUJ+lI1WU3FwsWLFB70xUrVuSpapc6y2w/k6meWFgT9ezZMw+nBg0aKOP3Fi1amOI2M2ABKxxod+rUyW6qMv53K2OUsBvSeJkcK2Pb/BLW2Ck/GgA4JZW3nlFqGxixI3c9ziOMUsNmugEAvmEw0MP4nSjuEWXDbE8E4k7PuVKfxfRcGeQ5aXpGqO+uYT/T0jdSby1ZnWtbnS9YrRPsztK99TgcV9MAIBzzwF6QgBYCCJOLzTYU2naLEByawrrsX//6l+m93SiR7Abw7rvvyrnnnmtYLWgFLjwtoJzq3LmzUqTaWXlZeVzHBmS2YEO4TFjKwhsW97M7vLFbGAbNKkiZSj7IRBitO++8Uy2U4ZkNgxQjb76gmRgJcVAyBU/rq666ytALxC4cltUBQZcuXeStt95SYSf9Lsn9wOEVnke8iypWrKiUOWZpM5xujOARCoUQ5De52Cm1rTzig+SEficfuCdGXMEYERLdaMPt5t1tlS/aLjS9lUy56YNXmQtCplLto13I16DDjQUhU2CFyDYwEMQ6I7ncdtttSkli5OmWKmfd1wX5Pco0AwAo3zG/SK9ilctXhwEAIjXhe5HoRYqDfnhEwssPqUuMitNviU65ClKm3PY7TGt09D35kN4vmYr6Gj1ImQrq2+FWdp3WD0Kmfv75Z7UuQ7jf5PLEE0+ofYxZ+e2339S6FZGVkkvQxt9OmaKe2bvDiVLbyiPejpebPoalrtn+xkloeqtvaTq+Z2FhmtgPq+gbQRtwB8ln9uzZMnjw4Dxp3KCcxVrIyrAkyH6G4V40AEhtFsxSTOB88+KLL1aOE/nRAMAtTUS+wXk4ntmw7E3cjiGV+kGdk6bSt7BdE+YzrTCxgk7AyGHMyVmt1Vlz0OmWg2ZKA4CgifN+JBAiAmaW6LEu6lTgWG1cw6DAtZoWKw/Z2HW6Nt9Lly5V6QEWLlxo2KWws/IiU8j5h5C9yPuMMFrYUMSiJVgpGsPOxGgiU5Upq8MyJ8oUs8VSkB4kULBDOYQ/bBgRjrFOnTpx4xgdBgBeOX311VfSv3//PFMXJCfcPPY+gDIVzwSMYWJRXawU927e3Vbt2IXxt3ouMa/4szN60vFJDEKmUu3nrFmzlHecUb4xRHKA9wBybgZVgpApjMUsXHRUvLCC/B5F3QDg9ddfl2HDhskpp5yinvk2bdrEU0L5aQAAb1uE6oNBSWKBMRnSmuDZC5MBQJAy5fZ9ErY1erpkyo5b2NboQcpUUN8OuzlI9fcgZArPEXJsJ6dFwtrxiy++ULlIzYpV5Kowh3k3y6ntZG9mZdQcZBSpVGXK7XVm+xsn82v2js7ksNFu+JopKGNtBJ3qzk3fvdY1CxcddIQxr+MI4noaAKRG2SiiG75nOHvC983MISHTIwC4pWl15oK2dJ0nu+1X2Oqnek4atnGk0p8wn2mlMh4/rvHqgGQVucru7NOP8QTZJg0AgqTNe5FAyAhYHfihq3aesm6GY5V7ER4Pzz33nG0qATf301nX6iOD+zjxcnDaHyvFJdoIOysvMoUFz/Lly6VSpUp5FGKZZgCQqkyZGVg4VUybKbYhW04MCJzKsV09pLvYt2+f1KhRI64oil2jwwBg2rRpSoFvlJv+22+/lR49elh20WphGCQnpCBBWNWaNWvmySmnywDA6gAWG3q8m81SjlilSwj6sM1vmbKTaaPfrcIBoz7SLsDQKcgShExhPGbvmrB/w2JzEeT3KOoGAEgFsnnzZmXIlRzVwU8DALyn4UmTmNYm0eMtbB6TQcqU23dK2Nbo6ZIpO25hW6MHKVNBfTvs5iDV34OQqZiRQXIfnSh4cY2ZkS5+C6NiAOt4GFw9//zzeaYFEfaeeuopldbLrFgZPTgxIEhVFtJ1ndUe7PPPP1fGI2bFLF1COgxJ08XP6r5W4YD79u0reDZhgJppxWoPh9QQ/fr1y7QhexoPDQDc44P39tVXX62eocQSS/Gybds2GgA4xGpmHI/LdZ4nO+xOaKulek4a2gG57FgYz7RcDsHX6jHjZ6M0qE4U+FbRutw4Ufk6SJ8apwGAT2DZLAlEgYCdt7aTF6iTcdopQcKc2xDjs7NCdHqw44SVnXdR2D0i/JKpTDMASFWmzA4HneYsioLFow4DAK+KH6sNWljCkuoyALBKeQDDEqQBOO+88/J48uM6KLAvvfTSPK+2mFcAQoCHoeiQqVTGYaUs6tixo7z99ttKaRqWokumMJ6HHnooj2c2/nuQkSH84qr7exR1AwArzn4ZAJjNAdatN910kwr/7/U74Jf8GLWrW6bc9D1qa3S/ZMoJsyit0YOUKZ3fDifzoLuODpnSocy2UhAjlPc555yje+ie2vPqhYWbm3kvOwnj6qnzabjYak04ZMgQZQBSuXLlPD3buHGjcgCYNGlSnt+efPJJgad3ENG20oDM0S3NogHFLn788cdV+o1MZGQWUpyRIYxFhwYAjh6pXJWM9tCnnnqqvPTSS8ppx+r7zwgAuXl//fXXAqMtIweVAQMGqBSfxx9/vPtJyrArUj0nzTAMhsNJ15lWmNh6ddSyMpwbNGiQeg6DjM4ZJFsaAARJm/cigZARsPI0QFd15UCBdxYUSPPnz89DAAqmoHMgu50GKysxtKUzN6PV4Q/uFRbloxlDv2QqyINMt/KRSv1UZcos1Ca8G9566y2pWLGiZXesDp/CopjTsbC1Osx18l6LwmZW54G7Vd5MvKMRThuK/qJFiyr5gvIf7+3rr7/eMLR9zCsgLIdtOmTK7XMORjjYhnecUQnjgaQumbJ6XwcZQcPtnDmtr/t7RAMAp+SP1YNnG9ZeiYdoyYZHNABwxjVqa3QdylpnZPLWitIaXfd7yoqZrm9HqvPi9TodMmXF24k3PMZg1Y9Ro0aptFlhKlZjdro3NlufOTVsDhMPu74gTD0M1J5++mnDqohchqgJjRs3jv8OTzesI3EgnVx69+6t/nu1atXsbp3Rv69evVqdM02fPj3POMNobKtzMszeGZkYQUMHNxoAuKNoZHyEcwG8d2C0hBKFMxN3o/an9p49e5QhEgwnjMq///1vZSQPA+b8XlI9J80P3NJxphU2rlZrZSeRXq3Wrk7P1MPGxGl/aADglBTrkUCGEbALraNrw4SFIxY777//viHBKIRZMcvpGBuQLkWOlScu7hX23Ml+ylSQB5lBPOqpyJQOBlYhk8LyLOpY2Fp56cGjHWO1KlabWbzP/vOf/0iRIkWCEBXTe+g8cLfLnYlOIL/3Pffcow4mX3jhBfX/G1mwI0oJ8nKXLFkyrXwSb65DptwOxio9AsKU45uYnZ3ttllf6+uSKat2YmGMETJ+4sSJMn78eGUcOHfuXDW28uXLS/v27VWuZHhJNG3aNE+aEF8hOGhcx7s48TY0AHAAPaEKvmN4h8MIKbEkGx7RAMCeaxTX6DqUtfZk8taI2hpd93sq1TVTWNaWVv3XIVM6vp9Wa9cwelIm5qpN5turVy/B2qtq1aqWj5vZ+gx73jFjxgii7GVSmTVrljJeQ6Qxo4I10B133KGMbpEC7OabbxYYvCWXWrVqCYxCevbsmUl4UhqLWXoENJbpSjWz5yf23i1cuLBaX48bN04ZGM2cOVMQsh2ldevWAkObgQMHCgwGypQpkxL/KF1EAwDns4XIGnA8gtFSYoEh2jPPPBOXFxoA2DPFOQuMu+6//37Ds5NMNHizp2JeI5VzUi/3i9K16TjTChsfrwys1q6Z/izSACBs0sz+kEBABIxypybe2suGCXkiN23apA5nkT8ah9tGBUYGr732mkAZEtaCscAaE2FljYpORY5ViD/c+8ILL5Rnn302VIq1RCZ+ylSQB5l+y2KqMmUVDstpuCIdB5R+8/G6qEP/rEL4O3mOosBJdx+RbwwHRoiQYFZg9Y8oE6tWrTKscskllyjjCBxghqnokCm347E6kES4VhhJxCIquG3br/q6ZMrq+cOBNQ4g8a+RAUny2GAEgO9vokecX+N32q7u75GZAQBCuCL3ZqKiAM9gq1atpF69eurAFkoWhAwOS7SNZIY6FGuJbZqlHkkMRxqrTwMAY4mO+hpdt0w5fe6jtkbX/Z6y4qTr2+F0LnTX0yFTVga2TtO3WUXpCqMBAObBLIS/0wh/6Vif6ZYfN+3hG4b0T5dffrnlGqhGjRoCj9GYsjbxHlD+wxAXIaPD+u13w8RLXStj27A7TngZd+xas+cPKSP69OmjzuGw5rYrkCkYm1x00UWh25vY9d3N70YGANizIh3b7NmzczXVqFEjqV+/vuC8EuttrL3TbfzvZqxe6xqd6+GZQjqaHj16xJunAYAxabzrd+zYIdOmTVPKfxi8GxWrdIte5zCK16d6ThrFsabS5/y2ZjJi9Prrr8uwYcPy/IRnCQaTnTp1skVrFlWXBgC26FiBBEggagTsvD2h1MbirkWLFrZD+/zzz1VeOqMNqtXF8CaFVWmDBg1s75HOCnaW+rfddpvyhC1UqJCnbmKRiJCA1113nenicPTo0YLwgGEsOmXKaHxBHmT6zTdVmdJxwGrVhtMQpX7z0bGwtcrthM0rwpCfeOKJhkM5fPiwTJgwQT2LCI2cXMLizaZDHpLHBsMtWPobhRq1mncsuHEdwpQWL17cbxFx3b4OmXJz0+3bt8vFF1+cx0MZbTg9FHdzP111dcmUlRIjlb7iEA7e3YkHTqm0o+sa3d8jr7wQ+hYHt1izhU0ZoEOxljhva9askfPPP195ssVKcjjS2H+nAYBIJq7RdcuUk/dCFNfout9TVpx0fTuczIUfdXTIlA7lfRTSdCXzt0qLAaNQKCjNIkLBaAIGfshjb1RiEYP8mPN0tol9xgcffCA33nijaSQAs/4hOhLOC9q0aZPOIYTm3h9++KGceeaZhv1xYvAdmoGk2BEzJUaKzcm1116r0r6FKYpbqmMxus4LL+xFrr76auWQk6l8YszMzvWwz4d8JBqw0wBAZP369TJ8+HD5+uuvXYkrZOqhhx6S0047LXT7N1cD0Vg51XNSjV0IdVNBn2mFEYYO5b1ZG3C+eO+990LleKJzDhgBQCdNtkUCESGAsLs4QIXVtNni+JZbbnGk1HazkMYhLayRoUBD3rqweT8ms7DL1QQLMVjx64hgYJWDFf2yO0RJt+jplCmjsQR5kOknSy8ypeOA1aqNsOQL1LGwtcu/jg0XFGbYcJUrV07ltI9ZaT///PMyduxYUzHIZAMADBrPGtIkIEydE8OuSpUqCbzdEYUibMrH2CTqkCk37wWj/OSx6+HRDl6Qu7AVHe8YjAleIwhxi/C1ukpyfndd7abSju7vkVcDAIwBHkwwqhw6dKijtVsq407lGh2Ktdh9zbxCksORxurTAEAkE9foOmXKqUxHcY2u+z1lxUrXt8PpfOiup0Om/DYACMvaM5m9Vf511MX7+YYbblB7ZRjLHzhwQNatW6f2z1gLmYXCx7WZagAQYzhv3jwVot5qz5HIGw4X8CQN4/pR9zPppD1ESIJCFt6ARgVGFmeccYaTpiJZByHaIT9QIOosMMhBpLKw7um8jNXNmsjsPtjHwbAJURMytRjtY80cxGgAIMoouVu3bo7FAVElcBYPA+4KFSo4vi7TK3o5J810NrHxBX2mFUaufhoAZPrakwYAYZRo9okEfCRgF+YZSpyXX35ZqlSp4qgXbhfSULxB0YjFc+fOnUNrBOAkRB+8ZHHY7nWDhMUOvGeheDQqOg0NHE2qy0q6Zcro9kEeZLocvuPqXmVKxwFrfjEAwKQsXrxYzjrrLEMvfseTZlAxLIewOuTBjAOeN3hcm0UkSb4uMWdpGL0igtws4X3+j3/8Q0aOHGmIF99XRAcIY9ElU24PQpyygKcgvpUFCxZ0eokv9XR/j3QYAGCgYQwjqUOxFptEI68Qo3Cksfo0AHBnAABuUVij65QpJy+IqK7Rdb+nrFjp+nY4mQ8/6uiQqfxqAAAlJCLh4TxAd8l0AwDsC5cuXSpIEfHNN984wocIiuCN/O1ezx8c3TDEleBti/Mko3RSffv2VYYBWCNkarF6x3sZcyaHQHZ7bmnGcciQIfLiiy+qFFyZVhDFDmcd77//fq6hme3BaADg3gAA5yZwioMjCs7FaQQgyhnHLj2OrrP3KD+zQZ5phZUTDQBSnxkaAKTOjleSQOQIwHsK+ZlhLWxUYMmKvLw9e/Z0PDYvC+n27dursH8wBAjbJtbO2webdeRw9qrswmIHH3JY9RuVMB7oJ/bTD5ky4hDkQaZj4XdZ0atM6ThgtWoDxj9YWKfbs0TXwhaHkvCIhcJQZ7nrrrsEf+l+Z+mQh2QueB/NnTtXbr31VpVDy23BweSjjz4aurBZumTKCY8ZM2aoDb1RhB1Y/GNzi1yTYSy6ZMrOAAAHH/jmIdco0gAhbQS+JXhHwpMJjIxKly5d5K233kq7143u75FVDlu3chK2g1sdijUwMGMOLzWsxYwiStEAwL0BQKK8hXWNrkumnDxbUV6j635PWfHS9e1wMid+1NEhU34bAGDf+fjjj0uxYsX8QOCpTUT7wTd9+vTpntpJvDjTw7DCsOiFF16Qe++911CBbQUSayhch9RtYY+mqE0gkhpCiHLs75AOwajgWfnnP/+Z9r2aX+O3Whcl3rN79+5y+eWXS79+/ZSSMSsrS6Dg/eijj5QMmUXgwP4Z/DKtIOoInhsdJSxGyTrGktiG0Z7Zav9KAwD3BgCJvPk+z6Hh9ZxU93MQ1vaCPNMKKwM/DQCge8EZaKdOncI6fE/9ogGAJ3y8mASiQ8CJVV0qIb9SzS8aI4dFz3PPPSfnnHNOaDZpdh7tOkMRf/vttzJs2DDTDZhRrq2wSJ1fMmU0viAPMv3gq0OmdByw6mjDDz52G8/Y7269gew891IZCw5MzIyoUmkv1Wt0zyUUsNhUXH/99aah/+FJY5Y6JjYOHBLgnd62bdtUh6b9uqA2S3YHkpAbGI+k24PdDLAumbJSpiDcIQ7NateubdgNu5Cu+Gb26NFDu4y4adCP79Hu3bsF8oOCA9qyZcuqf1HwrQUXKJhgpAVDTSOPt9gYwiRnOhRrGNcnn3yiFEyJ44bR6ujRo6Vdu3aG00cDAJFMXKPrkiknz3yU1+h+vKf8/nY4mRM/6uiQKb8NAMKy9jTjb/esuJ23sBmzue2/VX0oXaFchRLWqOAAGoaRmzdvtrzt3XffrZTgqJvfipWxLUKVw3s5Ozs7o7FYveOxPkIqN0TCMzMSsUpXBiU50k2UKFEioxhir4t15OHDh9W4ML7E5wcpSvDcTZo0SZ555hmZOXOm6fgzUc7WrFmjQtPjm5hYrM6IaQAgsn79ehk+fLggKkmq5dprr5UHHnjAs3NZqvdP53U6zknT2f8g7x3UmVaQY3J7Lz8NADJ57QnONABwK22sTwIRJIDDYyxk4W1nZumry6MdeBIPq3Foi3zSVrmksUnBxwyK9XQXbAqQGxxW+UYllSgJZmNatGiRskI285gIc3ixoGUqyINM3TKoS6ZgsQ8FyGeffZaniwgfhmfILoSYLgWfbkaJ7ele2EKphrDrd955p6Oc9giBjBDt8IQ38kTG+wyh8dJddM4lDkTgLXPLLbcYDgtM8DvkbNq0afLwww9b5izVaSSlg7NumTLrk1XaiSgcFOmSKa/KlK+++kr69+9viDkMz186v0f49k6dOlWuuuoqmT9/viGjMIW+9SoLGCC+fXgnJytLbrvtNhUKGXmljQoNAIzfVFFeo2NEOmTKyXclymt0jC/I95Sub4eTefGjjg6ZWrlypZx77rkye/bsPF10mjpKhxGBH3yctolw9jfeeKPjnPYwCEQUQERySS69evVS+5qqVas6vX0k6sHLEYois70/zmOg2IcB4KuvvqoiN1qdoaTivBEJUBadtEs7ESYjSD9Ze33H43wCa0kYluaX58/NfIAPDJbxDJqVMKd1czNW1MXa8L///a/A+Six9O7dW8lItWrVDJukAYA5aTyjmzZtknHjxslrr71maVCCVhDRDI4YYXUUcCtTTurrOid1cq9MqBPUmVaYWSFaJM4AjIpTZzEdRgRhZmTWNxoARHHW2GcScEnAziof1sGwcvUrj9WqVavkhhtuMLV0x3AuvPBCefbZZ9Nq9WjnLawzWoHdAQAUaAhTBsVbGEvQMuV1k5suhjplSgcDq00awr5jMZTuTYdfC1t40I4fP155ROKQEopsFHjatGrVSrp166aUjvBgR4F3DvL7JZd33nlHRSxJd9F54I4xXXrppYZexfg+4EAgcePvxKgiTNFL/JKpRBnAgSQ27mYbEqtQ5emWpdj9dckUFCCDBw82jBbxxhtvyNChQy2HbKVICYMXpI53sdc5t5JpROoYM2ZMKKJw6FCsoY2TTz451/vJiYU+DQCcSVlU1uix0eiQKTsyUV+jY3xBvqd0fTvs5sWv33XIlA4GVgYAYTB+c8IfnrVLlixRe36ss2EYGXM+wJ4Wueuh3B84cKBUr15dGbRh/Z1cwpKWzMmYndbZsmWLMiA28vzHGQPOYmBEEov+g3btjCrsIuE47VuU6lk9J1j/fPzxx9KhQ4coDSmlvsJbHYbb2KMlF6eOAWaKFCdrrJQ6HbGLEA3gkksukU8//dSw5zgrgIFAkSJFIjayvN397bfflKMJlNWJxW7fRgMAZ1OPM0Gk1kCqRLMoblFwFnA2Wme1dJ6TOrtj9GsFcaYVdko6GJgZAGSq8WlsTmkAEHbpZv9IwCMBHMTDujfdXuYbN25Ui0pEIjAqyAOMUK4tWrTwOOLULsdBGZQ3sLo3KlAS4vAF3gpec3/jIARzYuTJjXtDAQkrUSwCw1jSIVNBHmTqYq5bpvbt26essp9//vk8XYTHJ3JjV6xY0bL7YVesofM6FnVe59BsMxsmxZqOw2Zwsno3W0UhgacADgmuuOIKw8gyYdrEBiFTq1evVt8Ho28tvh848O3Tp49X0fT1el0yZXU4a3eQhAGG/TApDN+jn3/+WRlSfPPNN4YyEYZUCeiYDsWa1fOr44GAkROMvcqVK6ejuZTaSLdMhX2NnghVh0xZTVLU1+ixsQUpU7q+HSk9PBou0iFTVlG6nIbThsIchqhGygEn304NKAJvwuz9nkmKNUDFmhnewjC2TS52ZwyIAABF70svvWQ4P/nF4z3G0chLOQYmDA4lQT5EZkoMpwYAZs8fDQCOzSLWh5dffrnhtDp9twcpE6ney2rvlmqbidflR2OlZG6IuIhUgIgsYVaiYuznVSZ0n5N67U9Urg/iTCvsLN59911lLGlUnJx/WJ2pO/12hp2RWf9oABDVmWO/ScABgbB5sFgtoDGcdHnW2oW/xsYcm2scRpiFmnUwHaqKXY4jeEeMGDEi7TmOzcaTLpkK8iDT6Vxa1fNLpryGK4Inydlnny0LFy7M0/2wHC6GYWFrxilMVqG6DtzNeDvxosGB5tNPPy3XXXed4eMQlk1sEDKFiC04CDIqp59+uorokk4Fo5P3mi6ZsjI0gvcDvqVWhQYA9rNl9U3E1WF5n+tQrPltABAGw64wrHHCukZPfhp0yJTZExb1NXriuIKUKV3fDvs3nz81dMiUDt7fffed9OzZ03CQTsOa+kPIn1axhkQaF/wll7CsH3WN3My7Fu07iRBllpsb14dpb6KLl1k7v/zyi1xwwQUyYcIEwyoffPCBnHHGGX53IzTtm3nwd+nSRTkGQOlqVWgAYD+VVt+HTFIW+W0AANJO9oD2MxLtGgsWLJC//OUvsmLFCsOBIA0M0i4WK1Ys2gO16L1f56QZCyxhYEGcaYWdo9c1+969e+Xaa69VRpnJxWnKrrAzMusfDQCiOnPsNwnYEMAiDjlT8YI0KunwMrc62EAf03FgjQUILMmhWDULx4TQXvC81qH8v/rqq+X99983nBNs0kaNGmV6+JNuoU+nTOk4WAuKn58y9frrr8uwYcPyDAVGKl9++aV06tTJcphmz6DT64NgGIaF7YcffihnnnlmqBeFOg7crcJHImLLc889p1IkWJUo5Kz1W6bsDiSjkiNSh0xBVqzagecD/qwi6dAAwP5Na2cAgO9Bv3797BvyuYbXTTq657cBAO6RbuVaGNY4YVyjG4mnDpkyahfK/yiv0ZPHFKRM6fp2+Pw6Mm1eh0xZKbPbtm2rjNzr169vOUSzNb7T69PFL9X7ImoCziqSQ+Jj3fnFF18I0uE288o+AAAXlElEQVRlSrFKjeTkew35euCBB5RDQnLJT97aVsa2iIaHZwhGffmlmK2PmjdvLu+99540btzYEgUNAOwlxer74HSvbH+X9NcIwgAgDGnc0k0aqWD++te/mhoxZboC0s9z0nTPbRD39/tMK4gxeL2HlUMbomsgra1VsXoGnVzvtf/pvJ4GAOmkz3uTgE8EEMoTIeY/+eQTwzukQ/mPjlgtoPF70AYAyFMI62hYWvqt/Ef7N998s7zwwguGcxJ25X+6ZSrIg0wvj6XfMmV1QO8kgoaZh59TTwEvbJxem+6FLfLb33TTTcqzPbmESZGr48Ad7yV8K/73v//lGavTDWjYlbUYmN8yZWYwgnvje/v2229LnTp1nD4CaaunQ6bQeSvLaieHZQjBjcMR5AZOLmHwCgzD98jq2QWzdCu0Y/OmQ7HmtwEAIwDkzFbY1uhmL0IdMpXcdtTX6EasgnxP6fp2pOvjp0umvBjpHjp0SCl34dGbXOAtiPVn2bJl04XIl/vOmDFDTjvtNIERZWLJREXuV199pdI7GBWn3+v8rqw1MxiJMYXXLCJMeU3V6Iuw+9So1bmAE8MSOMFcf/31eXqXn6JK2E2N1bPrdK9sd48w/B6EAQAjAFgbyUMOMkmmkuXa73PSMDxHfvfB7zMtv/uvo30rBb6TCBpWUTigPzv11FN1dDOUbdAAIJTTwk6RQOoE7MJXQhmBQ4RmzZqlfpMUr7TK14Img3zhwpIeShnk9DJT/sMCDJuiokWLpjjinMv27NmjFIpGudvxO5T/r776qvTu3TuUm9YwyFSQB5mpTnYQMmUVWhvWjohkUbBgQcMhWDEM02Yj3QtbHKYgr1TygWTYPGx0HLjraMNqER4WS38/ZQoHknh+zCK7RCk3qw55iL18zMKSOjGIgDLm5JNPNvw2O8ntluo73Ol1YfgerV69Ws477zyZPn16nm6HyVtUh2IN3z3k9TWLaOV03szqnXXWWQLjuHSm6AiDTIVpjW41pzpkKrH9qK/RzVgFKVM6vx1en+dUrtclU9OmTVNKXqN9pZ3xmlWIeKztb7/99lDuEVPhjWus5DMTx6tjHWpmYBK2/UmqMmF3Hc6JYERq9Hw1adJErcOzs7Ptmsmo363OBewMIqyewUzKbe9lwnG2AyMJRAI1KpnkLQp5uO222+TJJ5/0gsz0Wpx3jh49Wtq1a+dL+1Fp1OqZxRhgxITos0WKFInKkBz1M4hzUkcdiXglHWuJiCOQffv2qXeykW7FifFafjampAFA1KWf/SeBBAJQxOBlaOTNiWo4eEdIZxwOB11wwIYFzUsvvWR46wYNGqhFYYsWLXzvGhYgCDcI5T48DY3K3XffrZT2xYsX99QfjBubA/wZFSyGERVgwIABoTzYCYtMBXmQmcqEByVTkKd//OMfMnLkyDzdtFOswdoRiu0ff/wxz7Vh8mxP58LWytgFm2LkKfWaCiQV+TK6RseBu9Vz5dQDy8yDC322O/DWxcKuHT9l6uuvv5bTTz/d8EAyaocdOmQqNhdWHjNWOVoRGhApAoy+mU42dXayoOP3dH+P8L1BhJLrrrvOcDhQlj/77LNSsmRJHcP11IYuxVoqnbC6t1OPy1Tum8o16ZapMK3R7fjplKmor9GtWAUpUzq/HXbz78fvumTKKh0Q1gkIX25maARvXXj6Jys3EQ4fe9Y+ffr4MfS0tGmlCIAiFxHNgjgPCHLwVjLmZA9mFZ0sLGsjP3la7X9xX5x/IUWCV6cNP8fgR9tW0aDs3jlW5wJh2b/5wcxNm2vWrJHzzz/f0AA1E9/NbtjE6kYhEmAq4/LjGnz7cCYBQyazkonPXlDnpH7MWdja9PNMK2xjteqPVTogq3OmXbt2qXRvMKhMLmE6P/FrLmgA4BdZtksCAROwOjRHV2AdDkVz586dPfcMB8tjx46Va6+9VrDptFOSY9M6YsQI5b1g5m0f5AvXasMDOFD04c/r4TkWO9jUX3rppYbMoRxCKCxs0MIYri5ImbITyiAPMu36YvR7UDKFe1steGAxjEOQZCW1lYebneFAKjy8XKNzYbt7925lQe3EihrGQDBSSs5FirGEUZGr48DdKmctxm0mT7H5tQqbjLDaH3/8sXTo0MGLOGi5VqdMJXbI6kAW9a655hp55JFHInMgqUOmYnyswvgPGjRIfRurVKmSZ37h4T9s2DBD47ywRFPQ+T2aN2+eSsOBP6wF7NZTCJ+I3Miob2bAaLXx1fJAuWhEl2LNxS3jVfOrAUDU1+h2c61LpqK+RrfjpPM9ZXcvnd8Ou3v58bsumUIYfxiKwoM9uUBZhIN9RG5J3vNZGZ/aKfH84OG2TewXIW+lSpWy3c+iLtZkMMLftm1bnltlqiLXKmetXWpGvKsmTZokF110keF3P2prTbfyhfpWxsZh2m+kMjav15iF8Ue7cAoaOnRonufS6lwgE6MpHDhwQBkX4117xx13qLRsdmdvcILB2aWZ81IU3s1eZcvJ9fnVAAD7N5zxQpl/zjnnSKVKlSxx4T2O1HbYv82fP9+wbiY+exhokOekTmQ2ynX8OtOKGpPFixcLIvgZObYNGTJERfarXLlyrmHZRaEI0/mJX/NBAwC/yLJdEgiYgF95m2655RaBN3zMojr5QAmKMeRJOeOMM6R58+bKsyErK0vwgt2xY4fMmTNHhZKCwYBZwaEIvP/NcuPpRIl+wUIcigSdpVGjRupAIzG6glU4Ry/3xkbumWee8T1cbVAyFWOBzRkOzsyiJbhlhgMVbHwRXcLPEqRMYRx21ujIfQTLxqpVq6rn8KeffpL777/f0NIR7eH5xOGR3UZYJ8PPP/9cbZiMDv/c3gfvDxgYIbpBYtm5c6cghOHEiRMFCkdE2YABFJSOMSUbZG7jxo0qbCTCSJkp1KDExWGlWXoFt312Wh9Wqoj4YBbVxWk7sXo4rMCCuGLFivFLrTzYUemCCy5QRiV4jmLcwHbWrFmW7/agw2oHIVPJvK0OJMPqGRKETIGTlSIEv+N7DyVJq1atlIEOUinA+AZpI4yew6C9AoP6HiVu5LGegqcR1lRYU5QpU0a9l2PrKRwYvfbaa4qTmTFl0M8d5hKHYHj/Ys2go+h634bNACAImYr6Gj0mP0HIVNTX6GAVhEzF5iSob4eOd4hRG0HIFO6LtRE8+Y2+Y+XLl1fKJxi9Y78MZfjcuXPVd89on4x1BNZ/OMwMc/n0009VH7Hvwnr7xBNPlMaNGxueCSASoZGhLcYX1L4tHSztPNjxzb/55pvllFNOkQoVKqizFMjHhg0bVESERx991HDPFBUZ8cLcztg2SCcSL+Pw61orRQjk484775Thw4cL3j9Ym0NhgjRdSIVpVMIW8U4Ht2QlNZ4zGGP16NFDKW5jjgKxcwG80+BwsXDhQsPb54fnzin3/GoAkLh/gzwgSg/2YMkyhXU5zuJGjRqlzmDM9m/gnYnPXtDnpE7lNsz10nGmFWYeRn3DugAGWkh1Y1Twjse3r3Xr1soxDudMiKCLM3Gj8+d0nJ+kgzkNANJBnfckAR8IWB10erldly5d5K233lIesChWHiWp3ifIxY4f/Y+NG9788CCOFb8U6LB0HzNmjO+pHIKSqRgvqw1EqrKFQxNY5fpZgpQpjMPOa83NWM0sJN20kUpdKP6wKNNVYPSABWCxYsXiTeqSJyOlua5+27Wj+x2CDSrCzHbq1Cl+a7sc9nZ9NPo9SKOu2P2DkKnEsdopuMPqGRKETPnxDQzaUEnX+yNRZoy+R1aW/G6fPazT0F7Xrl3dXuqpvs4xoCNQIEHpZRYq22lnw2YAEIRM+bEeCXKNHpvbIGRK97sw1veg1ui4XxAy5cf7HG0arUecPtup1AtCptAvu+hpbvqOtS0MorxGpHNzz1Tq6mBrZsybSn/Ceo1VDvtU+wwjXTgFwGAwU4uVghtjzg9ee1Zzi/0I3hP4VnstWD++8cYbUrt2ba9Nhep63d9KGOeDuV3UrlBB8KkzNADQA7Z3795q71OtWjU9DYakFT/2JbGhJZ+9h2TInrsR9JmW5w6nqQG7yBJOu4XzExjo9OzZ0+klka1HA4DITh07TgK5CfilrEXqgHfffVd5o6FgkwHveVgO6yhXXHGFPPzww+ogKIji5yIEHhyJkQX8OlwEpyDy1wYlU7F51705Q7vYxCJigp8lSJmKjcMqdJ/TseLZRli79u3bO71EWz3dC9vLLrtMEAIxcSOuQ55gDYqDteQQUtpA2DT0/+3dz8sNXxwH8FmxtPMHIKUoZKuEUso/YCulbKSwUfgXZM0fwJaIEOX3zxQLbFDK0h+gb++pq+t+n+eZuc+998zc+7ymbDxz75x5nXPPnDnzmc+ZRR+yVN+xUtr11Zxr09IBq/nOps+UaFPDZWiqmzZrujad0yz+3lTu1RxzuetRU6q1tsfKckPJ3FPyIcg0+o/R81vqepTx1Wj2krYuw/vl5jXLPCXTSclsLinDNB7+DJ/LoUOH6u/MW5CTbGshAGC0Tc37GH1Q3yXa1Cz6wkH5S4zRc6xS/VSONQuvUk6l+6mVUvq37dOSJSd9+qZNm9p+pLP9Jv295s3kZAZIwHbp61dJtGncuw2Xt2npgJLnNqtjNT3cPnjwYJ3hLoFXa3mbRp+Tub5k1MsbzIu2Jdg9mQdv3rw58akdP368XiIv/ZZt5XHI6NzoInndvXt3atlr05dn3mD79u2LRFSfSxfzpPOOWHpOa169pjHPlGdQeRaV5TxKZ3rtwl0AQBfqjklgBgKvX7+ujhw5Uv38+XOq3z6aASBfnknVPFRdLl12mwKksz179mydWrpk9GxSe2VZgzwsnPY2GoW40hrIkxy71NtFJdtUPGYxkVkiA0DJNjXcbrI2XX4/q0kPn4f/mVhMSvwutmkPbJfKADDJzX76p3xn+qgub/CnPeG+3Bt3GUAnCODEiRMTpfGOVVJrZXIk6bZKbiXa1PD5rLTmZm7kk1oza0z2bSvVpgbnnbchs+5x3kxaKe3hUk5djRNKXo8+f/5cT0o+f/581U0lb2xdvny52r1796q/Y5IPTvrwZ/TYMgC0r42lxjjzPEYfnHmJNjXvY/SS/VSOVfra0f5X0G7PEm1quCTp2/OWaLIujbvl4f+VK1dmvoTZuOVabv9JAtkShJyHaXn7cZEf/g/sMg5K2toEF0+yJb1t5h1mvczdJGWcxmeb+ulkf0v2xbXQdpo8J+lzuh5HNp3bpH9PIEl+L7mvX+3W5T3Jastc4nNrNQNA5uHyAspyS9q0tU/GwMwpDLLttv3cvOzX1TzpvPgsVc7Sc1rzbDXpPFOWHs78Z+l5y67MBQB0Je+4BKYskKjypNTOG73jTrKvVJTlUlx9+/atXjM7xxtnHe8MnrM24pkzZ+r1Abu4YXv8+HF18uTJZdf1Wk3VLJV6NxekTMrnzcVxjJqOXyoleek2lZuzWF24cKGJoNXfS64lWapNjZ541j+6evVqHbnYJiBn8GA7gQPD68C3Ap3iTg8ePKj7gWn8LpZLG5qH2tevX69v9tvYDE4vv688rMzDtKzB2eWW32AmttLPTmNr6jtyM5tU63lgO07d9KFfL9Gmhusg60Omf3/x4sU/19ykDzt16lS9Hm4X17emdlK6TaU8+S2mfi5evFilr2yzZXI7v8MsV9GFY8nrUSbPsi5dHgiM01ft2LGjDgJLX1oyO8Jo/X38+LE6evRo9f79+zZV27hP0qqePn164kj8uKbNZcmkgWvGagkwyP+XvgaWbFPzPEZPAynRpuZ9jB6nkm2qi2tHY2cxxg4l2tRocXI/nrXb83Z7mzFVgijPnz9fv4nUZZ8+Bmu9a94+zrUoQRZtt/TFye5z7NixhU5fv5THnz9/qvv371d5O7btmGjwPX257ret50n3y3X80qVLdSBNgpAGW5fX8knPaZafTz+ToIi293Hpc/JiTPqcDRs2zLJonX93fndPnjypAwHGeWjbh3vczvFWKEDGIdeuXavnhd++fVvvGbMElWROb3jZwT6fx2rKlnHRjRs36t/chw8fxvqKvXv3VufOnauSxWT9+vVjfXbedu5qnnTenAblLT2nNa9Og3Jnnunp06f1taztmCrzTBlb7Nq1q5N5pq7MBQB0Je+4BBZEIFF9GfBkQJ1/uTkbDP5yikkntmXLlmrPnj3Vvn376nTj8zSpsSDV5DQWXOD379/1gOfWrVvVmzdvqmfPnv094wxs8sZ/0irv37+/2rhx44Jr/Ht6ST0Wk7wVmcHhp0+f/k4i5QZ1586d1ebNm2uf9FFJ99/FA8c+VUpuaF++fFk9fPiwevXqVfXly5f/TbzlraO0rTzwTqaYSdfr7tP5K8tsBPLALeOD27dv17/HtLHBQ5FM5qafyluA+S1m7NB1AM5sFJb/1vhkPbtHjx7VGTmG+6p8KpNoWZc1/VT+pd9aKxHrpetiUY5njL4oNek85lng169f9QPfO3fu1IFSw/fJ6dcTcHr48OEqDwTmdS33TMD++PGjvhfJ9T1zA+/evfsbIDmYD0hwdq7xGXuvW7dunqt14rLngeT379+re/fu1Uv7ff369R+z4et+xtkHDhyotm7d6ro/sfzif8Fa6HMmqcX4ZK4kffJoX5X7kdzjZs5yMHfpHncS7cX/7KAvz7VvqetfAm1yj7tt27b6Om++afHbhDMsL2CeqdlcAECzkT0IECBAgAABAgQIECBAgAABAgQIECBAgAABAgQIECBAgEDvBQQA9L6KFJAAAQIECBAgQIAAAQIECBAgQIAAAQIECBAgQIAAAQIECDQLCABoNrIHAQIECBAgQIAAAQIECBAgQIAAAQIECBAgQIAAAQIECBDovYAAgN5XkQISIECAAAECBAgQIECAAAECBAgQIECAAAECBAgQIECAAIFmAQEAzUb2IECAAAECBAgQIECAAAECBAgQIECAAAECBAgQIECAAAECvRcQAND7KlJAAgQIECBAgAABAgQIECBAgAABAgQIECBAgAABAgQIECDQLCAAoNnIHgQIECBAgAABAgQIECBAgAABAgQIECBAgAABAgQIECBAoPcCAgB6X0UKSIAAAQIECBAgQIAAAQIECBAgQIAAAQIECBAgQIAAAQIEmgUEADQb2YMAAQIECBAgQIAAAQIECBAgQIAAAQIECBAgQIAAAQIECPReQABA76tIAQkQIECAAAECBAgQIECAAAECBAgQIECAAAECBAgQIECAQLOAAIBmI3sQIECAAAECBAgQIECAAAECBAgQIECAAAECBAgQIECAAIHeCwgA6H0VKSABAgQIECBAgAABAgQIECBAgAABAgQIECBAgAABAgQIEGgWEADQbGQPAgQIECBAgAABAgQIECBAgAABAgQIECBAgAABAgQIECDQewEBAL2vIgUkQIAAAQIECBAgQIAAAQIECBAgQIAAAQIECBAgQIAAAQLNAgIAmo3sQYAAAQIECBAgQIAAAQIECBAgQIAAAQIECBAgQIAAAQIEei8gAKD3VaSABAgQIECAAAECBAgQIECAAAECBAgQIECAAAECBAgQIECgWUAAQLORPQgQIECAAAECBAgQIECAAAECBAgQIECAAAECBAgQIECAQO8FBAD0vooUkAABAgQIECBAgAABAgQIECBAgAABAgQIECBAgAABAgQINAsIAGg2sgcBAgQIECBAgAABAgQIECBAgAABAgQIECBAgAABAgQIEOi9gACA3leRAhIgQIAAAQIECBAgQIAAAQIECBAgQIAAAQIECBAgQIAAgWYBAQDNRvYgQIAAAQIECBAgQIAAAQIECBAgQIAAAQIECBAgQIAAAQK9FxAA0PsqUkACBAgQIECAAAECBAgQIECAAAECBAgQIECAAAECBAgQINAsIACg2cgeBAgQIECAAAECBAgQIECAAAECBAgQIECAAAECBAgQIECg9wICAHpfRQpIgAABAgQIECBAgAABAgQIECBAgAABAgQIECBAgAABAgSaBQQANBvZgwABAgQIECBAgAABAgQIECBAgAABAgQIECBAgAABAgQI9F7gPzsCnsnZl8uD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29" name="AutoShape 29" descr="data:image/png;base64,iVBORw0KGgoAAAANSUhEUgAACAAAAAHhCAYAAAD6J17EAAAAAXNSR0IArs4c6QAAIABJREFUeF7s3Qn8VdP+//FPuJEhQ8rYLWOlKxJFGaIQDagoQqUkqVQyD91MpYylkCEyNZEmlEIkhW7oj0jXnCHD70qGDP0f731/p9853+/Ze+199jnf7znn+1qPR4/rfr97r732c629z/dxPp+1VqUNGzZsMAoCCCCAAAIIIIAAAggggAACCCCAAAIIIIAAAggggAACCCCAAAIIFLRAJRIACrr/aDwCCCCAAAIIIIAAAggggAACCCCAAAIIIIAAAggggAACCCCAAAKeAAkADAQEEEAAAQQQQAABBBBAAAEEEEAAAQQQQAABBBBAAAEEEEAAAQSKQIAEgCLoRG4BAQQQQAABBBBAAAEEEEAAAQQQQAABBBBAAAEEEEAAAQQQQAABEgAYAwgggAACCCCAAAIIIIAAAggggAACCCCAAAIIIIAAAggggAACCBSBAAkARdCJ3AICCCCAAAIIIIAAAggggAACCCCAAAIIIIAAAggggAACCCCAAAIkADAGEEAAAQQQQAABBBBAAAEEEEAAAQQQQAABBBBAAAEEEEAAAQQQKAIBEgCKoBO5BQQQQAABBBBAAAEEEEAAAQQQQAABBBBAAAEEEEAAAQQQQAABBEgAYAwggAACCCCAAAIIIIAAAggggAACCCCAAAIIIIAAAggggAACCCBQBAIkABRBJ3ILCCCAAAIIIIAAAggggAACCCCAAAIIIIAAAggggAACCCCAAAIIkADAGEAAAQQQQAABBBBAAAEEEEAAAQQQQAABBBBAAAEEEEAAAQQQQKAIBEgAKIJO5BYQQAABBBBAAAEEEEAAAQQQQAABBBBAAAEEEEAAAQQQQAABBBAgAYAxgAACCCCAAAIIIIAAAggggAACCCCAAAIIIIAAAggggAACCCCAQBEIkABQBJ3ILSCAAAIIIIAAAggggAACCCCAAAIIIIAAAggggAACCCCAAAIIIEACAGMAAQQQQAABBBBAAAEEEEAAAQQQQAABBBBAAAEEEEAAAQQQQACBIhAgAaAIOpFbQAABBBBAAAEEEEAAAQQQQAABBBBAAAEEEEAAAQQQQAABBBBAgAQAxgACCCCAAAIIIIAAAggggAACCCCAAAIIIIAAAggggAACCCCAAAJFIEACQBF0IreAAAIIIIAAAggggAACCCCAAAIIIIAAAggggAACCCCAAAIIIIAACQCMAQQQQAABBBBAAAEEEEAAAQQQQAABBBBAAAEEEEAAAQQQQAABBIpAgASAIuhEbgEBBBBAAAEEEEAAAQQQQAABBBBAAAEEEEAAAQQQQAABBBBAAAESABgDCCCAAAIIIIAAAggggAACCCCAAAIIIIAAAggggAACCCCAAAIIFIEACQBF0IncAgIIIIAAAggggAACCCCAAAIIIIAAAggggAACCCCAAAIIIIAAAiQAMAYQQAABBBBAAAEEEEAAAQQQQAABBBBAAAEEEEAAAQQQQAABBBAoAgESAIqgE7kFBBBAAAEEEEAAAQQQQAABBBBAAAEEEEAAAQQQQAABBBBAAAEESABgDCCAAAIIIIAAAgggkCTwxx9/2IwZM2z8+PG2aNEi+/77773f7rDDDta0aVPr3bu3nXjiiVapUqW0bnHPpzMQyAeBzz77zG6//XZ74YUXbNmyZRub1LBhQzv22GNt8ODBVr169XxoKm1AAAEEEEAAAQQQQAABBBBAAAEEEEgSIAGA4YAAAggggAACCCCAQJLAhx9+aJ07d7alS5emdTn++OPt0UcftWrVqqX9fdzzK0pnfPzxxzZ69OiUALOCy0cffbT169fPateuXVEocnKfa9assfvvv9+mT59uixcv9q5Rp04dO+KII6xv377WoEED3yQWHTts2DC74oorfNv2yCOPWJcuXXLS9opa6YYNG+ztt9+2O++8015++WV7//33PQo9F6eddpr16NGDpIuKOji4bwQQQAABBBBAAAEEEEAAAQQiCJAAEAGLQxFAAAEEEEAAAQTM1q9fb8uXL/dmx+ufArmJAKN8atWqZfXr17dDDjnEmjdv7v3vVlttVTB0Crp16tTJ3nrrrbRtdiUAxD2/YKBiNFRj5swzz7RXXnklbS1KAnj44Ydtt912i3GVinvqDz/8YOedd55NmTIlLUK9evVs4sSJXhKAX7nuuuvsmmuu8f09CQDZH18K/iv56L333ktb+amnnmr33HOPbb/99tm/ODVmTUCfkatWrfI+HxcuXGiff/65rVy50j755JON19hmm23swAMP9N5xBx98sDVq1MgOOOAA+jZrvUBFCCCAAAIIIIAAAggggEDFFiABoGL3P3ePAAIIIIAAAgiEEtDM1BUrVnjBJwVmE8vihzlZgY5TTjnFLrzwQi/gsckmm4Q5rdyOiRvAj3t+3BvXFgRTp061G2+80UvUiFo0S1xJHLvuuqsXINbs4/3339/bAsFv24Oo19AKCkoACCqaud6uXbuoVXO8mZdYccIJJ9jatWt9PW699VYbOHCg7+9JACj7oXTbbbfZoEGDfC+sd+ncuXPt0EMPLfvGccVAgb/++sveffddu++++yJ/RiZX3KJFCzvnnHOsTZs2VrVqVdSLUEB/P40bNy5ldRbdpj53lQTStWtX77Nvs802y+ju161bZ3fddZe3ldGbb7658XMgsY1R9+7dY9WfUaM4CQEEEEAAAQQQQAABBMpcgASAMifngggggAACCCCAQGEJaLb2kCFDbMKECbEbfvbZZ9v1119vNWvWjF1XriqIG8CPe37c+9LWBW3btrUvv/wyblUp5zdp0sTat2/vLUWuQEWcZABXcFkXVgLD5ZdfntV7qCiVhUmw6NOnj91yyy22xRZbpGVx9RErAGR3NP3yyy9eQoaSrIIK7tl1j1ubkuOWLVvmfa5NmzYtbnUbz1cillbg6NChg22++eZZq5eKyl9g0qRJ3koffsW1ypDrDpQAdvjhh/sepiQDtUFjjIIAAggggAACCCCAAALFK0ACQPH2LXeGAAIIIIAAAgjEEtBM8smTJ3v7gCcvXRyrUjNvhptmpx122GFxq8rJ+XED+HHPj3tTruBC3Po1C7ljx45ecKp27doZVecKLqvSa6+91q6++uqM6q/oJ4VJANAWAZpxXqVKlbRcrj4iEJ3dUUYCQHY9y6I2zbTWShojR44MXG0jTlu0EoDqr1u3bpxqODePBFzvZxIA8qizaAoCCCCAAAIIIIAAAgUsQAJAAXceTUcAAQQQQAABBHIloGDUiBEj7J///GdOLpHPe1nHDeDHPT8uuCu4ELf+xPlaTviqq66y3r17+waR/a7lCi7rPNcS9dm6D1c9iS0VtLT3a6+9tjHQp0SIZs2a2bnnnpt3yymHGQOabT58+HCrXLlyWgJXH1X0BAC9I++99157/PHHbfHixRsN9VxoGfcLLrjAjjzyyNArZZAA4HoS8+v3X3zxhbdiw5QpU3LesHxPmss5QJFdwPV+JgGgyDqc20EAAQQQQAABBBBAoJwESAAoJ3guiwACCCCAAAII5KuAZjVq+XX9y1XRnvJaXSAfZzXGDeDHPT+uuSu4ELf+kuefddZZXrLIzjvvHLpqLXOuxIGgMn36dC+wXt7lu+++sy5duticOXPSNiVusCYX9/fcc8/ZcccdF1i1K8GCBIDgnnE9564VFtLVPmzYMG/FFb+yyy672MyZM61Ro0a5GDbUGVLg66+/NvWv3lFlVbQFy/jx461evXpldUmukyMB12d03M8UtgDIUcdRLQIIIIAAAggggAACBSZAAkCBdRjNRQABBBBAAAEEcimg2c7aF/yyyy7L5WW8uhcuXOjNoM634grsub6cj3t+XA9XcCFu/enOb926tY0ZM8Zq1aoVqvqVK1eaEgeWLFmS9vhTTjnF2wu9evXqoerL5UGFmACwZs0aL0Dptye5gokPP/yw7bPPPr50JAAEjyrXc55JAsAbb7zhba/ht+XK2WefbaNHj7aqVavmcshTd4DADz/84D1bZTHzv2QzTjrpJO+9uNNOO9FHBSzg+ox2/Y3hunUSAFxC/B4BBBBAAAEEEEAAgYohQAJAxehn7hIBBBBAAAEEEAglsGDBAuvatatvACq5Ei2BrkBt9+7dTUsUb7fddt5y13/99ZcpSLJ8+XJvxqKCkGvXri11fRIAqoXqk6gHuYILUesLe3zU4JTGx6hRo+zll182BVNVGjZsaEom6NWrl9WsWTPspXN6XCEmAAjks88+s9tvv91eeOEFW7ZsmWdUp04dU3CpZ8+eplU4ggoJAMHDKhcJABs2bPC2mdDWAvPmzdv4Hj700ENNz1ePHj3yIikmpw9cHlceNUFOz5j6TCuZaIWUKlWqeHeX+IxcsWKFPf3003b33Xfb999/H+rO9VwqQW+zzTYLdTwH5Z+A6zOaBID86zNahAACCCCAAAIIIIBAIQqQAFCIvUabEUAAAQQQQACBHAh888033n7mM2bMcNau5cW1XLUCtgr6B5VPP/3Um7WqmYvJiQAkAJRPAkBQcEH7kP/444/23nvv2fz5871ZrongvHNQmFkxBqcKNQEgTH8FHUMCQLBgLhIA4vYZ5+dWQDOrtR2I3woNiavvsMMOdvPNN9sZZ5xhm2++ubNRWrFD26joHFfRKitTp061gw8+2HUov89TARIA8rRjaBYCCCCAAAIIIIAAAkUmQAJAkXUot4MAAggggAACCGQioJmn9913nzfz2lWUJDB8+HBTkCNsUf2vvvqqDRgwwF5//XVv9vHkyZOtbt26Yasos+NcgT3X7Ly458e90WwGF5QQ8MQTT9j1118fKhFAe5RPnDjRjjzyyLi3kTfnkwCQviseeeQRLxhaUYvrOc9kC4CKalkI963EqH79+tmECRMCm6vVcO666y477LDDIt2WVhd46KGHbODAgWlXzEmu7Oqrr7YhQ4bYpptuGukaHJwfAtn8jE53R2wBkB/9TCsQQAABBBBAAAEEEChvARIAyrsHuD4CCCCAAAIIIJAHAl9++aVpf2ktOx1Uoi7zXrKur776yq688krbcsstvRmPiSWR84BgYxNcgb2KlACQQFG/XXLJJd6+8a5SbPuUkwCQvsdJAHjfOnXqZG+99VZaIBIAXG+Kwvq9VkTRljfptrNJ3Ilm5yuIf9RRR2V0c2G3GGjSpIk9/vjjtscee2R0HU4qXwESAMrXn6sjgAACCCCAAAIIIFBRBEgAqCg9zX0igAACCCCAAAIBAk8++aR16NAh0Kg8lx5WYGTVqlWmbQP0T//95ptvpgRjtE+29lnWzMtmzZrZQQcdlFGCAQkA6YfBunXrvCSAsWPHBo6TbbbZxqZNm2YtWrQo02du/fr13piYM2eOLV682N55552NS3WrTQceeKDttddedvjhh1vLli2tZs2atskmmzjbmA8JANozfMGCBd7MYgUitV+4xrvuQ3uM165d23kfUQ+IugWA2qhnZ+bMmfb88897K30k9jVXWxs3buwFUPV8hlkWPWp7y/p413siHxMA1EefffaZl+gV9B7VeGratKn3T6u1VK5cucx4tRXNU0895Y2jRYsWpR1DCoCXZfLYb7/95r37Ro0aFehw++23W//+/Z3b4gRVomSrnj172uzZswOvVagJOPos/+CDD2zu3LneO03bKSxbtmzjvWpboTp16ljz5s29f/vss0+o93ScAVrW79diSABI9KM+j/Scfvzxx97nbqKU/MzV564+fzfbbLM4XVWQ58pG22Dpmdbnhsa3Pge7detmRxxxROD41upZX3/9tb344ove3zYrVqxIcVZde++9t7cliJ6XQw45xLbaaquCdKLRCCCAAAIIIIAAAtkXIAEg+6bUiAACCCCAAAIIFJSAArt9+/a1Bx98MLDdZb3ssL74VHBAs87vv/9+577LJRuvLQq0nLICcdWrVw/dJ67AXkVcASCBFzY4JXdtE+EXOFTwYMaMGTZ+/PiUIJ/6TEHH3r1724knnhgqkKbxq7GrL9jVd2GLvii/7LLLrF27dilBiaVLl3pL20epy++aClRq/CqIVbKsXr3ahg4d6n2pn9hTXPev8aWfJ85REF3Pnl/ihYIId955Z8qX/np2XnrpJe+cJUuWpCRCKBCv+zvrrLMCgzFhEwB0LQXwtE2EEj9cRe433nijHXPMMaEDe+pjJT9oO4rkIFMm40Xtffrpp+3uu+9OGXtqtxIVlAh1/vnnlwqiKCAt60RSg+s+s/17BYq0aoraGLVoK49Zs2Z5z8jLL78c6XQlfmlrmO7du5u2+IhSwo5x1blmzRq75ZZbvDEbNMtex2YyhqK0u+Sxrs8EHa9kHG0PENUoXbv0eackgKCSLsFEQcKbbrrJtAR8sqGChBo/l19+ue25556RKIKeFwXr1Q4lIbkCu3qGp06d6vXx8uXLQ7dB7b700ks93yiJQ2HHXibv19CN9zmwkBMAtBWG2q/3cZR+FIWSifRu1edP1apVIzEqoezmm29O+TxTBRqDxx57rA0ePDj033l616iu5557LiX5RO86fWarLr1j/IoSgu6991574IEHUs7Xyh/a5korZVWqVMn0d46sBg0alPZzo169ejZlyhSrX79+qUvpuXv77be951mrfYQtSrzo2rWrl7CkJEcKAggggAACCCCAQMUWIAGgYvc/d48AAggggAACCHgzpU899VR77733fDWCvqjMBaFmTF177bVewMAVDHJdX8EPzcxUYFVfyrqKK9hTkRMAZKeZmx07dgzsFwXxH3vsMdMX6unKhx9+aJ07dzYF29MVl3HiHM2Gu/DCC702ZVL0Zbm+XG/duvXG04cNG2ZXXHFFJtWlPcdvpm5QEChxjmb+ad9xBQn8SjqrH374wQvw+80i1j7lkyZN8mYi+pUwCQAaB/fdd59dc801kQLjcr/qqqu8vgsT1HM9k1Fm2ysYrgSVe+65J+2tp7P59ddf7aKLLnKufpG1QeNTUZ8+fbwA6hZbbBHqUgoivfrqq15QSgG0OEXPshI3TjvtNGewN3GdMGNcbdSKEfL1204hXbs1hpQYo750BZ/j3LfOVbKSgnpBRQklGofZKB999JGdfvrpXrDTr2i2r3x33XVX75AwYzSTJD4F0hWwVXJBpu9qrcyiIH6m72ld95xzzrEbbrjBW+UnTAkz9jJ9v4a5ftAxhZgAoFUStFKU3ttxk+P0jtV7TElgYf4mk6Xr80grmmjlpzBFCTJakcCv6G9PPSt+JejzKPFZ9Le//c1uu+02r91Bf8Oma7cSDMaNG+dtl5Xp37/ankZ1RE20COPHMQgggAACCCCAAAKFI0ACQOH0FS1FAAEEEEAAAQRyIuD6MloXTTfLOCeNMfOWBdYMpsSs6GxcJ8rezK5goys4Hff8uPfr6k9X+13XD7tihII9mpmXrmTDSAkrmpUcFCRz3Yt+r6CmZsYmiivQEKbO5GNK1p/4nStAdfLJJ4faciFdf7q2LchGAoBmgGo5ed1fpkWrRCjw6wrgusZLrhMAXEkDmd5/1POi3KdmnyoorWSWTINI6dqn+vQvzDLTrjGuIPfEiRO9JJdMVlZQEoCCbAoOhw0kRjX/888/vWCgEoP8ilbrULJagwYNolaf9vgw4033rnds8ooQstBsY7/SqlUrb0WSHXfcMXQ7NUv6uOOO8z1eiUZjxowxtadkUXKHVgVRm7Lxea4Ar1ZHCEpcKov3a2g8nwNz/RntCnCHef8nN12f+XrPx3nXl6TQeFF9Wu3H9f7Xua7P5XxKAFByw/Tp0717c717S7Zb722dr9WJ4pRGjRp571ZtD0BBAAEEEEAAAQQQqLgCJABU3L7nzhFAAAEEEEAAAQsT3BBTNmc3BrH/5z//8ZY+VjAl2+Xoo4/2gh+77bZbYNWuYKMrgB73/Lj3nevggtrnuoaOufXWW73ZuelKXCPN3FQwVF+yxy3Js/30PGg2ezYDHX6zCYMMNU4VxNfMbVcprwQALXX+5ZdfupoX+HsFgTRLUatBBBXXeIkSGHcFV9MFx3766Sdvm5SHHnoo1v3GPTnsfSqIFGb2aabtCZu44Rrjm2yySaggWVA7ldylzwvtgZ2L4lpNQ9dMrISx7bbbZq0JWqFCAcSgogCfZvomigK/J5xwgm/QUc/bM888E3qmtAL4mnUfNBs66D2fi2Q+rcQgm5122inQxjX24rxf43ay6/PT9TeG6/rZTABQ8F8z0e+44w7XZSP/XuNRf1sqEciVwFNICQBnnHGGnX322aGSXpITAPS8aUWiMIkDLuyoSR6u+vg9AggggAACCCCAQGEKkABQmP1GqxFAAAEEEEAAgawIhAm4p5tpmJWLp6nEFeiLe10tV679ioOKqw2uL+fjnh/3HnMdXFD7tDetgl4rV670bW7QcuVxjPQlufpR+5Jno5QM0LsCDVGvmckKAFpmXSsbhJk1W14JAFEd/I4Pk5jjGi9hA+NqQyYJAK5zsmXhqifsfSowrOfDNfvUdT2/34dN3Ah6F2nmurafyUYbtYqEAtVhtpOIes+u7UpUn1YQ0Xtj0003jVq97/EvvfSSaU/xoFIy+P7tt996W388++yzvqdpdrESs1wBV1Xgqk9JQE899ZQ1bty41PWytUJLuhvRChRDhw4NnDkeNPbivl/jdnKuP6OzlQCghDiNMe0nn6uiBB55uJbvd30u58sKAPo803YJSn4JU5Lb/cUXX3jP7wsvvBDm1MBjSACITUgFCCCAAAIIIIBAUQiQAFAU3chNIIAAAggggAACmQkowKjZSosWLfKtwLWfe2ZXTn+WX7BFAacWLVrYqaeeakceeaTVqFHDKleu7FWyfv160xen2tN85MiRgUtJh5mp6Qo2kgBgFmZWbOvWrb0VF7bffvtSnR3HWNdWEoeWlk5XNFYUKNUsOgUXtLywvpDXecuXL/dmC2uWXWLJ8ZIJAK5ltKOO95KzdBPnu4JAYa9T6AkAuk9XYo5rvIQNjOtarmB+usCJ3jFaklljozxLmPtUUo6CSK6tMTRD9YILLrD999/fqlSpYkqs0TMxZ84cu/322+31118PvNUwiRvZGuMu81wGuxYvXuwtgR+UqJCLFXLCJFkNGTLE9C8RzA8zYz/MZ2DC+7XXXjNtReK30scpp5ziLclf8h3vesZUv5bx1/jr0KGD7bzzzqbVIHSe3tHaUmDChAm+3R5m1YdsjT3X571rbKb7vattca+ZrQQA1dOlS5fARLTE5622bdp33329v8v0efvVV1/ZE0884fWl3t9BRe+i0aNHB+5XXygJAFHHQ3ICwJNPPuk9D37lkEMO8Z73ww8/3BKrjeiZkbWSfvR3zcsvv+ydnst3YtR75HgEEEAAAQQQQACB8hMgAaD87LkyAggggAACCCBQ7gIrVqwwzYbTl+5+Je6X0VFusmRgWV/0a39oBbQU9A8qCn7Mnz/fW3rVL2ChYNfkyZOtbt26vlW5go0uj7jnR/FKd2yugwu65q+//urt3T527Fjf5rZs2dIee+wxq169eqlj4hi5AmNhlif/8ccfvQQCLWuswIKSFRJl6dKlXtDDFbQI009NmjTxkiC0R3jJ4uqnMPXrmHR7cGt5a92DgrnpSpjggCvgklyvgkAKAGnWeb169bykCz3LMlaChWslA79AYuIarvESJjCeqMsVnPSzmTlzpnXr1i2jverD9qXrONd9asauZkar7/yK+krPrRK/FHRNV9asWeM93xq7QcWVuBF1jOvdPXjwYG8MaTa9tvrQtgua3e9aKUDbgbRr185FGPn3M2bMMC07H1T8knwiXyzpBNeY16HpxoNrGwDN2tdY1h7hruJKhvJbTUCfw3qm/fpMCRV33nln2vei2hRmH3RtS6BgqN+qC1HHnp9Fuvery831+2y1zXUdv9+Hef9r6X9te/Lggw/6XkZ/nz3wwAOmZCC/FSWUkKR65s6dG/hO0meFkjz9iuvzKF9WAIjSJ/q7QAmJDRo0cG7Hpb8lxo8f770b/YoSL959911v1Qb9jabEpKpVq0ZpEscigAACCCCAAAIIFJkACQBF1qHcDgIIIIAAAgggEEXANVNMdbmCTlGu5zo2sQeqvtzXl8aa6R3lC8zffvvNW6521KhRvpfS0qxaRcCvuAIvJAD8V871hXxQkCGOcdDS2MlfqLvGWtjfu4LprvHgd50oQSAFbbWlgpJhdt11V/v9999NyTsKmshZAcrkAIyrzWECQK7+TdyXgkBaeUMzF9MFlMPsA+7am9w1XqK8ozJNACjZj9lsU6LuuHV+9NFH3n7aQbP/R4wYYYMGDXIuV69ZpT179rTZs2f7PiquxI2wYzxoDIXdF7vkSh5hn2/XcWHuIUrw0XW9xO9dz7DfZ7Nr2X6dF2bFAtf2QH6JBK7P4DCz99VGBaC1VcG9996blsy1MlGYfktUHPX9GrYPs/Huj3utdOeHef+7Vn8Iuw2Irq/tIPReeuutt3xvp3///qZ3k982Hq7PoyjPoOvvXte7xPWeLnmTbdq0sWuuucYaNmzofUbq3Tpr1iwvSU5/52611Vb2888/24UXXuithpOu5GKbkVyMLepEAAEEEEAAAQQQyC8BEgDyqz9oDQIIIIAAAgggUKYCri9C1ZgowbUybbzPxbR0sGYj+5VHHnnEmx3tV1xf7roCvnHPj2voCny42h/2+sOGDTPtxexXcpUAEHR/xZgA4Aqwp/N3BQ/DBIBcARddV23TDO2gvcoVwFVQQ6sDBJWS+5knH+t6pqK8o4o5AUDLsSto71c0Q14BVddqKonzXUtSu2aTu95FiTF01113WatWrXxnEWvFDiW/BC0LH2UMhH3H6bgw9xAl+Bj22q5n2O+zOcw2AFrJQjPwFXj0K66VVvy2EnjnnXe8rXoU9E1XXDP3k8957rnnvO0X/EpQMl+YfkuMv6AEprD9FeW4sG2LUmeUY13v/zAriUR53jQY7wViAAAgAElEQVQmtZqEVhXxK66EDtfnUZRn0PV3bzYTALR1jP5OUsJEUHE97yQARBnhHIsAAggggAACCCCQECABgLGAAAIIIIAAAghUYIFJkyZZ586dAwWifNGbD5SuoAEJAMd7Qa1q1arF6i5XECNXCQBBKwDohhQo0JfuWoY+G8X1xXymCRUuP7VdQQPN1tXsSb8lltPdo6vNrgBQwlGzFv1KlLZ9/vnn3pLzif2J09WpFQ60pPgWW2xR6tckAPyXJOhdHGbJ7jAzv5PxV69e7SVLvfjii77jIKhO1xiPMobuuece6927t287crFUe5jnQMdECT6GfSe5nuGg8eDaBiDM8+9KJvFL2Anqc9dKHyVttHWI3huLFi1KyxaUNOQae3Her2H70O+4MG2Le42g8139ry2UtB3HvHnzfKvRkv7HHnts6Ga6EkpUUVCdhZgAoM80rWoQlGiTAHStAKA+e/zxxwO3AAjdGRyIAAIIIIAAAgggUGEESACoMF3NjSKAAAIIIIAAAqUFwnwRXWgJAK7ZXSQAZCcBwLXSQq4SAJYuXWpt27Y1BSn8ivYR11YQ1atXj/3YuwJxuUwAyDSZwdVmVwBIaK6AS5S2aUapZv5q1Qi/EuRIAsB/1YLexa5gqWu2frp+Wb9+vZdMo9m7fiVoZqrr80XP6A033BAqWWfx4sXebHC/feUzfQ5dLwjXc6Dz8y0BIMw2AEGfg65VMvzGkmu8NGrUyCZOnGh77723i937ves9FmfsJd5x2UwWC3VTIVeVCFtXJse53v+uz1jXbP10bXJtKaFzgpKJXM9hlGfQ9TdiNlYAaN26tbfyzc477xyqi1zPjipRv2m1ihYtWqTdbifUhTgIAQQQQAABBBBAoEIJkABQobqbm0UAAQQQQAABBFIFinEFANeXuyQAZCcBwPWFfK4SAMLMTtQo1/L0PXr0MM0M1n9HmUGf/JS4glCZBh5dwdGTTjrJNOt5p512ivzacrXZFQBKBMeCVgBwPUclG+161wQFB0kA+K9mUAKA673XsmVLe+yxxyInxcSZee8a465AW/IYco2BTJ9D18Pl2upE50cJPrqul/i96xkOGg9htgEI2nPdZe23/L8ryBu1j1yzooOeB9fYi/N+DduHfse52ha3ftf5rve/q33aZuSOO+6wLbfc0nWpjb8PkwQWlNDh+nsjyjPoele63kuu5yPM1jjp4FyrbiTOadOmjWl1gebNm1uVKlVC9wEHIoAAAggggAACCFQ8ARIAKl6fc8cIIIAAAggggMBGAdcXoUFBhrJk/OOPP0zLiC9btsw0O+3NN9807Qut//WbEerXPlfg0vXlriuIEff8uK6uL+9d7Q97fdcX8vpyWm3ZddddS1UZxyjMfsIlLxjnC3NXIC5TT1c/uYIQQf3karMrAKS6Xf3reo5Kts/1rtl///1t8uTJVrdu3cjjJcoqJa7ZzWFs1EDXGI7SpsQNx6nTNZ4yCdqpXTNmzDAFS/1K0Ph3tSnKGHfZZPocut53rnvQ+VGCj67rJX4fZvsFV0LICSec4Pv5GDSL29Xnfkvvu1ahCHvvYY/TLOuHH37Ytt9++1KnuPotytgL256wx7naFraeTI9zveNc7/4hQ4aY/kVNqtNKIoMGDfJtdtB4drUpyjPo+ixyjY1cvYs++ugjb7ufJUuWhOrabCU5hroYByGAAAIIIIAAAggUpAAJAAXZbTQaAQQQQAABBBDIjoDri1BdxW+2X3Za4F+LAr0KKOgLfs2M0n9no7gCl3G/3I17ftx7dAUXshEocwVRdQ9xlnR3tfHjjz+2M8880zR+o5Q6depYv379rFu3bqH25VXdrmC6q61+7XP1kysIEXTfrja7AkCq2xVwcT1HJdvnei50vF8Qx3VulGC7a+yGsVFbs9mmhFWcOl3BtYEDB9rw4cOtcuXKUR4Z7xk7/PDDfc8JSvTJ5hh32WT6HLowXPeg86dPn27t2rVzVRXp9677VWVB74gw2wCka7drKfKgrSTCtDkSguPgsko+yWabVZdrTMUdy65nNugd5+p/td8vAcTl5LpvrdYzZswY22abbUpV5fo8KoYEAP3NO2rUKBswYICLstTvlThw6aWXWoMGDSInZkS+GCcggAACCCCAAAIIFIwACQAF01U0FAEEEEAAAQQQyL7A22+/7QX4V65c6Vt5pktHx2nt999/byNGjLCxY8dGnuHvuq4rcOkKYri+nI97vqv9rt+7vmR3td9Vv37vCjDrmKCgbDaMXnrpJevVq5cXiI1alAhw/fXXW/v27Z176bruNVNPVz+RAPB/veoaLyQAuBM2Mh1PcYKJ2RzjrjGQ6XPoenc899xzdtxxxwUe9tBDD9nZZ5/tqirS7xcvXuxdN2iFm6A908NsA5BuyXXXygNBCYFh2hwJwXEwCQDpgeI8s64EKV3R9TeUX7e53gdB/VkREgDktm7dOrvyyiu9LRYyKeecc47dcMMNtvPOO2dyOucggAACCCCAAAIIFJkACQBF1qHcDgIIIIAAAgggEEXgww8/tM6dO3vL6vuVffbZx6ZOnerNLCqLopn+F1xwgc2ePTsnl3N9eR030BT3/Lg3HedL9rDXDpM4ErRMcLaM/vWvf5n2so66EoDuU7MMr7rqKrvwwgtt88039711EgDS07ieo5Jnufpcx7MCwPvWqVMne+utt9Kix1kimwSAsG+31OPCBLUztQ1q0aRJk7zP5qDiWnlA78WgbQDSrd7gSngImv3tCjxn1gP+ZxXrFgBxk1lc/RC0AgAJAMEra2g0uj7L4vaf+uCWW27xkmCjbnGl9jVr1szuueceq1+/frYfOepDAAEEEEAAAQQQKDABEgAKrMNoLgIIIIAAAgggkE2BH374wbTsqivY7go0ZKtNX3/9tTdzXNfLVXEFLuN+uRv3/Lj3XRYJANqSQXuKB5WJEyd6wcx0JZtGmjE3btw4b0a/Vo6IWvQlu/Yl3nTTTdOeSgJAelHXc1TyLFef63gSAAovAaBRo0amZ33vvfcuNVBc76IogXPX+IkbdPN7b7iuq/P0LtSM3S233DLq6yft8WFm74dJzHNtA6AkqGnTplmLFi28dvz55582dOhQb/uPdCVo+X8d7wo8ZwUnqZKrr77a24s+3bs7m2Mv2+12tS3uWHb1Q74mAAQldFSUFQASY03vgGXLlnnje9asWZGHYJMmTbzts/SeoCCAAAIIIIAAAghUXAESACpu33PnCCCAAAIIIICAhdnvVUzplgrONl+c/U+jtMUVuHQFfFxfzsc9P8q9pDs218GFH3/80fr162cTJkzwbaorOJULIwXqH3zwQRs9erRpFYmwpVatWt4KFwcffHDaU0gASC/peo5KnuXq86Ax4zqXLQDcWwAMHDjQhg8fbpUrVw77aHjHuYKJZbUMu2sMuN7LkW466eAwSXJNmza1xx57zPQuyUb5z3/+4yUV6L3kV1q1auUF+HbccUffY8IkEiiwqiXHK1WqZK6EgaA92tWIMCvDZMNHdZx22mneDGk/c9fnYJTkk2y1OVGPq21xx7LrmY2bABC0CkSQleu+46xw4pc8lq49Lh/X2CjLd9Fff/1lixYtMpkrWSdKueiii7ztAIJWOIpSH8cigAACCCCAAAIIFJ4ACQCF12e0GAEEEEAAAQQQyKqAlgrt3bt3YJ3plgrOaiPM7Msvv/T2UZ43b15g1aeeeqqdeeaZdtBBB1mNGjVKBbRcX+66Apdxv9yNe35cV9eX7HGDC3PnzjXtAx20NG3QPtG6v1waafncl19+2UsG0My5MEvoBs0kJQEg/Yh0PUclz3I9l0FBKdd4iTID27XEdVA7ku/J1aYoSQmJeuPU6XqPZ9IetWvGjBl20kkn+b6Wgp5117vIFWiL4h33veZ3g2GT5PRePPbYY+O+vr3zX3vtNTv55JO9z0S/EjYpz1VXciKB69i7777bW6HHr7jGb676KF17sjn2stKpSZW42hbXKc67VqtA6PNw2LBhvrcd5blNruS2227zVtvxK0FJSq4VABYsWGBHHnlkqK5y+bjurzzGuZJ5lNg4efJk02fv8uXLnfdar149mzJlClsBOKU4AAEEEEAAAQQQKF4BEgCKt2+5MwQQQAABBBBAIJTA0qVLrW3btoHBBlUUNeAX6uJJB7n2HtZMvzFjxnh7Gm+yySa+1bu+3HXdR9wvd+OeH9Wt5PG5DC6E3aLBNUOwLIz0hflHH31kCjo89NBDgYkAQQkuJACkH5Gu56jkWVoxomvXrr7Du2XLlt4s6urVq5c6JpvjpVgTAFx7xmcaVHQlFgQF7VzvIlegLXkgZHMMRH3HugxUX//+/b0Z6XFn2/7xxx/est833nhjYDPDbsujFQx69OjhO3tYy/o/9dRT1rhxY+9d6Regda3qosauXr3aunTpYi+++GLatgc941H7xHV8Nsee61pRf+9qW6bPaqIdrr+BXElOCv5fccUVvreVSTJRmMSCoL8bXAkAUT6PXD6u91J5vovUKfoMU3LjyJEj7fXXXw8cfq6knahjl+MRQAABBBBAAAEECkuABIDC6i9aiwACCCCAAAIIZF3AFSBIXPDoo4/2lhzebbfdst4GVegKstxyyy2mYJOWKg4qri93XV8Ux/1yN+75cXFzFVxYt26dXXLJJTZ27NjAJoaZdVaWRlpCV4HlPn36+CYBBAW3SABI390aB1o5xPU86uzffvvNGzujRo3yHTtBs/hd4yXKCiUff/yxt4KI3hPpiis4ljjH1aZMgmRx6ly8eLEdd9xxGY1xv04JM/s9KMDkehe5Am3J7XLZxA2aBr3Uwixt79pKJOx7XeNSQfSgbUwUSFdCjYL3rqJEKAX2tRy4X1Hg9ZxzzgncdsC1/L/qdm1dsP/++3szmOvWretqduzfZ3PsxW5MiQpcbYs7ll1/A7neca5koijv28Stu8aGjgtaRcOVABA20B1mqynXe6k830XJQ+mLL76wCy64wJQM5FfCrhSS7TFOfQgggAACCCCAAAL5IUACQH70A61AAAEEEEAAAQTKVeD+++/3vvx3Fc0KGzp0qG222WauQyP/3vUFb9g9Xl1ffpMAcLwpAFGtWrXQffT99997ywK7gv+qMGg5/cQFy/oLdM2q1T7XmqHrV/zGlysBwBVM8bueKwjkCkIEdV422ux6HhXw1MoKRx11lHMcvfPOO6atO9577z3fYzXjWcGKdMU1XhQInTlzpjVq1CiwLWGSWML2p6tNmQTxXHUGJRUoYHzGGWd4+0X7Fde7r+R5WkHj9NNPtyVLlqStcptttrFnnnnGmjVrlvb32RzjLptMvJ0D938P0Ljp27evt61IUNEWNqNHj7aqVauGrTrluLArrIRNhktU7lraX9s49OvXz/sbYOXKlWnbHibAGmaW9xNPPGHt27fPyCfKSdkce1GuG+ZYV9vijmXX30Cud5xrVSjXc5/OwDUGXW1yfR4FrUSS3B5tFaCVaIISbFyfveX5Lippu2zZMuvUqZPvc5tJIlqYMcwxCCCAAAIIIIAAAoUhQAJAYfQTrUQAAQQQQAABBHIq4Ar0JF9cgTotE5zJUsfa0/iOO+7w9jhWMOXvf//7xqpdX/CGTQB46aWXAoOSriBY3C93454ft6OzGVzQzO158+Z5SR+upWbVbteX+Il7Kw8j1xL0mSYAhA0+l+xXVz+5ghBB46QsEgB0/TBJAGGXNA+a/blmzRovuK2x6Ff0XtIqA5tuumnaQ8IE/7M5hps2beqtPCGjsMX1XAQFc1xbG6gNUQPUrsSw5P3j091jNse4yyZu0NTVR08++aR16NDBdZi3dLr+bbXVVs5jkw/QGNcsfa2yE1TCvmOT63Ct8qMVULTCz7hx49JeOszy/4kTXX3erVs3u/POOyP7RMI085LctNKHX4nzfo3alqjv/rhjOW4CwLfffmta8eHZZ5/1vdUoyaBKDNHfEPobz6+4AtWuz+8wz0WY4L/a5xob5f0uKvneCPpsdLnGHcucjwACCCCAAAIIIJDfAiQA5Hf/0DoEEEAAAQQQQKBMBMIsi5rcEAWS9IVu7dq1Q7VPgX8Fk7QUsWaTq5QMuLoSAMLseawvZrXfsd/y3rouCQD+KwBoyW8FizRTe/78+TZlyhSTaZiiWYGaJaoZw65l4eN8gf7GG294y/kPGDDAC8iFSUTR+NZ41b90JWhpalcwXfVFnZGrc3IZoHK1OUywxPU8Jhzr1Kljt99+uyloVbLfw2y/oHpcS0qvXbvWW+o4KDgalIwQZQWLMDZqs2sM65ios51ddbqCOa6AfZRnVO+A7t27+87+DzPusznGXTZxg6aud9w333xj5557rs2YMcN1qPcOVEJKmM9HvZs041rvs6DPrcRF9az179/f+Y5NbmSYbQCCbirM8v+J8139FGUMOqEDDsjm2IvTjnTnutoWdyzHTQAIE7APk/yVuPcwgXfXu/K5557ztjgJKvq7QKv8lEy+0fifM2eO94yF+XumPBIAlGypVYqUCBTlb+sVK1bYaaedZsuXL09LM2TIENM/199k2R7j1IcAAggggAACCCCQHwIkAORHP9AKBBBAAAEEEECg3AW++uorbwng2bNnh2rLDjvs4M0S09Le++23n2233XYbv2TUbFTVpyC/Zk4qmKwgXnIpGdB37TurZYrvuece03VLFn3Bq6WvFSR86623Attf0RMAQnVuBgf5ffmeripXkCgoAJI8E1DHXXrppd6KD5tssolvqxXMVFDOb2wEzWT++eef7cILL7T77rvPt34FQ66//no75ZRTvOCDxr+Cek8//bS3t/bee+9d6lxXEMgVhAjqorJMAFA7FNRTcPr888/3gp4KNqxevdpbDl3bRpR89ku23bVthCuBI1GfkhE0Hk4++WTbfvvtvX54/vnnQ69goXrCJgCEWZVAdSkgdcwxx3jbpmgfbL2n9F7UKiolt+FwPReuBIAwK7lorD7wwAPejG+/oJCWx9a7NOizoEmTJvb444/bHnvs4TsUsznGXTZxg6ZhXnn6zNJnnms8J54JvQ+6dOnijSn1dWLrHK2KoWdUWyvce++9NmvWrDCX994v+gysXr16qOOTD3ItwR5UYZjl/xPnK5CplThGjRoV+L4cOXKkl8AV9N5OrkDJaboHeb366qs2fvx4360ndF42x15kbMcJrrbFHctxEwDU/DDjRe8AfS7+4x//8L1jfQ7qXeK3jYhO1LhW8pLe2X7FFehOnKfk1MGDB1u9evW81WD0LhszZoz33IR5blWP67M3F++i5M8T/Y2rLQ30vg961vUeGT58uLftkl9x/b2b7bFNfQgggAACCCCAAAL5JUACQH71B61BAAEEEEAAAQTKVSDMTK1sNbDkF5OufWd13TZt2tjFF19shx56qFWuXNkUFNAXwwoKaD/yMF/wur4Qjfvlbtzz4/q6ggtx6093fpTgv86PY5RuZvoRRxzhzc5VUHPnnXf2Am2afa4gm4JrN910U+DMv6AAdJh9rYNM/cabq59cQYiga5Z1AkCcMaVAzcSJE61BgwaB1YSZARqnHYlzwyYAhFmVwK89fttGuJ4LVwJA2JVcEgkb2gt733339d6lel6UtKWZuAqYuWbKhpmJns0x7rKJGzQNM3aUUKLgtpawL+uiYKuC3npeMimubQD86oyy/H+iDq3SooS9oH3WE5/nem/r3pITJDQWlSyj8ag9zrUUvZJREqsH6VzX53g2x14m3kHnuNoWdyxnIwEgMSNdq9sEFQWr9TdZ586dbffdd/c+exWYVt/rPrXlU3K/laxL7yKt7HLSSScFXifO+zZq/7k+e3PxLkpXZyLJVkv8K8l266239m5F76GVK1d6Kw8pIdKv6F2hVZzq168flYDjEUAAAQQQQAABBIpEgASAIulIbgMBBBBAAAEEEMiGgAJImtXZu3fvUMH0ONcsuQKA9uju27evPfjgg3GqdZ7rChzE/XI37vnOG3Ac4AouxK2/5PmZ7Hkdxyjs0vRh71MzoqdOnWoHH3yw7yla9tsVoPA7WUuBX3755aV+7eonVxAi6P4KKQFA/XnZZZdtnB3td1/aRkSzO+fNmxe2a32PU8BRs03T7XEdNgFAlWtLE83kz6SU3AJFdbieC1cCgOr4+uuvvZmjer/mqqgftLpD1apVAy+RzTHusokbNA1rVRa+JdsSZbl1v/vIdBuAKMv/J66tALCCk3quc1Vcn+PZHHvZvgdX2+KO5WwkAOiew2wDEtdGfz9oyfvE6hhB9bm2OInSlvbt23vL5iuQXrK4Pntz8S5y1Rnl3hLHXnTRRXbDDTeE2iYpk/o5BwEEEEAAAQQQQCD/BUgAyP8+ooUIIIAAAggggECZCujLe82m1xKkYWbUZ9q4dAGwuXPnejMH4163YcOG3uxBBQ1LFlfgwPVFrOvL+bjnZ+qZOM8VXIhbf+J8LbeuZe/1RXrYZZwT58YxSt4CIBv3oiV09UV5UADi448/tjPPPDPUHt0l2+QXTHD1kysIEXTvuU4AuOuuu7xEnaBlncP0jZIqtDTzTjvtFOZw57LeYSrRuB03bpxptZNrrrmm1ClREgDCznRO165cJQDoWrkM3Gkfbs2A18xwV8nmGI/zznC1M+rvv/jiC29Z81wmWSS/Z7UEv7Y5ibuPd5hl3UtaRFn+P/lcJUr069fPm4Gci+L6HM/m2Mt2+11tc/2N4WpPthIAdJ1crgql5BIlioTd0uKbb77xVvpRQl6coi19dO0ePXqk3RbI9dmbi3dRmC1lotxz3BVDolyLYxFAAAEEEEAAAQTyV4AEgPztG1qGAAIIIIAAAgiUm4BmC86ZM8cGDBjgXAo6k0a2bNnSW7pUS2Enl2zMHNQXxN26dTMtS59uz3dX4CDul7txz8/EM/mcSZMmecvx5qqE3Z826PpxjObPn+/tGRw3SUTtC7t1gZ4H7XXcq1evyKy33nqrl0xTsriCQK4gRFBDcp0AoOD1Flts4dzbOaiNmQQotEqIlmAfO3Zs5H7QCQruK3nhsMMOM7+VJKIkAOh9NWTIENMqD1FLLhMA1Bbtk37++eenfQdGbWvi+NatW3vbA2hGepiSzTEe550Rpq1Rj9Gy5sOGDbObb7456qmhj9d7TvXvueeeoc8JOjDqNgBxlxBXUFPJVVriPdvF9TmezbGX7ba72pZPCQD67Js2bZq30olrS4coTvo7Tcl3+nsiSombkJBYsejzzz+3Tp065U0CQDZXwMrGiiFR+oRjEUAAAQQQQAABBPJXgASA/O0bWoYAAggggAACCJS7wGeffWYjRozwVgTIRsBVN9SmTRsv+HbggQemvT99EaqAWtSgmvaSVTBOQd1PP/3U98tdV+AgbqAp7vlxO33p0qXWtm3btKsfZFq3bFu0aOGZnnjiic6lv13XiWOk8aHAgfYWznRM6n4USFZwqkqVKq7mer/Xda+88krvulFKya0uEue6gkD5ngDQrFkzb/lkbduhlTuiFJ07atQoO+igg6Kc5h2baVBR752RI0da3bp1vXqykQCgejKZ6ey3r7rruQizBUAyqN7fV111VeA+0WE6QM+LZnNrSXf9d9iSzTHusokbNA17T8nHaa/6559/3hRUfP311zOpIu05WqVCq1N06NAhq8t3R90GQIl0Wu1hq622yvje9N5U0o3eZ5m+r0teXMlDSioIWoUim2Mv45v3OdGVpBd3LGdzBYDELbz55pt29dVX26xZs2JxKOCvsdCzZ8+MxnamCQklrxv0PnF99ubqXbR48WLr379/rHdJnM/WWB3LyQgggAACCCCAAAJ5KUACQF52C41CAAEEEEAAAQTyR0BfuH700UdeIODJJ5/MaBaYZiRpqfguXbqYlud3LRkfNbCi4J72kVXdWiZZQQfNnBw/fvzG9ipwpS9HFfgL2u9ds3oVXFAAQUsmJ4IWOr9x48beF9fapsBvyfi458fteV1fe9orgUJ73EYp+pJcM6C33HJLL0Fjv/3280xr164dOlAe5npxjTQ+FJBQMF6zE8MGltSHmlWr2YwNGjSIvKT2L7/8YloSW1sfaAawqwQtca9Atsboc889Z8uWLdtYlZ6Vww8/3AYPHuybJOO6rp7Zp59+2mvrokWLUtp66KGH2umnn+4tpRyU/PCvf/3Le1a04kLCV23TLPB//vOfG5dt1rOmJfXDmGh89e7d20u8iDrzM/meo/SD2qwVGLR6Q/L9Ktiid4aCZYn7U+BV7yiNjyhBT40FJUppZYIwY1FJEzq+pH8iWPrEE0+Y2pcosmratKlnpwScKEvB61nRrFmtRBE1eKfraqlsBaX22GOPSNdV27M5xl3vDCVH6DNm0003dT0eWf+92qYVHfQcyDjMGEjXCH2OKYGtefPmWX3fJl9LY1Wfi3rvKGkh3XtM7wiNN60AVLNmzax4aRuV22+/3ftsDfPuLHnR5CQ0Jbi5ns9sjr2sACRVovvXWFFyWLrnvHv37tauXbvAbWmC2pSoX58B+pxMjMfEeyTT+n/77TdvfOtz9+WXX47Eovew3sG6dsmVnyJV9L8HR0lI0Ge+EmqSk071rtU7UX/nKaCvkvgbUYmkegb8iutd5PobMeh+f/zxR69NSpqJ8vfb/vvv7634cvbZZzufjUy8OQcBBBBAAAEEEECgMAVIACjMfqPVCCCAAAIIIIBAuQisX7/eVq1a5QUVFfDQfyd/waxGKYimL3sVSNYXrgok7L777hl9ma0vWhUcffbZZ71AXXLAQl/QaiuBk08+OVRSQbmAcdGcC2hZa41HBTm1J7u2fUgEmBIJDUr40B7aGovbb7997DZpL2LN/NU2GbpeIoCvAILGvAL42itdM1XDrjAQu1HlXIG2HZDHzJkzPY9EUEXvAyWRKGin57VGjRpZa6mCJbqmAl3J/aBrapl/Bcs1m7Zq1apZu2Vd3EAAACAASURBVKZfRUq60LLSCpBpRYT33ntvo4Heh/Xr1/eCSq1atfI8/BKIctVQtU+rFSipSe9u9ZFWcEhe1lvtUltlp2QpjWVXoDVX7S3UepWc8u6779qSJUu8zyuNiZLOifdEtWrVPGsllunzMhvvpnx3098QCmzqna1/SgxIDoKn+xsiF0lo+e6Uz+1TUpFWF9HfZPqnd13y567arnedEgf1mat/ClBXrlw5q7elduhZUxJg8t+HiWRNfeYr+K9ERlfSaVYbloXK9LfvBx984CXg6TnR52lyoqCeCX3OyVarM+27775l/pmShdukCgQQQAABBBBAAIEcC5AAkGNgqkcAAQQQQAABBBBAAAEEEEAAAQQQQAABBBBAAAEEEEAAAQQQQKAsBEgAKAtlroEAAggggAACCCCAAAIIIIAAAggggAACCCCAAAIIIIAAAggggECOBUgAyDEw1SOAAAIIIIAAAggggAACCCCAAAIIIIAAAggggAACCCCAAAIIIFAWAiQAlIUy10AAAQQQQAABBBBAAAEEEEAAAQQQQAABBBBAAAEEEEAAAQQQQCDHAiQA5BiY6hFAAAEEEEAAAQQQQAABBBBAAAEEEEAAAQQQQAABBBBAAAEEECgLARIAykKZayCAAAIIIIAAAggggAACCCCAAAIIIIAAAggggAACCCCAAAIIIJBjARIAcgxM9QgggAACCCCAAAIIIIAAAggggAACCCCAAAIIIIAAAggggAACCJSFAAkAZaHMNRBAAAEEEEAAAQQQQAABBBBAAAEEEEAAAQQQQAABBBBAAAEEEMixAAkAOQamegQQQAABBBBAAAEEEEAAAQQQQAABBBBAAAEEEEAAAQQQQAABBMpCgASAslDmGggggAACCCCAAAIIIIAAAggggAACCCCAAAIIIIAAAggggAACCORYgASAHANTPQIIIIAAAggggAACCCCAAAIIIIAAAggggAACCCCAAAIIIIAAAmUhQAJAWShzDQQQQAABBBBAAAEEEEAAAQQQQAABBBBAAAEEEEAAAQQQQAABBHIsQAJAjoGpHgEEEEAAAQQQQAABBBBAAAEEEEAAAQQQQAABBBBAAAEEEEAAgbIQIAGgLJS5BgIIIIAAAggggAACCCCAAAIIIIAAAggggAACCCCAAAIIIIBAxgJ//fGn/XvJ/4t8/t7NDoh8TiGfQAJAIfcebUcAAQQQQAABBBBAAAEEEEAAAQQQQAABBBBAAAEEEEAAAQQqgIASAC6t3TrSnba5+lw76rwOkc4p9INJACj0HqT9CCCAAAIIIIAAAggggAACCCCAAAIIIIAAAggggAACCCCAQJELkAAQroNJAAjnxFEIIIAAAggggAACCCCAAAIIIIAAAggggAACCCCAAAIIIIAAAuUkQAJAOHgSAMI5cRQCCCCAAAIIIIAAAggggAACCCCAAAIIIIAAAggggAACCCCAQDkJkAAQDp4EgHBOHIUAAggggAACCCCAAAIIIIAAAggggAACCCCAAAIIIIAAAgggUE4CJACEgycBIJwTRyGAAAIIIIAAAggggAACCCCAAAIIIIAAAggggAACCCCAAAIIlJMACQDh4EkACOfEUQgggAACCCCAAAIIIIAAAggggAACCCCAAAIIIIAAAggggAAC5SSgBIAnLh/tXf27j1fbqlff9v57p33+brUO3i9tq2rsXdOOOq9DObW4fC5LAkD5uHNVBBBAAAEEEEAAAQQQQAABBBBAAAEEEEAAAQQQQAABBBBAAIEMBO7qMNj+veT/eWeeefcVdkCbIzOopThPIQGgOPuVu0IAAQQQQAABBBBAAAEEEEAAAQQQQAABBBBAAAEEEEAAAQSKUuDi3Vt596XZ/72njLCtd9yuKO8zk5siASATNc5BAAEEEEAAAQQQQAABBBBAAAEEEEAAAQQQQAABBBBAAAEEEChzgTenL7BHLxjmXfews1pb+2H9yrwN+XxBEgDyuXdoGwIIIIAAAggggAACCCCAAAIIIIAAAggggAACCCCAAAIIIIDARoF7Ol1mH77ypvf/u4y53A486Sh0kgRIAGA4IIAAAggggAACCCCAAAIIIIAAAggggAACCCCAAAIIIIAAAggUhEBi+f/qe+3uLf9ftcYOBdHusmokCQBlJc11EEAAAQQQQAABBBBAAAEEEEAAAQQQQAABBBBAAAEEEEAAAQQyFlg+e6FNOO967/wmXU6wjjddmHFdxXoiCQDF2rPcFwIIIIAAAggggAACCCCAAAIIIIAAAggggAACCCCAAAIIIFBEAvd2udI+WLDUu6MzRl9qDU85uojuLju3QgJAdhypBQEEEEAAAQQQQAABBBBAAAEEEEAAAQQQQAABBBBAAAEEEEAghwKJ5f933GNX6z15hG27y445vFphVk0CQGH2G61GAAEEEEAAAQQQQAABBBBAAAEEEEAAAQQQQAABBBBAAAEEKozAO3NetQd7DPXut/HprezUkQMqzL1HuVESAKJocSwCCCCAAAIIIIAAAggggAACCCCAAAIIIIAAAggggAACCCCAQJkLPND1Gntv/mvedTvfcbE16tCizNtQCBckAaAQeok2IoAAAggggAACCCCAAAIIIIAAAggggAACCCCAAAIIIIAAAhVYILH8f7W/72K9p9xk2+1WowJr+N86CQAMCwQQQAABBBBAAAEEEEAAAQQQQAABBBBAAAEEEEAAAQQQQACBvBXQzH+tAKBySKfj7LRbBuVtW8u7YSQAlHcPcH0EEEAAAQQQQAABBBBAAAEEEEAAAQQQQAABBBBAAAEEEEAAAV+BB3sMtXfmvOr9vtNtF9nBpx6Llo8ACQAMDQQQQAABBBBAAAEEEEAAAQQQQAABBBBAAAEEEEAAAQQQQACBvBVILP+//e47ecv/71Bz57xta3k3jASA8u4Bro8AAggggAACCCCAAAIIIIAAAggggAACCCCAAAIIIIAAAgggkFbggwVL7d4uV3q/a9SxpXW+fTBSAQIkADA8EEAAAQQQQAABBBBAAAEEEEAAAQQQQAABBBBAAAEEEEAAAQTyUuDh8663t2cv9Np22s0D7ZDOx+dlO/OlUSQA5EtP0A4EEEAAAQQQQAABBBBAAAEEEEAAAQQQQAABBBBAAAEEEEAAgRSBxPL/2+1a3XpPGWHVau2CUIAACQAMDwQQQAABBBBAAAEEEEAAAQQQQAABBBBAAAEEEEAAAQQQQACBvBP48JW37J5Ol3rtOqj9MXb6qEvyro351iASAPKtR2gPAggggAACCCCAAAIIIIAAAggggAACCCCAAAIIIIAAAggggIA9esFwe3P6i55ExxEDrMkZrVBxCJAAwBBBAAEEEEAAAQQQQAABBBBAAAEEEEAAAQQQQAABBBBAAAEEEMg7gcTy/1V32sF6Txlp1ffcLe/amG8NIgEg33qE9iCAAAIIIIAAAggggAACCCCAAAIIIIAAAggggAACCCCAAAIVXOCjJf/PxnYY7Ck0PLm5nXHnZRVcJNztkwAQzomjEEAAAQQQQAABBBBAAAEEEEAAAQQQQAABBBBAAAEEEEAAAQTKSODxC0fav56Y712tw/D+duiZJ5bRlQv7MiQAFHb/0XoEEEAAAQQQQAABBBBAAAEEEEAAAQQQQAABBBBAAAEEEECg6AQuqXmCbdiwwbbcvqpdMO0Wq7F3zaK7x1zcEAkAuVClTgQQQAABBBBAAAEEEEAAAQQQQAABBBBAAAEEEEAAAQQQQACBjAQ+Wfqe3XnSQO/cA9odZWeOvTyjeiriSSQAVMRe554RQAABBBBAAAEEEEAAAQQQQAABBBBAAAEEEEAAAQQQQACBPBWYfNGt9vqkuV7r2t/Y1w47u02etjT/mkUCQP71CS1CAAEEEEAAAQQQQAABBBBAAAEEEEAAAQQQQAABBBBAAAEEKqzAZXu0sT9//8M237qK9Ztxu+20b60KaxH1xkkAiCrG8QgggAACCCCAAAIIIIAAAggggAACCCCAAAIIIIAAAggggAACORH47K0PbFTr/l7dDVofYWfdc2VOrlOslZIAUKw9y30hgAACCCCAAAIIIIAAAggggAACCCCAAAIIIIAAAggggAACBSYw9dI7bMmjz3itPvm6Ptase7sCu4PybS4JAOXrz9URQAABBBBAAAEEEEAAAQQQQAABBBBAAAEEEEAAAQQQQAABBP5X4Iq9T7Lff/3NNqv8N+v/9Cjbpe4e2EQQIAEgAhaHIoAAAggggAACCCCAAAIIIIAAAggggAACCCCAAAIIIIAAAgjkRmD1O6vstuMv8Crf/4Rmdva9V+fmQkVcKwkARdy53BoCCCCAAAIIIIAAAggggAACCCCAAAIIIIAAAggggAACCCBQKALTrrzTFj00y2vuSUN72+E9Ti6UpudNO0kAyJuuoCEIIIAAAggggAACCCCAAAIIIIAAAggggAACCCCAAAIIIIBAxRW4qm57++2nn80qVbKBz46xXevvWXExMrxzEgAyhOO0zAX+/PNPmzNnjk2aNMneeOMN++KLL2z9+vVWvXp1q1Wrlh177LHWvn17q1+/fuiLrFu3ziZPnmwzZsyw5cuX29dff20bNmywnXbayerWrWtt27a1Tp062fbbbx+6znQH9u/f30aPHp3yqwMOOMDefPPNyPV+9tlnNmvWLHvmmWfso48+8tr83Xff2apVq6x27dqR6+MEBBBAAAEEEEAAAQQQQAABBBBAAAEEEEAAAQQQQAABBApV4Kv3P7FbWpznNb/+8YdZt/uHFOqtlGu7SQAoV/6Kd/GlS5dar1697F//+lfgzVeqVMm6du1qN998s1WrVi3w2OnTp1vfvn3t888/Dzxuxx139OpTvZkUBez//ve/lzo1agLAv//9b7viiiu8hAUlKZQsSgYgASCTHuIcBBBAAAEEEEAAAQQQQAABBBBAAAEEEEAAAQQQQACBQhWYPuRuW3j/U17z2w7pZUee275Qb6Vc200CQLnyV6yLP//883biiSfab7/9FvrGDzzwQHvhhRdsu+22S3vOlClTrHPnzvbXX3+FrvOuu+6y3r17hz4+caBWJZg2bVqp86IkAIwdO9YGDhzorXjgV0gAiNw1nIAAAggggAACCCCAAAIIIIAAAggggAACCCCAAAIIIFDgAkP+car9/D9rvbsY8Mydttv+exf4HZVP80kAKB/3CndVzXpXoPynn34qde9alr9q1aq2evVq+/3330v9vkOHDjZ16tRSP//000+tTp069uuvv5b6nZb+33TTTb06Sxb9XEv2/+Mf/wjdD1qmX8kL6UrYBIBLLrnERo4cGXjNKlWq2IoVK9KuNBC6sRyIAAIIIIAAAggggAACCCCAAAIIIIAAAggggAACCCCAQAEJrFn1uY04qqfX4v2ObWLdxw8toNbnV1NJAMiv/ija1vTo0cMeeOCBlPvbZZdd7P7777dWrVqZlvz/8ccf7YYbbrARI0aUcli1apXtueeeKT+/6qqrvOOTS40aNbxkgSOOOML78RtvvGEdO3a0Tz75JOU4rQCglQDCFCUY1K9f35TEkK6ESQDQtfr06VPq9N122837+XHHHWf77befbbnllmGaxDEIIIAAAggggAACCCCAAAIIIIAAAggggAACCCCAAAIIFI3ArOvutQX3POHdT5urz7WjzutQNPdW1jdCAkBZi1fQ61WvXt2+/fbblLtfuHChNWvWrJRIy5Ytbf78+Sk/V6LAOeeck/Kz5s2b24IFC1J+Nn78eOvWrVvKz2bPnm1t2rRJ+Zlm/y9fvjxUb1xzzTV23XXX+R7rSgDQdRo3blxqpYLBgwd7CQyVK1cO1Q4OQgABBBBAAAEEEEAAAQQQQAABBBBAAAEEEEAAAQQQQKAYBYYe2Nl++vZ/vFvrP3uU1Txg32K8zTK5JxIAyoS5Yl/kf/7nf0zL/CcXzXz//PPP08LcfPPNdvHFF6f87tprr7Wrr7465Wf16tXzlstPLh9++KHttddeKT/TDH4trZ9clJDwzTffODtm5cqVtv/++9tvv/3me6wrAaBdu3Y2c+bMlPOHDx9ul156qfP6HIAAAggggAACCCCAAAIIIIAAAggggAACCCCAAAIIIIBAMQt898mXNrxZd+8W6x7T2HpMuLaYbzfn90YCQM6JuUBUAQXHL7/88pTTbrvtNhswYEDKzw4++GBbunRpys8++OAD22effVJ+9vPPP9tWW22V8rPatWvbRx995Gza8ccfb3Pnzt14nFYDUDJCcglKAHjnnXe8BIINGzZsPOXoo4+2559/3nltDkAAAQQQQAABBBBAAAEEEEAAAQQQQAABBBBAAAEEEECg2AWeHvaAvTBmsnebra/sYc3PP7XYbzmn90cCQE55qTwTgSOPPNJefvnllFOXLVtmBx54YMrP+vbta2PGjEn52dixY+38889P+dm0adOsffv2KT/r1KmTTZw4MbB5kydPNh2XKA0bNrSnnnrKatWqlXJeUAKAZvmPGDEi5Xhtb7D55pvbuHHj7KWXXrKvvvrKttxyS9t7772tY8eOXvu33nrrTOg4BwEEEEAAAQQQQAABBBBAAAEEEEAAAQQQQAABBBBAAIGCEriuURf78evvvDb3m3m7/b1h3YJqf741lgSAfOuRCtyedevW2ZVXXml33HFHikLbtm1txowZpWTeffddU/D9jz/+2Pg7bTUwadIkO/bYY72fvf76617wP3m7gUqVKtnChQutadOmvtpr1641bTHwxRdfbDxGSQlaOaBmzZop5wUlABxyyCH2xhtvbDxeWxGcdtpp9tBDD/leWwkGSlpQwgEFAQQQQAABBBBAAAEEEEAAAQQQQAABBBBAAAEEEEAAgWIV+OGLb+zGJmd7t1en+cHW85Hri/VWy+y+SAAoM2ouVFJAS/q/+eab3o8VcH/vvffsl19+STlMy+drufwdd9wxLeADDzxgPXv2TFliXwfWqFHDNttsM1u9enWp82666Sa75JJLAjtk0KBBpm0HEuX000+3xx57zEskCJsA8NNPP9l2221nf/75Z+TOr1atmpc4oIQDCgIIIIAAAggggAACCCCAAAIIIIAAAggggAACCCCAAALFKPDsiIds/qjHvVs74bLudkzf/1uduxjvtyzuiQSAslDmGmkFNBM/qPTo0cNuvfVWq1q1auBxU6ZMsd69e9v3338feNzf/vY3u/POO61Xr16Bxy1fvtwOOuigjSsLaHn+999/33bfffdICQAffPCB1alTx/da2267rZcgoKSCdEkCJ554os2ePZvRgwACCCCAAAIIIIAAAggggAACCCCAAAIIIIAAAggggEBRCmj2v1YBUOn71K1W6+D9ivI+y/KmSAAoS22ulSLgSgDo06ePXXvttabZ8EFFM/O1CkDJ1QNKnqPr3Xfffda9e3fzu/aGDRvsiCOOsFdeeWXj6dddd51dddVV3v+PsgLAokWLrFmzZqWavscee9i4ceOsZcuW3u+++uor071q2f+SRasi1K3LPic8OggggAACCCCAAAIIIIAAAggggAACCCCAAAIIIIAAAsUl8OPX39l1jbp4N7XvkQfZuY/dWFw3WE53QwJAOcFzWbPmzZvbggULAil22mknmzt3rjVo0CDtcVrKf+TIkZE4zz//fBs7dmzac7SlgFYeSBQtwa8g/BZbbOH9KEoCwNNPP22tW7cudZ1PP/201DYCf/zxh9WvX9+0akBySU4+iHSTHIwAAggggAACCCCAAAIIIIAAAggggAACCCCAAAIIIIBAHgs8d+sjNvfWR7wWtrqkq7Xof3oet7ZwmkYCQOH0VVG3dO3ataal90ePHm0TJ05MuddddtnFVqxYUWorgEceecTOOuuslGNr1qxpt912mze7fpNNNrEXX3zRBg4caKtWrUo5bsSIEXbxxRen/ExbCGjJ/m+//Xbjz5944glr3779xv8fJQFg1qxZ1rZt21L9plUG0hWtTnDuueem/KpNmzY2c+bMou57bg4BBBBAAAEEEEAAAQQQQAABBBBAAAEEEEAAAQQQQKDiCQxv1t2+++RL78b7PHmL7dG4fsVDyMEdkwCQA1SqjCegJfoffPDBlEpuvPFGu/zyyzf+7K+//rJatWp5M/ITZfPNN7e3337b9t1335RzP/vsM292vZIMEmWbbbax1atX29Zbb73xZ7169bJ777134/8/5phjbP78+Sl1RUkAmDNnjrVq1Srl/EMOOcRee+21tEBvvfWWHXjggSm/0/9ftmxZPFDORgABBBBAAAEEEEAAAQQQQAABBBBAAAEEEEAAAQQQQCCPBH767j829IBOXov2PvxAO2/i8DxqXWE3hQSAwu6/omy9gvgHHHBAyr01bdrUXnnllY0/W7JkiR166KEpxwTNlu/atatNmDAh5fgZM2ZsnKGv+g477DBLnp2v7Qe22267lHOUALBu3bpS7lo5QKVdu3am1QVUXn/9dWvcuHHKsR06dLCpU6em7bc1a9ZYjRo1Un63zz77lNoWoCg7nZtCAAEEEEAAAQQQQAABBBBAAAEEEEAAAQQQQAABBBCoMALzR020Z0f8d0Lw8YPPspYDulSYe8/1jZIAkGth6o8s8NNPP5lm6CeX3Xff3TSTP1G0TcDpp6fuA9KvXz8bNWpU2usNHTrU/vnPf6b8TlsFDBgwwPvZtddea0OGDInc1pIndOnSxbQ1gcpXX31l2r4guSjJYNGiRWmvk24FgCZNmtjixYtjt4sKEEAAAQQQQAABBBBAAAEEEEAAAQQQQAABBBBAAAEEEMgXgRFH9bQ1q/670vf5U0fanofuny9NK/h2kABQ8F2Y/zfw0EMPWbdu3VIa2qdPHxszZkzaxn/yySdWu3btlN9phv2KFSs2/uzRRx+1M888M+WYTp06mRID0pW+ffuWut4dd9xh/fv39w5XW3RM3JKcAKC6NIP/ww8/3FjtFltsYd98802pBAcdcN9999m5556b0oSzzjqr1MoFcdvI+QgggAACCCCAAAIIIIAAAggggAACCCCAAAIIIIAAAgiUl8Av//nJrqnf0bv8Xoc1sN5T/ru6NiU7AiQAZMeRWgIEFixYYM2bN085QjPjFdCvWrVqqTM1U18z9pNLyeX9NYu+WbNmKceorlWrVtmOO+6Y8vOff/7ZlECg5fuTS/IWAJMnTzYlEMQtJRMALr300o1bAiTqvummm+ySSy5JudTvv/9u9evXt5UrV6b8/OGHHy6V6BC3jZyPAAIIIIAAAggggAACCCCAAAIIIIAAAggggAACCCCAQHkJvDh2is2+8X7v8scOOtOOG5Q66be82lUs1yUBoFh6Mo/v448//rDddtvNm/meXBo3bmxjx461Ro0aeT/W0v933XWXXX755fbnn3+mHDthwgTTbPhEWb9+ve2666723XffpRynJfMfeOAB22+//byfazWB3r1727PPPptynGbia4n+bbfdNpKckghq1qyZcs4BBxxgb775Ztp6Vq9ebXvssYepvYnyt7/9zUaPHm3nnHOO6b/VDrVx+vTpKXXsvPPO9u9//9uqVKkSqY0cjAACCCCAAAIIIIAAAggggAACCCCAAAIIIIAAAggggEC+Ctx8zHn29QefeM07b/JNtnfTA/K1qQXZroJPAJgyZYoXPP3+++8jdYD2mH/88cetdevWzvM2bNjgBZKfeuope+GFF0x7tev/qzRs2NAUAO7YsaMdccQRaWe0B11AQfGZM2favHnzbNmyZfb+++97h2vGuupu27attWzZ0mrUqOFsZ/IBCrovWbLEZs+ebQsXLvQC1GvXrvWWnj/wwAPtqKOOsnbt2nnX2GyzzSLVncnBd955p/Xr1y/tqZqxv9VWW9mXX36ZEihPHKz2vv7666XaOXLkyFIz6RPnKHiu+/riiy9M/VeyXHTRRXbzzTdHvpWoCQC6gK5z8cUXl7rWlltuadWqVTMlCZRMeNDB48ePL7V1QuQGcwICCCCAAAIIIIAAAggggAACCCCAAAIIIIAAAggggAACeSLw27pf7Ko6p3itqX3IftbniZut0iab5EnriqMZBZ0A8Msvv9jAgQPtnnvuyag3brzxRm+2eVBRYsGIESO8meoKoAcVBe2vv/56a9++vW3iGKhq+9133+0d70pe2GGHHezaa6+1nj172uabb+68VwX7r776aps1a5bzWC2tr0B63bp1ncfGPUDtv//+/y7nEbb8/e9/t+eff9722muvUqcosN+tWzfT6gBRyoknnuglc2j2fdSSSQKA2tm9e3d76KGHQl9OyRKjRo0KfTwHIoAAAggggAACCCCAAAIIIIAAAggggAACCCCAAAIIIJDvAi+Ne9JmXjvOa2bLC8+w4y8+O9+bXHDtIwEgIAHg66+/tvPOO6/U0uxBvawZ9kos0KoEfjPr161b581cV1JBlHLFFVeY/mm2vF9ZsGCBde3adeMKBWHq1woGWnr/sMMOC3N4rGPGjBnjJSf88MMPznpOPfVULwiu2fx+RTPnb7rpJs9crkFFAf8BAwbY0KFDM15WP5MEALVJSQDDhw/3Ej5+/vln32aqb5XsMWjQIKcPByCAAAIIIIAAAggggAACCCCAAAIIIIAAAggggAACCCBQSAK3HdfHVr/7b6/JvSYOs30Ob1hIzS+ItlbYBAAF6qdNm2YtWrRI21EKJmt1gXvvvTdyR6ruqVOn2nHHHVfqXC3Nr0CwguCZlHHjxnkrAVSqVKnU6e+9956dfvrp3hYFUcvRRx9tDz/8sO22225RT418/I8//miTJk2yp59+2tv2QNsgKJCvlQ60isLhhx9uZ511lvffYYu2D5C56vzggw9MyRt//fWXt3XCnnvuaa1atTIlFOyxxx5hq0x7XKYJAInKdP6DDz7otXPVqlVeIsT222/vrXBwwgkn2LnnnhuY8BCr8ZyMAAIIYc8b7wAAIABJREFUIIAAAggggAACCCCAAAIIIIAAAggggAACCCCAQDkJ/PHbert8r3be1WsesK9dMP1W27QMtiovp9stt8sWXQKAZuzfdtttGc/wTvTEo48+ameeeWZKxyiwf80111iPHj28oK2SBJREcNVVV5Waca9gs7Ym0HHJ5aWXXrLOnTt7+90nl8GDB3uz03fddVf7/fffvWXvL7vsslLB/GbNmtkjjzxitWvXTjnfbzsEze5XwsExxxzjLXmv/eZvv/12b1/6kkU/79+/f9rkgnIboVwYAQQQQAABBBBAAAEEEEAAAQQQQAABBBBAAAEEEEAAAQQKXmDhA9Nt+jV3effRol9na3Vpt4K/p3y8ARIA0vSKgvNnn322zZs3L+W3CqRfdNFFKUv7a2n3++67z3r16pVybLoVBpQw0LdvX28GeHLp06ePjRgxotTS/nPnzrWOHTva2rVrU47X9ZSEkFzmz59vp5xySsqxtWrV8vadP+qoo1KO1Qx87TE/YcKElJ+3bNnS+9kuu+ySj2OVNiGAAAIIIIAAAggggAACCCCAAAIIIIAAAggggAACCCCAQIEK3HFiP/v87ZVe68999Abb96hGBXon+d1sEgDS9M9zzz1Xavn+Jk2a2OOPP552CXnNqu/SpYu9+OKLKbVdd911duWVV26cUf/22297Af2VK/87sFUUbH/qqaescePGpVqiwP8FF1zgLc2fXEqucqDl87WlwLBhw1KO02x+JRZsvvnmpepOd49KWnjmmWdMqwxQEEAAAQQQQAABBBBAAAEEEEAAAQQQQAABBBBAAAEEEEAAgWwI/PXnn3ZprdZeVbvst6f1n3mHbbb537JRNXWUECABoASIZvTfcMMNXkA9uQRtLbB+/XpvuX5tPZBcFOzXbP1tt93W+3G6bQW0N70C/DvuuGPawak6Bw0alPK7pk2b2mOPPWaa4a/y7bff2llnnWXPPvtsynHaKkCJCenKJ598YmeccYYtWrQo5de33nqrDRw4sMI8KEqe0PYJSpLQFgkUBBBAAAEEEEAAAQQQQAABBBBAAAEEEEAAAQQQQAABBBDIrsCrE2bZk1fc6VV69AWn2YmXn5PdC1DbRgESAEoMhv/85z/Ws2dPmzp1aspvXIFxV6DeL0lAwXZtLVC5cuW0w3LGjBl20kknpfxOqwbMnDnTGjX677IYS5cutbZt25q2LkiUkseUrNzvPl3tKbZnRwkA2hJh6623JgGg2DqX+0EAAQQQQAABBBBAAAEEEEAAAQQQQAABBBBAAAEEEMgLgdHtBtin/1rhtaXHw9db3aMPzot2FWMjSAAo0at+M+ODZtOrikmTJlnnzp1Tattnn328RIIGDRqYX8D92muvLbXaQHIlixcv9rYj0HYAyWXu3Ll27LHHej9KlyRwwAEHeG2qU6dO2nH766+/2kUXXWRjx45N+b1WEhgzZoxpO4CKUEgAqAi9zD0igAACCCCAAAIIIIAAAggggAACCCCAAAIIIIAAAgiUp8DFu7fyLl9j75o24Jk77W9VSm9hXp7tK6ZrkwBQojdXrFhhp512mi1fvjzlNwsXLrRmzZr59v0rr7xihx9+eKnfJ85bs2aNt+T+vHnzUo5xJRa8//771qlTJ3vrrbd8z5swYYJ17do15ffHH3+8t+VAtWrVfNt83XXX2TXXXBP5vGJ6AEgAKKbe5F4QQAABBBBAAAEEEEAAAQQQQAABBBBAAAEEEEAAAQTyTWDJY8/a1Etu95rV/PyO1vrKnvnWxKJqT9ElAGjpe5Xk5fBr1apl9evXt6OOOspbKl+z4jfZZJO0HekK5Pv1vuu8MIH8dHWHOS/TQH6m5xXTE0ACQDH1JveCAAIIIIAAAggggAACCCCAAAIIIIAAAggggAACCCCQbwJjT7nIPnr9Ha9Z5zx0rdVr0TjfmlhU7Sm6BIAwvdOmTRsbOnSoNWzY0CpVqpRyiiuQ71f/0qVLveSC5MQDHZuY4R8mkJ+ubr8tCZK3Dsg0kH/bbbfZoEGDUi7r2jogjG8hHUMCQCH1Fm1FAAEEEEAAAQQQQAABBBBAAAEEEEAAAQQQQAABBBAoNIHE8v/Vau1iA+eOtc23qlJot1BQ7a2QCQDqIa0KcNddd1mrVq1SkgAyTQBwBfhdv/cbNd9995116dLF5syZk3JINhIAtEXAmWeemVIvCQAF9fzSWAQQQAABBBBAAAEEEEAAAQQQQAABBBBAAAEEEEAAAQTyVuCNyc/ZpEG3eO07slcHa3vNuXnb1mJpWEEnAGj2tmbyawZ8JkXB7scff9zq1au38XQSAA6wSZMmedskVITCCgAVoZe5RwQQQAABBBBAAAEEEEAAAQQQQAABBBBAAAEEEEAAgfIQuPvUS2zVq297l+4+/p+237GHlkczKtQ1CzoBQD21fv16W7t2rddpW265pVWp8n9LRvz000/27rvv2pgxY2zChAlpO/bqq6+2IUOG2Kabbur9PtMEgBUrVthpp51my5cvT7nO9OnTrV27dpbpCgBr1qyxM844w+bNm5dS76233moDBw70fpbpFgAy6dq1a0q9TZs2tccee8xbIaEiFBIAKkIvc48IIIAAAggggAACCCCAAAIIIIAAAggggAACCCCAAALlIZBY/n/bXXa0wc/fY1tss1V5NKNCXbPgEwDC9NYff/xh48ePt169epU6vHnz5qal8HfddVfvd5kmALjOyzQBIMx5mSYAZHpeGPNCOYYEgELpKdqJAAIIIIAAAggggAACCCCAAAIIIIAAAggggAACCCBQSAL/evJ5e7z/CK/JR/Q8xdr987xCan7BtrVCJACod3744Qfr0aOHTZs2LaWz9tlnH5s6dao1aNDA+/nixYvtuOOO27iqQOLghQsXWrNmzXw7Ol0CwC677GIzZ860Ro0a2YcffmidO3e2pUuXptTxyCOPWJcuXXzr9UsASKwsoBOHDRtmV1xxRUodxx9/vJfYUK1aNd+60yUAdOzY0e677z7bdtttC3ZQR2k4CQBRtDgWAQQQQACB/8/eXYBJWXUBHD90dwrSIA2iNCICokiHSEg3CEgI0iUNUgJKdyMipTQo3YIKiMTS3Z3fc+5+u847O7s72zOz//s8Puo7973xe4fdYe655yKAAAIIIIAAAggggAACCCCAAAIIIIAAAgg4JzClbg85+fshU7nRtL6Sp3xx526kVogEIk0AwOvXr2XAgAHmH/tiu7jvzI57R+IrV66UqlWrWl7Shf9FixZJ1qxZ5ebNm2ahf926dZY6AwcOFD2GwL+iAQOVK1eWy5cv+1ZJkCCBrF+/XooW9T4jQxf669evb2kif/78snjxYsmePbvDpvXohO7du8uYMWMsr7dt21a+/fZbiR07dojeWO5yMwEA7vKkGCcCCCCAAAIIIIAAAggggAACCCCAAAIIIIAAAggggIA7Cfik/4+fPLF02zpV4iRO4E7Dd9uxRpoAAH1Cjna863XbAIDr169LvXr1ZOPGjZaHOnr0aOnUqZO/D3ry5MnSunVry+sVK1aUuXPnSpIkSeTRo0fy5Zdfmt31tkXbHDZsmMSMGdNh2xs2bDAZCWyLbWCBXv/tt9+kVKlSljq22QccNXz//n354osvzPhsy5AhQ6RHjx5u+4YO6sAJAAiqGPURQAABBBBAAAEEEEAAAQQQQAABBBBAAAEEEEAAAQQQCFjg8MptMr/tUFPpvaZVperANpCFk0CkCQDQhV7daa/p8m2L/U55/xbqA9oZ799uel1I16CDaNGiiX8ZCGyDBBw9c92h37lzZ8tLDRo0kIkTJ4pmAtBy/Phx+eyzz+To0aOWepp9oHbt2g7fSl5eXibQYefOnZbXNbNAuXLlwuntF/HdEAAQ8c+AESCAAAIIIIAAAggggAACCCCAAAIIIIAAAggggAACCHiWwLQGveXElv1mUg2n9Ja8Fd7zrAm68GwiTQCAptBv2LChn539js68d7ToXrx4cVmwYIFkyJDBz+M8c+aM1K1bV/bs2WN57eeff5YqVar4XnN0TEBAO/Vv374tzZo1k59++snSrn02grt370rz5s1l2bJllnoBZRdYvny51KxZ01I/oDm68Hs4REMjACBEfNyMAAIIIIAAAggggAACCCCAAAIIIIAAAggggAACCCCAgB8Bn/T/cRLGl6+3z5B4SROiFE4CbhsAoLvu+/XrJ3HjxjU75OPFi+cv2dOnT0UXzXv27Omnjp53rwvlUaJE8X1t7969Uq1aNdGgAdsyZcoUs9BuW1d39o8fP146duxoqfvhhx/KnDlzRBf4fYp/gQI6rgEDBkj06NEtbWgAge7213T9PiVnzpyydOlSyZ07t+81HYMGLXTp0sVyv9bVLAD58uWzXNfAglatWpl2bItmSFBTzVgQWQoBAJHlSTNPBBBAAAEEEEAAAQQQQAABBBBAAAEEEEAAAQQQQACB8BA4una7zGk5yHRVvHFlqT7oi/Dolj7+L+C2AQC6iK2L42vWrDG78nWnvO7CT58+vcSMGdNM78GDB3L48GGZNGmSLFy40M9DL1GihMybN08yZsxoee3hw4fSrl07mTVrluW69jNo0CCpXr26CTjQMUyfPl0GDhxoWaTXm8aOHSsdOnSwBAvoYrMu9OuxALZFU/n37dvXzCFJkiSi/euu/969e4um6rctusg/ePBgiRUrluX6X3/9JbVq1ZJjx45Zrn/00UdmzAUKFJCoUaPKqVOnzCK/vYfOTTMIFCxYMFL94SAAIFI9biaLAAIIIIAAAggggAACCCCAAAIIIIAAAggggAACCCAQxgIzG/eTvzd6Z05v8EMvyVepZBj3SPO2Am4bAOBf2ntnH68ueM+ePVtKlSrl8JYdO3bI559/7mcB3pn2NUBg8uTJkiJFCj/VT548aQIX7I8LcKbdIkWKyNy5cyVbtmx+qutCtmY56NatmzNN+akzYsQIk0nBk3f/b5++ws+8X716LU+ePpFYMWM6nPt7zaoFy5ObEEAAAQQQQAABBBBAAAEEEEAAAQQQQAABBBBAAAEEEIiMAj7p/2PEiSU9d82W+MkTR0aGCJuz2wYA6IK37oTX3exBLdmzZzc79D/++GPLDn3bdjStvu6Sb926tZ/d/QH1pzvuJ0yY4HCR3ue+bdu2SaNGjYIUXJA/f375/vvvpVixYv52r5kDNABAMx4EpegRBPpPQMcoBKU9V607p8U3cvSXHU4PL32BHNJ+1Vin61MRAQQQQAABBBBAAAEEEEAAAQQQQAABBBBAAAEEEEAAgcgs8Nf63TKraX9DUKxBRakxtH1k5oiQubttAIBqPX36VFavXi3Dhw+Xffv2BQqoqfZ14V3T6Nun/Xd0swYBrF+/Xrp27SpHjx4NsH1tu3HjxtKnTx+HO//tbz548KBZrN+0aVOg4/7ss89k6NChkjlz5kDrPn782AQ3jBo1Sm7duhVgfc2CoEcS1KlTx8+RAoF25IYVCABww4fGkBFAAAEEEEAAAQQQQAABBBBAAAEEEEAAAQQQQAABBNxGYHbzgfLnrzvNeD+f1EPeruI4G7vbTMgNB+rWAQA+3i9evDAp9desWSPbt2+Xw4cP++7aL1q0qOTIkcPs9i9TpoykTJkyyI9JF9V///13kxHgjz/+kEOHDpk2kiZNKoUKFTLt6iK9LqhHiRLF6fZ9xr1kyRLZu3ev7N6929yrwQRvv/22OZ6gdu3akitXLokaNarT7WrFa9euyYoVK4yJjtnLy8vcr9kPChQoIFWrVpUKFSpIwoQJg9SuO1cmAMCdnx5jRwABBBBAAAEEEEAAAQQQQAABBBBAAAEEEEAAAQQQcHWBrzNUkFcvX0nUaNGk1765kjBlUlcfsseNzyMCADzuqTChMBEgACBMWGkUAQQQQAABBBBAAAEEEEAAAQQQQAABBBBAAAEEEEAAATm+eZ9Mb9jHSBT9vILUHN4BlQgQIAAgAtDpMmIECACIGHd6RQABBBBAAAEEEEAAAQQQQAABBBBAAAEEEEAAAQQQ8HyBua0Hy5HVv5uJ1vvuaylQvbTnT9oFZ0gAgAs+FIYUNgIEAISNK60igAACCCCAAAIIIIAAAggggAACCCCAAAIIIIAAAggg0CNLZXnx9LmB6L1/niRKnRyUCBAgACAC0OkyYgQIAIgYd3pFAAEEEEAAAQQQQAABBBBAAAEEEEAAAQQQQAABBBDwbIF/fjsoU+v1NJMsXOdjqTWqk2dP2IVnRwCACz8chha6AgQAhK4nrSGAAAIIIIAAAggggAACCCCAAAIIIIAAAggggAACCCCgAgvaDZNDK7YajDrjusq7NcsCE0ECBABEEDzdhr8AAQDhb06PCCCAAAIIIIAAAggggAACCCCAAAIIIIAAAggggAACni/Q661q8uzREzPRXnvmSOK0KT1/0i46QwIAXPTBMKzQFyAAIPRNaREBBBBAAAEEEEAAAQQQQAABBBBAAAEEEEAAAQQQQCByC5za+Yf88NnXBuGdmmWl7riukRskgmdPAEAEPwC6Dz8BAgDCz5qeEEAAAQQQQAABBBBAAAEEEEAAAQQQQAABBBBAAAEEIofAoi9HyoEfN5nJ1h7TRQrWKhc5Ju6isyQAwEUfDMMKfQECAELflBYRQAABBBBAAAEEEEAAAQQQQAABBBBAAAEEEEAAAQQit0DfXDXl8b2HBqHHrtmSNF2qyA0SwbMnACCCHwDdh5/A8yfPAuxs84TFsnHsfFMnU6Hc0mLhUIkRO2b4DZCeEEAAAQQQQAABBBBAAAEEEEAAAQQQQAABBBBAAAEEEHAjgTN7/5RJNb4yI85f+X2p/31PNxq9Zw6VAADPfK7MKhgCzx49kdHl2shNr8vm7hpD2kmxhpWC0RK3IIAAAggggAACCCCAAAIIIIAAAggggAACCCCAAAIIIOD5Aku6jJZ9i9ebiX72bScpVPtjz5+0i8+QAAAXf0AML3wFds5aJT/1nmg6TZ0jo7T9cZTESRQ/fAdBbwgggAACCCCAAAIIIIAAAggggAACCCCAAAIIIIAAAgi4gUD/fJ/Jw1v3zEi775gpyTK84Qaj9uwhEgDg2c+X2QVDYHylDnL+8D/mzvLdGknZDnWD0Qq3IIAAAggggAACCCCAAAIIIIAAAggggAACCCCAAAIIIOC5Al4Hj8mEKp3MBPOULy6NpvX13Mm60cwIAHCjh8VQw0fg8M9bZf4Xw0xniVInkzY/jiJaKXzo6QUBBBBAAAEEEEAAAQQQQAABBBBAAAEEEEAAAQQQQMBNBJZ9PU72zP/FjPbTER2lSL3ybjJyzx4mAQCe/XyZXTAFptXvLSe27jd3l2pVUyr1aRHMlrgNAQQQQAABBBBAAAEEEEAAAQQQQAABBBBAAAEEEEAAAc8TGPhOXbl/7baZ2Ne/T5fkmdJ63iTdcEYEALjhQ2PIYS9wYtsBmfZ5L9NRjNixpM2PIyVd/rfCvmN6CFWB3bt3y7x582Tx4sXyyy+/SMGCBZ1u//z587Jo0SJZuXKlnD17Vq5duyYJEyaUFClSmHYqVqwoVatWldixYzvdppeXl8ycOVPWrFlj2rx//76kTJlS8uXLJ7Vq1ZJ69epJjBgxnG7v9u3bMmvWLNPen3/+Kbdu3ZI4ceJIqlSp5K233jLjq1mzpiRNmtTpNqmIAAIIIIAAAggggAACCCCAAAIIIIAAAggggAACCAQmcOHISRlXob2plqNMIWk255vAbuH1cBIgACCcoOnG/QQWtBsuh1ZsMQMvVPsj+ezbzu43iUg44pMnT5pF//nz58upU6d8Bfbt2+dUAMCzZ89kyJAhMmzYMHn69GmAghkzZpQxY8ZItWrVAqz3+vVr0+agQYPkyZMn/tbNlSuXzJ07V955551An5wGNbRq1Uru3r0bYN1kyZLJ2LFjpX79+oG2SQUEEEAAAQQQQAABBBBAAAEEEEAAAQQQQAABBBBAwBmBn3pNkJ2zV5uqNYd1kKL1KzhzG3XCQYAAgHBApgv3FDj/xz8yvmIH38G3WDBE3no/8IVZ95yte49ad+frbn1d+NeFfkfFmQCA58+fm8X8tWvXOg0SJUoUmT59ujRp0sTfexo3biyzZ892qk3NMvDrr79KsWLF/K3fs2dPGTp0qFPt+VTSMTZt2jRI91AZAQQQQAABBBBAAAEEEEAAAQQQQAABBBBAAAEEEHAkMKhQfbl7+YZ5qevWqZIyazqgXESAAAAXeRAMwzUFVvSeJDtmrTSDy/1xMWk8vZ9rDjSSjmrTpk3y7bffyoYNG+TFixcBKjgTAPDFF1/IpEmT/LQTLVo0efPNN+XBgwdy8+ZNh6/v379f3n77bT+vaYaAzp39Zo/QVP2amv/SpUuiGQJsS9q0aeXo0aOSJEkSP+1poEPdunUdjiFNmjTmWIE7d+74eT1mzJii2RHSp08fSd8tTBsBBBBAAAEEEEAAAQQQQAABBBBAAAEEEEAAAQRCQ+DS36dlzEdtTVPZShaQlguDtmkxNMZAG/4LEADAuwOBAARuel2WMR+3lacPHptan0/qIW9XKYWZiwgEZWd9YAEAZ8+elSxZssirV68ss2vWrJnZbZ8iRQpzfdeuXSad/unTpy31GjZs6GeXvwYL6DEBGjhgW7766isZMGCAxI0b1xxT0KhRI9mxY4elTvv27WX8+PGWa7q4r+3dunXLcr1evXoyevRoSZUqlQkmWL58uclIoPVtS69evcwxBBQEEEAAAQQQQAABBBBAAAEEEEAAAQQQQAABBBBAILgCP/f9XrbP+NncXmNIOynWsFJwm+K+MBAgACAMUGnSswTWj5orG8bON5PKXDSvtFk20rMm6MazcRQAoGfea7HfqR9YAMCECRNEF91tS7ly5WT9+vV+hLZv3y4lS5a0XE+XLp2cO3fOcm348OHSvXt3y7Xy5cvLL7/8Yrl29+5dyZEjh1y5csX3evz48eXChQuSKFEi32szZswQDUiwLUWKFDFBCXoUgW3R4IEvv/zScq1EiRKiY6cggAACCCCAAAIIIIAAAggggAACCCCAAAIIIIAAAsEVGFqskdw6f9Xc/tXmyZLqrQzBbYr7wkCAAIAwQKVJzxJ48fSZjCjVXG5fuGYmRiST6zxfnwAATZlfrVo1qVGjhpQqVUoqVqwo69atsww0sACAjh07yrhx4yz3TJ06VZo3b+5wwrpA//DhQ9/X9JgA+2MIypQpI1u2bLHcr8cVfPjhh37a1N35Q4YMsVxftmyZ1KxZ0/eaZhmYO3eupY7+v2YksC8XL140xxbYFk3/7+Xl5ToPkJEggAACCCCAAAIIIIAAAggggAACCCCAAAIIIICAWwlc/cdLRpVpZcacuUheafMjG2dd7QESAOBqT4TxuKTA79NXyMp+P5ixpc6RUdqvHCsx48Z2ybFGpkGtXr1akidPLroL3nYHvO6yD2oAQFDcNM2+pu9/8uSJ7226U//OnTuWZlKmTCnXr1+3XHv8+LHEju33vfPrr7/KJ598YqmrO/jHjh3re02DG3777TdLncOHD0v+/Pn9DP/Zs2cSK1Ysy3UNlNCsAhQEEEAAAQQQQAABBBBAAAEEEEAAAQQQQAABBBBAIDgCqwZOkd+mLDe3VhvUVko0rhKcZrgnDAUIAAhDXJr2LIGx5b+Qi3+eMpMq/3VjKdu+jmdN0INmE9YBAJs2bfKzi79q1aqyYsUKi6JmBXj16pXvNT2e4MaNGw6ljx49Kvny5bO8VqVKFfn5Z+8zdIJa/vrrL8mTJ4/lttKlS8vmzZuD2hT1EUAAAQQQQAABBBBAAAEEEEAAAQQQQAABBBBAAAEjMLxkU7lx5pL57y4bfzAbZymuJUAAgGs9D0bjwgIHftwki770TmOSKHVyafvTt5I0XSoXHnHkHVpYBgDs2rVLateuLefPn/cF1oX+nTt3SuHChS3oceLEsWQJiB49uvl/rW9f/v33X8mWLZvl8nvvvSe///57sB5kly5dZPTo0ZZ7R44cKV999VWw2uMmBBBAAAEEEEAAAQQQQAABBBBAAAEEEEAAAQQQiNwC109fkBHvex+dnP6dHCZjNsX1BAgAcL1nwohcWGBKnR5ycvshM8JSrWpKpT4tXHi0kXdooRUAoOn1O3bsaCBfvHhh0ud7eXlZYPXogUmTJknr1q39gGfJkkVOnz5tua4783PlyuWn7okTJyRHjhyW6++++67s378/yA/y5MmTkjdvXnn69KnvvfHjx5czZ86YIxPsy+3bt2Xp0qUyb948SZw4saxcuTLIfdrfsHv3btPe4sWL5ZdffpGCBQs63ebDhw9lyZIlZhyaGeHq1auixy6kSpXKGFWuXNkEYSRJksTpNjVgY+rUqbJhwwbzTHTO8eLFE31GmhmhWbNmfvydbpyKCCCAAAIIIIAAAggggAACCCCAAAIIIIAAAghEAoG1Q6bLlklLzUyrDmgt7zWrFglm7X5TJADA/Z4ZI45AgWOb9sqMRn3NCGLEiSVtfxwlb+az7tqOwOHR9f8FQisAYPr06dK8uXckm6OSMWNG+f7770X7c1Tq1KljFsBtS9u2bWXixIl+qjvasV+oUCHZu3dvkJ6rLvqXKFFCDhw4YLlvyJAh0qNHD99rWm/16tVmkX7t2rXy7Nkz81rFihXN9eAUDTzQ9ubPny+nTnkfl6Fl3759TgcA6JEH7dq1M8EWARUNZBg1apQ0atQo0KHq3AcOHGgJiLC/SbMyaHYErRs1atRA26QCAggggAACCCCAAAIIIIAAAggggAACCCCAAAKRTWBk6RZy7aR3huRO6ydJmlyZIxuBW8yXAAC3eEwM0pUE5rUeIn+s/s0MqVDtj+Szbzu70vAYi4hZkF+3bp3FIiiL0D43Dhs2zLJobo/79ttvS79+/aRaNccRbrqr/rPPPrPcpscAzJ07VzQ4wKc4qqev6c70zZs3B+mZNmhAhHvFAAAgAElEQVTQwCzC2xYNJNAjCrRvzQKg89LAhLt37/ppO6gBANeuXZNFixaZPtXYUXHWXh3U5dWrV07PWQMwHGVf8GlAMziMGzfO6fYaNmwos2fPdro+FRFAAAEEEEAAAQQQQAABBBBAAAEEEEAAAQQQiAwCN89dlmHFm5ipps2TVTr+OiEyTNst50gAgFs+NgYdkQJeB47JhKqdfIfQYsEQeev9dyJySPRtJxBaAQBbt241i/CBlTZt2phd/XocgG3RYwPy5Mkjmt7fvuTOnVsyZ84sZ8+eNWnuHRUNLPjpp58C6973dd3hr4v7tiVlypTmGIF06dKZIIBatWrJpUuX/G3T2QCATZs2ybfffmtS6us8AyrOBACcO3dOsmfPLk+ePPHTlKb+1x36jsat1/WoBnW2L2vWrJFKlSr5uR47dmxznMDFixcdjl0DADQQgIIAAggggAACCCCAAAIIIIAAAggggAACCCCAAALeAr+OmCWbxi8y/12lXysp2aI6NC4qQACAiz4YhuXaAj/2+E52z11jBpmnfHFpNM37WACKawiEVgCA7Wx0kfvy5cvmPHvd9X/lyhXLZEeOHGlSyNuX3bt3myACRwvbgWl16tRJRo8eHVg18/rQoUOlZ8+elroJEyaULVu2yDvvvGMCDerWrSs6noCKswEAjRs3dnqnvDMBAL1795bBgwdbhqbBC8uWLZOSJUua6xrI8Omnn4qXl5elnmYA0EwA9kXnfejQIctlPV5AgyTixYsnjx8/ll69esmYMWMsdfRoBz3OQDMmUBBAAAEEEEAAAQQQQAABBBBAAAEEEEAAAQQQQEBk9Iet5fLxs4ai4y8TJG3erLC4qAABAC76YBiWawvcOn9FRpVuKc+feJ+bXn9SD8lfpZRrDzoSjS4sAgBs+XRHf/78+S1nyuti+9WrV0V3l9sX3S2vi+/Xr193+BQSJUpkUt9PnjzZ8rqzO9EnTZokX3zxheXeOHHimGMQdPFcU+rXrl1bli9f7pteX7MVZM2a1Sx025aQBAAkS5bMNHXz5k1Lm84EAHzwwQeybds2y30zZ84UDTSwLY529evuf/ssChosoEcf2JbChQubAAj7TA0fffSRyWRgWzZu3Chly5aNRH9qmCoCCCCAAAIIIIAAAggggAACCCCAAAIIIIAAAo4F7ly6LoMLNzAvps6eQbpssq5n4OZaAgQAuNbzYDRuJPDL8Fmy+TvvVCeZi+aVNstGutHoPXuoYR0AoHo1atTwk55//fr1Uq5cOYe4t2/flgkTJsjKlSvl1KlTZve57jSvWrWqdO7c2aTTHzFihOVe3bWfIUOGAB/W3LlzpVGjRvL69WvferpzXfv55JNPzLUbN25I6tSpzcL3+++/b8ZevXp10bT7xYoVs7Qf1ACAtGnTih5VoG2WKlVK9H4NPLAtzgQA5MyZU44fP265799//5UsWbJYrmkmBQ1usC0pUqSQa9euWa5pRoZu3bpZrmmghB7XYF8WLVpkAjRsS5cuXWTUqFGe/QeF2SGAAAIIIIAAAggggAACCCCAAAIIIIAAAggg4ITA+m/nyoYx803NSn1aSKlWNZ24iyoRJUAAQETJ06/bC7x6+VKGFGkod69473auMbS9FGtQ0e3n5QkTCI8AAE33r4v2tmXatGnSrFmzIBM+ffrUBAPYHiugu9X37NkTYFs//fST1KpVS16+fOlbTxf5NXNAgwbekXhaNPhgxYoVUqVKFfHZpa/XdTd8cAMAVq9eLcmTJ5ciRYpYdtQH175gwYJy4MABy3z/+ecfyZYtm+Xao0ePTPp+26J2Z86csVzTjAqLFy+2XFNPdbUvem/mzJktlzUrgH0gQ5AfLDcggAACCCCAAAIIIIAAAggggAACCCCAAAIIIOABAmPLt5OLf/5rZtJhzXhJl/8tD5iV506BAADPfbbMLBwEtk3+UVZ/M9X09EaOjPLl2gkSLSbnhocDfYBdBGcROlOmTKI77m2L7irX3eWOSpMmTWTWrFmWlxYuXGhS+Qe16G7z0aNHW24LLP2/pqyvVKmSPHvmfQyFT9EsAl27dnVqCCEJAPCvg+DYa1vt2rWTiRMnWpp1tGNfgx4024Bt0eMNdBe/bXnvvfdkx44dlmsXLlwQzVhgX54/fy4xY8a0XHZ0PIJTqFRCAAEEEEAAAQQQQAABBBBAAAEEEEAAAQQQQMCDBO5dvSXfvFvPzCh5prTy9e/TPWh2njkVAgA887kyq3AUGP1ha7l83HvhuPzXjaVs+6AvAIfjcCNFV8FZhC5durRs3brV4uPfYvqtW7fMznT9t23Rc+ffffddp4118b5Hjx5+Fv81Hb6eaR8tWjSHbenCtu5Q193wtqVTp05+2gpoMK4UAPD3339L/vz55cWLF75DTpIkidnF73Osgh4loIv/upDvUzTjwfbt26V48eKWqebNm1f+/PNPy7WbN29K0qRJHZJoAIAGAviUlClTytWrV51+llREAAEEEEAAAQQQQAABBBBAAAEEEEAAAQQQQMATBTaOWyDrRs4xU6vYq5l80KaWJ07To+ZEAIBHPU4mExEC+xavlyVdvHdvJ3ojubRfNU4SpU4WEUOhz/8LBCcAYNy4cdKxY0eLYfTo0WXo0KHSunVriR8/vnnt4MGD0qpVK9HFftuiKeRPnToV4DPQVP937tyRY8eOmWCDqVOnyqVLlyz3xIoVS3bt2iUFChRw2NahQ4dEgxXu3r1reV3PsJ8/f74lHX9gbwhNua+p921LxYoVRdP7B7cEx96nrxkzZkjz5s3l9evXlu51MV6fhb2VVho+fLh069bNz3AdZXTQoxASJ07scGqxY8cWfT4+RZ/3/fv3g8vAfQgggAACCCCAAAIIIIAAAggggAACCCCAAAIIeITA+EpfyvnDJ8xc2q8aK+kL5PCIeXnyJAgA8OSny9zCTeD7T7vJ6d1HTH+lWtWUSn1ahFvfdORXIDiL0LrYqzvQ7c+S19Z1d3iaNGnMgrDuIndUli5dKp9++qm/j2PFihVSvXr1AB+XLnLPnTvX32MEzp07Zxbsr1+/7qcdDUCIESNGoG8H3SmvC+1aDh8+7CfQICIDAHRM6qgBF/bZFewnpnOdMGGCtGzZ0uGcM2bMKF5eXpbXghIAEC9ePHnw4EGgnlRAAAEEEEAAAQQQQAABBBBAAAEEEEAAAQQQQMBTBR7evCv989c200vyZirpuXu2p07Vo+ZFAIBHPU4mE1ECf63bJbOaDTDdx4gTS9qtGCNpcmeOqOFE+n6DEwCgaLq7/uOPP3a4wB4Qas+ePWXw4MEBugcWAJAsWTKZM2eOVKhQwd92fv31V/nkk09C9HzLli0rGzduNG24YgDAggULTBaAx48fBzhPTf0/bdo0adKkicOsBwQAhOhtws0IIIAAAggggAACCCCAAAIIIIAAAggggAACCMiWiYtl7dCZRqJ8t0ZStkNdVNxAgAAAN3hIDNE9BGa3+Eb+/GWHGWyhOh/LZ6M6ucfAPXCUwQ0AUIrTp09L27ZtZd26dYHKpEqVSsaMGSOafj+w4l8AQJw4caR+/foyZMgQSZ48eYDNeHoAgKbyHzlyZGCUltfbtGkjkyZN8nMPAQBBYqQyAggggAACCCCAAAIIIIAAAggggAACCCCAAAJ+BCZU6yxe+/8219v9PEYyvJsTJTcQIADADR4SQ3QPgbP7/5aJ1Tr7DrblwqGSraTjc9zdY0buO8qQBAD4zHrfvn0yf/582blzp5w6dUru3bsnmhY+derUJg2/psqvUaOGxIoVyykoDQCoXbu2OYNez7R/5513pESJElKrVi1JkiSJU214cgDAvHnzpEGDBhaHdOnSmQCLDz/8UKJGjSpbt26VTp06medhW0aMGCFdu3a1XNMjEeyPcwjKEQAJEiQwz5yCAAIIIIAAAggggAACCCCAAAIIIIAAAggggEBkFHh894H0ze199HHCVEmlz4EFkZHBLedMAIBbPjYG7aoCS7uOlb0LfzXDy1O+uDSa1tdVh8q4EJCDBw/Ku+++a5HQwIbVq1cHWyc4wRevXr2SDBkyyIULF3z71cCKI0eOyFtvvWUZy/nz5yV37txy//593+u6WH/p0iWJHz++7zWt8/ff3lGJPuXmzZuSNGlSh3OLESOGvHjxwve1NGnSyMWLF4PtwI0IIIAAAggggAACCCCAAAIIIIAAAggggAACCLizwLbJy2T1N9PMFMp1+lw+6mLdxOfOc/P0sRMA4OlPmPmFq8CdS9dlWPHG8vLFS9Nv/e97SP7KpcJ1DHSGgLMCe/bskaJFi1qqR0QAgKNxVKpUSVatWuVwKo0aNZI5c+ZYXlu5cqVUrlzZ91qxYsVk9+7dljoaPPDmm2/6afPZs2d+MjnkzJnTTwCBs67UQwABBBBAAAEEEEAAAQQQQAABBBBAAAEEEEDA3QW+r9lVTu85aqbRdvm3kqlwbnefUqQZPwEAkeZRM9HwElgzeLps/X6p6S5z0bzSZlnQzjQPr3HSDwK6QK4L5bYlIgIAFi1aJHXr1rWMo3379jJ+/HiHD2nAgAHSv39/y2t6VEDHjh19r9WvX98c4WBbdL5FihTx06YeKZA1a1bL9Y8//lj0yAUKAggggAACCCCAAAIIIIAAAggggAACCCCAAAKRTeDZw8fSK3t1M+24SRLKgKNLIhuBW8+XAAC3fnwM3lUFBrxdRx7cuGOGV2NoeynWoKKrDpVxhbKAppF/8OCBSUcfPXr0UG49dJtzlQAAXajXBXvbUrt2bdHAAEelXbt2MnHiRMtL48aNkw4dOvheGzFihHz99deWOvZBAj4vLly4UOrVq2ep26dPHxk4cGDogtMaAggggAACCCCAAAIIIIAAAggggAACCCCAAAJuIPD7tBWysv8PZqSlv/hMKvRo6gajZog+AgQA8F5AIAwEtkxcImuHzjAtv5Ezk3ReP0kkSpQw6IkmXU1AAwD0fHo9l54AAO+ns2/fPilYsKC/j2rnzp1SokQJy+sJEyYU3ZmfPHlyy/VHjx5J9uzZ5cKFC5br9kcA/Pnnn5I3b15LnRw5csiRI0ckRowYlusfffSRbNiwwXJty5Yt8sEHH7ja24vxIIAAAggggAACCCCAAAIIIIAAAggggAACCCAQ5gKTa3eXf3ccNv1opmvNeE1xHwECANznWTFSNxMYWbqFXDt53oz6k68bS5n2ddxsBgw3OAIEAJSXdevWWegCCwB49uyZpEmTRm7evGm5T9P1z5gxQ3LlymWue3l5SevWrf2k5o8dO7ZcuXJFEiVKZLm/cOHCJvjAtjRs2FAmTJhgAjSePn0qepzA0KFDLXWyZcsmJ06ckCgE7QTnjwD3IIAAAggggAACCCCAAAIIIIAAAggggAACCLixwIunz6VHlspmBrHix5FBx39y49lEzqETABA5nzuzDgeBPfN/kWVfjzM9JXojuXT8dYLET5Y4HHqmi4gUIAAg6AEA+rxGjhwp3bp1c/joUqdObbIpXLx4UV6/fu2nTpcuXWTUqFF+rm/cuFF0d7/9PdpW2rRp5fr166IZBeyLHj2gRxBQEEAAAQQQQAABBBBAAAEEEEAAAQQQQAABBBCIbAI7Zq2SFb29j+F9v2UNqdy3ZWQjcPv5EgDg9o+QCbiywMTqXeTsvr/MEEu1/lQq9W7uysNlbKEgQABA8AIAdJG+cePGMmfOnCA9hQoVKsiKFSv8pPX3aaR3794yePBgp9ts2rSpTJ8+3en6VEQAAQQQQAABBBBAAAEEEEAAAQQQQAABBBBAwJMEpn7eS/7ZdsBMqfWS4ZKleH5Pml6kmAsBAJHiMTPJiBI4una7zGk5yHQfM04s6bBmvKR6K0NEDYd+w0GAAIDgBQDoo3n58qUMHz5chgwZIg8fPgzwacWIEUM6duxoUvjHiRMnwLojRoyQvn37mpT//hXNCqCZBPQ4AFL/h8MfFLpAAAEEEEAAAQQQQAABBBBAAAEEEEAAAQQQcDmBVy9fydcZKphxRY8ZQ4b8+7NEiRrV5cbJgAIWIACAdwgCYSwws0l/+XvDbtNL4TofS61RncK4R5qPSAECAIIfAODz3C5fvizLli2TtWvXyj///CNXr16VV69eScqUKSVz5sxSvnx5qVWrlmTKlMnpR3327FmZNm2abNq0SU6cOCH379+XRIkSScaMGaVs2bLSvHlzyZYtm9PtUREBBBBAAAEEEEAAAQQQQAABBBBAAAEEEEAAAU8T2D1vrfzYfbyZVonGVaTaoLaeNsVIMR8CACLFY2aSESlw/vAJGV/pS98htFk6QjIXyxeRQ6LvMBRwpwCAMGSgaQQQQAABBBBAAAEEEEAAAQQQQAABBBBAAAEEEHAzgRkN+8qxzXvNqFsuGirZ3ivgZjNguCpAAADvAwTCQWBxp29l/9INpqc85YtLo2l9w6FXuogIAQIAIkKdPhFAAAEEEEAAAQQQQAABBBBAAAEEEEAAAQQQQCCkAl3fLO/dRJQoMuzMaokWPVpIm+T+CBAgACAC0Oky8gncu3ZLvnmnnu/EG0zuJfkqlox8EJFgxgQARIKHzBQRQAABBBBAAAEEEEAAAQQQQAABBBBAAAEEEPAwgb2L1snSr8aYWRX5/BP5dPh/2a09bKoePx0CADz+ETNBVxFYNWCK/DZ1uRmOHgGgRwFQPE+AAADnn+mjR49M5bhx4zp/EzURQAABBBBAAAEEEEAAAQQQQAABBBBAAAEEEEAg1AVmNR0gf63fZdptMX+IvFXqnVDvgwbDR4AAgPBxphcEjEC/vLXk0e375r9rDG0vxRpURMbDBAgAcP6BPnjwQF6/fi0JEiRw/iZqIoAAAggggAACCCCAAAIIIIAAAggggAACCCCAQKgLdEv3ifnOXsvQ06skeswYod4HDYaPAAEA4eNMLwgYgU3jF8qvI2ab/34jZybpvOF7ZDxMgAAA5x8oAQDOW1ETAQQQQAABBBBAAAEEEEAAAQQQQAABBBBAAIGwEti/dKMs7jTKNF+wVjmpPaZLWHVFu+EgQABAOCDTBQK2AsNLNpUbZy6ZS590byxl2tUByIMECABw/mESAOC8FTURQAABBBBAAAEEEEAAAQQQQAABBBBAAAEEEAgrgTktB8nRtdtN883mDpIcpQuGVVe0Gw4CBACEAzJdIGArsGvOalnec4K5lOiN5NJl4w8SJ1F8kDxEgAAA5x8kAQDOW1ETAQQQQAABBBBAAAEEEEAAAQQQQAABBBBAAIGwEuieqZK8fP7CND/k5M8SI06ssOqKdsNBgACAcECmCwTsBb6r3FHOHTpuLpdq/alU6t0cJA8RIADA+QdJAIDzVtREAAEEEEAAAQQQQAABBBBAAAEEEEAAAQQQQCAsBA79tEUWtB9umi5Q7QOpN6F7WHRDm+EoQABAOGLTFQI+An+t2yWzmg0w/xszbmzptG6iJM+UFiAPECAAwPmHSACA81bURAABBBBAAAEEEEAAAQQQQAABBBBAAAEEEEAgLATmtR0qf6zcZppuOnug5CxbOCy6oc1wFCAAIByx6QoBW4HpDfrI8S37zKXCdT6WWqM6AeRmArOaegdx2JbXr1+LBgFEjx5dokSJ4uf1xjP6udksw264BACEnS0tI4AAAggggAACCCCAAAIIIIAAAggggAACCCDgjEDPrFXl+ZOnpuqgEz9JrHhxnLmNOi4sQACACz8chubZAheP/itjP2nnO8kvVoyWjAVzefakPWx2Mxr1lWOb9jo9q8xF8kqbH0c6Xd/TKxIA4OlPmPkhgAACCCCAAAIIIIAAAggggAACCCCAAAIIuLLAH6t+k3lthpgh5q3wnjSc0tuVh8vYnBQgAMBJKKohEBYCC9uPkIM/bTZN5/mkhDSa2icsuqHNMBIgACBksAQAhMyPuxFAAAEEEEAAAQQQQAABBBBAAAEEEEAAAQQQCImA7TpVk5n9JVe5oiFpjntdRIAAABd5EAwjcgo8vHlX+uev7Tt5TQ+f+6NikRPDDWdNAEDIHhoBACHz424EEEAAAQQQQAABBBBAAAEEEEAAAQQQQAABBEIi0DtHDXn64JFp4ptjP0rsBPFC0hz3uogAAQAu8iAYRuQV+Lnv97J9xs8GIEuxfNJ66YjIi+FmMycAIGQPjACAkPlxNwIIIIAAAggggAACCCCAAAIIIIAAAggggAACwRU4+ssOmdPiG3O77vzXDAAUzxAgAMAzniOzcHOBPjlryJP73hFWtUZ2lMJ1y7v5jCLH8IMaAJChYC5pt2J05MBxYpYEADiBRBUEEEAAAQQQQAABBBBAAAEEEEAAAQQQQAABBMJAYHGnb2X/0g2m5UbT+kqe8sXDoBeajAgBAgAiQp0+EbATWD96nmwYPc9cfSNnJum84XuM3EAgqAEAOqWo0aNJisxvSorMaSVFFv23938ny5hGEqRI4gazDr0hEgAQepa0hAACCCCAAAIIIIAAAggggAACCCCAAAIIIIBAUAT65aklj+7cN7cM/GuZxEkUPyi3U9eFBQgAcOGHw9Ail8DQYo3k1vmrZtKfdG8iZdrVjlwAbjjb4AQABDbN5JnS+gkOSJo+tSR5M1Vgt7rd6wQAuN0jY8AIIIAAAggggAACCCCAAAIIIIAAAggggAACHiDw94bdMrOJd8r/7KXelebzB3vArJiCjwABALwXEHARgV1z18jyHt+Z0SROk0K6bp0qMePGdpHRMQxHAkENAIgVL47JAPD47oNggWoQQIosGiDgnTlAswYkTZ9KkqZLLdFjxghWmxF5EwEAEalP3wgggAACCCCAAAIIIIAAAggggAACCCCAAAKRVWBp17Gyd+GvZvoNp/SWvBXei6wUHjlvAgA88rEyKXcVGPdJe7lw9KQZ/getP5WKvZu761QixbiDGgCQuUheafPjSHn68LHcPHtJbpy5JDfOXvT+9xnvf9+/fjtYdglTJfv/kQLeAQKaNcD8ky61xE4QN1hthvVNBACEtTDtI4AAAggggAACCCCAAAIIIIAAAggggAACCCDgV2DA23XkwY075oX+R5ZIvKQJYfIgAQIAPOhhMhX3Fzi2aa/oorIW3f3/1ebJHpn63f2flPcMbI9tcGZOPgEAAdV9/uSZ3Dp3RW56/T9A4P+BARogcPviNWe68VMnXtJEvsEBesRA0nSpfIMD4idPHKw2g3KT14FjcvfyDT+3PHnyRF7La4kTO46f13RcmYvmDUo31EUAAQQQQAABBBBAAAEEEEAAAQQQQAABBBBAAIFABI5v2SfTG/QxtbIUzy+tlwzHzMMECADwsAfKdNxfYGq9nvLPbwfNRArX/Vhqjezk/pPywBms6DNJdsxcGaSZORMAEFCDr168lJvnrsitc5fl5tnL3lkDTCYB7+wBr1+/DtJ4tHLsBPF8gwOSZXjDZAzwOVYgcdqUQW7P0Q0aADChatDex22WjSQAIFT0aQQBBBBAAAEEEEAAAQQQQAABBBBAAAEEEEAAgf8E9DhqPZZaS70J3aVAtQ/g8TABAgA87IEyHfcXuHzsjIwu18Z3Ih3WjJd0+d9y/4l50Ax+6jlBds5Z7Tsj3VUfL1miQGcYLVo0cwRAWBWTOeDcZe8MAj5HDPw/OOD502dB7jZGnFjmOIHkmdL4ZgzwOVZAswhEixHdqTYJAHCKiUoIIIAAAggggAACCCCAAAIIIIAAAggggAACCIS5wDfvfi73rt40/fQ7vEjCI1NwmE+KDiwCBADwhkDABQXmtR0qf6zcZkaW55MS0miqdyoWSsQL/Nh9vOyet9Z3IJ9P6iFvVykV8QMLZAR3Ll73zhxwXjMIXDEZA3yyBzy59zDI448aPZoJDjBZA9Kn9j5WwGQP0P9OLbHi/5fWnwCAIPNyAwIIIIAAAggggAACCCCAAAIIIIAAAggggAACoS5w8veDMqVuT9NuxkK55IufRod6HzQY8QIEAET8M2AECPgReHz3gfTN/anv9WZzvpEcZQohFcECS7uOlb0Lf/UdRYMfekm+SiUjeFQh714j/TQowDuDwP8DBP5/tMCDG3eC1YHJGvD/gICoUaNaMiY40yBHADijRB0EEEAAAQQQQAABBBBAAAEEEEAAAQQQQAABBJwXWNF7kuyY5X28ce0xXaRgrXLO30xNtxEgAMBtHhUDjWwCy3tOkF3/TzOfpVg+ab10RGQjcKn5LukyWvYtXu87poZT+0jeT0q41BjDYjAPbt7xDQ6wBghcFM0qEFaFAICwkqVdBBBAAAEEEEAAAQQQQAABBBBAAAEEEEAAgcgqMKRIQ7l98ZqZft+DCyRByqSRlcKj500AgEc/Xibn7gK9slWVZ4+fmmnUGfuVvPvph+4+Jbcc/6KOo+TAso2+Y288vZ/k/riYW84lNAf96M79/4IDzv+XPcD7iIGLIeqKAIAQ8XEzAggggAACCCCAAAIIIIAAAggggAACCCCAAAIWgVM7j8gPn3Uz19Llf0s6rBmPkIcKEADgoQ+WaXmGwPpv58qGMfPNZN7ImUk6b/jeMybmRrNY2H6EHPxps++Im8waILk+LOJGM4iYoT598Mj3OIFTO/+Q7TN+DtJACAAIEheVEUAAAQQQQAABBBBAAAEEEEAAAQQQQAABBBAIUGBl/8ny+7SfTJ1Ph38pRT7/BDEPFSAAwEMfLNPyHIFBhRrI3cveqdYr9WkhpVrV9JzJufhM5n8xTA7/vNV3lM3mfCM5yhRy8VG73vC8DhyTCVU7BWlgBAAEiYvKCCCAAAIIIIAAAggggAACCCCAAAIIIIAAAggEKDCsRBO56XXZ1Om9f54kSp0cMQ8VIADAQx8s0/IcgT0LfpVl3caaCSVOk0K675gp0WJE95wJuuBMXr96LfPaDpEjq3/3HV3z+YMle6l3XXC0rj+k4AQANJrWV/KUL+76k2OECCCAAAIIIIAAAggggAACCCCAAAIIIOjGsE0AACAASURBVIAAAgi4uMCZvX/JpBpdzCjfyJVZOq+f5OIjZnghESAAICR63ItAOAmM/qitXP77tOmt9BefSYUeTcOp58jXzcsXL2V+2yFydO0O38m3XDhUspUsEPkwQmnGwQkASJbhDak5rAPuofQMaAYBBBBAAAEEEEAAAQQQQAABBBBAAAEEEEAg8gqsHjRNtv2wzABUG9RWSjSuEnkxIsHMCQCIBA+ZKbq/wImtB2Ra/V5mIjHjxpavf5suCVMnc/+JudgMXjx9bnb+/7Vul+/IWi0eLllL5HexkbrXcIITAKAzjBI1ilTu01JKtqjuXhNmtAgggAACCCCAAAIIIIAAAggggAACCCCAAAIIuJDAiFLN5fqpC2ZEvfbMlcRpU7jQ6BhKaAsQABDaorSHQBgJ/PDZ13Jq5x+m9cJ1y0utkR3DqKfI2eyzx09kfpuh8vfGPd4AUaJIm6UjJHPRvJETJBRnHdwAAJ8hFKrzsdQY0k6ix4wRiqMK26b27NkjRYsW9dPJ7du3JXHixJbr5cuXl3Xr1oVoQFmyZJF///3X6Tb++OMPWbVqlWzatEkuXbokV69elSRJksiZM2ecboOKCCCAAAIIIIAAAggggAACCCCAAAIIIIAAAq4vcO7gcfmuiveaUsqs6aTr1qmuP2hGGCIBAgBCxMfNCISfwNV/zsmoMi19O+y0fpKkyZU5/AbgwT09ffBI5rUdKsc37zOzjBotmrReOkIyFc7twbMOv6nd9LocpM40CnHzhEWiZxL5lHRvZ5fKfVpIpiJ5gtRWRFR++fKlFCpUSA4dOuSn+4gOANi2bZt07dpV9u3zfq/blgwZMsjZs2cjgow+EUAAAQQQQAABBBBAAAEEEEAAAQQQQAABBMJI4JdhM2XzhMWm9cp9W8r7LWuEUU806yoCBAC4ypNgHAg4ITCn5SA5una7qZn3kxLScGofJ+6iSkACj+8+MIv//2w7YKpFixnD7PzP8G5O4CJYYGX/yfL7tJ98RxEjdiyp3LeFFGtYKYJHFnD348ePly+//NJhpbAKAMiVK5f89dd/ARP2nT9//lxatWolM2fO9HfwBAC49NuKwSGAAAIIIIAAAggggAACCCCAAAIIIIAAAsESGFWmlVz9x8vc22PXbEmaLlWw2uEm9xEgAMB9nhUjRUB0p3rvHP9FZrVcOFSylSyATDAFHt2+J3PbDJF/tx82LegCs+78T18gezBb5LbQFtiz8FdZNWCKee/7FA0A0CMBXLFcuXJFsmfPLvfu3XM4PEcBAE2bNpXffvvN6encv39frl27Zqnfr18/6d+/v8M2tH61atVk8+bNAfYRWBCB0wOkIgIIIIAAAggggAACCCCAAAIIIIAAAggggIBLCFw4clLGVWhvxpIswxvSfYf/m8RcYsAMIlQECAAIFUYaQSD8BJZ1Gyd7FvxiOsxSLJ9ZsKYEXeDBjTsyt/VgOb37qLk5Vrw40nrpcHkz31tBb4w7wlTA68AxEwTgdfCYbz96FIAeCaBHA7hSqVevnixcuNDfITkKAAjq+Js0aSKzZs3yvS1mzJji5eUlqVOndthUnTp1ZPFi7/ROtqVgwYLSokULKV26tGTMmFFixIgR1KFQHwEEEEAAAQQQQAABBBBAAAEEEEAAAQQQQMCFBdaNnCMbxy0wI6wxpL0Ua1jRhUfL0EJLgACA0JKkHQTCUaB7pkry8vkL0+PnE7rL29U+CMfe3b+re9duydyWg+Ts/r/NZGIniGcW/9Pmyer+k/PgGSztOlb2LvzVd4ZxEsU3QQCF6nzsErPWHfZly5YNcCwhDQC4fPmyWax/9uyZbz/169eXuXPnOux36tSp0rJlS8trcePGlcmTJ4veR0EAAQQQQAABBBBAAAEEEEAAAQQQQAABBBDwXIExH7WVZ4+fSrlOn8s7Ncp47kSZmUWAAADeEAi4ocDGsQtk3ag5ZuRv5MosnddPcjiLKFGi+LmuZ5OPHTs20FkfPHjQ7GTetGmTXLx4Ue7cuSPJkiUzu4xLlSollStXljJlQv7LIiRjDHQSDircvXxD5rT8Rs4dOmFejZs4gbReMtw4Ulxf4Lepy002ANtSskV1qdKvVYQOXhfk8+fPL8ePHw9wHCENAOjevbsMHz7c0sfevXulUKFCfvp98uSJZMiQwXJcgO7y1z/TJUuWjFAvOkcAAQQQQAABBBBAAAEEEEAAAQQQQAABBDxRQI+HTZQokZ+p/fTTT+ao1oDKy5cvZd26dSaj6/79+83ajH73nCJFCvNdb7ly5aRGjRqSO3dup+iuHD8jh1f+JmU71JUYsWOae86fPy+rV6+WX375Rc6cOSNXr16VmzdvyqlTp8zmM4pnCBAA4BnPkVlEQoGB79ST+9dumZlXHdhG3mta1aKwfPlyqVmzph+ZwAIA9Azzjh07OkwZbt+YLiJOnDhR8ubNG6wnENwxBqszEbl94ZrMaTFQLhz91zQRL2kis/M/dXZ+qQXXNCLu+2fbAVk1cIpcOeHl2322kgWkxtD2kjxjmogYkgwZMkR69erl27ceBbBnzx7zocm2hCQA4MGDB5IuXToTjONTihYtKrt27XI450mTJskXX3xheW3AgAHSt2/fCDGiUwQQQAABBBBAAAEEEEAAAQQQQAABBBBAwNMFOnToIN99952faQYWAHDgwAGTzVU3ZwZUdFNlo0aNZNSoUWbTZkDlwpGTJvNxlKhR5PTp09KzZ09ZsmSJvH792s9tGgxAAIDnvDsJAPCcZ8lMIpnA/iUbZHHnb82sE6dJIb32/pcC/OHDh5IzZ04TyWVfAgoAuHTpkpQoUULOnj3rtGbixIlly5Yt8vbbbzt9j1YM7hiD1IlN5VvnrsisZgPk8rEz5mqCFEnMzv+U2dIHt0nui0CBpw8ey9KuY+SPVb/5jkKfaeW+LaVA9dLhOjIvLy/JlSuXPHr0yPQbL148OXHihMmUEZoBAGPGjJHOnTtb5qZZOurUqeNwvkWKFBHNDuBT4sePL+fOnZNff/1V5s+fL/qB8tatW5I0aVKTvUA/NGpbjrJyhCsonSGAAAIIIIAAAggggAACCCCAAAIIIIAAAm4ocOjQIZOtVXfy25eAAgD0eNkKFSrI06dPnZ61rsno2oyu0QRWdLNYp06dLEfL2t9DAEBgiu71OgEA7vW8GC0CFoFRZVrJ1X+8d0F/9m1nKVT7I/Pf3bp1k5EjRzrU8i8A4MWLF1KwYEH5448//NwXJ04ck/r/2rVrZuHevuiuZE19rmeLO1uCM0Zn27avd+PMRbP4f/Wfc+alhKmSmZ3/KTK/Gdwmuc9FBDaMmS/rv/0v+EWHVfqL2lKhR5NwG2GVKlVk1apVvv0NGjTIZAPImjVrqAUA6J/PLFmymAV8n5ImTRoTrKNp/e2LppnShX3bD5rvvPOORI8e3RIUYH+fBi3oB9EkSZKEmx8dIYAAAggggAACCCCAAAIIIIAAAggggAAC7i6gu+qLFStmMsM6Kv4FAOjOfN2gpRlg7Yt+T5swYULRzZvPnz/387pmgV62bFmAdAGtxfjcqGtAusaTPj0bJt39fegzfgIAPOVJMo9IKXBy+yGZUqeHxE2SUOqM/Upyli0sf//9t9mN7+iXgSL5FwAwd+5cadiwocVRFwtHjx4tLVq0kNixY4suQi5atMikoXn8+LGl7owZM6RJE+cWXYM7xuA85GunzsusJv3l+umL5nbNlqA7/5NFUKr44MyBewIWOLp2u6wcMEXuXLzmWzHnh0Wk7riuEidR/DDl04V/DQDwKZkyZTJ/BvXPS2gGACxYsEA+//xzy1x8Ag0cTVDPb9KI0eAUzRywfft2EyxAQQABBBBAAAEEEEAAAQQQQAABBBBAAAEEEAhcYMqUKdKqVSt/K/oXANCsWTPR9RXb8sYbb8j06dOlfPnyJmOrbvgaPHiwjBgxwk/7moU2c+bMDvv9/vvvpW3btn5eS5s2rbn+0Ucfmey2QdncGbgENVxBgAAAV3gKjAGBEAh8/2k3SZUtnVQZ0Fqix4whH3zwgWzbts3fFv0LAPj000/lxx9/tNynv1D0TBj7oguPffr0sVxu0KCBzJkzx6mZBHeMTjVuU0mzI8xs3F9unrtsriZ5M5XZ+Z80XeqgNkV9Fxe4d/WWLP1qjBzfss93pPq8K/dtIXkrvBcmo9cgGP1wZHtkxvLly6V69eqmv9AMANDd+5o+yqfEihXLHPGRIkUKh3ML7MNmqlSpJGrUqHL5svefDfuiHyS7du0aJm40igACCCCAAAIIIIAAAggggAACCCCAAAIIeJLAjRs3JHv27ObIVf+KfwEA+h2v3m9bdIOWHtdsXz788EPZtGmT5bIGCjRt2tRP3aNHj0rhwoXlyZMnlte++uorE0wQM2ZMT3oEzMVOgAAA3hIIuLnArfNX5MXT55IyazqzAK/neAdU/AsA0KwB9un/T548aRYx7cv+/fvNOTa2pUyZMn5+8TgaR0jGGJRHdfnYGZnRuJ/vrvBkGd4wO/8Tp00ZlGao62YCqwdNk20/WFMeletcXz7qXD/UZ6LBMUOHDvVtt2zZsrJx40bf/w+tAAD9QKcf7GxL48aNZebMmf7OaciQIeYYAvtSrlw5GT9+vOTIkcO8dPDgQdHgHc1aYFs0AtTLy0uiRYsW6m40iAACCCCAAAIIIIAAAggggAACCCCAAAIIeJKALsAH9H2tztVRAMCdO3f8HMeq381euHDBIc+oUaP8bNwaOHCgnw2berP90bV6bdiwYfL11197Ej1z8UeAAADeGgh4iID+otAIs2vXvNOga/pu3cFru0Cp1/0LAAgKw+7du81ZNralatWqsmLFigCbCa8xXvrrlExv2FfuXb1pxpM8c1ppvXi4JHojeVCmSV03Fdi3ZL2sGjBFHt/978wkzQLQcErvUJvRiRMnJF++fPLs2TPfP2+HDx+W3Llz+/YRWgEAmuZp3bp1lrHrwn2BAgX8nY9/5zrp0SD2qf31jCn92aFHfNiW33//Xd57L2yyJ4Tag6AhBBBAAAEEEEAAAQQQQAABBBBAAAEEEAhVgZcvX5rvIxcvXiy6GfDixYvme1DdqZ4hQwbRTUY1atSwfBca2ABev34tmj11yZIlsnfvXrl69apoltN06dLJxx9/bHaw58yZM7BmAn1d1y7mzZtnxq7HpBYsWDDQe0JaYefOneZ7VJ2jFk3HX7x4cTMO2+JfBoCg9K8L+D169LDcMmbMGOnYsaPl2l9//SV58+b1HZO+WLp0adm8eXNQuqOuGwsQAODGD4+hI2AroOe16HkuPkUX+vWXm+7utS2hEQCg6f/1GADb4uiXjP0TCo8xXjhyUqY36CMPbt4x3WtmhFZLhkvClEl5w0QigeunL5gjAc7s/ct31imyvCk1h7aXLMXzh1hCd/vbflhq37692VlvW0IjAEDTNGmggW0pWbKk/PbbbwHOQdM4ffvtt5Y6+qHc/pgPnwr169eX+fPnW+prNGmXLl1CbEUDCCCAAAIIIIAAAggggAACCCCAAAIIIOAeAgcOHJCWLVuazKEBFT2XXrMR63eIyZIlC7Du8ePHzTqFBhP4V3TTUufOnUUzmwY1K6lmMtbFdv1+89SpU75d7Nu3L8wDAHRT1bvvvitHjhzx7VcX+levXi2amt+2hEYAwPvvvy+6ccu26NGxmuHZtugufz3m1bZoplkNutDjY/X75StXrkjcuHFNFmg9IrpNmzYSP35893ijMspABQgACJSICgi4voD+4ixSpIi8evXKDDZ58uSiv/T0l0xoBgBo5J/+Em3RooXvzmft78033xSNKEuYMKG/WOExxnOHTsj0Br3l0Z37Zhyps2eQVouHS/zkiV3/ITLCMBH4sft42T1vraXtCj2aSOkvage7vwULFsjnn3/ue79+wNU/b0mSJLG0GRoBAPohWo/NsC1Lly41H8gCKhoFqtGgtmX06NHSqVMnh7eNGzfOT5SoRo1qYA8FAQQQQAABBBBAAAEEEEAAAQQQQAABBDxfQDc8VahQQZ4+fer0ZHXhecuWLZI4sePv4DWg4KOPPpJbt2451Wbt2rVFv3+NGjVqgPU1E/KiRYvMwr8u9Dsq4REAoN+52m6i0qNcN2zYIM2bNw/VAICHDx+aI1/1e1zbUrlyZVm5cqWf6esRzrYBF3HixJHPPvtMZs+e7a+rZnfQIIWAMs869RCp5BICBAC4xGNgEAgEX0AX/XXx3/aH+eTJk02Unv7yC0kAwKxZs0T/0fLkyRMTPXfjxg3LYBMlSiTr16+XwoUL+zuJsByjT6deB47J1M97ydMHj8ylN3JmMjv/4yXxPygh+Orc6U4C22f8LKsGTpFXL176DrtA9dJS77ugn3V07949yZEjh1y+fNm3rQQJEkiaNGn8kOgxAfYlVapU5sNw6tSpZevWrQEyamqtTJkyiabt9ynp06cXTdkfWBTsyJEjRY8BsC3fffedtGvXzmGfGlSgHwBtiwb6aDQoBQEEEEAAAQQQQAABBBBAAAEEEEAAAQQ8W0C/c8yfP788ePDfsao+M9aNT7r579KlS5bvKn1er1mzpixbtswPkB4JrAECXl5efl5744035P79+w77053reryxo6K72DXzqS6y2x9pal8/rAMA1EO/K9Z5aNEsBj7HxIY0AEA3Z2lbWrT9Y8eOyePHjy1T1BT/GrShG0Jtiz5D/Q5aN3QGtehmN11rypgxY1Bvpb6LCRAA4GIPhOEgEFSBSZMmyRdffOF7m/5C1ag6jZALaQCAnlOza9cuf4ek6WamTp0qb731VoDDDssxasea5n1qvZ7y/Il3ZGLaPFnMzv84iUhXE9T3k6fW16Mh9EiAS3+f9p2iBonUHd/NBIs4WzQ1UqlSpZyt7m+9tGnTyoULFwJsRxfwdSHftuiufk3fFFjR6Ne6detaqmlWAE2h5ag4ygCg/dhnEQisX15HAAEEEEAAAQQQQAABBBBAAAEEEEAAAfcTaNasmcyYMcMycF2k1zT25cuXF035r5ujBg8e7Ce1vN6kmwczZ87s5/tI++8XdZe5Bgvo8cW6gK/t66Yl28V8TVN/5swZ0f7tS+PGjQPcxW5bP6wDAHRDlW6s8ikdOnTw3aEf0gAA9Q6o6PPS7AOOsjL/888/kj17dn9v102dGiCg3087ChLQLBBr1qxxvzcxI7YIEADAGwIBNxbQNDf6g1wj6XyKLlDqGeFaQhoAoL8E7t6966+QppfRX/gaaeZfCesxnt59VKbU7SEvn78wQ3gzXzaz8z92/Lhu/GQZelgJLGg3XA6t2OLbfJSoUaRyn5ZSskV1p7rUoy7y5MnjVN2AKgUWAKBRnenSpbP8+dM0TfqhLGnSpIH2r9Gn2odtKVGihGzfvt3hvfXr1zfHe9gW/fDdtGnTQPuiAgIIIIAAAggggAACCCCAAAIIIIAAAgi4t0CKFCn8ZP/V7xL1O0X7omnudSd+QN8lPnv2TLRNDRqwLbt37zYZjW3L8OHDpXv37pZrffr0kYEDB/rp21EAgO5a13Lz5k1L/bAMANAMBHq0gU/RXfi68O5zTGxYBwC0bdvW+PjM3XbiO3fudPjcNNusZnzV56flypUrou1o2n/7ohkHNLsBxX0FCABw32fHyBGQhg0byty5c30l6tSpIwsXLvT9/5AGAPTv318GDBgQoHSMGDFMlJ79UQM+N4XlGP/dcVim1Okhr1+/Nt2lL5Dd7PyPGTc27w4E/BXY9N0i+XW499EWPqVQnY/ls1GdAlXTgBZN4x/SElgAgKax+uqrryzdBDUlv36Q3rt3r28bGjWqGT3sP2D/+++/kjNnTj8ps86dO2eCECgIIIAAAggggAACCCCAAAIIIIAAAggg4LkCusHQZ+HaZ5YBfX85atQoPyn6dTFaF+19iqNMqv5tUNLNUClTpjTHEPsU3YR19OhRP+g+AQA6vmrVqkmNGjVMxtaKFSvKunXrLPXDKgDg6dOnZlPkyZMnffv74YcfpFWrVr7/H9IAgA8++EC2bdsW4JtOv6fW45nz5ctnqbd27VrjYV8cfd+rmRdy585tghdsyzfffCO9e/f23Dd9JJgZAQCR4CEzRc8UsP8FGjduXDl+/LhlwS6kAQC2cvrLV9Pu6C5h/QWvv+R8ih43oAuLhQsXtmCH5Rj/+e2gSfvvUzK8m9Ms/seIHdMzHzizClWBU7uOyNIuY+Tmucu+7aZ7O7s0ntZXEqb2jhgNacmaNatJfWVbbt++bdIrBVT0Q5emyzp//rylmn7gDUr2gR9//FE+/fRTSxtp0qQxmUFKly5trh86dEjq1atnfnbYlipVqsjPP/8cUgLuRwABBBBAAAEEEEAAAQQQQAABBBBAAAEPE9C0/nrcqG0ZM2aM6Ln1PsX+WGC9rrv8hw4d6lCjaNGismfPHt/XdDOT7ui3D0xYvXq1OfNeNznZpsnXYwrCKwBAgx369evnO1bbY5l9LoY0AMAWSQMk9Lvh7777TvToV9uixyTod7u2RwGokWZvti8+Gyntr0+bNk1085ltqVSpkqxatcrD3rmRazoEAESu581sPUTg+fPnUqBAAdF05D7FPsJOr4dmAIAt3ezZs0Uj7WyLprux/QUblmM8sXW/TKv/X/RZpsK5zeJ/tBjRPeQJM43wEpjZpJ/8veG/D5YxYseSmsPay7ufeqdBCkkJbgCAoz+3umC/efPmIA9HP+jpBz77oh+c9SwtTfNkXzSYSKNjc+XKFeT+uAEBBBBAAAEEEEAAAQQQQAABBAIW0POW9Tu0xYsXy/79++XixYvikypbz8YuV66c2dGqOzJDUjTttp7zbF801bPumg2s6MaEqVOniqa5Pn36tOimhnjx4kmWLFnMxgI9f5r00IEp8joCninw/vvvy++//26ZnG400oVwn2K/SK7XdQG7Xbt2DlFq1qwpy5cvt7x28OBBsw7iTAmvAAD9eag/n22zFehOfTWxLaEZAGDbbpMmTWTWLGt22yFDhpiAjNevXkmUqFHN7xj1sC2FChWyZIu1fe2PP/6wPDt9TZ+lPlOK+woQAOC+z46RR2KBESNGyNdff20R0PNbYsa07n4/ceKEQ6Xs2bOb64MGDfKzQ9gZVv2LSurUqS1nAkWPHt2cV66Lh1rCaozHNu2VGY36+g4zc9G8ZvE/arSozgydOgj4EVg7dIZsmbjEcr1Yw0pSY4jjD6POEgY3AEA/XOmHLtuyYsUKqVq1qrNd+9bTKFn94sDZD2v651gDEGrXrh3kvrgBAQQQQAABBBBAAAEEEEAAAQQCFjhw4IC0bNlSdFEroKK7Whs1amSycDo639kZ5w4dOpjFNvviTACALibp4p1tBlD7dqJFi2aOL9S6mh2UggACni/w8OFD6dWrl4wbN84yWd2EtHLlSsu14cOHmx3/tkWPG+7b97/v9m1fK1mypGzfvt1Sf+PGjVK2bFmnYMMrAEBT62uKfZ+iPwv1e2D7EtjajKbuT58+vVNzs6105MgRyZ8/v+W+4sWLy44dO+TF0+cSLUY02X/ggJ9szRpgsWzZMof9Xb9+3RzBYFuyZcvm51iAIA+WGyJUgACACOWncwSCJ1CmTBnZsmVL8G62uUujeDUSLTilYMGCon9psS16lrhGAWsJizEe37xXpjf87wNC1hJvS6vFw4IzfO5BwCLw98Y9sqTLaHl4867v9UxF8kjLhUMleswYwdIKTgCARtVrNg3bosE9+mcruH+Z1hRRbdu2Ncd3+JfmSftLly6dzJgxQz78MOTZD4IFxk0IIIAAAggggAACCCCAAAIIeLCAZvarUKFCgIvq9tPXTQL6HWBgxwna36cbAXS3p27isS+BBQBoCm/7xb2AHkvDhg1Fs4VSEEDA8wT058Hhw4fNxPQ7xmPHjsnjx48tE82bN6/JXKpp+W3L3LlzRX8+2JZatWrJkiXWjVg+r9um8/e5pinoNRW9MyU8AgD0u9UYMWI4/NnqzBht65w8edJh4EBg7Tx48EASJEhgqfbmm2+a42SfPX4q0aJHk+s3b4geDWBbihUrJjt37nTYvKMMAHrEwu7duwMbDq+7sAABAC78cBgaAv4J6C9K/6K1gqLmEwDg5eUlGTNmtNyq6b9tjxiwb1cXJc+ePWu5fPnyZZMZQEtoj/HOxWsy4oMW8vzxU9N+tpLvSMuFQ4IyXeoiEKDAi2fPZdrnveTUriO+9eIkii91x3eTnGULB1kvOAEAuvivQQC2RaP9u3TpEuT+7W/QtIK6u3/Tpk1y4cIF82FdP5hrxGiVKlXMzoLYsWOHuB8aQAABBBBAAAEEEEAAAQQQQAABq4CmjNa/f+vCjX3RY/r07OZLly6JHqlpXwLatenIWReodKHH9ixt23oBBQCsWbPG4WKbfl+QKlUqc1zBixcv/HSrAQD2C328BxBAwP0FHC3K285KjwIZPXq05fx5n9f1XPqcOXNaEHTx/MyZM5I2bVrLdf2e0iezsO0L+jNJA6ecKeERAKDjSJEihSUzsjNjc1THJwDA0XHLuplr4sSJDpt2tJajGZ/V+/Fd798x+p227uDXTWU+RX+OX7t2zU/wgL4+bdo0adGihaW/Bg0ayJw5c4I7Pe5zAQECAFzgITAEBIIqoL8Avv/++6De5qe+TwCA/uVCz/Cy/0vG3r17TbSwfdm6das568u26Jlit27d8t2lHNpj3L90gyzvOcEEAGT/oKA0nzcoxPOnAQQcCfzUa6LsnL3K8tL7LWpI5X4tAUMAAQQQQAABBBBAAAEEEEAAAQSCLKCLZJp1z7bo7szp06ebc5p1ke3evXsyePBgc6ymfTl16pRkzpzZqX6nTJkirVq18rduQAEA77zzjp9jBPW87mHDhpnvDnWRTtN/jxkzxtK+bizSxSw9WpAS/gKa6UHP/F68eLHoBhAN1Hj27JlZqMyQIYM5HrJGjRrmM9e7QwAAIABJREFU3HJny+3bt80547oA++eff5rvfePEiWMCQd566y1zVKUGpyRNmtSpJsNijE51TKUQCQQWAKBrAHpciH9HleTJk8fPJsNSpUrJjz/+6HuPHmGqAUS2afV9Br1t2zZ5//33nZpDeAUA6MZJzYQQ0uITAKBz/OCDD/z8ftAFfQ0Osy/9+/cXPUrBtmiWBM2WcNPrijx79FjeyJnJHCFt//tEj2Xo1q2b5V5dE9KfDToe26IZHOrXrx/SaXJ/BAoQABCB+HSNQFgL6G5fjdSyLV9++aWMHTvWT9fVq1cXPWfctuhu/kmTJpndwXqWjX5Q018k+pcIjRazLU2bNjV/aQlqcXaMWyYulnUj58pbpd6RprMHBrUb6iMQJIHDK7bK4i6j5cXTZ773ZStZwBwJQEEAAQQQQAABBBBAAAEEEEAAAQSCIuBox6iedV2iRAk/zejRfJq9z7bod2763Vtg5caNG6I7QXWx1r/iXwCALhzbbwQqXLiwSQFtvwjoKINhUM7qDmwevO68gB7R2rJlSzl48GCAN+kz1OyPmmnSv8VanwY0kEC//71797+jMh01ru3o98yBLRKGxRidF6JmSAR0YVoXqAMqGhSi59nny5fPTzVHxwBoJQ0o8vn5t2vXLnO8gKOixw/Yn3fv31jCKwDAWU89etl+vcTRz1/NqqIZEezXW/Tnr67NvPvuu6ZLzSCjm0J79Ojh5wgC3amv60DHN++T66cuSMkW1U1WGc3irMFAPkUzMHz33Xfm94n+95UrV6R169by888/W6al60KauUaDfijuK0AAgPs+O0aOQKACzi6ua0P6IbFo0aIOU43Fjx/fRIxev37dYaoy/YWtxwVoRGlQizNjvPTXKVnQfoQky/CGNJnZP6hdUB+BYAk8vHXPHAlw4eh/0Y8JUiSRxjP6SfoCOYLVJjchgAACCCCAAAIIIIAAAggggEDkErhz545omn/boos9ejyfo6ILtF27drW8pDts+/TpEyicLurMnDkzwHr+BQCMHDnSz85QXXxq06aNn/YWLVokdevWtVzX4wt17JTwE9Bz1zU9+tOn3kemOlPefvtt2bJliyROnNhh9Z49e8rQoUHbABNQgEpYjNGZeVIn9AV0kf7o0aNmAVl/BtgWzWji3451RxsPnR2d/vzUzMPOFHcNANC5TZgwQdq3b+9wmnqEq66/6PHLtov5PpX1z/S+ffskiois7D9Zzh86IR3WjDcvO/p9otf1uAUN4NEgAd30aV/090jjxo2dYaeOCwsQAODCD4ehIRBSAWcW12370LROGpnm6Ie+f2OJFSuWLF26VCpXrhys4QY0Rl34/7nvD+J14Jjk/LCwNJrWN1h9cBMCIRFY1HGkHFhmjbwv362RlO1g/YtuSPoI6F6NAtW/yOmfNVLphZUy7SKAAAIIIIAAAggggAACCCDgGgKabl93eNoWTbnfsWPHAAe4c+dOee+99+T169emnh4ZULx4cdHv3myLfwEAderUMSnkbcuePXtEd6HaFz3D2/5IAs0KoGnoKeEjoLtzdWe07gq2LxpwoqnDdXHP/shXraup+5ctW+bnPkeBHVpJM8OmSZPG7NLWBVn7EjNmTJM+PH369JaXwmKM4aNLL4EJNGnSxBwRYVuGDBni52eXvq7fa+pisn3QgO291apVM2n1T5w44XtZd6/re8jZ4s4BADpHRxkDApu7/pnTIJssWbLIvzsOy4J2wyVrifxSb0J3c6v+PtBnNXv27MCa8n1dAxHGj/cOIKC4twABAO79/Bg9AgEKBDUAQBvTXxh6do/tL1v/OtFzwSZPniwFCxYM9pMIaIz//HZQ5rUeIlnfe1saTukd7D64EYGQCuyZ/4ss+3qcpZmcHxaRprOs5y2FtB9H92sAgP4FK0GCBAQAhAUwbSKAAAIIIIAAAggggAACCCDgQgJ63vXvv/9uGdGhQ4dEd3n6V/S7A00TfeTIEd8qutC/evVqp1JQ600aPLBjxw5LF5qlQLMV2BddVNZFX9uSNWtWP2dIuxCrxw2lWbNmMmPGDMu8dBe27sbXhVBN+X/v3j0ZPHiwn3PA/8femcDNVP1//KSfXWSvLJFsiSwhyZK1lCJbWlRE0q5SoRDak0qpkPbtnwhRorK12rckUfqJREm2Nr//630ed5x7587MvTN3nmdmnu/39XpeZebcs3zOmXPvPd/P9/Plou+++85G4uDsqVKlSmHpIy655BI1ZswYhcw7zsR33nlHOxSdku1DhgxRo0aNsvUn6D5m3CSm8YDYa5zS/BCOnHuIOcQPP/xQr1nKIHfPWScEI9JNnH322VopxQxMZJ0513g0yNKdAMDYnnrqKa328ttvv8VcHd26ddOOeuT69//2h3qx771q0+erdQpbUtlaxu8WYhm/z/3790esF5UB1GYGDhwYs20pkB4ICAEgPeZJeikIxIVAPAQAGuKlYfbs2ZoJinwMD/sHDhzQcjvI/JMqgBsMOYAStVgEAHKxdx8jN51EcZbrE0fg1x9/VhMvHax+2bQ1VFnx8mVVvzfuV6UqnZB4AxFqEAJA0qCVigUBQUAQEAQEAUFAEBAEBAFBQBAQBASBlEFg3759Cifq44/bAxBQ3Zw+fXrUfuKgRYLfsjZt2iicbV5zUHNd7dq11Zo1a2zt7Nq1S5UoUcK1bQgAZnR5mTJl1M8//5wyeGZ6R0jXunPnTtswFy1aFMqrbn7Bepg3z65u6ZTtx9GKw960xo0bK/KzQyYwDafjTTfdZPuMfO60b1rQfcz0OU2n8aE8gQPftPLly6sff/wxrmGw7zlVTmbNmqXOPfdcz/VlAgGAwULcQY2F8UP+giwBMYK9uHr16pqsdfnll+v/x3DwT7p8qNowf5n+/4f/+74rZvh4UG2gXghAkAwgXaAeAM59+/bVZAKxzEFACACZM5cyEkHAFwI7vt2iylS1yzL5qiAbCiP9f2KDmtnQkjQhCHhH4MWr71Vr3v/UdkGXB25QZ1x2nvdKfJQUAoAPsKSoICAICAKCgCAgCAgCgoAgIAgIAoKAIJAmCODsWrFihe4t0dTIXxOAYxpOedQ6yQEdyZB5r1GjRigim/SB1FurVi1fBADktr///ntbMziIIuWKL1CggC33fJEiRcKiwtNkKtKum8jw47gzDaUGHHxu5pYHnEhfIo0t69Wrl3r55Zdtl/Pvyy67LKzKrVu3Kpy9piFF/sMPP4Q+SkYf026i0qjDSMQ7c76jEkxEupsx1yhGmIZDev369b5Hzb6DwjCEI8uqVq2q1q1b50sNNdUIAL6BiPMCzqk5r8ZOPedMSaMcJ46ZeJkQADJxVmVMgkAMBH777w41dfA4ddmzg1W+ggVSEq99v+5RhUsUTcm+SacEgQXPvaNm3PucDYg65zVTlz87JHBwhAAQOKRSoSAgCAgCgoAgIAgIAoKAICAICAKCgCCQ4wg4o6qdHSIam8h+crlHs+7du6v/+7//CxW58cYbQyoCfhQAcOaZDlwq9EMAQD7aLR99jgMtHdDy33fddZcNiccee8wWcd2iRQu1YMECWxmIJE6Zdwr89ddfKn/+/Lay0QgIXqbASx+91CNl4kNg/vz5YWq/pJTAoe+2Bw0fPlyNGGFPjXr++eerGTNm+OrAkiVLFHvY5s2bbde9/vrr6uKLL/ZVV24lALzcf7RaNTMrbUyfl0aqGq0a+sJNCmcuAkIAyNy5lZEJAq4IvHXrGLXi3U/U3wf/Us37XaQ63tMvx5FaPWuR+uzl97L68b//qcqNaqu2Ay/N8X5JBwSBaAhsW79ZTbhkiPpjx6+hYqWrlFc3TB+rChYrEhh4QgAIDEqpSBAQBAQBQUAQEAQEAUFAEBAEBAFBQBBIGQRiEQCIviVKu2TJkhH7jMx/u3btQt+jFLBhw4ZQdLgQAFJmunO0I82bN1cLF2Y5CC1DWrxu3bpx9Wvt2rXq1FNPtV1LDnfUKuK1oPsYbz9y63WcP0LiQG7etEaNGqmnn35aNWjQQH8MyWf8+PGaUIIsvWkvvfSSlqaPZMjTI2+/fft29eWXX+r0wxAG+Nw0CAFI4Pu1TCYAHDp0SON09NFH22D556+/1d01L1L//Pm3/jyS/L9fLKV8ZiAgBIAI87hx40YtebJ48WLfMz1o0CA1cuRIRR6kWMaGyiY3d+5cnc/jm2++0Zcgl1KvXj1Fjidy9JBDyY+xYX/xxRfqvffe07l3YOshJUVeFm7sMPouuOAC3QayUGK5B4Hftu5Q9zXuFRrw4M9fVOQxj2Xc3LnJOHP7xLou1vefPPO2em/UxFCxhj3aqe6PDox1mXwvCKQMAs9dfJf6dtFyW39QAkARIAgTAkAQKEodgoAgIAgIAoKAICAICAKCgCAgCMSPAJGRr7zyivr000/Vli1btOw5jlZy5eL06tKlizrzzDM9N0Cu97feekvndV+9erXOm86ZS9myZbWUO+eBPXr0CJP4jtYAeZcnTJig875v2rRJR24TkU1uX/pINDl1i6UOAi1btlSsrWjGmpgzZ46qU6dOWDHWISkCvv3229B3zzzzjLrmmmtC/xYCQOrMd070hL1myJAhIUUIqw/sMew/8dqtt96q1SlMe/jhh9Vtt93mu8pk9dF3R+QCNW7cOHXDDTe4IsE9j3vKtm3btAKE0/A5ffXVV1F9TZRZuXJlVKS5l77//vtx+SAymQDAPb1gwYKK1CumEej56nUP6I+I/EcBQEwQsBAQAkCEtfDqq6+65rfxsnTOO+88nS/HmYfHvJZ8TjyQjRo1Sv3665HoUbf6S5QoodmePLA5pXXcyuPsJ3/PzJkzY3YXWRZuzvICEBOqjCrw0jWj1Or3FukxNejaWl089vaY40sGAeCjcW+q2Q9MDrXdqOc5qtvDN8fsixQQBFINgQ/HvKLmjHnF1q0zLjtPdXnA/aHZT/+FAOAHLSkrCAgCgoAgIAgIAoKAICAICAKCQHAI7Ny5U1111VWeztg6deqkoyIhBUSzd999V11//fURc3Vb1+JsIW/3FVdcEXNA9913nz47xCEcyYgaxDlH2Tx58sSsUwpkLwIEbkEGefLJJ9Ubb7xhazySDDdzPmzYsFBZnGtLly61za8fAsBJJ50UJsPtJwUAQUNE94rlHAI333yzDgTEWFNff/21wg9hGqQRIvXZY+IxCCfUYe43RYoU0WvHS53Z0cd4xiXXZCHgtmfEwqZixYp6TUE4i2axCACQ6VARKFSoUKwmXb/PjQSA165/QC2f9onG44qJ96hTz/FORowLZLkorRAQAkCE6UomAQBWGyoBSKf4scGDByv+YFpFMlijvBg48zVFa4c8PrygNGnSxE93pGwaIwCrfFCFc0MjuOm9J1T506pFHVHQBIC5Y19THzzyUqjNMy7roLo8cGMaoypdz+0IfL9knZpwyWD11/6DISiOr1lZDfxwfELQCAEgIfjkYkFAEBAEBAFBQBAQBAQBQUAQEATiQgBn1llnnaV++uknz9fXqlVLffbZZxEjF8nTTk5jpHy9Gmd2/fv3j1gcZ9rjjz/utTrVq1cv9eKLL3ouLwWzHwFIJy+88IKtYYgbZg53VB5YbwcPHjmD4FwYGXXT/BAAqG/dunW263ft2qUITnOzvHnzKs4sLDvhhBPU1q1bsx8waTGEQKy0EiiBELnvltPdC4w4/Zs2baqJJqY512e0upLdRy/jkDLREXjqqad0gCkEoFjWrVs39cQTT8Qkv1FPJAIAew+K2p07d47VXNTvcxsB4H+HDqmhNS4KnUWL/H9CyycjLxYCQIRpTYQAwOYI+9KZj4OmeCh64IEH9AYajz333HOaheV2o4TR17Nnz5gyKm7tIgWGagF5XsRyBwLTRzyrFk6Yqgdb4+zTVZ+XR0UdeJAEgDmPvqw+fOzVUHtn9jpfdb7v+twBvIwy4xF4suNNasvyrHQu2FF5jlLXvPGAqnLmaXGNXQgAccEmFwkCgoAgIAgIAoKAICAICAKCgCAQNwI4VQmUsSJpzYqKFSum+MPR6cx/TDnk11H9dBqpA0j5aTpsrTLIvHOO6EY24HP64cy3zbWk/kTd02lIBFMnfTQdtFY5CAAQAcRSE4FVq1YpArZMQxbbTFWLAu2sWbNCRVgnJ598ctiArHSzzi9YixjpBYjexVjzn3/+ua0oqSXKly8fVi8S4E6l2po1a4YRCFIT4cztVSzn+oABA7RaSMmSJeMCgfzupEMxrWHDhjo9itc0w8nuY1wDk4vCEEDN480339T7DKmrSWXNPQ9CEPsHBDnWg7WXeIGwfv366rvvvtPK2exXjRs3Vh06dNCkkiAstxEAVr23UL18zWgNXdVm9VS/1+8PAkapI4MQEAJAhMl0EgB46GLD87OhuVW9YMECzfQlV4ppSHDB2IUp+ffff2vJlDvvvDPMmc9myE22UqVKtuuR8rnlllvUs88+a/ucfkM4aNWqlYKVyYvE2LFjtYSY0/j8xhtvdCUXZNCal6EYCNxe/pzQv/q8PFLVOLthRHyCIgDMfvAF9dGTR6TMml51geo0coDMiyCQUQjMHDlBzX92im1MrW/sqc4ZFFu60QmEEAAyamnIYAQBQUAQEAQEAUFAEBAEBAFBIA0QGD16tBo6dKitpzg9Jk+erMidjQPr559/1pH506ZNs5VDupjzN0gCplEf9ZpWpkwZ9fbbb6tmzZrpj5csWaK6du0apuxJOygBOA1nCo4Z00gvwFkgCqKcF5L/+7HHHrOV4VwRGW+vDrs0mLKM6iJncMjpm4YTHmc8hrIn57xuBBS/QLAOLOLAZZddpjgTNw1CAE46p+HEcxIO2rdvr3N3i+UcAi1btlQoQUQzyEEQP+rUqeOroyhQsLc49zD2rQoVKniuK5l99NIJotpR2IBAtWbNGp2emdzq4FKtWjV14YUXKqToIylfxGoD387ChQvVjBkztCIM9wr+unfvHqbsEasu83v6jYoMvqFjjz1WTZ8+3c/lUjbNEWD+WacQ/Cx746aH1dIp8/Q/Lxs/WJ3W0a4Ak+ZDlu4HgIAQACKAmAwCANL/PIQ7JZxg3j300ENh0v7ciHnoJ1+PaRMnTlTI9Zg2b948LZFilj3xxBO1pFeLFi1sZWFv3XDDDTqfimlt2rTRn5FXSix3ILDguXfUjHuf04MtX6equmnWkxEHHgQB4L3Rk9Qn4/8v1EazPp3UBSMiy9jljlmQUWYqAhvmL1UTLh1iG17FejXUDTPG+hqyEAB8wSWFBQFBQBAQBAQBQUAQEAQEAUFAEEgYAc7UiNg3jSjIc889kk6R73Cw4wR1Ru5/+OGHinM209ycXhAKrrzySls5t6h+ov/JD28aTjcib01r1KiRjuB2Rti2a9dO0SfT5s6dq1q3bp0wVlJBbAQ4n3XOM+fByGy7GaldncFfBKWtX78+VLx06dJq586dsRuPUcIkAHA+fccdd9iugDxC0JrTXn/9dXXJJZfYPkbxluhysdRAAD8B+8aTTz6p3njjSDAWveP8n/XkNRXA/fffr1MTm8a1H3/8sYKIFK8F2UcvfSDAE5WW33//PWpxFBIIloQU49VI7YLf55577nFNhUHaZqdfKFbdpFyYOXOmdvpzD0J5A0MBhM/Fcg8CbgSAe07pog7s2adBEPn/3LMW/IxUCAAR0EoGAQD5Jhz6PFhZxs0WpjAP6E7jBnjddddpaX7TuEnx8AXjB4PtyQMWN2LTiObnwc0px0QZHvp5+DcNZuns2bMDk1zxsxClbM4hMKR6Z/XXvgO6AxePvU016Gp/QbV6ligBAKIBhAPLmve7SHW8p1/ODVxaFgSyAQFY+Y+2ukb9/O2Rg6O8BfJrEsDxNSt76oEQADzBJIUEAUFAEBAEBAFBQBAQBASBEAJEP3JYjiQxTlwO0EuVKqXz05ICkcg+5LRjGXLbSNz6NdQY3aTjY9XzxRdfqDPOOCOsGIe+RPuJZQ8C5FavUqWKrTH+vXHjRtcO9O3bVxGsY9rzzz+vyONuGvLopgOX76jT2RYpAqwzP+t6nL3IL5v28MMPq0GDBtk+e/rpp9W1114b1k+cf6QNNe3WW291VQjNHpRzVyvsSRBATIvmgB0+fLgaMWKErTypHogotuyUU05RpINN1EwCANHQtWvXtlVZo0YNxZk2igOmuZFKcAY7x5lo/+T6YBBgP3I6n++77z5FVH8sY1/BR2Eae9QHH3wQUi+JVYeX7xPpo5f6ITA4/Sexrps0aZLq3bt3rGJa7RnlgK+++ipiWa8EAM4SrecYFGLcyAqZQgCwCA358uWLiXFuL+AkAKx5/1P14tVZhKuTGtdW1055OLdDJON3QUAIABGWRTIIAM46aZq8JDj4eRF1Mxz9AwcOtH3FS+prr72mYCNjsD3Jt+KUWOJl99JLL3WtFyYpLE1ehk0bM2aMTiUglnsQWDVzoXq5f5YEXfHyZdTgz+3KEBYSiRAA3r1nvFr0/LshUFv276rOG3p17gFZRprrEZhy5xPq81eO5OYDkI7D+qnmfS+KiY0QAGJCJAUEAUFAEBAEBAFBQBAQBASB0PkIDgQvUXGdOnXSkuqQAiKZW4SrF6jjIQAQ3EE0t1POnfaEAOAF9eDK4MQklaZprJepU6e6NuLmVJowYYK6+mr7ucfpp5+uli5daqtjw4YNqmrVqrbP9u/fH6YSSjT45s2bbeVIMUo0q2mQSNyCjLj2pJNOspXFgYsDTyz5CPBeX65cuTASB3OFc7VBgwa6E5y9sS/hlHXK+6PayvmvX2Md4sQ0jbXMmnYz+uR0Yvbq1UuNGzdOpyWAUAU5welIZR1/8803klrW7wRlU3lIHNybTMPHANEtmuG3wHGNU9oyUocgP+9UREl0KPH20Uu7biQorjv66KN1SmYCMXfv3h1WFY5pSDIVK1aM2AxEHHw8TtUY84I8efKofv36uaZyscqx9/Pbwu/z3//+N+qwMoUAAOENJZ3ixYt7mcZcXcZJAHjr1jHqqzfnaEx6Pn67qt9FFH1y9QKJMHghAEQAJmgCAGymO++8MyznFs52cudEYjlxM4U9ZhoMURif1sMhLw/kH4NpZpmzjHOYMMd4AIRFZlqs/siPKDMRGN24l9q9NYtJ3vGevqp5vy5hA42XAPDO4HHqs5eOSBKdfV131eGu2MzJzERaRpWbEVg9a5F6qd8oGwQ1WzdSvV+MLo8nBIDcvGpk7IKAICAICAKCgCAgCAgCXhHAwUm0vlOKPdr1tWrV0vl5nbm2rWsefPBBfZbj1+IhADzxxBPqpptucm1KCAB+ZyB7y3fr1i3sfI3ozebN7bl4SQvqlHx3i9jHOXvRRXayeI8ePcIkvFnvTucdTiMczU4jJ7Xz7JHUBaZKafailvtaw4FOSlY3IzCscOHC+mzXiog1y9WtW1c75XG8+jW/BABSQ0AOMR2+tEnbrK1ffvlF4ah0Gg5W1qlYaiLAua7zXle+fHn1448/RuwwexH7m0lGIb0IKS3iIaPEQiaePsaqk+9x7kOi+vXXX23FCY4kGLJs2bJ6vb/zzjtaucWZjnnIkCFq1Cj7eZ5VEWVJgeBUiAEn0jXzm2jWrJluAxJANPv+++9V5cre1EKFAOBl5jOrjJMAMLxOd7Xv1z16kA9tma2OynNUZg1YRhMIAkIAiABj0ASASA538iIh3x/JyNvFQ5fzxjNnzhzVtm1bfZkbSYCXTVjA5IdyM9hVSH3xomEaN29eRiK9/Aay6qSSlENgy7L16skLsvJ55S9cUI1Y83/q6Lz2l4p4CABv3/G4+uLV2aHxtr7xYnXOIHtuu5QDQzokCCQRgYN796tHzu6nft92JE9fwWJF1G3znlVFjyvp2rIQAJI4IVK1ICAICAKCgCAgCAgCgkBGIMAZR5MmTVxl94sVK6b427p1a1hELYMnzeIzzzzjigOSx85zE6IFYxnOOvKze7Xt27fr85s9e7IOcp0mBACvSGZ/OWT5cSwRwWgZkYzMqdPhvm7dOh2ByzueWZbzO+uMDycvzn8z+hNH0qJFi8LSViDVjmS7abt27VIlSpRwBYL+QASwrEyZMurnn3/OftBycYtuzvhYcBB5/NFHH4Wlioh1nfW9XwIA1w0dOlSNHp2lFurFkEh3qgx4uU7KxI8ATvgrr7SfsQ4YMCCMZGS1gBowe5Vp3HecaUms70kfTNoJJyGFdMO33367p44nu4+eOqGUIiVLnz59bMUbN26sCYDsr6a5kfGaNm2q92A3Q32ZiH3TcOL/3//9Xyh402s/3QgA9M+NrCUEAK+oZk45kwDw9dwv1PNXDtODq1i/hrph+tjMGaiMJFAEhAAQAc6gCQCwI2GVwaI0LZpMP+WQToIptnLlyojXIQGFFI9p7du3V4yhZEl3hxJlR44cqe655x7f1wW6AqWylEHgqU4D1fdL1un+uEXp+yUAmDI01Nnm5ktU+9t6pcx4pSOCQE4i8Nr1D6rl0z62deHisbepBl3bhHVLCAA5OVPStiAgCAgCgoAgIAgIAoJAOiCAowqHlWk4QSdPnqwVEzlAx9HZv39/NW3aNFu5QoUKadUASAJO41ozncCpp56qVq9eHTgknBeRbiCSCQEgcMgDqxDHJ+vMtDvuuEOrfboZjigcss7oapzxRFi7KVigRDFo0KCw6nAy4TAyLdpaKVCggJZvt6xIkSJhAUeBASMVRUSAwCuCwZirWEb0NQ7JaKlKYtURDwGAOnH0cm5srhlnW6xZAsxIB+B0pMbql3yfGAKojLRs2dJWCYrAOPSLFi0aVvnw4cO1vLxpOPhRGXYayiIEJDqVHlAOJmLeqyWzj177QDlSWJDKwDT+fdlll4VVA1kQZQTTIOFAoHDasmXLwpz8lIXIxZ7u1ywCAL8rFGQgg6EiQGoBSI6mCQHAL7rpX94kAJhBl90euUU1urh9+g9QRpAUBIQAEAFWJwGAiPj4zC78AAAgAElEQVTSpUurTZs2ha7gM1jd9erV05sxzLGCBQu61ujFke92oZfr4nXkx3tdUlaiVJrjCPy+fZcadfqloX7cvfRVVbTsEQKJHwLAGzc9rJZOmReqq92tl6u2txypO8cHKx0QBFIAgSVvfajeHPiorScnNqgZ9tD277+H1ME/D6oC+Quoo48Olwtr1POcFBiNdEEQEAQEAUFAEBAEBAFBQBDIOQROPPHEsNy7s2bNCstPTJQ2kXROJyuRjm3ahJNxOfMxAzIiOUsSGTmRva1bR8/bKgSARBBO3rVTpkxRXbt2tTWA04ezvGOPPTZiw0SGQkZxylE7L8ibN6/Ou07eaDcjmtfplPJDAEBynrMesexHALUPlB/Yp5YvX65QkkBmHeISUdmkd0ClNZKyq58ex0sAoA0ckhMnTlTz5s3T6xqFWshSrD32LequWrWqn+5I2YAQIFiElAysHdMaNWqklWus1MH8xsePH6/uuuuuMBUcggqdUv6sx7PPPluhZmxaz549dbChH6JHsvroF8IWLVqoBQsW2C5bsWKFVmRxGooH+fPnt30MzqYqi/Vl9+7ddaS/aW7pX7z2l/0bkuIFF1xgC+pEIVoIAF5RzNxyJgHg3vo91R87skhkD37/nsrzn9jqVJmLjIwsGgJCAIiAjpMA4GUZ8VAGM7JLly5hNwovjny3NniQhwn+6aef2r42UwfE68h/7LHH1MCBA231xkod4AUHKZO+CLw64H61Yvp8PQCYYzDILPNKAHj1ugfUinc/CV3X/vYrVJubeqYvKNJzQSCJCOzZvks93KqfOrhnX1ytVG1WX/V7/b64rpWLBAFBQBAQBAQBQUAQEAQEgUxAgECNKlWq2IbCv535eK0Cffv21Q4t04jKJu+v03DGmVG65HB/8sknA4MNRwPnMJEkmK2GhAAQGOSBVYTziLzOTgc6zpsLL7wwajvIReM4NdMGuF2Ao421ytp0c7oJASCw6ZSKBIG0RACC0A033ODa91KlSilIPtu2bQuT8ecCCG5EqhNtbhmR5qeffrpCydhpJ510koKUFMvOPPNMLblvWdB9jNV+ot+vXbtWofZjGoQIyHqmQYbhGcFM6cI94b333tNphaZOnapJM/v27dMKHkT0k3KIdAJ+TQgAfhHLzPIWAeCHz9eoiZdlqV6VO/VkdfP74zJzwDKqQBAQAkAEGOMhAFhVIamDNJepBhAvAYDcXeSS+eCDD2w9DYIA4DZGIQAE8rtK60puL38kmviWOU+rE045SY/HCwHg5f6j1aqZC0PjP/fOq1Sr63ukNR7SeUEgOxCYfNVwte7Dz303JQQA35DJBYKAICAICAKCgCAgCAgCGYbAxx9/rFq1amUbVadOnfThu5sNHjxYy1WbNmHCBO2QNY1DeyTSTXvkkUe03HVQdt9996khQ4aEqiMA5IsvvlDfffedrQkhAASFeDD1QDrB0eNUkiDCljmNZpwXPvzww746cu211+qIXqcJAcAXjFJYEMhIBNwUHmINFJl6HNpO8tz7778fppwTqy7n9yhDOFMgB9lHv/3xW557vDPNAXv2bbfdZqsKRz+qQKbx7IGzfvv27a7NQuSCsDF27FhfSgpCAPA7i5lZ3iIAzB45UX364kw9yIvuu0E16XVeZg5YRhUIAkIAiAAj0kbI+sPmisfII4Pj3mLoCgEgHhTlmpxAYOaoiWr+M2/rpmu1O0Nd+fxw/f+xCAAvXn2vWvP+EaWK8wb3US0HdMuJIUibgkBaIrB48nQ17e7wQ51ogxECQFpOtXRaEBAEBAFBQBAQBAQBQSAHESCn9ttvZ73zWuYm2btu3TpVq1YtW7nRo0ernTt3qjlz5ugUkZz5ENmHXDe5hNu2bet5ZCg+nnLKKaEcy0RqcnaEVLEQADzDmO0Fcfoz35s3b7a1jYz2iy++GNWp88orr4TJbVeoUEGh0EkKijx58qhPPvlEkWfbuQbIx3777bfb2iQi19kPPykASG2KFL2YICAIpDcCTz31lLr77rttijWRRsQ98IknntD3LqcliwBAO0H1MZkz9e2336ratWurP//8M9QMRED2WRQVTLvjjjsU+3I8hiLzo4/aU4JGq0cIAPGgnHnXWASAR5pdrX7ftlMP8P5NM9R/8sVW5sg8NGREXhEQAkAEpA4dOqRz3fBfpHCKFi0aeohHom3r1q06VxMMMLecXTy4k0fn+OOP1y3ESwBAcgcGuJM5BxONFwIs3hQA9O+KK66wIYBMD1Jk5M8Ty70ImCoA/V6/X1VtVi8qAWDylcPUurlfhAA7/+6+qsU1XXIvgDJyQSBOBMZdeIv6YenXnq8WAoBnqKSgICAICAKCgCAgCKQwAjhfcYyR+g75WQ5eOWjlcBrZVdLs8a6aiHFoRp5W2iE39/Tp031V9+OPP6o33nhD52vG8UvO3QIFCqiyZcuqhg0baslvIr9MKV1fDUjhbEGAeSNq2pReL168uI7Wy5cvn60P8ThCOnbsqHMk41iNZeT4nTFjRqjYqFGjtBrAySefLASAWODl0PeQP5Bx/vpr+zsbv31IJUcfHTkHL+eLnLWZeaTJM71q1SpVrVo124jYbyCfmEFJrCnIB6YqBWUgqpiGkiiy1G6GfLcpV33CCSfo802xzESAe+m///6rFWr95G1PNTS4f7/wwgtaWn3NmjX6HJ4xcf/lt8P9l+eESOvebTxBP3f873//U++8846aMmWKjgDnXsNvrUyZMqp+/fqqa9euinzxzvtMkFhD5sFXwXPK8uXLdR+Yf3AhbTHEJYhK/H8ki+e+56zLTQHAKhNEH4PEzKyL3wvy/EuXLrU1gaoL6i5Ow1/z+uuvu3aHewH7K3v47t27w8rwe2SdNGrUyNNwhADgCaaML8Re+NPyDeqFXsP0WI+rfqK6dd6zGT9uGWBiCAgBIDH8dK4c8setXLkyrCYY4Rb7O14CgJfr4iUAxHtdgpDJ5WmAwKLn31Xv3jNe9/TEBjXV9e8+FpEAMPHyoeqbj5eERnXBsGtUs76d02CU0kVBIPUQeK7nXerbhcs9d0wIAJ6hkoKCgCAgCAgCgoAgkIII4Ewjt/XMmVkyltEMB9v48eNdI9YiXcdhLnXj9OdAHDI/dt5553lqk7Ic6iMXj3M2Vr5ucsaSr7tx48axhiPf5xACvXv3VpMnT7a1ThTfAw88ENYj0gL069fPd08hq+BcikYGwfEPAcCyypUra0cupBIhAPiGPFsuwHEFIWnZsmW29kg/wf6CMz+akdrhjDPOsBVBPtokgZhfErBD4I5pEJcgmVjWpEkT7UQyDfJA+fLlw7rC/ufsY82aNcMIBNkCpjSSLQhwD9y/f78mvaUrAQCHNnnTCdKLZiVLltSy6iixRLNkPHds3LhREVW/YsWKqG3zeyPorm7dutky/9KIPwQgR/C8aBoET8ipbvfzdu3aqQ8//DCskZtvvlmT+SCyQvwiHRHPuk6V6R49emhiqRcTAoAXlDK/DASAjx55VX1+WP7/whH91Vl9OmX+wGWECSEgBICE4Ms6DECqyy0H3DPPPKMfUjAeBi6++OIwFhk3FlIFRLJIBIB333039LLIYQQ57Exr3769Zp3zABTJ3AgAMBI5sChWrFiCyMjl6YrA1tUb1eevzlJfvv6+OvTvIT2MqmfVVUXLldb/D2Pcsq/nfRmSnOGzC++9Vp3V+8J0Hbr0WxDIcQSEAJDjUyAdEAQEAUFAEBAEBIFsQgA5VaLRnDm0ozVPtOtnn30WNbqad3Qrso+IXDengR8CwI033qiefPJJz6gQnUteXQ6NxVILASIzOfMwjehMzl1wkDkNOWWIH6YR1YeDHwcrUX0LFixQ+/btC7sWQgHEAjeDSIL0//fffx/6mshR0lBiQgBIrXVDb3Cics62aNEiW+fq1aun9xsvig84enr27Gm7nlzQSHG72YgRI9Tw4VkpGS3j/BHnkmU4Ozn7Mw1HkRsJiZQCrC3TGBMRv2KZiUC6EwA46+bM249NmjRJQfRys2Q8dyAZT9Q4Cr5eDIVh9gwhAXhBK/vKEOHvJALyfLBkyRJFmhY3I3qfwFDTUKOYNm1aWHE3FWZULHhGNc/ZI41YCADZtxZSoaU5Y15RX73xQVhXIJTs/eW3kL+m2PGlQuSuIV++nApdlz6kIAJCAAhgUnjhI0eb0+69916dfwdDggtH/wcf2H+8Zhm3riA7A7t327Ztoa95sUBdwGIO87DvZDiedtppWvYnkqwPzN8777xTkxdMGzBggM5BA+tcLHciAAFg7LnX+x5851HXqTOvPMJE912BXCAICAJKCACyCAQBQUAQEAQEAUEgNyBw8OBBReSqW7QcZHT+kKVGutZpkOwh2zsNBx0OM6LrTIltNzy9EgDeeustRYSW08jTjQOYiGA3adeKFStqp7K8V6fOamatNWvWTCvbmcZBPQf2boZD5+OPP9ZO/oULF+pIPtJI1KhRI1QcKWoitZ0qFqSD/OGHH1wP9p1OLadcshAAUmfd0BPOz1BrcJ7nnXTSSToyFBlyL+Z2dhctAvT666/XObNNe/zxxxWkJMvIP+0kmjhJAlZZpKqRrDaNM0vOJcUyE4F0JgC4EWaYpVjS6kjs45TnPmxaMp47uCfg/HeqcNAuKYz+/vtv7Q9wGmf1q1ev9uT4TbWVaaUQyaR0R26BlRA1uP+TviGSnX766WGBnhAC+NxpPM9WqVJFPxeYBsGgQYMGMadZCAAxIcqoAhAAPhxjV6OINsC8BfKp+zb6S22WUYDJYKIiIASAABbI4sWLdeSC00znPocRN910k46uN+2WW27RDLNIOYCQkkFSxjRuDDwIWcxdNwICL5vIiEW6iSA7c91116mXX7azgyLltQkAJqkiTRCIhwBA1D/R/2KCgCCQGAJCAEgMP7laEBAEBAFBQBAQBNIDgdGjR6uhQ4faOkuOWqTZIcAjVfzzzz+r/v37h0VSFSpUSKsGOFXriKZGRt2LeSUA8J7P+75pEPF5HyeXN2oD/P+VV14ZSi9gleVzN/KAl/5JmWAR2LRpk3b+O9UmiPjjDCRRg1SAQ8dZP6QB51kRxJA6deqE1gtOFMgJqFtYJgSARGckuOtx2vA7Rj3CtNKlS2vnvzOiPlrLlMdZaBpOJiLzkYo2jTNE1pSTzORMAUA+9Nq1a9uuhaCyatWqMOeim1w1Dq6WLVsGB5jUlFIIpCsBgDPrSpUqKQhWpkFgGTNmjCbdcP9FOcVNWh35dad6SzKeO1DnJT2RaeR9R30IkiOGahEBgagPmIZ/oE+fPim1Xrx0BiIFKjbFixf3Ujzlyzz99NPaP2IakfkQvnhuiGZuKVggn0S6L6Dy41QHiEZCNNsWAkDKL6VAOygEgEDhzPWVCQEggCXg5qSnWlPenwcTohH4M42DB5zwkW6cMHcHDhxou4acNLCALYmx9evXq+7du2v2oGnRDhxgnPHgxAuIaSgLtG3bNgBUpIp0RSAeAkDf1+5T1ZpHZkWmKxbSb0EguxEQAkB2Iy7tCQKCgCAgCAgCgkBOIIDzfMuWLbamyaF97rnn2j7jkJmDVKdjlXfwNm3a2Mq6EQAgEnA9B7LO93BnxLYTByL3ChcurCP4LKM+0vsR+Wva7bffrh555BHbZ0Tv+kkdkBPzkBvaZO3ghHc6XzhXefHFFwPLi40sO9HZpj388MPqtttus31GtD8pIixzk4AXAkBqrEzO8XAusk5MI80HjnO3KM9oPUdJAOegMyIYuf7nn39ep4XAOK+D/OSU5kdRZPv27WHkJzcZ6l69eqlx48bpc0OcwJxFOqXUq1atqpVKgs4NT47iF154Qb333nsKggJOXBxqOG2rVaumFTe6dOmiIH15tR9//FFNmDBB59uG0EMb7M9E1J599tnakWoqc8Sql/o4M4VQwb1jx44dCjIGxA7mlbNa+pnuKi7pSgDg9+B0jvM7wZnuXK+k0CDgzjSINs50Hcl47jj//PP1OjeNf3fo0MH2mRv5h/sSJLF0s0wiAOCPQcGHvd4ySHnsC87nUbd5Yp/g2dU0fDOnnnqq67RCNIBwYBrKME5lFreLhQCQbr+UxPorBIDE8JOr7QgIASDBFQEbmAfpkSNH2mpyi8DnBuKUlosWqc8DLQ88U6dOtdUN2xHlAMvIF3P11VdrhqFp0dQFYEnywG0aeeyQS+ShSCz3IiAEgNw79zLynEdACAA5PwfSA0FAEBAEBIH4EOBgCgI0achmz57t2zHyxRdfaGI0jjGk35EY5V2JA1LSnTmdvbF6SU5uosmJrPn666/Vzp07NekaZwHRWjh1nBGXseqU74NBAOcN82Aa/8ax7mZ9+/YNU9LDOcAcmmYRADi8bd68ubrooot0TnWIBlYknlXeiwIACgRI+JqG7D+OI6fhqHMeFnfr1k2RQkAs5xDgd89aYA8wjT2A8xOkpIMytyhCzmQ4v7GM8xYiQS0rWbKkJqc4A0KEABDUrCRWD9L6SOw7DUcx9ycvxpybEtKQQgYNGuR6KfsN+xf3QNMhZRW+9dZbw4hGfDd37lytHOq8hrrKlSunc5OjKOC0ZKiU8AxAmhbOKaMZa3/s2LFh6UzdrkGlA4VVnNmRjN8yZBvKkqIlkkHCoAxKrNHq43oi0AnKckZ4e5n3VCmTrgQACCxOxVr+7Ux/C878Xrg3m4b8vym1noznDuT/jz32WIVagWXkjIek40aqgaAC4cYy1ixkIKeaUaqsnUj9yBQCAL4WntPMVFPMG4QvCIJeDKLWs88+ayuKcoBTydkq4KYAwDvTOeecE7M5IQDEhCijCggBIKOmM8cHIwQAlymArceBAg/mTma/WZyHa1i/vXv3DsvhwqY+adIk24scjPOePXsqDrdMI/8bJAJn/hykhLjpmA8TNWvW1DnnTHk4+sFDKS8DplGWB3rk5UyDWMADOfWYRu6vYcOGBfoSnOMrXDrgGwEhAPiGTC4QBAJDwC8B4Oi8/1EPbJ4ZWPtSkSAgCOQeBFLFWesmx+llFoj04eBYLGcRwHGF05/oFSSMLYuU/9Ktt7zr8G5CbuJoRpQVDn0vTntSoXEo54waN+sn8pCoMdMZl7No5p7WeYdu1aqVbcA4WJzEd6uAM186nxMJCgne+Z4L4YNc3TiXLIv30BRZd0t1z6qL6F2cDU4jAgxSgWmkBWDNiuUMAnv27NGRwcuWLbN1gLXHfOXPnz/Qjrnlq2aNslYx+oMDaNu2baF2WV+sKaeZTiLrO6KncTbhJP7kk08C7btU5o4A6T6c53d+sXKmgeD8jr3hpZde8lUVEcXsb3nz5nW9jpQqPFN5Nc4xObMM0tz26lj10wf6EsnclDWi1Ynj2KnYYJVHzYV7jTNiN1p9OATpo5NwFmtcqfJ9uhIAWrRooUh3axqpUk477bQwaCF1OPdziC9m+oxkPHegxsu5u2kQASOtLyLNnb97lAGcBMVUWTuR+pEJBACURHivYO2YBuELRSevxvuPk5Tiln6C+iAaQHY1iSl8zvtTNN+T1Zd4n2W9jiUny2XCmooXv/8dOqT27vxd7d21W+3defhv1261etYitfnLtZ6rzVsgn7pv43TP5aVg7kJACAAu840sFg+uvIzhyCfioG7dugqZL4wbBFEEMHmReHPmJOI6mInOaP9IagGUv+eee3S0P8xvolU4/OAB3nljwMnPQ73z4Wbt2rWaueZktsM6I+9RvXr1NAuWGwtOfucBG1H/MOD9Spjlrp9L7hitEAByxzzLKFMTAb8EAEZRqnI5dcfCYA9vUhMd6ZUgIAgkikAqOmtx/D733HO+hyYEAN+QBXYBMrk4unD84+h3M68EAIjJOOM41PVikKBRCCDCKpJxUN+vXz9FZFYs42AfiXZn7s9Y18n32YsA77lOtbv58+fryG4vlsihKTKuvGubxr8tqW7rc/YkCCWmjR8/XhNRxLIfAaKd27dvHyYBzbkIa8dJ7Aiih27pG82IbZxZOLUSNadjK9H65PrICCSDAEBrnA0++OCDOhKd879ohsMfJzhBQ8joRzOcV5wtRotsJ/CIdcm5Z5DS/24EGPpKlDMkF8h+u3fvDut+vnz5tAoGEdtOIzgLJ53TkOWHEGOpBTm/hwAAEcBpbvLbVh+JIIf05UzPYH2/ZMkSfS6cbpauBAA/OHNPdkquQ/4yU634qY+yXp47UN5wptA1SV/ONt1IOmbqYL99zKny6e6sXbx4sY7Qd6qiOBV7vODLflGhQgVFuirL2Js2bNigU4qYRloUJ5EomvqVs/1EnmW9jCW7yhzcG65G8+fBg+rAgYPq2OLHunajQJFC2dW9wNrZtyvcqa8d/Tj5Dzv7/+D/f/lN/bnvyPqJtwNCAIgXudxxnRAAXObZ7cXNz3JASooHamdEP3XwYEtUfzwsYvIdQSwgT5fTeIFAWi6SlFis/vOiMHDgQIn+jwVULvheCAC5YJJliCmLwP7f9njq27cLl6tXBtwfKluhbjV140z7obOniqRQ2iCQKtHaFmAcVqKWRIQDee6Q2OWAkkNpohh41nFGd6YN2BnW0VR31hIp48xx62UKhADgBaVgy8ybN089+uijOv8u8vzRzCsBAMI0adKcRpQrewqyxU6LJt3+5Zdf6pQBZs52rscBQdQs9TmjffiOCM10i8AKdnZTtzb2MGSYzcNVSPNI7OI48mKJHJpCUIKoZBoRiBASkGknmpcIMCJYzXVHHmne/bND2hciDep+OBL47bj9pqLhRNABSgU420ijgKMOkg1KgjhByE0bKeo4Ur1WSg8i1XHS8dxA33DSsO8nMwUHv3FUIJDhNY0IO6ItOZz3YkThO3OKk2s90lkOzz7MgWmkBbj22mv1R25OKi/9cJYRAkA8qMV3TbIIAFZvUINgL+F5GocRaUcgr/H7Y70iC81vsHLlyp4HwG944sSJins2a5jfM/sQ+2jr1q21corbmaLnBlwK0gb1O4Oj2Ds4p+Q3x15JKlJ++6bKKdVFipgldcLy5cttLV5//fVavr9w4cL6vsC1nOGaRl/Yf80zWXDB2eYkBxKIBRmCPRsjxzwRvUjGmxZNWSAR7JJ9bW4gAHD+bqZaAVMUfUkJEY95fe6YMmWK6tq1q62JG264IYwMaBWA8MN6jXSPiKevOXFNOhMA2E8ghzhTlKDWzLNcPKQo5nzcuHG2qeBdhOcq6zkx0t7nTPEcbT4TeZbNiXUSqc07TuygDv0bm6RtXX/OoCtV6xsvTokh7N/9x2Hnvd2RH4rc3/mb+uMX/narP12IDskchBAAkolu+tctBACXOUQaiJu48+E11nTDIscBz8NHNGYujHOkf5zR/dHq55CBCIJoB1O8VNM+L5l+DLUD/niAFhMEhAAga0AQSA8EVrw7X7163RESQLXm9VXf1+5Lj85LLz0hkIrR2nQcBwGHZRxSRjOcdMgcIrMtlv0IpIOzFlSI6F63bl0IIA5eouVutQpCAMAZLZZ9CCBZHElW19kLLwQAnHPOnJeonBHBj9OAtcB7GQfxTil/Dl3J7+60M888Ux/em9amTRu9F5GvmQM/cjo783Xi6Fy5cmX2gSkteUYAx7pTRp85xAHk1RI5NMVphcPKufZZn1bEKA540zgLwKHXsmVLr130XQ6nzsyZM7XDmbYsYks0goyzEcaGQwLFQA70IxlqBwQimHnMI5XlTIJnBPKARzNIHJxbXHxxsIe6BEb06NFDsUeYhnMP5z+H8V4NTIngM6OpuT+xVzijTTk7Yj2YRBXaQaHRIhHgVPJKPojWRyEAeJ1BKZddCEAK5ndvGgFM3I+dDjWUUniGM61p06Zhah1E3Dds2NBWDgIO+7mzTqJ5ISeaRnQ2hAfLcNDhqDON6O05c+aEwbRo0SLVrFkz2+dE+aIEm26W6QQA3pdr165t26dR7yUFr5eUUW7z6fW5g+cCno1Ni0ZQ5rnlrrvuspV/5JFHwtL5pvoaS1cCAL9fVI/dyMUQrrwQHXnPYL8zjWdAfDY//vhj2NTx7sFzgZv6Cekjli5dGlPZxao0kWfZVFpTqUYAOPjHfltUvhWhjyN/7y+7sxz6O/n/3xRlg7a8BfKrY8oUV8eUOlYVKVVcFSl9rP7//67aqNZ/7K6059YHIQAEPTOZVZ8QAFzmkxfhVatWaUmuWLkorcuRl+MgAkk3L4eW5KHDWc/hbCzr3r27ZqR6yQnDjYV8qDxExCIwIPuPjBgv3UHnv4s1Jvk+dREQAkDqzo30TBBwIvD5q7PUlDuORP7XOb+ZuvwZO6tcUEsvBFI9WpsoJZ4bOGD3YhyQc+CeDKldL+3n5jLp4KxlfnCumJFgRHYhyS6Wegi4rSkrz7pTMtcLAcBN/YHDUd6pTOPAiwM33tEs42DemRuWqFyiNU3D6UcUn5XKzfqOXMqzZ8+2leW9TJRLUmvduUXXERlLVCvR5F4t0UNT7nn33nuv/otlOJg5HHY6j2Jd5+V7fgMEE+D0537sjGCjDj8EAD/3CfZq1FqiBSTgaOI8xKvaIU48IpWj5f/2gotVJhJZg98/ZKJ40h1CRnKeCXEuAyGCfQkjzzTR/6gdmObm1PQ6HtYR6RtNw8ngZ917bUvKCQKJIkB0PL8J0/i3Mzc236MIAlnGNOT/nQFSRHA7FU5NRQ3zerf0A2b6DcqSRoEUrqZNmDBBKyK4GfuGmZ4BtaBY6keJ4piM6zOZAMDY2GdxopoGsc3paPeKrZ/nDjdJd78EgESUCryOKehy6UoA4BmGd49EDFIR5CKn8d4DqTmWH8a6jmdZnhkgAXi1RJ9lvbaT7HLZQQD4a/9Bu9T+L1lS+zjysxz7WVH6/P/BP6Kn4YkHj6Py5Mly6pc+/IdjHwf/Yee+dvRrh/+xuoybzRnzivpwjF1VKlpfhAAQz0zlnmuEABBlrnmB5CF02rRp+oURprf1UFq9enW9UfOCi/Off3tx/LxcBYgAACAASURBVJvN8fDIy/Fbb72lkKtkM8c4JCe3FHXDXodx77duHAj0myg9Z7/Je4fcJgdfzpw0uWfpy0gjISAEAFkbgkB6ITD/mbfVzFETQ51ufMm5qutD9qiK9BpR7uxtOkRrc2CHQ9/JYOcZhagY2PTOXHrMJpGTTqZ87pzl7B11qjtrQYO1RBSoaekYCZO9M5tzrVlriujTTp066Qh83ldwODqltmMRADi0Ze7NaFnUyNhn3CTTOeCFTGQae44Z3YVzdtiwYbYykWSFiRQkYtA0IZ/k3Npya3nFihXaiU5OZtN4x+Vd1o8lemjKeiVKnr9YxhkBaQOQfw3KuLdC3H/ttde0szmaeSUAREp7iHoByj2obpikG9rkt0/aH+e+bfXn9ttv14EITuM3jTON37fTyOXNXHOekqhBHiK1odM48yAKz4uBsal0QHQpZzNuzzfsP+xbRP05ZcV5NuIMqXnz5l6aDSsjBIC4YEv7iywlDyJR45GizikAeBZwkvL4XRMV6zTG6AxAclO1gHDsVBLh/BQVAKcR7e0MmOIe73w28YoPe1+hQoVsyijsY25RvF7rzKlymUwAcEu7gmoEz4tuKXljzYHf5w4hALg7LmPhnFPfJ5MAwJjWr1+vFSFikSAhUvKsQaoSP5bos6yftpJZNl4CwD9//qWd+n/wF3LiZzny94ak97Oi9g/ssb87BDWewsWLGo79Eocd+qZz/4hj/+i8/0moWSEAJASfXOxAQAgAsiQEAUHAhoAQAGRBCALph8AHj7yk5o59LdTxlv27qvOGukczpN/ockeP/UThxXKsgVgypLVvueUWrTJkGs4Z8uVBAOCwjGgfciWbUsIcgiOBW61atdwxmSkyylR31gITilvOw2GiWrt06ZIiKEo3TASQG8fhhayv6Zgg4sUvAYC0D6R/MI3ofad8v/X9nXfeqdXZTJs6daomIliGahp50E3jsA+yttNw5kG6Np12rEUOf8VyHgFUG7i/OFM/ENFHZJ9fS+TQlAjQ888/Pyy6O1ofuO9xbwxK3p7c1V5zgHshAKDYwcGzk1xBvmSIBji+iD4nbeHixYttQ42U3xhCDlG9lgOTi3DAEGGLk4boWcgLkAKd0XNECTujh/3OMeWTla8d0gmBGebYYvUPBUf2rXhNCADxIpfe12Wys9aambVr14al0CAn90cffWSbPEhUzv2HPQSygNP+/vtvlS9fPtvH/IYg8MRjELNJH2QaxDP2gnSzTF1TPA84UwERVU3qCN5L/Vo8zx1CABACgHOdcR4yffp0/T7Cs+f27dv1Gclxxx2nVYN4V+nYsaPf5anLJ/IsG1eDSbrILwGgcMli6tA//6oDvyfHqZ+/cMHDTv0SWRH7hyP3idLXsvylsyL1+Xe+gvmThEp4tUIAyDaoc0VDQgDIFdMsgxQEvCMAAeCla2JHt5g1dnngRkX+cTFBQBDIOQTeHfaMWjTpyKHEOYOuVK1vDDavas6NLvNbTvVobQ69eXE18xwT9UbEDRLbpuGcIerWtKFDh6qRI0dm/kSm0AhT3VkLVPTReQjCwV2DBg1SCEnpSiwE4iEAEClIxKDtebJLFy1r7makhbjxxhttX40ZM0ZBTLIM+X4ibk0jWtmZq9v6nvQFplQnUcJukuqxxi/fB4sATn8cP9xfTMOJTL7deKJiEzk0RR560qRJtr4Q1Y2DF2U9Upig6IczwnSo4/xmnUeTzPeKnBsBABzcHFxeCACQaZzOaX7HzrQY/B7IX88BtmVE8uOEcyp1EPmPAoBp/NsZkQ9ekBnMtCFEA/NvnisSsWQRAOgTa6hv375qzZo1UbsILmARSVbc6/hymgDA8x4ODNJNkHYAh0Ykc8tr7XWcZjmUFJzS8DhOUInwQ76w6kzHlAmZ6qw15xlpfu7fprnJoJPX3fl7Y59AocTNIABABLAMZ/DPP//seylCRITwY+bzhsBEVLmb+oDvBrL5gkxcU9x/Bw8ebEOSZzieAU0FF69Qx/vc8dJLL2minGl+UwA8+uijauDAgV67mhLl0jUFQEqAJ51QfgkA8UBG9H2WI/+wU99w7OPkN537BY5J7Nkznv55uQYCwP5f93gpGirTadQAX+WlcO5BQAgAuWeuZaSCgCAgCAgCGY7AW7eOUV+9OSc0ys6jr1NnXhEfwzjDoUq54aV6tDaqA85DLxjsTmlOgMVR4JTaxaGLY1cs5xFIFWctSJDL9brrrrOBgiNtxowZOs81a4lIVBwCRGL1798/EJnonJ+FzOpBPGsKeUycdaa5RQBa3z/11FMKiX7TnMQi8noS8W8a6yiSBLebIxnnQTyysZk1ozk3mp07d+r5QjXGNJQeIIfghInH4iUAbNiwIWzPwSG+fPly7ZQ0jcjQzp072z5r2bJlGCklnv5bBADWJviQfoO2tmzZEkYw8EIAcCPLkBbDGfFKXyH0OVUX3JRaaHfWrFm24aH04Zbflr382WeftZVl30dpIRFLJgGAfqEYwhitFI6kNMAxjTIKKkfsQb1797alJol3PDlBAMBRCDEPpz/jtJzusdZUMgkA27ZtUyeccEJcMAoBIC7YknoREfk49llrlkEqgvBlpvThO4hC7H2mRZtT9mRnvRCOohmqPzfffLMuQopWyE1W2lfrOp4VeF5l30pHyzQCgNu7A6lrUKJCOcivJfLcAUmK92HTIqnkUGb06NGKZ1fTSBkEuSydTAgA6TRbqdVXZPwHV71Q/e/Q/+LqmHbe48y3/g5H6x9x9GdF6hcuUTSu+uUiQSBTERACQKbOrIxLEBAEBAFBIFci8FK/UWr1rEWhsV/y5CBVr3OrXIlFOg061aO1n3nmGXXttdfaICWCcNCgQa4wn3jiidoxYRmHcsgoI4sslrMIpIqzFhTcZN2joYPziyhbcr2LpQ4C8awpIusqVqxoGwQqIxy+uzl5ORydOHGirTxRhGa+8T59+qjnn3/eVgbiwIAB7tEQbgQAnAU4I8SyH4E9e/YoSCDLli2zNY6zGmekM2e0nx7GSwBwi5RnzbH23AxZfdN5xBrDYeWMlvfTd8pSBwSDCy64QKFcYVm84yIyFsl+0w4cOBBGauB7t5y5bhGO/H7NaFvIW9z33Wzy5MnaUW4aJAP2d7HsRYAIe4hSOP0hdripoGQXAYD1w9o0zY0s5hUhIQB4RSp7yuGIbtq0qVq6dKmn375zP7X2QhQp3MxJAEBRxJnmxHkd6i7R1Drow/jx4xXPOelqmUQAIFUMEffsW5bxboBCCQQsv5boc4dbyj2eRZ3Pq1a/UC1AvcA0yPROEoHfcWR3eSEAZDfi6d3e/w4dUiumL1Arp89Xa+d85nswTa/sqFrf2FM79o/Kc5Tv6+UCQUAQUEoIALIKBAFBQBAQBASBDENgwiWD1YYFRw7Qe794r6rZulGGjTJ3DCcex1oypLWJViBqwTQOiy+99FLXifCTtzN3zGTqjDKeNZUMZy2IsH5ee+013+BAPHHmg/ddiVwQGALxrCkaRynElBbnMyJru3XrFtY3N2e9U17cjahUq1YtRRoA5/V8VqdOnbB2cFjiuBTLXgT279+v2rdvrxYtOkJgpAdI7OOcPOaYYxLqULyOcrdI9SlTpugIfDeDwPDJJ5/YvkItoG7dugn1P9LF8Y4Lkg3R7JZBKiAK0s3cfisQEd59991QcSJn8+bNa7s8Wv7tuXPnqrZt29rK44SbMGFCUnCSSsMR4Dc3YsQIfQ+GeBXNYhEAUHNAwt2rsV6cUdakhHH+dqjPLcLWqxIIcvGJkm+8jimocpnkrHViQhoX3h1Ma9iwoZbWd1PeyQ4CQCz1CvbuYcOGKVRo0sHWf/RVWDdRNmJdQYhwe5aq0aphOgxNTZ06VT8f/vvvv6H+Mh5SA7G2/FoQzx0bN25UVatWtTXtlk7HKuD2GyDlhFMRy+9Ysru8EAC8Iw4RDYUKp2qU9xrStyRBSSumz1erZi5MaBCS2jQh+ORiQUAjIAQAWQiCgCAgCAgCgkAGIvBkx5vVluXrQyO7buqjqlLDWhk40sweUjyOtWRIayNnOG7cOBvY0Zwg7dq1U8gJmxZJCjizZzD1RhfPmmIUQTtrqROpTqfDj+hrPifCC+IBB2PmYZ9+gTnqKLV48eJAcmun3gylX4/iXVOkf0DK1TTWGRHHlnOeub/nnnvCJMi5BucV31mGVDTqI2YOYL4jWpmobcvBsGrVKtW1a1eFFLFpKJTgmIonx3z6zVrq9BiZcRzKRNKZdtJJJ2nHUNmyZRPubLyOcjflCaJBI0lBn3rqqWrt2rW2/q5cudKVbJLwoA7npW/SpImtqljOWgpzGM0BvmX8Nvi3m2PVzcEByW/hwiMHujhanfLdyHzzW3Mz5pVIYNMipRUKAqdk1cF+gbF3pJvCkZVWwgs2XtaUl3qsMjjsSH1lWqRnSvJj33bbbbaykFVMJQw/bad62UwlAKDugbPdNNQeSA9WoUIF12nJDgIApBOIW7EMFTQUhVL9+WDYqd3U/t3R0x6YYz17QHfVYbBdjSUWFjnxPe+UpIix0pJYfXjooYcUZFC/FtRzB8+ovK+YShPsTaiZuN1Pq1evrkgtZBnEOVQI0s05LAQA7ysutxEA1n34uVo5fYF2/B8yyDo2xAji95EBQAgA3teblBQEIiEgBABZG4KAICAICAKCQIYi8HDLvmrHxh9Do7vlg6fUCbWqZOhoM3NY8TjWkhGtfdVVV6kXXnjBBjKRGJEiYtz6zSFfgwYNMnOi0mhU8awphhe0s5Y6ccB+/PHH2pGEckX9+vX1OjMj9sgF3rFjR/Xdd9/ZUO7SpYuWKxbLeQTiXVM4FnGYmjl7GQ2ONKKhSpQoocjPGyk6dezYsdq5b5pbGgC+J4c00eS7d+9WkKQsx515LYe4HNSJZR8CHJ736NFD4fwzrXTp0tr5TxR5EBYvAQBZ+iFDhti6gPOb/crpCMLZfdppp9nKBpUCIBIG8Y6rSpUqatOmTbZqIS6ccsopYU198803qkaNGrbPuZdzT7eMaG6cdaaBBb9fN3PrN86dGTNmBDHd2VYHTiRUQ7hnZQIBgPXqptwQNAEAghfKEpZB3OIe7+YwIz/7448/HioLSTBWXvdsWwBJaCgTCQBIniN9blrRokX18x/PfZEMEtjmzZttX0dL6+BMAYByDM5Vr8ZzAUTC2bNn66h/p0IRKhdOMorXurOrXCYSACD8QiwnYt+0W265RY0ZM8Y3tEE/d0AodT7DkKrgsssus/XNjfgWSfnE96Cy+QIhAHgHPDcQAL75ZKlaOWO+dvr/feBPV3Aq1K2uTuvYXP/d3+QKdejfIypUsdAUAkAshOR7QSA2AkIAiI2RlBAEBAFBQBAQBNIWgVGnX6p+374r1P9BCyaq0ieVT9vx5LaOx+tYCzpam0gtIrZM80sA+Oqrr9Tpp5+e26Yw5cYb75pKhrPWKzjkBHeSR4hgJVexU3baa51SLjgE4l1T9AAnPoe48RgS5ESOm8ZBG2vF6TTwUj8EAWf+eS/XSZn4ECCHL+Qy570FBx+OoSDvF/E6yt32HkZL/nqiWSEqYBzs9+rVK4yoBJEFFZNkWbzjuvjiixV5h00bMGCAjnB12q233hrmZEG2+8svvwwVdYsm90sACNrJnCzMzXozgQCA+kPz5s11WovOnTurLVu2hKnrBDk3KLw4c3VHi+KlXzxvWgZpzCQPZMc8Z2cbmUYAQOUHAqlpPL+h+ILaUzQjhQ/qYaahNgI50M14HjTJfRD/tm7dGtf0QXxiDzMJipAWiOxO5WjtTCMAkEIHhQae903r2bOnevXVV30rMiTjuWPWrFmKPdI0FHHeeOMN1bp1a/0xSkDsr85n02jp9OJauEm4yE1Rgt/FgQMHtPqBmxU6NrG0TUkYRo5VmakEgO8+Xakd/kT7H9iz1xXfcrVPDjn9S1Q4LlTmjhM7CAEgx1akNJxbERACQG6deRm3ICAICAKCQK5A4N9//lHDanVTf+47EBrvkC9fVseekHVoLZbaCMTrWAs6WlsIAKm9Tvz0Lt41RRtBO2v99Js8rBygmSakEj8IJq9sImuKXiHPT3SgU7rf6nHNmjV1jtXp06fbBkHUccWKFcMGhgMLYoBzvVgFiTKFdEC7puGMfv7555MHlNRsQ+COO+5QOP6chpMFEpsXI395tAhSq454HeVcz8E+B/xOYx2VK1dORyUiSe5mRLQT2Z4si3dcbnnVcQQTtQg5wDK3cnyHQ+ajjz4KlRMCQPopAOCUmDZtmt4rTTn9eNeU1zWOQ8xcO4UKFdIqL8WLF3etAiLQ0qVLQ9+lo1KEV2wol0kEAPaTK664QuF0tYx9hnu5kwTihhHpTViPpqFyVr58OJEdMk7+/PltZXl2cBII/MyFk3zCtXPmzFFt27b1U022ls0kAgDPcvz+f/nllzAMUYfwQgA+88wzbc91yXrucEtpRqchq0B4cSOioISCko6XcWTrInI0NqRaJ/XX/iMpg2L1pc3Nl6r2t10eq1iu+T6TCADff7VWrZi+QEf7792523UOjz/lpJDTv1SlE1zLfPbSe77nv0kvO8nGdwVygSCQyxEQAkAuXwAyfEFAEBAEBIHMR+Dgnn3q7lO62AY6fPVbqnDxopk/+DQfYbyOtaCjtYUAkOYLyeh+vGvKqiJoZ61XZMkPjTPKNLcIcK/1SbngEEh0TdGT9evX6+hj8rziDEJOGznySy+9VF1zzTU6UtCMOK5cuXKYhLk5IqIAiSwnAotoUQ7gyDeM8wnn/08//aQ6dOhgA4HyRHEn2+gLa5nIL6KnnMSGSO3jdJg7d67v7kVSa8EpQySjM6eulwaiyTB7uZ4yRMeTjiERI30IkvyxLBGnJmNt2bJlxHz2kdoeNWpUWPqAWP30+3284+L3QSQ1Ua5OI+oW5wpO/UiR1qT/MaOyhQCQfgSASGst3jXlZe0Szesk7LC/P/PMMxEvZ982HYCXXHKJwnHG/Z+0FUhRE22LggupgS6//HKFkzldLVMIAOwP3bp1U8itW0aKCe6zzJEXQ0KdKG/TWJ+NGzcOu5wUEs6UMe3bt1coTsRryP0/+uijtssnTpyoSDWUqpZJBAA3tRC/uPPMZz43Jeu5A7ICdZNCwovx7Ecqodq1a3spnqNlhACQGPzpTgD4ceUGtXJ6lrz/79vcya7HVT9RO/3rdGyhylQRpdHEVoxcLQgkBwEhACQHV6lVEBAEBAFBQBBIKQT2/LxLjWxwaahP+QsXVMNWvKHyFrRHS6RUp6UzKhHHWpDR2sgdT5482TYjflMAEMHlJVJTpj25CCSypqyeBe2s9TLi/v37q2effdZWNB2kM72MLd3LBLGmomFAJD8KEKYNGjRIPfjgg3FDhxQr0a+W5cuXT0v7RpIzjbuhwxfi1Jk5c6Z2+hNNbjnd/UhrV69eXW3YsMF3VyLt1RxUI5Ecj+UmAgD4EOGPM+ill16yRbO6YUdaANIDcN9MtiXirOVaIvlxoPo1Z+5lnB/kcTfNbwqAjh07eibD+O1vssqncwqASJgksqZi4Yzz/vXXX7cVW7NmjYJ04masTaJn/ViNGjX03s5+mY6WCQQAiHwoNTjJZdFSPbjNFeWJ2DbtscceUzfffHNYcdYV68u0u+++W917772hjyAOQlYybceOHaFULs5KUQV64YUXbB/TjqmSkmprTAgA9hnJLgIArUJC6dGjh02xxG19sEdBAoWElw4mBIDEZikdCQA/rduknf7I++/a4k5qKXNyhVCkf9lq9ue/xBCTqwUBQSAZCAgBIBmoSp2CgCAgCAgCgkAKIrBz80/qwWZHDqSLHV9KDf3qlRTsqXTJQiBRx1pQ0dpuKQWmTJmic8a6mVukKo4rZLzFchaBRNdUrN4nw1lLmxdeeGGYcyjZ8tqxxirfZyGQzDWFA4HoazOPOtGdkFCqVKkS1xQQcU8EsylLnAz5f+qfP3++dvq//fbbYTls6bwfAgBS2eRc9WuRCABE3xOxFo/lNgKAhRER8dz7cHDh9CYyGdlpopSJ5GM+iUJOFpHEOVeJOmvnzZunyKXsJrFMW8WKFdPOLif5yqmWwfVgYBp4rFq1ynV5LV68OEy5AeedM9o3nrWZndcIAcA72vxe2LPNHO1t2rTRv6VI9u2336pq1ap5b+RwSVIaoDZQoUIF39fm9AXpTgDgt92uXTudGsU0J2nIC86QQ5wR0jhP2Vecsum06VxLH3/8sX5+sAzC0yeffGJrOhIp4ddff9XvLPzXNCTbGzRo4KX7OVLm7hoXqYN77dhH60iVJnXUJU/dqYqWKZEj/Y3WaDopAFjjQPECAhLqU6yV7du366+4P5LOgGdP7nWkEEoXEwJAYjOVLgSAHd9uUStmLNCO/x0bf3QddKnKJxx2+rdQx9esnBgwcrUgIAhkKwJCAMhWuKUxQUAQEAQEAUEgZxGA0ftYuwGhThxXvZK6dV5k6c2c7a20HoRjLYho7bvuuktHNJpGbk/kOd2MnIumw44yRNc6HQQyw9mPQBBrKlKv/ThrcSgR1W9apKhuHKmVKlXSDjfTyO1KjlexnEUgWWuKPYM9xil7H0syOhoa7FusO9M5gQOXfZI1FoRR94gRIxT56UlnEM28EgDcHKykSUBSOZa98847Os+309zyu3s9lN61a5d2DovlLAKJEgDoPYfT48aN0wQrIhghmfBbgHQ1cOBALYGNk8w0omjNiH+clqSTMA1nL+mI3Iw82shzm3bttdeqp59+OmcB9dm6EAC8A4YDGGUq01hzKD9EMggqkASchlOYez9kAp413WS3uS/Nnj3bewdTpGQ6EwAgXeBk//33321oQjKC3OPlfuWchkaNGqmvvvrK9jGpetizjjnmGAVe3G/vv/9+Wxmc96Q4Mdt8/PHHw9QDIBRyLc8FRYoU0XUsW7ZMpx7CgWsaqVHYI1PRlr3zkVo4aZr670r/KkGMp2qzeqpBlzaqQdfWqTg86VMOIiAEgMTAT2UCwK4ftoXk/bd9vdl1oCUqHheK9C936smJgSFXCwKCQI4hIASAHINeGhYEBAFBQBAQBHIGgR+WrlPjLhwYarxyo1pqwDv2HIc50zNp1YlAshxrVjteo7XJedm3b19b9yAEOKU5rQJEXZmOr8KFC+sDQa/OJVkJyUMgWWvKr7OWyGgzMosR41D6+uuvwyR/3aKAypYtG4qsSR5aUrMXBIJaU/v27dPRdjgRcNwgt+6MIiTHL+lEihYtGrNrRGLt3r1b/fDDD+rTTz9Vzz//vK7baTgdcT4GZW750CPV7ZUAwJiJHjMNVQGizeM1HLvI2puG1D3Rs2LpgUAQBIBoI8W5BhnAimKkLA451COcVr58ebV169bQxyhW/PHHHwqiitMmTZqkrr76atvHOOHuvPPO9AD+cC+FAOBtutiHK1asqNeDZThTifB3Wx9WGcgo5Mnmb+HChToFCuRByCmWQQIYOXKkTerd+g7FjnSR2bb6nK4EAAia3KPc1ESYa2fEvtvKgTzMfdo0CIBE95uKPXyP475cuXK6PedzAt8TgY0cu2msP1KTbN4c7ugiDRApcSgDwc3NIM117drV26LPhlJ/7T+oFk6cqhZOnKb2/WonXSTSfIMurTURoGqz+olUI9dmCAJ+CQBNr7xAdRp1JNgkQ2CIexipRgDY/dMvWU7/GQsiEoaOLVdandaxhXb8VzjNvwpP3GDJhYKAIJA0BIQAkDRopWJBQBAQBAQBQSB1Efh24XL1XM+7Qh2s2aax6v3CiNTtcC7tWVCONTf4/ERrf/nll6px48a2ajiANXNoW1+65ZVu1qyZPsAVy3kEglpTiTprcc7iWHJGSHPQ+9xzz4WiS4nu6969e1i5IUOGqFGjRuU8oNKDQFIAkNOX6Lxodtxxx2k1gEj5os1rcTgVL1485uzccMMN6oknnohZzk8BNwIAUYiQF3B4meaVAMBe27lzZ9u1iUoROzEn+tF00PkZs5TNGQSSTQC49dZb1ZgxY2yDc8r/W1926NAhLOIawk3dunXDwCG6ln3eNKK9W7VqlTNAxtmqEAC8AQdhFCUp0yLlcvdWY3gptzRBEAOGDh0ab5U5cl26EgCSIdduTQBzOHr0aM/z0bt3bwXJyM3Yk1AfiZT2JFIjgwcP9tUHz52No+D2b35QiyZNVV+89n4cV9svKVnpBLXr+59c6zmmTAllkQFQDMwNxrsJJoT1rNnes+NXdd8ZV6h///rb1/TnLZBPHV+jsjquZmV1fI1Kh/9bWRUuEZu866uhNCicCgSAvTt3qxXT52vH//dL1rmiVrRsyVCk/4kNRF0vDZaWdFEQ8IWAEAB8wSWFBQFBQBAQBASBzEFg7ZzP1Au9jzj961/USvV8YlDmDDADRhKUs9YJhd9o7UOHDqnjjz9e7dixI1QVstnk58SpZRqHdM4D12HDhqnhw4dnwIyk/xCCWFNBOWuRhHVLI4GzlMguIvvMyFMLfRzBRPaVKlUq6RPCwQ1RX+RxJ683ksWJWqTc6/HmVccJRcQ8fSS/rd+D7UTHkx1riihOnODIinuxWAQAogfZkyCSBG0WAYA2mjdvri666CLtvCdCskmTJrbmvBIAICncdNNNtmsTjdanX1OnTg3VCcb8rjLV+J3wR2R6tKjjdBp/sggA4ITD1un8R3adNeLmHEGSG0KNaX369FEoCJkGyQTyl5lbG5Ug9npLgjtd5kAIALFnCowqV66sfvrpiJOReYb8F2QaETeSlNf9NfYosq+EEADmuoJNGpJ77rlHS/5HMu65kJZQE4mWbmDTpk1qwIAB6oMPPog5sahNQVYhjUFO29fzvtQR/5D4nZa3QH51Vp8L1ecvz1IH9uz13NWzB3RXLQd0U0unzFNL356rtq52T9uC9DeqABACChXPXCcuz4683xYsWNAzhplWcOf3P6k1sxerNbM/MEYJGQAAIABJREFUVT8s+zrQ4RUtUyJECiCH/HE1Kqvja1ZSeY4+OtB2UqmynCIAHPh9b8jp/91nq1whKVLq2FCkP4qgYoKAIJC5CAgBIHPnVkYmCAgCgoAgIAjERIAX/jduejhUTmTbYkKWrQWCcKzR4USjtamD/OwPP3xkrfAZcp/IbOKUQ55zypQp2qFrHtDhaEFuE/lXsZxHIIg1FYsA4MdZSxoJZ37paChxKDdz5sykRoqyfmkDh/qsWbO00xALwplAdFHDhg1dpej9EAD4vS1evFj3EYKC5UzDkbZ3r/fD3yBWZDLXVJkyZRS5oznU9yIhbI0nEgEAp0Dbtm3VI488osgjnQxjHnFGXXDBBTY5/USctUj1I9lvGbmP9+zZk1D32b9JLWDZ+eefr2bMmJFQnal8sThrI88Oex6/GVKwQCKaMGGCzWHLlThFUGSpV6+ea0UQUkjjYspx83sj7/v111+vSReQCMnf7XS8kQ6ANtPNZE3FnrHJkycrIrJNu+6663QO9yBt3bp1YeowrFXyuaeqIcXsNNYUqQ9Ic+PmxD72hNIpOZxkKgBYA4ZcB6EItZBvvvlGK9ZAIoFQ1Lp1a51WpGrVqp7x+eqrrxREVFIEfffdd/qeyjMUJFPujzzzQZRj78tJ+/TFGdrxv3NzeKT+cdVPVGf16aQaX3Ku7uKwU7up/buPpNqI1W8IAB0GH/l9oi6wdMpctfTteeqPHb+6Xl6jVSNNBqh7QYtY1afd97mVAPDTuk0hp/+29e654L1OZvk6VdV/8uVV1EmaCi9WtmpFdVyNSsokBZSocJyXS1O+THYSAMB75Yz5asX0BWrD/CPP9yZIhYsX1ZH+dTo2V1Wa1El5/KSDgoAgEAwCQgAIBkepRRAQBAQBQUAQSFsEPn1hhpo69KlQ/1vf2FOdM+iKpI8n0ahVDvVef/11fRBE3lle2sldzMFNixYtVMeOHT05CXGkFShQIOTk8zNwPw47P/VaZZPpWDP740Vam4N7ov/MqD2rDqK1ObB0+65///5q/Pjx8QxfrkkCAslcU/E6a5GUxsEbKe+qBQNqE+SFd0ZRBwET+8D8+fO1Q53c6r//Hp5PNQgCgFskt9V/L/sJDjr6+NprrykOw52WrgQAnPzkdka2n1zi5Bk/++yz9T7ux/Fv4cH9AIUInAMlSpTQeaDPOOMMnb/Xq4pAEOvKrCMRAgBpMCB6WFa9enWtXgABCycG40WhAucH65R9l3FHM36vplrEJZdcourUqaPeffddtXbtWnXw4EGNIU60Ll26qMsvv1znXU5XE2et+8y5RU47SzLvL7/8srr44oujTv/dd9/tmpoF4haRtER9o+xiGnvWqlWrFHnC081kTUWfMe6rEK3YTyzDqc19jD0sSENBAqUq09zSrgTZZqJ1jax/iZbY9mrNru6kLhje32txKZfGCPy+fZdaNHGqWjhxmvrXsWcyrFPanaGa9e6kTj7LnmJl+/rw58JYMOB4dbMNC5ZpZYBlU+a5fn903v8cVgVoo046IzmEylh9D/r73EQAQAreivTftWWbK5SVTj9F/bhyg/r3b/t9OxrubW6+VLW/7XJdZNcP29S2dZvUT19vVtv4W7dJf+bF8hcuGFIIyEonUEmnFShYrIiXy1OmTLIJAP/+86+W9udv3dwvXMddsGiRkLy/c89IGaCkI4KAIJBUBIQAkFR4pXJBQBAQBAQBQSA9EPho3Jtq9gOTQ509f+jVqkX/roF3PoioVQ75iEB+8803Y/aP3PNPPfVU1EhPt5z1MSs+XMCLw85rXW7lkumstdrzE61NNHSnTp3U3397ywWIM4nIGg74xVIDgSDWVNDOWpAhah2n9nvvvaej43FMEjGKkxIHJNHUl156aVzO4GjIE606YsQI3TbOqWiWKAGAvQunR6TI7Wj7CSQaIt9iRTPmBAEgNVZ26vciEQIA5AVSR3g1yABE3rJfuxnOfb8StzVq1NDKBkE77ryOKdFy4qx1RzAWAQBiJcSrDh06xJwCng3atWunVQS8GM5g1ukVVySfdOqlP37LyJqKjhjPjNw3TeMZhJQ1QRvPDfXr17dV26BBA7VkyZKgmwqsPiEABAZlxlSEU5Zo/1UzF4aN6ag8R6mzenfSEf8lKpTNtjHz7o4iACkCNi5e4dpu8XJlNBmgfpc2qvRJ5bKtb0E3lOkEAEgdOP1Xz/5U7d35myt8J595mqrd4SxVu0NTdUyZEmpItU6eI/mp0CQAuDVAlDrqABYhgP/6UQtABUWrBRikAJQDUtWSRQBYOWOBjvZfPWux69AhUBDpz1+1Fg1SFR7plyAgCGQTAkIAyCagpRlBQBAQBAQBQSDVEZh1/2T18VNHnOrdHr5ZNep5TiDdDipqlRyiTZs2dY18jdRRHCEff/yxqlvXHiVhlY+Uj9vLwNOZABBvtDbSvVdeeaVrbnYTMw59rbzpXrAMokyi+dqDUpWwxkKkI1G7pEZAahsHMA4PsK9QoYJ2qHTr1k0RpSaWMwhY+dq9tJ4oAYAIa1RLIlm0/QSJ2x9++CFmN4UAEBOiHCuQCAEAlRUzh7aXQUCgIZofaX+nffvtt6patWpeqrGVwRmMo439K91MnLXuMxaJAABBhJQ+9913n1aC8GqQqvr27atJVdEMtY9nnnlGoW6RriZrKvrMoeLiJINACjj33Cy58lhGRD/PTZaxp6HOU6RIeATopEmTtAS8aawtL2ThWP1I1vdCAEgMWVIqYUdnQP7w5VM/1o5/oq2dVqrSCdrp3/SqCxIDLICrf9++M0QG2LHxR9caK9avoRp0aa0adGmj8hcpGECr2VdFJhIA1rz/aZbT//3F6q997pL81VueHnL6Fzr2GBvgQRMAIs1mImoB1GmRArLSCGSlE0iFlClBEgDWfvCplvcn2h9ijtPyFsgfcvrXaNUw+3440pIgIAikPAJCAEj5KZIOCgKCgCAgCAgC2YfA1CHj1Kcvzgw1eMmTd6h6nc+OuwNBRq3iTCUn48qVK8P6w0E1MvbI1JPv3mk4K9avX68KFSoU9h0OWucBtNfDJCTLkZhOlqVqtDYRzMi2ky8a6V6k/0mjcMIJJ6izzjpLR2pz8JsdFkS+9qBVJRj3ihUrtFwyeUqjGdLKt99+uxo+fLjKly9fdkAmbRgIuBEAIGm4SQcnQgD46KOPdI7aaOaXAEAfN23apA4dOhSqVggAqbu84yUAEFXN/mrOM6OEFMA9ke+Q2F6zZk3Y4EuXLq1zGx9zjP1Al9Q5bdq0CSuPXDepXrjfku8dhRynJSuCN9kzJ85ad4QhAPTo0UOnkICcRhQ1REvIaTjp4zXWO9H9ixcv1uQl7tUQSFhfrKF+/frpNtPZZE1Fnj1Ij+xPpkE64lncLbe9W01uBIKnn35aXXvttWHFSQ3EmjONdxDSoaSqCQEgsZlJd2ftXwcOaol/pP737gpPO0XU7lm9L1Q1WzdKDKgkXQ1ZAVUA1AEO/hH+7k2zp55zpiYDnHpu0yT1Ithq031NgQbras3sI05/Fe4n1qDVat8ky+l/blOVr1CBiEB+8Zp/xZbGl3gjecWavUTVAgoWLayOq1lZqwUcX6PS4f+vpPIXCT8PitWXeL9PlACw/qOv1Aok/mfMV//8Ga7ASCoOK9L/lLZnxNtNuU4QEAQyHAEhAGT4BMvwBAFBQBAQBAQBvwi8fuNDatk7H4Uuu2LiPfoFPh4LMmqV/LO9evWydQPn6ZgxY3S0GU4QnBbkROZgmZz0pj3//PPqqquuChvGo48+qm677Tbb5zt37tQH1WKpiUCQ+dqToSoxffp0TSrB4eHVWNuQKsSyFwGLAMBe0rx5c3XRRRepzp07qy1btigcCqbFSwDASXTaaadpx0c080IAwEFLH/kjxQb7nrnOMoUAgNMbMheOa6+ErOxdOf5bi5cAwH6HUs3ChQvVggULtGP+hhtuUORbJyLWMqL9e/bsGXbve/LJJ9X1119v6zD3R+rij3o3bNignn32WXXhhReGynE/HTlypLr33nvDBrt69WpF+ph0skx01qYT/pnY10xcU/HuU875hQDpjL5324uirYvnnntOXXPNNbYiEH7Zq9jruG9znxgyZIh6/PHHbeW4F5LWJ5VJJkIASGxXSFdn7c8bftCO/0iO1SaXn6cj/sucnD5KO2vnfKaJAKtnLXKd1HyFC2hFAMgAJzaomdjEJ/HqdF1Te3ftDjn9v5m/1BWhPEfnORzlnyXvnyeNlTMSVQsoXqGsgxRQWZWtVjGhlUU6TVJ4OI33maPz5HHFu/cLI1zb/HbRch3lT7T/n3v3h5U5Kk+ekNM/3jO6hAYrFwsCgkDaISAEgLSbMumwICAICAKCgCCQfAQm9x6u1s05Eklz9SujVfWW/vOHuREA4o1a7dq1q5ZSN2306NFq8ODBYYCMGjVKO0dMu/zyy3UeW6fdfPPNtoNDpEX/+OOP5IMsLfhGIOh87clQlcCR1rBhQ9c870RX4sx0i6oFDOThOTRPN+NwAyc0B/Pp5qzF6U4E7AUXXGAj/QTlBGEukdDGQWEZqQBw6BKZbVo0AgAEphYtWqgqVarYrslkAsDevXtV0aJF025NRfr9BrmmIrXx2GOPqYEDB9q+Rnli7ty5cW8rkAIgNZkGMWDo0KFx15kTF2aiszYncJQ2jyCQiWsqiH0KYh3P+pZEO4ixl2/dutVVvj/SmuK5AhUBN3UTntVROOF56uDBcFnrdNijhACQ2G6Sbs5aInmR+ScPu9OKHV9KNevTSTv+iehNVyNie+mUeVoZ4IelX7sOo1TlE7LIAF1bq+Lly6bUUNNpTf364/aQ03/zV2tdccxbML92+tfp0FTVah9fMEdKTVCUziSqFgBB4jiUAmpW0uQA6/+LlvUWEAIBYPYDkz3DdVSeo9RDW46oK2z6Yo12+vO377c9rvXUOb+ZOq1jC1XnvLM8tyMFBQFBQBAAASEAyDoQBAQBQUAQEAQEAVcEnuk2SH332arQd9dOeUSd1NhfxJ9FAAgiarVu3bph8v/kMXbLn75kyRLthDWtVatWCtljpxFJO3Xq1NDHRDUS3ZipZuaM8yrDmipYBJ2vPRmqEm3btg1ztrF2IZ/wO8BIY4Gj3xkRjuzyokXu0TOpMgdu/YAAIM5a9xlC+vqUU05RkFcwohJJC4Ez3w8BINL8CwEglX8Z9r4F4ViLNVoOr52y7YmS2txyxMerhhGr/8n8PhOdtcnCy3pOSLdnhGThQb33nXGF+u2/P3tuokmv89RF993guXyqFAxin7rpppvUE088YRsSZFsISn4NUiUkJqL5vVqHDh00aSnVCYnDa3eP6OhxG2uRkseqhj3aqqrN66uqZ9XzCkfGlksXZy2p9RZOmqp2btoaNhcnnVFbO/2RYc8027n5J7V0SlaKgEh7Z+XGp4bIAP/JlzfHIUj1NbX9m++103/17MXqp7V2ErEFXsFiRQ5H+jdVNc6WPPCJqgUUKl40jBQAQQByhWnxEACun/aYWjEjy+m/5+dfXdc/e0Odjs11xL88k+X4FiEdEATSFgEhAKTt1EnHBQFBQBAQBASB5CMw9tzr1dbVG0MN3TTrCVW+TjXPDedU1KrbASZRjDgynEZ0EblKLTv//PN1bvtMtXR21gadrz1oVQnysTsjtIl6w+F73HHH2ZbUqlWrtCy8abzYE8mWL1++tFp+6bymIgEdhBOEulEWMPcT1ElQA4C4JASAyMtc1lT8WwBKI7/88outgt9//11H4MZj69atU7Vq1bJdWq9ePbVsWXgUYzz1Z9c1QgDwjjTrJW/evKpQoezLk+u9dzlTUggAMz0Bj5JNxYoVNSnQMlKV4Mh3Ph95qlAprRxw3XXXKdKcRDMc/tdee61ODcb6TUX7++BfWvr9i1dnK5x58RrPixABqh3+O75m5XirStvrUtlZu+fnXVrmn4j/f//+Jwzjht3bqbP6XKhOqGVXdUrbyYjR8U2frw4pA7jhweU4OFEGqNmmUY7BkIprasvy9SGn/87N4SQSwDqmdPGQ0//kpnVzDL90aThRtQDGWbLSCer4GofVAmpW0ooXC557JxAIarU7Q0f685vI85+jA6lTKhEEBIHcjYAQAHL3/MvoBQFBQBAQBASBqAj889ff6pFW16hd3/8UKnfbR8+qstVOTAi5ZEetIv+Po800Io+IQHKa01mCPDe5tTloXLt2rXbIlipVSuHw6NKliyKVAHlH09XS2bEWdL72oFUlILz06dPHtjT498SJE12XS9WqVdXGjUcINhSCRFC5cnod5Kbzmor0Ow6CAIDjHwKAZcwrzlT2PyEARN9BZU3Ff4epUaOGJh2ZRvRsuXLl4qp0+/bt6vjjj7ddy/pFgSedTAgA3mdLCADhWAkBwBsBwJnyBiSDItZCOnrxxRe1UhLPSpAMUDypUKGCatOmjerVq1cYWcn7qk9uyU1frNZO/2XvfJSUhoqUOjZEBoAYULRMiaS0k0qVpqKz9ocl69TCSdPUyhkLwqAqXKKYdvoj9Z+/SO4lV6149xNNBiAlgpsVOvYY1aBLa1W/a2tVvnbVbF1yqbKmNi5ekeX0f3+x2rN9lysGxcuVCTn9KzW0kzSzFbQMaixRtYBEoKjZupF2+PP3n/zpFQiQyLjlWkFAEMgeBIQAkD04SyuCgCAgCAgCgkDaIrB/9x/q4RZ91d5du/UYyJF2x6LnVYkK9ohmPwNMFgGAfKOvvvqq6tu3r+Kw37Ly5ctrZ74zAhLnPnnL/RjOFZQEqlev7ueylCmbzo617MjXHmmivKhKDBs2TN177722KsaOHauQw3WzM888U3322We2ryKltUiZBeTSkXReU37m24/s+YEDB7T0P6QVy9555x3VuXNn/U8hAERf0bKm4v/FFytWTO3ZY88f+scff/jKvW22vnz5clW/fn1bhxo0aKBItZNOJgQA77MlBIBwrHILAcD7KpGSsRA4+Mf+rGj/12arX74LT2FwVJ486n+HDsWqJvT9Ke3OUMdVr6S2LFuviAomijWSUQ51gCyVgHoqz9GZF0WaKs5a5mD5tI91xP+PK+zkO76rWK+GdvzX63S257nODQX3/fq7Tg9AmoCf1m5yHTIBB5ABGnRtrbzmYk8Eu5xcU+s+/Dzk9D+4Z5/rMEpVLqdqd2iqHf8VTvOuyJgIJrn92iDUAiJhWL3l6SGnf75CBXI71DJ+QUAQSCICQgBIIrhStSAgCAgCgoAgkCkI/L5tp3rgrN7qnz+znOrkQ0MJAMm5eCwoAsALL7yg+MNw5iOpvXPnTluXcIbMmTNHNWoULimIs7VaNf8v0CVLllQ4RYg6SjcTx1p8M+ZHVcJLC+RYJi3Ajh07QsX5XViHT17qSJUysqbCZ2Lw4MHq/vvvD31BDuO5c+eG/i0EgOirV9bUEXx69uyp3njjDRtgs2bNUueee24YiNwDWVumlS1bVhHFbxoR/eZnSHTj9C1SpEhYnZMmTVJXX3217fPu3burN998M1W2IE/9EAKAJ5h0ISEAhGMlBADv6ye3l/x20Qrt9Cevs5tVbVZPnXrOmerDx15Ve3dmkau9WLOrO6kLhvfXRXds/FGTACAD/LBsfcR84Fa9Jzc9TVVtlpUyoHyd7I2q9jK2eMrkpLOW/v594E+1cNJU7fh3m8d6nVqqs3p3UhXr14hneLnqmm1fb1ZL356rlQEi/SaqnlVPEwHqd2mdtFzo2bmmUFlcM3txyOl/6J9/XeccMo/l9M+NqT5S9YfgVAvY9NkqRdCMVzsqz1HqoS2zvRaXcoKAICAIJISAEAASgk8uFgQEAUFAEBAEcg8CRK881OKIE6DkicerWz54Ki4Zw6AIAG4R1OaMNG/eXE2YMCGik3/evHlaNtRptWvXVjVr1lT//POPjtDetm1bWJlzzjlHzZ6dfi9u4ljz95v1qyrhtXanPDzX+Ykw99pOdpSTNWVHGfl10ohYKiSkDFmxYoVNmlgIANFXpqypI/iMGDFCDR8+3AZYJAf8nXfeqR588EFb2R49eoQRCM4++2z1ySef2Mo9/fTTOn+205o0aaJQQDFt/Pjxqn//LEdUupgQALzPlBAAwrESAoD39ZMbS+7/bY/6nGj/V2erX7fYCVfgUey4Uqr2eWdpx3+VJnU0RCPrX6L27PjVM1wmAcB50fdL1oUIARADfvvvEXKpsywS61oZoFk9TQg4tlwZz31IpYLZ6aw1x/3zt1vUoonT1OevzgqDI3/hguqsPp30X5GSxVIJrrTpyzefLNHKAKgqRLL6F2WpArB+g7RkrykcxDj9V8/+VK3/6MuIXSf1geX0L12lfJBDlLqShMBH495Usx+Y7Ll2IQB4hkoKCgKCQAAICAEgABClCkFAEBAEBAFBILcgsHXNRjX2/9k7D3ApinQN/xxyFpAgOadDzjlIEEHEsKbFFdE1r2Fds645rHHNXjGBaxYjqKAIKojkDJIkowgSBQQk3Oerwwxz5nScru7pnvPV85zLXae6uuqtv7ur6k8D/hEfLjaoV495UrIKuQstqcsA4LjjjlOeamZl8ODB8sADDwgU+kYFYbq/++479Td58mRZvny5vPjiizJkyJB4dRgB3HfffXlCu6PCwoULpVmzZpGafirWrKfLa1QJJ8IARVTLli1l6dKluarDoASGJVErlKncMwZv/4kTj+X5vfrqq+Xpp5/OVYkGANZSTpk6xgcGJUg9k1xuvPFGueOOO1Rqm8OHD8sbb7yhPPXBLrF89dVXeQzdRowYIZdddlmuekiHg+8fIg7AaGXPnj1y++23y1NPPZWrXsmSJWXDhg2C72+UCg0AnM8WDQByWO3fvVdWTVsoyN8+5ZVPBB6bTkv9rq1k2Mv/lmKlSzq9JKPrZapMLZs0S3n7L/zie8P5Q4hnKP2bndxFSlXI/c6c+5G5gtNMGFqfbh9GHiGrf5o6XxkEIDoA/t2/+w9T+YKCEYrUht1zUgYULhaN/NN+K2uTgS2dNFN5+y//dnYellWb1lVK//bn9M/o5zjIwR0+dCgnRcDoCfLTDwsMb41IhDAEaHtmX6nSuLbn7vkhUzt+3hJX+q+aZjwOdLxW26ZK6d9iYDcpV6Oy57GwgWAJ0AAgWN68GwmQgDsCNABwx4u1SYAESIAESCDfE1g9c7E8f/q/4hzqd2sll73zH1dcdBkAwCsS3pFWpXDhwoIQxn/7299c9TG5MowCPv3001z/GYYBUMBEqVCxZj1bXqNKOJEFKISfffbZXFX79eunUlVEsVCmjs3aW2+9JUOHDo3/B6QLQaqRcuVyp0uhAYC1pFOmcvO55JJL5OWXX84DrUiRIlK1alXZvn27oTEcItzAACC57N+/X9q1ayeLFi3K8xvSAFSsWFFFvkFqneQSxe8exkADAOdfl0xV1toR2LN9l1L4rz6q9N+46Ce7S2x/r9elpVIAZ5/UWcpF1NPadpAOKmSSTP2+eZtMf2ucUvxDuZdcyp5wvMrr3GxAV6nTIdsBHX+rbN+4WVb9sDAeIWDDwhWWN6zToZk07NFapQyo1baJv53z0Lofylqj7vzw+lil+N+yakOen5ud3FW6XTQkHtXBw3B4qQUBPGcqRcDorw3nAZdWza4XNwYoWb5MSjx1yRRSdMQ8/TcsWG7al3pdWkjzgd3UX5lK5VPqMy8KBwEaAIRjHtgLEiABYwI0AKBkkAAJkAAJkAAJuCYA74eXht4evw4W6xeM+LfjdnQZACTeEIqK1atXy5tvvimPPfaYQMERK8hvjFD+HTp0cNzH5Ioff/yxnH766bn+cxRDtlOxZi0CXqNK2AkYlHhQ5iWWsmXLyoIFC6RmzZp2l4fyd8pUzrTs2rVLeWonpgwpXbq0UtAmF3h1Jxfkaof8ValSJU94drOJ9+NdGgYho0zlngV44yOizaRJzj1G69SpI1OmTDGUP7SOiDeIVgFvfqdl4MCByhCuYEF3UX+ctu9nPRoAOKebScpaq1Hv+nWb8u5XXv7TFsqvy9c6h5RCzWrN6kuzAZ0l+6Qukt9yOWeCTC35apoK8b9kwnTD2W/St2OOt/+ALoIw+2EtiOa2avoiWYfoAHOWyrb1eVMWxPqOkPaIDqBSBvRoI0j/FpaiS1lrNB6kZpj88kcq1H9y5I+ChQsppT88/o+rWjEsOPJNPyCzsz/IiQywf49xZIvGJ7aXtmf2kVZDerni4kWmNixYkaP0H/e9bF6x3vS+jXq1jSv9w/yecAWOlYUGABQCEiCBMBOgAUCYZ4d9IwESIAESIIEQE1g0bqqM+vu98R52OPckOeuxfzrqsd9Kq1GjRsmFF16Yqy/9+/eX8ePHO+qfUaUlS5bkyuGNOq1bt5Y5c+ak3GY6LqRizZq6n1Elxo4dq4xIkFYiVmCcgv9+8sknp0MctNyTMpWDEalEevbs6ZlptWrVHCtl/X6Xeh5Mig1QpvKCg1HbnXfeKU888USud4gRYij2kRIAxiRWZePGjXLVVVfJJ598YlkPCv8rrrhC3RtRdcJepr4+Nk8XDx08KPsPHJDixYoLcq8mly4XnBL2YQXWv0xQ1hrB2r7h16Mh/Repf39bvdGSaZnK5aVupxZSt1NzmfDUW7Jr01bHc3BctYqyY2Ne7/BYA1CkIipAs5O6SJ2O0Uol5RhCQsWoyhQ8j6H0h7f/71u25xk6FMCtT+ulvP1rtsmbqiUVVkFfs2LyXFk9Y1FOuoA5S2Xf73tMu1C+ZpWcdAFHjQKKlSoRdHfj9/OirDXr9NrZPyrF//wx3+WpglQJ3S8+TTrzW5G2OU++MRTuMAbAmYRRKViokIoK0ObMPrmiNHw34kP57IG8UZWOHBEpkHd5oJp+8KdPBe0lFnxHYkp/q/d9dv9OcaV/kRLFQsOPHdFHgAYA+liyJRIgAf0EaACgnylbJAESIAESIIF8Q2DOhxPl7WseiY8YeWSNAAAgAElEQVS3xyWny+C7cucVNoLht9Lq0KFDSvHx22+/xW+PnMY4gCxRIrXDqk2bNskJJ+T2fEEYb4T3jlKhYs35bOmMKgHPXXjPJofUfumll1Te7igXylTO7C1evFiaNfOuyKEBgKg89rt371b57aPobW70PE+bNk06d+6c66dUosjAY/+1116TiRMnCgzTEP6/ZMmSgggS3bt3l7POOktg8OamwJANhnOIGLBq1SrFHmkratSoIUgjcMEFF+QxgHPTftB1H+n5d9nyk/PIBsjbfPbj1wfdzdDeL6rK2mSgUPDHvPvh6b99w2ZL5lDm1u2co/Cv16m5HF+nWrz+g52GCQwInJbOFwySU++6XBaNnyqLx01VCqpkT+JYWyXKlVaGAIgM0LRfR6e3iFS9qMnUws+nqDD/y76ZZcg55umPf4umUQmuWwj27vhdVnw3R5DuDcYA6+ebhy/HvWu2bhw3BqgbsCGLTgOAeZ98oxT/6+bmjc4Eb/JuF50m8NxmCSeB/bv3qvQAsz+YYDiH6DWMstqe2VdFBvjx6xky5t4RrgbznzVjlQHA0okzZeEX38uicd/L3u2/G7ZRICtLEB0xFt6/YKHoRU1yBYeVVQQAyIabcuWHj7mpzrokQAIkkDIBGgCkjI4XkgAJkAAJkAAJgMC0Nz+XD25+Og6jz9XnyoCbc3vfJ5Py2wAA90N+49mzZ+e69cqVK6VevXopTdzcuXOlTZs2ua5t27atzJplfDiY0k0CuIiKtdQge4kqMX36dKVEg1ItsSBVxb/+9a/UOhSiqyhTOZOxefNmpYT1WmgAkJkGAF7lgtc7J0ADAOesjGpGTVkbG8OmZWtVSP/VR0P6I4y3VYE3c72jHv5Q+uN/m5VUDADOePDqXM0tnTRTGQIsHveD7N66w/BWWQWzlCEAFMuIEIAQ7JlQoiBTW9f+ojz94fEPRXhyOa5aJWl75onK2796iwaZMC22Y4ARzfLJc2XNUYMAMDIrhYoWlobdj6ULqFS/hm37Xip4NQD4c9+BnDD/r3xsGN2h64WnSreLh+QyBPLSX14bDAEY/yE9ACIDIIKHUSlXrZJs32htEJZ8XcvBPWXxl1Pl4P4/DdssXKxIXOGP9zcLCZAACZAACYSFAA0AwjIT7AcJkAAJkAAJRJjA5Jc+kk/veTE+ggE3DZM+15xnOiK3BgBr166V2rVr52qvadOmyuPWrCD/8Zo1a3L9jNzciSGR4dEPz/5YQTh2HFKWKlUqT7OvvPJKHk/ts88+W959991IzRyVtalNV6pRJRYuXKjCwsNLN7Hcfvvtcv/996fWmZBdRZlyPyGIHvLTTz/luhAyctxxx7lqzO271FXjaayciTKVRpz57tY0APA25VFQ1mKEKpf5tEVK6Q9P/73bd1kOvGLd6sq7P/bnJn/3pOffcw2195Vnm16zZtaSo8YAU+W3NT+b1mvQrbVkD8hJFVD2hONd9yEsF4RZpuZ9+q1S+q/8fp4hrmYnd5UWg7opo4zCxYqGBWla+oE0ASsmz5G1s5aolAF/7Mxt2JrYKTxfDZAuoHtrFSWgRLkyWvucqgHA5pXrleJ/2huf5+lPueqVldIfof7hxc0SbQI/TZ0fjwxw+NBh7YMpXqZkXOmPSBEsJEACJEACJBBGAjQACOOssE8kQAIkQAIkEEECXz/9tox7ZFS854PvulR6XHKG4UjcKq2gDEKIY/ybWGbMmCHt2+fdcH/zzTfSu3fvXHXLli0r27ZtEyj5YwV1UDexPP/88yrXcXJB6GaEcE4sL7zwglx++eWRmq1MVKzpCq1tN5Fuo0ogPQRCcv/6a+6wwRdffLG8/HLe3JN29w/r75Qp9zNDAwBrZpkoU+6lxNkVBw8eVBWR5oYlhwANALxJQliVtevmLs0V0n//7j8sB1q5Ya24sh8h/UtXKu8NjE9Xb1q2Jm4MsGHhStO7VG/ZUJqd1FlFCKjSqJZPvfGn2bDJFJTAytv/rXGC8OHJpVz1StLurH7K279qdl1/oES8VaS0WDF5rvpbO/tHwfNpVao1r68MARAloH63Vp5H79YAYNmkWTL5lY9k2Te5o8OhI/W7tlKK/+z+udP0eO4kGwgNgbkfTVKRAZZ9m3f+3XSy1PHHKaV/i4HdtMixm3uzLgmQAAmQAAmkQoAGAKlQ4zUkQAIkQAIkQAKGBL54eKRMfOad+G9nPHS1dP7boDx13RoAoIHTTz9dPv7441xtwZsfCvtTTz1V5YmGl/aYMWPksssuU+G4E8tFF10k8OJPLCNGjFB1E0vx4sXlxRdflPPOO08pVPbs2SPw1n7qqady1YNBAnIxu/XYTbfoZKJiLRUDAL+iSsTmd/369dKtWzdZt25drikfPHiwfPTRRxmT1xyDo0y5f6ppAGDNLBNlyr2UOLti165d6n2CbxJLDgG3BgDtzu4n5zwR/XQsuuY/LMra1dOPeffDwx8KR6tStWndXB7+JcuX1YUksHZ2bNwii8ZPVQYB8F41K8fXqaqiAmQP6CK12zUNrH+p3igsMoWw4FD8Q7aMSvOTu0rLU3sqb/+ChWlU5Wa+d/26TUUHUAYBc5YK0geYFXjXK2OAHq2lQfc2ckKTOqZ1p44aI1/8Z2Se348cOSIFCuA/q/+Tq9wx8w0pWionfcYP//tMefwjNHxy6fjXAdLtotOkSuPcUebcjJt1o0Vg92875P0b/ytLvpruquPdLhoiLU7pIXU6ZLu6jpVJgARIgARIIN0EaACQ7hng/UmABEiABEggwwh8ctf/qXyKsXLukzdI27/0zTXKVAwA5syZI506dcoTBQANI2R/xYoVZcuWLXnyrON3KEaQLqBWrdweU/v37xd4dS9alPcgMNYm0gbs27cvzyzdd999cscdd0Ru9jJRsZaKAYBfUSUgEDA+gef/8uXLc8lHly5dZMKECQIjk0wqlCn3s0kDgGPMXht+dx6AONiHZ3uhwoWkQNLhPnJi//XZm91Dz9AraACQd2L/0224bF1jnqvaSBTKVK4gx1WrKMgNfFzVSsf+/2oVBbm/S2oOXx1mcUyHsvbQwYM54fynLZTVR0P64z1gVZCH/VhI/xaCcMyZVPbt2hM3Blg8/gfToZWqUFZFBYDSOqxhqNMhUzFgm5aukWnw9n/zCzm4/0Aejgj73uG8k5S3f9QiK4RZ3hHZYsV3c2XFlByDAKsUHaUrllMGATkpA9pI6Url4kODAcBHtz/naqi3THlVpr89Tin+k3O2417dLj5N/RUpnr9TOriCmkGVvxvxoYy5d4SrEf1nzVgpyEhLrpixMgmQAAmQQDgI0AAgHPPAXpAACZAACZBARhEYfdOTKqxmrPzt/26XFqd0j//vVAwAcPHIkSPl73//u/L0d1qKFi0q77//vsDz2qhASdunTx/lze+0DBw4UD799NNIenFTWXtslv2IKoGQpL169ZL583N77jVt2lSmTJki5codO9R0Km9hqvf9yE/zdAfP44H9BwTPdYGsvJ5YXS88NUxDcNSXVIxKHDV8tBINAI7ReqLfFfLLj6sd42t9Wm8aACTQogFADgyEoF46caYsnThDrMKoOxa0pIpFihdTRgEwBiiHf5WRwNH/H0YD1SpmjHIgCGXtgb37ZNVRRT+U/pg/u1KzTWOl8Ec4/7qdWkiREsXsLsmc34/IMWOAcVNln0HYegwWXuswBMg+qbOKEFA4JArOIGQqebJnvjNeeftD+WxUEMa79em9Fa8COa7kLD4SwHO+fPIcWTllnqybs1SsDHxOaFw7xxigRxv5bc3P8vEdz3vuGSJlQOnfcnAPz22xgWgToAFAtOePvScBEiABEnBHgAYA7nixNgmQAAmQAAmQgEMCb1z5kMz/9Nt47WvGPiU1WjVS/ztVAwBcO3HiRLnyyitl2bJltj1p06aNCucPL3+rsnHjRrnqqqvkk08+sayHMMtXXHGFPPHEE1K4cGHb+4exAg0Ajs2K7qgShw8flq5duwqUx8kF6SrKlrUPR4y0E0YRKcIiS08PukbWz88d2cCqbzhgv2BE9CJlhIV3fugHDQC8zXJ+NQDYu+P3owr/mbJ00kz5Y+fulEFmFSoohw86Nyw0u1GZSuWVUYBZJIGohKT3Q1mL+YECMKb037Bghe181WmffdTDv4X6t1DRaK67bAeaQoWV389TaQLwt/OX30xbaNizrTQ7qbNKFQD5TFfxQ6aMxrJx4Uql9Mff4UOH81QpX6OydBw6UBDqv2K96unCke/vu3/3Xlk+ea5KFwBZNgrPrwtSmzP7SPeLhkj1lg11Ncl2Ik6ABgARn0B2nwRIgARIwBUBGgC4wsXKJEACJEACJEACbgi88rd/q4N5lMa928vwkfdIVsEsTwYAaAuhob/44gsZPXq0zJw5U3nv//HHH0rBijD/SBVw1llnKU9sNwUK4VGjRilP7VWrVql0AvDYrlGjhvTt21cuuOACyc6OTu6/58+4IU+4U3jcHDp8WAoWzMoTWrtUxXJy0ch73CALRV0v3to6o0ogVYTX8P4wMoF8h7XQACCsMxPdftEAwNvc5ScDgA3zl8uPk+DlP1N5kJoWOPNaR4/PdWn7c/rLafddKds3bJbtG39V/+7YuDnnf2/4VbZv3GypZHU6g/DGLnc0vYBZJIEg847P+XBirpRNsXEgqgs8orOysvIMbdgrd0nZKhVsh4w8y0rhf1TpbxflA/dLDOeP/x/rRRZ7AjCmiBkD/Lp8rekFNVs3iqcKqFS/hn3DGmv4aQBw5PBhFXUMSn8zw5IWg7pL27/0kab9OmkcFZvSRWD7+l9VdAAYBPw0db7s3rrTU9NIBxIL81/iuNKe2uLFmUeABgCZN6ccEQmQAAmQgMXW+IhdYjXSIwESIAESIAESIIEUCfy5b7+MOO82WTNzsdRs3VgufPUuQe5FlmAIwABg9YxFjm/WpG/HfGcAADi6okrQACCvqDECQG4mBw7k5B8uUqSI4+cy0yvSAMDbDGeyAcD+PX8c8/KfOMNSKVSxbnVp0KO1NOzeWsbe/4r8tnqjY7AwADj78ett6+/c9Jvs2LjFwFAgx2gA/fVakPsa6QXKHY0kkGwogHzvugoMAN6+5hFXzd0x601DA4AdP2/JFdLfzqMXhg4xhX+9Ti2kTsdmrvrBysYEIPcxYwCrtArwfs9JFdBFarVp7DtOPwwA1s1dKtPf/EJmvDPesP/la1aRTkMHCpT/FWqf4PsYeQN9BGDIAWOAFUgZMHW+HDnswqJLRO5f+pEULVVcX4fYUkYRoAFARk0nB0MCJEACJGBDgBEAKCIkQAIkQAIkQAK+EtizbZf839k3ydY1P0ufa/8qva88S7IKFvT1nmw8hwANAMY6FgUdUSVoAJAXNw0AcjPJZGWt44ctqSINAFIll3NdpsnUz0tWxZX+dgZsjXq2VXmiG3RvLVWb1o2DfKTn312FlHZqAGA3UzAAUJEDNm45GkEgJ3pALKIAlOReS+FiRXLSDCgjgYqGKQcKFXEWKt+LAcDWtb/kCum/bd0my6Eh+kG9Ts2lbqeccP612jbxioLX2xBAFIaYMcCyb2aZ1oZhbo4xQGdp1Ms6ZVaq0HUZABzc/2c8xL9ZVIkWp3SX9mf3l8Yntk+1u7wuRAS+HzlGPr7jOVc9ogGAK1z5rjINAPLdlHPAJEACJJCvCdAAIF9PPwdPAiRAAiRAAsEQwAH4C2feoA7BETq2ZpsmMuTey6VsleOD6UA+vUt+MQDIp9OblmEzBYA37JmmrPVGQwR5gB/vc7lSkjotx1WtKF2GDZYarRtJzVaNpEiJYk4vzch6UZepg/sP5Cj8J82UHyfOlF2btprOEzx6kdMcXv4NureRYqVLGNZNlwGAEwFDvnbIOwwFVDQBZSBwzFAAz4TXAoXucTAOMIkkUOr449QtUjEAgKJ4/fzltikRMDc5Hv45Cv8azL/tdVo9Xf/n/gOyeNzUHIOA8VPl0AHjVEOFixaR7AFdpNlJndW/To1J7Drn1QAAxkAI8z979ATDW1WodYJ0HHqytDq1l5SrXsmuO/w9QgSmjhojH91OA4AITVnouwoDgD/35UTkclp6XfkXKViokNPqrEcCJEACJEACoSFAA4DQTAU7QgIkQAIkQAKZTWDzinXy7GnXyx87d6uBVm5QUy55+0FtRgB79uxR7ZYsWTKzQboYHQ0AXMBiVUcE3BoANOnTQS4ada+jtvNDpagra3XMkRsPbyf3q9ywljIEqIG/1g2levMGTi7LmDpRlKlfV6yLe/mv/H6e5VzAux9/Dbu3kWrN6zuat/273YfiD0u4aBgAxCIIqGgCP8eiCeQYCuiIIlCoaBEVPQBh+DctM88Z7wj20UolypWOK/vh6V81u56by1k3YAIwuolFB9izzTzfeuPe7VVkABh+xAxHUulqKgYAiKgx/a0vVJj/zSvXG9625eAe0uG8AdKwR5tUusVrIkCABgARmCR2kQRIgARIgARIILQEaAAQ2qlhx0iABEiABEgg8wggp+PTp1wrRw4fVoNDCFgoB0scV9rzYH///XcpUKCAlCpVynNbmdIADQC8zeShQ4dUAwWZskJ5qS78bIqMf/x1ObBnnyuwJzStK416tlGeu/AGLVgo/6YAiaKy1tVkG1SGhzc8u6FwQhhqeED7WbIKZiljgGNGAY3k+NpV/bxlWtuOgkzhmx+TAcgBFNlmBREeGvVqqzz8ofjXsT5I6wT5cHMYASB6wI6fkW7gWCQBZTCwYbPs+z3HINLPAmVwvaPe/fDwr9K4tp+3Y9s+Elgzc3HcGACpHcwK1uw5qQK6SMW61QyrzXh7nKyavijPb38eOCAFsrKkkIEH7eA7L5WS5cvEr1n5/Xyl+J/3yTeG94C3f6ehA6X1Gb21GRH7iJdNeyRAAwCPAHk5CZAACZAACZBAviZAA4B8Pf0cPAmQAAmQAAkET2DV9IXywpk3xm8MpeDwV+8SeKR5KTQAyEvv8b6Xy6alaxxjxSH+FaMfdVw/0yvmd5lCTucFn02WBZ9NkfXzlmmZ7qysrJwQ3uqvjYoEkp9KFJS1Oubj1+Vr42HdV01bKIcP5Rh9GRWE8D+w17lRSf2uLaV+t9ayfu4yJZe7Nm+z7TKUyCpCQMwwoHVDKVUhJwx61EtYZeq31RvjMrDsm9mWmPHtadQTSv/Wao5YvBHY9/venBQDykDgaASBo4YCykjARcqN5J4MvO0iye7fWSrVr+Gtk7w6lAR+Wbomnipg46KVpn3EtzuWKiDxmYUBwPs3PulqbHcveE8KZBXI8fZ/a5xsXfOz4fXw9ofiv363Vq7aZ+VoE6ABQLTnj70nARIgARIgARJILwEaAKSXP+9OAiRAAiRAAvmSwNJJs+SVv90RHzs8ioa9fKcnFvldWQt4ONhXXpbIpfzVdDly5IhrpvCswuF+0/6dpF7nFq6vz6QL8qNMQWkHhT8U/xsXmh/+65pnePvCGADKvzodmwlyV2dyCauy1itzKPjx3oF394rJcwVyZFZKli8rSA3R+MT26t9nh/xTfvlxteMutD6tt/z12Zvj9eENDUOAdfOWxY0CDvyx37a98jUqJxkFNNKW79r25horhEmmoOiPyYGVDOA5x/zDy79h99ZSskJZjUTYlBMCeG6gcJ3w5FtOqsfr3DHrTSlbpYKra1g5mgRgKLJ43FQVHeCnHxaYDqJMlQrS7CREBuis1qFuDQCa9Ouo1qxGBdFbOg49Wdr9pa+UyvD1QTSlxP9e0wDAf8a8AwmQAAmQAAmQQOYSoAFA5s4tR0YCJEACJEACoSaw8PMp8vql98f7mKzUcdv5/KisBaOfps6Pe1nqyuUbY1+0VAnJ7t9JmvbrpP71GqXB7Zymu35+kSnk1o15+v+yZJUpdoT/Rfh2NzmoG/Vqp0IGL/9ujvpDfmurUqtNY2UQAMVgzTaNMy5dQJiUtV6fr0QP79Uzl8iBPeZ516u3bChNjir8kz28n+h3hScDAKNx4F2YaBRg5cmaeH3VpnUTjAIaCtJXhL2kU6YQyh9GH/iD8VksvY8Rs1rtmkrjXu2Ulz/eJSzpJzDnw4ny9jWPuOoIDQBc4cqYyn/s2i2Lx/2gjAEWf/mD6bgKFSksBw/86XncrU7tqRT/9bvS298zzIg3AAOAnZu2uhrFiVedI0VLFXd1DSuTAAmQAAmQAAmQQCYSoAFAJs4qx0QCJEACJEACESEwe/QEeee6x+K97XDeADnr0etS6n1+Udbu+nVrXOGyaPxUOXLY3Mu/RNnSsnfn7455Fi1ZXPZbKPGgmM3u10lFB4DndqaXTJapTcvWKE//hZ9NFivDEYTmbj6wm7QY2E3g5ff0oGtk/fzljqce114w4li0j3VzlsaNAVbPyJsnOLFhyGMsVUCdDs0yIl1AOpW1jifNouKyb2ap9w+8Qa289gsXK5rj5d+nvTQ5sYMgX7hZee706111rVy1yrkiADi5+PDBQzkRAo7+rZu7TKxyXcfaLFS08LG0AUgf0LqRlKte2cktA6sTtEyt/H5e/Bv064p1puNE2gV4+eeE9m8jpStldnSPwCZc441oAKARZj5qCtGllCEAogOMnyr7d5sbf7nBcnydatJp6MnS/pz+UqJcGTeXsi4JkAAJkAAJkAAJkAAJkIABARoAUCxIgARIgARIgATSSuCH/30mH976TLwPXYcPkdPuu8J1nzJZWQtFqfKwnDBDfllqHir7+DpVpXHv9tKodzv17/Nn3CB2StZE0E36dpQh91yuvLuWfDnNMuRrtWb1VGSApv07S/Xm9V3PVxQuyDSZ+nnJKuXpv/CzKQKvf7MCD10o/JsP6iYI155YvBoAJLb1574DsuJoZABEB9iyaoOlWFSsV10pE5H/t2brxpFMFxC0stbrc7Z9/a/y46SZap5Wz1wse7buNG2yUoOacS//el1aer2179fv3b5L1s1bnssoYM828/HFOgRjBkQxqNmqUc6/rRtK8bKlfe+v2Q38lqldm7bGU8vgO3Rw/wHTsdZo2TAe2r9Oh+y0MeGNnRGgAYAzTqxlTWDFlHlxYwBECXJbmp3cVboNP1Wi8N1wOzbWJwESIAESIAESIAESIIF0EqABQDrp894kQAIkQAIkQAKKwLcvfiBj73spTqP3lWfJwNsudkUnk5S1u7fuiHtYIlUC8mublUSFPwwAEksqBgAXjbwn3gTCtS/+cpos+Wqa+tdM8VO2yvEqKgDSBCDke6aUTJCpDQtWCGQIiv/fVv9sOjXw1oa3fvOBXaVY6ZKm9Q7s3ed6eouUKObomu0bNqvoACsm56QL+GPnbsvr6ndtKQ17tJXa7bMjky7Ab2WtI9A2lWIe3qtnLJZ1c5da1m4MY6M+HZSXf/maVXTcPq1tbFu3KU+kgEN/HrTtE969iUYBNVo3kqysLNvrdFTwQ6ZiRmdQ+MNwyKwgTQy8/FVo/x6tBd8ClugQoAFAdOYqKj0d98go+frpt1119+4F70nJ8vT4dwWNlUmABEiABEiABEiABEjAAQEaADiAxCokQAIkQAIkQAL+E5jw5Fsy/rHX4zfqf/350u/68x3fOOrK2rVzflRK/8Xjf7AMrV2+RhVp2q9j3MvfCtDrl97vmF+sYmK49uSLl387WxZ/NU1FBzDLA1+wcCHJ7t85xyCgXycpVsZcmey6cwFfEFWZQnhzhPZHiP9t6zeZUms2oMtRpX83KVysSMB07W+HVAPKIOC7OZbRKNBSqQrHScOebVS+4JptGoc2XYAfylp7ktY1kFt36cQZ8tPU+QKlv9mzjVaOq1ZJefnHlP4Fsgp4vX3or/958U+5IgVYpT5IHEz1Fg1yGQVUbljT01jNDBHsZArvZLuye+tOJQP4BuHPKhVM1aZ1c0L792ordTu1sGuav4eYAAwAEMrdTRly7xVStkoFN5ewbj4iMOPtcfL+jU+6GjENAFzhYmUSIAESIAESIAESIAEScEyABgCOUbEiCZAACZAACZCA3wQ+f+hVmfTce/HbDLr9Yul1xVmObhs1ZS28m1VY/6+ny/yxkwU5qs2KlZe/Izg+VNq46CcVGWDJlz/IhoUrTe+AHPJIFYDoAMjvGqUSJZlaO2uJUvjD099MgZtVMCuu8G8xqJsUCMhDWcecQ/kJY4DY32aL3OO4X9XseipdQK12TUKVLsBOWauDlZM2Vk9fJMu+nS1rZi5Wof2t3j91OzaLK/yrNK7tpPmMroPUFevnLVN/647+i+gVdqVIyWLH0gYcTR9Q9gTnHvMLxk6W/13+gN1tcv1+69SRppEZ1s1ZmvMNmjRTNsxfbtpuoaJFcow+TmwvDXq0kXLVKrnqAyuTAAnkHwI0AMg/c82RkgAJkAAJkAAJkAAJhJ8ADQDCP0fsIQmQAAmQAAnkKwIf//t5+f61T+NjPu3+K6XrhafaMoiCshbh2KFwQUh2q7DKx1WtKPDOboTw2r3b24493RV2bvpNRQVAmoBl38wy7Q5yhCMqAKID1G7XNN3dtr1/2GUKSlwo/KH43/XrVsPxFC5WVJoP6iYtBnaT7JM62445KhWQZzjRIAD53M1KVqGCyhigXucWUrNNk7SmC0iXAcDu33bI0kkzZdX0RbJmxmLZsmqDKa8S5coc8/Lv00GKliweFbFIWz9/37L9qFHA8rhRgF0KC3S2TJUKeYwCipYy5u3VAEAZnU3K8fDH394dv5vyqtywVk5o/97tVFQNFhIgARJwQoAGAE4osQ4JkAAJkAAJkAAJkAAJBEOABgDBcOZdSIAESIAESIAEXBB474b/ysx3xsevOOuxf0qHc0+ybCGMytr9u/9QCpfFX/4gC8ZMlkMHzXNJN+zRRpr07agU/sgnHdUCT22MVxkEfDVN9u3aYzgU5HvNiQzQWf0bxlDiYZQphGmPefpDqWtUkHYBCv/mA7spJV5+KIhCgVQBMApADnurUu1BqeIAACAASURBVK56JWmI6ABHjQEqN/AWmt0N3yANANbOWSorp8w96uW/RPbv3mva1erN68e9/JFCgcU7gS2rNuaJFHDk8BHbhis1qBE3CqiBSAEtG6prUjEAuPC1u+WXJauUwn/t7B9N743oIPj25IT2b2caNcC286xAAiSQrwnQACBfTz8HTwIkQAIkQAIkQAIkEDICNAAI2YSwOyRAAiRAAiRAAjkE3rzyIZn36bdxHEOfu0VaDelliicsytqfF0PZMkOF9UfuaLNSplJ5aXFK98h4+acql6umLVSpAhAd4LfVG02badq3o4oMAGOA0hXLpXo7rdeFRaZWTJ6rPP0XfjZF9ph4upeqUDYnvP+gbtKgW2utHKLW2OFDh5UhQI5BwGzZtGyt5RBqtWsq9To1V5EBarZu7Kv8+WkAAA9vROBASH94+VtFGYmHde/TQZr06eDrmKMmP372F6H2c9IG5Pxrl8oCfSlQoIDUaN1ISpQtrQzKdBWkZIHCH+H9Edof92EhARIgAS8EaADghR6vJQESIAESIAESIAESIAG9BGgAoJcnWyMBEiABEiABEtBE4MiRIzLyonuU8jhWLnzlLtMw5ulS1iIfNJQyi774XuaP+U7gAW9W6ndtKdkndYm8l3+qUwxlF6ICIDrAmllLTJuBEhbGAEgXkM6c4+mSKYCBIhee/gs/myx/mERRKFvleKXwh+IfedpZjAkgPUIsXQCMAnZv3WmKqlipEtKgZxup1bqxL+kCdBsAIK0IjGzWzFysFP9mUSEw4Ir1qitlf5MTO0j9bgzrHobnZf+eP2T93GXxtAEwCti1yTidh47+wrs/FtofBgAsJEACJKCTAAwAvnvpI1dNXjH6UUFUKBYSIAESIAESIAESIAESIAG9BGgAoJcnWyMBEiABEiABEtBI4MDeffLa8LuPhfQuIHLJmw8KwuUnlyCVtfAohmHCgrHfycZF5l7+JSuUlZan9JAmfTsopT/LMQJ7tu06GhngB/WvWWjs8jWrKEMAGAQEnYs6SJkCmR+/nhH39Idi0KiABxT+CPHPUO2pPVGIzBE3CJg817KRSvVrSN2OR6MDtGksTtMFmCnif9/9uxTMKiglSpQwvG+p44+z7A/eiYgIEfPyXzvHPKw7GmrUq600PjHHy79CrRNSA8arAiWwc9NvCUYBy1UaAbP3gV3Hyp5wvHp/xkL7ZxUqaHcJfycBEiABEiABEiABEiABEiABEiABEsgAAjQAyIBJ5BBIgARIgARIIJMJQJH22kV3y7o5S9Uwi5ctJcNfu0fqdMjONWw/lbWHDx5SOZQR1h9K/4MH/jRFDmUhvLKh8D++TtVMnhqtY1syYbqKDABjgN+3bDdsu2jJ4ipFgIoO0L+TFC5WVGsfkhvzU6Zi90JqBHj5I8Q/okkYFXhuQ+EPuarWrL6vY853jR85EjcGgFHALz+utkRQr0tLqYVUATbpAiDHMF5yU26c9JIg/3tyQZ9iHv74d/uGzabNQuEb8/Jv3KeDILc7S/QJ/LpinUwdOUamjhrjajC3Th0pMBpiIQESIAESIAESIAESIAESIAESIAESyF8EaACQv+aboyUBEiABEiCBSBLYtn6TSgcQU85ByTX81bulWvNjylDdytotP22QReOmynx4+S9cacoNBgktB/dQqQno5a9HvNbNXaqMAZAuYNPSNaaNNujeWrL7d1ZGAeWqV9Jz84RWdMtUrOmFX3wvCz+bopT+ZikjTmhSR3n6469Ko1rax8YGjQnA+ARpAmIRAsyMUXB16YrlpHaHbMN0AV4MAGBg9NMPC5TSf82MnND+VqlFYAwV8/KH3LBkJoEFYyfL/y5/wNXgaADgChcrkwAJkAAJkAAJkAAJkAAJkAAJkEDGEKABQMZMJQdCAiRAAiRAAplNAGH3R150t2xd+4saaOlK5aTHJWdImcoV1P/et2+f+rdYsWJ5QMATH3nl7cqSr6YrD394+h/cb+yNjTZqtWuaE9q/Twd6+dtB9fj7tnWblCEADAJWfj/PtLWqTevmRAbo10mqt2zo8a45l+syADhy5Ehc4b/gsyly5PBhw/5Vb9EgrvSvWJf5ubVMosdGYHQEY4AVk3OMAsxSVeA2UL7XatNERQf4c99++ej251zd/eSbh8vWdb8oxf/mletNr4XREd49OUr/9lKsdElX92HlaBKgAUA05429JgESIAESIAESIAESIAESIAESIIF0EKABQDqo854kQAIkQAIkQAIpEUAu5JfPv0P27vjd1fVXj3nS0AAAxgTwwoZiZcOCFaZtFi1VXCn8Y6H9Xd2clbURQB5seFar6ABfTlNKVqMCo5CYMQByX6davBgAHDp46Gho/ymy8PMppl2o1baJUvq3GNRNylWvnGpXeV1ABFZMmZtjEPDdHNm46CfTuyLXOlKH6CrVmtWLe/lDZljyHwEaAOS/OeeISYAESIAESIAESIAESIAESIAESCBVAjQASJUcryMBEiABEiABEkgLgckvfyyf3v1/ru6daADw44TpysMfyhQzBTIar9GqUU5o//6d6eXvinZwlVdMniuLv/xBGQWY5UWHIhZRAZRBQP/OAu/p5LLs29nyv8vuz/PfjxzJ+U8FCuQd05UfPC5Vs+vm+gFRI+DhD6OSxeN/MAVRr3OLo57+XeMRLIKjxjvpIrBn2854qgAYBezatFVX01KwcKFcXv6xSCfabsCGIkeABgCRmzJ2mARIgARIgARIgARIgARIgARIgATSRoAGAGlDzxuTAAmQAAmQAAmkQgC5sf/vrJtcXdp1+Kmyds5S2TB/uel1hYsVUQr/FkdD+7u6ASunncDPS1blRAb4aprlPNfp0Eyy++cYBFSsW131GwYALw+93dUY/jn+eWUAcGDvvpwoEp9NERiXmJWGPdrEw/uXLF/G1b1YORoEfl2+Nm4QAJk6csg41YPZaMrXqCzZJ3VRiv8G3VtHY9DsZWAEaAAQGGreiARIgARIgARIgARIgARIgARIgAQiT4AGAJGfQg6ABEiABEiABPIXgVQMAMwIVWtePye0/8Bu9PLPIDHa9evWuDHA0okzTUdWsV51FRWgdMVyMubeEa4I9Lv+fFk3d6ksmzTL9DoocpE2osXAblK0VAlX7bNytAkgKsVrw+92NYgbJ70klRrUcHUNK+cfAjAA2PnLb64GnH1SZylfs4qra1iZBEiABEiABEiABEiABEiABEiABEgg+gRoABD9OeQISIAESIAESCBfEfBiAFCwUCFpMbh7PLR/vgKXTweLPOyICqCiA3z5g/yxc7evJJqd3FUp/JsP7CqFihbx9V5sPLwEaAAQ3rlhz0iABEiABEiABEiABEiABEiABEiABEgg0wnQACDTZ5jjIwESIAESIIEMI5CKAUDnvw2S7pecIRXrVsswGhyOWwKrZyySxV/mGARsWbXB7eV56mcVKnhU4Q+lfzcpkFXAc5tsIPoEaAAQ/TnkCEiABEiABEiABEiABEiABEiABEiABEggqgRoABDVmWO/SYAESIAESCCfEkjFAODqMU9KzdaN8ykxDtuMwJafNqioALNHT5BNy9a6AoXw/h2HnqxSCLCQQDIBGgBQJkiABEiABEiABEiABEiABEiABEiABEiABNJFgAYA6SLP+5IACZAACZAACaREAAYAW9f+kufaHRs3S8nyZaRw8WJ5fqvSqBYNAFKinT8uWvbtbNm+/lfZu2OX7N3+u/o7Ikfk8OHDCkBWVpYULFhQSpQvIyXLlZXix5WS6s0bSNXsuvkDEEfpmgAMAHZv3enqutptm0qlBjVcXcPKJEACJEACJEACJEACJEACJEACJEACJEACJJBMgAYAlAk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shwArt27ZLJkyfL559/LnPmzJFp06bFR9ypUydp3LixnHTSSXLiiSdKpUqVUqZx4MABmTdvnowfP17dY/HixbJ27VrVXq1atSQ7O1twvwEDBkjr1q2lUKFCKd/LjwsPHz4sy5YtU/2fNGmSzJ8/37f+//HHHzJ9+nT58ssvZcqUKYrb77//roYFNo0aNZJevXrJwIEDpXr16lKgQAE/hpxym0HJVModDMmFQcoUhrx582YZM2aMTJgwQcny3LlzFYnSpUtLq1atpHnz5jJkyBDp3r27FC9ePCSUgu3GkSNH5Ndff5VvvvlGPet4zmOc0BO8o9q0aaOePXAqU6ZMsB0M0d3wnsI3Y+LEiXne6cnvKrzXa9SoIVlZWSEaAbsSZgKx78i3334rs2bNUs/itm3bVJfLly8vLVu2lHbt2knPnj3z/bMY5nlk36JBIOpr9CApR32NHiQr3ssZAaw9sSf++OOPBd+8H3/8Ua3TE793WH8OGjRIOnbsGLo9srNR5q6V+M75/vvvZebMmfFvPM4F8I3v3bu3OoPAvje/rh8hGxs2bFBnNV999ZUsXbo011lNbD0E+ejfv7+0b99eSpYsmcqU8Jp8SCB2FoGzgalTp+Y6H0jcy3Xp0kX69u2br5/FfCgeHLJmAnje1q9fL+PGjVNnTWbncTxnEgn6nFTzVLO5kBLAHg7rqU8++UQWLlxoqGfBt27w4MGedF8hHb5tt2gAYIuIFUggegSwmcQG8tFHH5XRo0fHlctWI4GS8Morr5R//etfUrFiRceD3rp1q4wcOVKeeeaZuMLc7mJsXh988EFldJDuDf+ePXsUo8cff1x9JJyUVPu/bt06ef755+Wll16KH4LY3e+CCy6Qe+65R2rXrm1X1dffg5Qpo4FgkQhF5L333qs+6rECuT333HPlscceC42yNkiZAoctW7Yo+YVsxQxJrIQBB2133nmnnHnmmVK0aFFf5SaVxtesWaPmOfndhUPRESNGSIsWLVJpVszaNWsMh2533HGHXH755aE0mNi/f798+OGH8tBDD+V6d6Hf11xzjdx6661SpEgR16wgv+D81FNPOX6n4yann3664gUjprAZLemSqVGjRsnVV1/t6DlzCh7zhW8oNiLpLn7JVOK48L568skn5f/+7/8cfwehLHjzzTela9eu6Uak7q/7e4TNKt7JL774oifZAp833ngj7esFJ/ON7xDeMVD+6CwwIsH7C0avicaVuEfMGA4Hb5deeqkyNAlL0S1TsXFFfY1uND9m7xCvMhXlNXq6181BfDv8fFb9kin0GeuPu+66S15//XVHQ0h1j+mo8QAqmcmC1a1POeUUue+++5Sxcn4p2FfDAPn++++Xjz76yPGwsR669tpr1TcsUw0BYKh94YUXKiWazjJ06FB1XlWuXDmdzYayLbM1hV1n//GPf8gjjzwSyn2vXd+d/P7DDz/IZZdd5vjMz6xN7GOw1w7bftcJAx11Dh48KJ9++qlgX5zoNBVrG2cBbdu2VYzggJLpBd89GNk8/PDDuc4prcYdO2fK5He50fiDPifNNNnTdaaVaVzwDH7wwQfqDDlmYGs1xlR1X1HnRgOAqM8g+08CSQRw+ImFu1NlYDJAWOS/8MIL0rlzZ0u22Fh88cUXymDAyUs2uTG8dKEswiY2HUpIbLzh6X/LLbcor4RUym233Sb4s9uA43Afyg5s8mMejm7uh83+E088oRRs6dhoBCVTZkzsDs+gQIByqEKFCm6waq8bpEzFOo+N7BVXXKE2X24LDH5w4BYWJUhM8Wz1nCBihlslIN5VWBDeeOONrhTaMZ5/+9vflIGFG8Mot3Phpn7s0BAHymPHjjW8FIcb//3vf10f4KxYsUJw+IPoJKkUyBLeVThkC0OUF50ytW/fPvW9w7dVd8Fm5d///rfuZh2356dMxTqB5xAGK/jup7JmSDej2Dj8+B6BxznnnJPSezx5kuFd2qNHD8dz71dFJxtxGCvgXaGrHDp0SK1/sS6zK6l8S+zaTPV3P2Qq6mt0I5Z+yVTU1+hGrPyQKaP7BPHtSPW5cnKdXzKFe4MNFLvXX3+967Un9sg33XSTWnNEKWLXpk2bVL//97//OcGfq06697quO+zhAijPcC6Ab5UTw22jW+FMAOt8cMu0gkiSiHaQKhszHjjjevfdd5WXeyYXPIe33367vPrqq66HmemMcO4Bg1uv5e9//7syYi1RooTXpiJ5/XfffacccH755RfL/odl7+Yn5FWrVskNN9zgypArsT9nnXWWepdXq1bNz26mve10nJOmfdAaO6DzTEtjt0LRFIx4sV5OZe2Jc+Wnn35aRYDND4UGAPlhljnGfEMACxAoA1NV3sRAwdP2tddekyZNmhiywyErFr133323580ZPLWwiA5SsY3+474333yz5/7/5z//UR8cM2UXvK/wOyxkvRRs8NEGwiEHWYKSKaMxOVno4LowGAAEKVMxVlD0DBs2zPXBYiJrGAFAYWJnxOKnzMW8FHAQZmeM41Zpg83G22+/rbz4vRwkhYET5sBptIdUDAAQknb48OEqPYmXgoNrLMCRbiJdxQ+ZgpLon//8p/LS1l0g+zgkKViwoO6mbdvzU6ZiN8dhNw43cPCW6nOY7kMkP79HOg0AdCvVbQUoqYIThWDsEt19XbBggTqQxLvMrrj9lti1l8rvfslU1NfoySz9lKmor9GTWfklU0byHcS3I5Xnysk1fsoU7q9r7Wm3x3Qy1qDqwGsba0+EXU21pGuvm2p/U7kO6yEYFcMBwWuB4ghr0kzzaEfKiG7dunnFk+d6nGu999570qxZM+1th6VBrCcvvvhiAcNUCg0AnFELw9mTs57qr4UUboiG5ySqTbr3bvpHn7tFPGd43lIxbE9sCRFfEZ0kU1NPpuOc1O+5D6p9P860gup7EPfRsfa0030FMY6g7kEDgKBI8z4kEAABHLDD00BHsVIg4cAMXlvIoe21pGOjgTyMf/3rX1UuNK/lhBNOkHfeecfU4w7hsXQpwk499VSVPqBSpUpeu+34+qBkKrFDbhY6uC4Mm7AgZQpjhnU/DGc+++wzx3NpVhHKWjzPQRrhxPpi56WW3Ge3ShtszDA2zI/Xkg5jpVifnXipJY7PrQEAlNvw2nr22We9YlLXI7cWDgbwfgy6+CVTfhoApOOAxG+Zis27LkVIOhhhDEF8j3QaAKQzAoBThWBMNnQaAECe4fEGxYqT4vZb4qRNp3X8lqmor9ETOfotU1Ffo8dY+S1TiXMS1LfD6fPktp7fMoX+wAjpvPPO8xzVBWsovCeRMi/MRecasnfv3sqINFO9IXXuSyATL7/8slJAZVLxywAgHWdOQc6LDkVIpjNiBADvEgkjL0RHdGLQna69m/dROmtBlzzhbjr3RM56H1ytoM9JgxuZv3fy60zL314H1zoMKmEoqyOK5iWXXKKcVdLpFBcEORoABEGZ9yCBgAjoXITg0GHMmDEqf1NyMTpchBIWXrIIoxILKY6NCDbxeDFbhb5HGDworIIqOg/b0Wd4hWKMRvm2EZr+/PPP1zY0LLphCBBUCUqmYuNZv369ChHtxKo4dk0YDACClCm7MMfIJYboFrVr11aINm7cqEIbPfbYY4Zikw5lbaohd90obbZv367eK++//77huPHcItw9OMH4Ae8rRNl44IEHDDe16cqvjTzWWNiahfs3GpxbA4AZM2bIaaedZhjKD/lokW4A3jhly5ZVnm1O3u2IRNOvX7+gXlUShEzB2AvPl5NDDzcDD/obGIRMxcY/a9Ys+ctf/mJohINoEfgNETqQIzIW6hgbOhg5zZkzR0aPHq0MnfAO0xku3sn8BPU90vX9SNc7CvOF9+w999zjygtG52EX3jeQJafPpptviRNZcVonCJmK+hodLIOSqaiv0cEqCJmKyXeQ3w6nz5TTekHJlJWxIL55WHsiWl/lypUF63lEWkNEPUSrMirIhQ7jzDAfSlophKBQxF4SRgwYw4EDBwQh3rHWNotYmKn5tWE8A2NbrGeSC2QDa3eshxAJAZEFY6weffRR0z0AFHHPPfec4PpMKTDSAQuk0NBZevXqpVIGVq1aVWezoWjLzggSa2yk3Tz55JOlSpUqkpWVpfq9e/dutW77+uuvVZouRJPA2d3xxx8finHp7oSuc61MfUfZ8caZEt45SKPqpOQ3AwCkF8G7Cylaqlevrt7jiMz0zTffqD2SVaTLTHyXx2RE1z431p7V2bsTuQx7nSDOtMLOwEn/rFKR4EwE73v8Cx3Nzp07lW4LegYjxzCsobDm6NOnj5NbR7YODQAiO3XsOAnkJZC8qDVa7DtdhKB1M6VE4uEilEMPPvig2tjHNhPJPbMLVR50Hq3kRYiREgLeNLC6e+GFF1R4PatDZasNZfLhIjb1MJQ4++yz4wtDJxv8GNNbb71VfcyCChUdlExhfPgwQxag8HFTwmgA4KdMrV69WnkWGYVqNwtVj4NPKHHxrBqVDz74QM444ww32D3VTTWyhBulDQ4zsAEzenbNwqriuUd6E7NIKkF72qRqMe3GAAAKfRzEGlnP4uAWh9JG6WBw3bhx41TuciPGkDW8r4IqQchUqmOxCpcItlCeZmdnp9q8q+uCkKlYh6wUIfgW4vs6YMCAtEQfsYMW5PfI7GBEp4Lcbrxefk/Vi1rX+IyMvfANRqQns5Qdbr4lXtgkXhuUTEV9jQ5mQclU1NfoQckU5iTIb4euZy6xnaBkysqg0mztabVGgEH+xx9/LB06dPADi+c2ca4AY9qRI0fmAwId0QAAIABJREFUacsqrOrKlSsFxg1GocrTYZjsGYSDBqyUINhvIy2AUUrBHTt2yDXXXGOY3xaOGjBOrV+/voMeZH4VK2NA7HOwFw7qDCVI2laKEHg24t0Tc9AJsl9hu5eRAUAYzpHCxsmoP9j3w3jpuuuuy/UzzjSxPjA6l8ovBgB4tqBYhJOAmbGeXYQOnNsjRUnjxo2jIA6u+hjk2burjoW0cpjPtMKCzMqg0mrtabVGwDoLqXGLFi0almFq7wcNALQjZYMkkD4CsUUtFiGwFoeSMOZRl9wrJ/mezazrsNnHCxIWxNis2lmdW72g0a+gF96JixAoCB9++GG1cTYKge4kV59VtITY4SIY3Xjjjcr62iy/k93CEKzg4QYlJDxxgyhByRTGYnYw0r17d7nhhhuU1R7GnlyClh8j7kHK1CuvvKIMJZKLXdi+xYsXC/JFGuVHdqMw9ip3ZkpBKATxfJQoUUJ5wBgVp0obeFXhoOehhx7K04xdeNFffvlFkIttwoQJea4N2hPLLAwm3ltghPe8UT/dzOfevXsVd6Nny87gyEr5AGMUhOMuVqyYV5GxvT4ImbLthEUFK2OUoDcbQchUDIXZgWQUwhoH+T2KugGA0YEq1qF4R0E5ceaZZxo+HToMAHAgiXUWPGcSC97hME4aNGiQp2+Jl+c++dqgZCrqa3RwC0qmor5GD0qmMCdBfjt0PnextoKQKaw94eWHeyUXuzRuVusEtIcUJ+lI1WU3FwsWLFB70xUrVuSpapc6y2w/k6meWFgT9ezZMw+nBg0aKOP3Fi1amOI2M2ABKxxod+rUyW6qMv53K2OUsBvSeJkcK2Pb/BLW2Ck/GgA4JZW3nlFqGxixI3c9ziOMUsNmugEAvmEw0MP4nSjuEWXDbE8E4k7PuVKfxfRcGeQ5aXpGqO+uYT/T0jdSby1ZnWtbnS9YrRPsztK99TgcV9MAIBzzwF6QgBYCCJOLzTYU2naLEByawrrsX//6l+m93SiR7Abw7rvvyrnnnmtYLWgFLjwtoJzq3LmzUqTaWXlZeVzHBmS2YEO4TFjKwhsW97M7vLFbGAbNKkiZSj7IRBitO++8Uy2U4ZkNgxQjb76gmRgJcVAyBU/rq666ytALxC4cltUBQZcuXeStt95SYSf9Lsn9wOEVnke8iypWrKiUOWZpM5xujOARCoUQ5De52Cm1rTzig+SEficfuCdGXMEYERLdaMPt5t1tlS/aLjS9lUy56YNXmQtCplLto13I16DDjQUhU2CFyDYwEMQ6I7ncdtttSkli5OmWKmfd1wX5Pco0AwAo3zG/SK9ilctXhwEAIjXhe5HoRYqDfnhEwssPqUuMitNviU65ClKm3PY7TGt09D35kN4vmYr6Gj1ImQrq2+FWdp3WD0Kmfv75Z7UuQ7jf5PLEE0+ofYxZ+e2339S6FZGVkkvQxt9OmaKe2bvDiVLbyiPejpebPoalrtn+xkloeqtvaTq+Z2FhmtgPq+gbQRtwB8ln9uzZMnjw4Dxp3KCcxVrIyrAkyH6G4V40AEhtFsxSTOB88+KLL1aOE/nRAMAtTUS+wXk4ntmw7E3cjiGV+kGdk6bSt7BdE+YzrTCxgk7AyGHMyVmt1Vlz0OmWg2ZKA4CgifN+JBAiAmaW6LEu6lTgWG1cw6DAtZoWKw/Z2HW6Nt9Lly5V6QEWLlxo2KWws/IiU8j5h5C9yPuMMFrYUMSiJVgpGsPOxGgiU5Upq8MyJ8oUs8VSkB4kULBDOYQ/bBgRjrFOnTpx4xgdBgBeOX311VfSv3//PFMXJCfcPPY+gDIVzwSMYWJRXawU927e3Vbt2IXxt3ouMa/4szN60vFJDEKmUu3nrFmzlHecUb4xRHKA9wBybgZVgpApjMUsXHRUvLCC/B5F3QDg9ddfl2HDhskpp5yinvk2bdrEU0L5aQAAb1uE6oNBSWKBMRnSmuDZC5MBQJAy5fZ9ErY1erpkyo5b2NboQcpUUN8OuzlI9fcgZArPEXJsJ6dFwtrxiy++ULlIzYpV5Kowh3k3y6ntZG9mZdQcZBSpVGXK7XVm+xsn82v2js7ksNFu+JopKGNtBJ3qzk3fvdY1CxcddIQxr+MI4noaAKRG2SiiG75nOHvC983MISHTIwC4pWl15oK2dJ0nu+1X2Oqnek4atnGk0p8wn2mlMh4/rvHqgGQVucru7NOP8QTZJg0AgqTNe5FAyAhYHfihq3aesm6GY5V7ER4Pzz33nG0qATf301nX6iOD+zjxcnDaHyvFJdoIOysvMoUFz/Lly6VSpUp5FGKZZgCQqkyZGVg4VUybKbYhW04MCJzKsV09pLvYt2+f1KhRI64oil2jwwBg2rRpSoFvlJv+22+/lR49elh20WphGCQnpCBBWNWaNWvmySmnywDA6gAWG3q8m81SjlilSwj6sM1vmbKTaaPfrcIBoz7SLsDQKcgShExhPGbvmrB/w2JzEeT3KOoGAEgFsnnzZmXIlRzVwU8DALyn4UmTmNYm0eMtbB6TQcqU23dK2Nbo6ZIpO25hW6MHKVNBfTvs5iDV34OQqZiRQXIfnSh4cY2ZkS5+C6NiAOt4GFw9//zzeaYFEfaeeuopldbLrFgZPTgxIEhVFtJ1ndUe7PPPP1fGI2bFLF1COgxJ08XP6r5W4YD79u0reDZhgJppxWoPh9QQ/fr1y7QhexoPDQDc44P39tVXX62eocQSS/Gybds2GgA4xGpmHI/LdZ4nO+xOaKulek4a2gG57FgYz7RcDsHX6jHjZ6M0qE4U+FbRutw4Ufk6SJ8apwGAT2DZLAlEgYCdt7aTF6iTcdopQcKc2xDjs7NCdHqw44SVnXdR2D0i/JKpTDMASFWmzA4HneYsioLFow4DAK+KH6sNWljCkuoyALBKeQDDEqQBOO+88/J48uM6KLAvvfTSPK+2mFcAQoCHoeiQqVTGYaUs6tixo7z99ttKaRqWokumMJ6HHnooj2c2/nuQkSH84qr7exR1AwArzn4ZAJjNAdatN910kwr/7/U74Jf8GLWrW6bc9D1qa3S/ZMoJsyit0YOUKZ3fDifzoLuODpnSocy2UhAjlPc555yje+ie2vPqhYWbm3kvOwnj6qnzabjYak04ZMgQZQBSuXLlPD3buHGjcgCYNGlSnt+efPJJgad3ENG20oDM0S3NogHFLn788cdV+o1MZGQWUpyRIYxFhwYAjh6pXJWM9tCnnnqqvPTSS8ppx+r7zwgAuXl//fXXAqMtIweVAQMGqBSfxx9/vPtJyrArUj0nzTAMhsNJ15lWmNh6ddSyMpwbNGiQeg6DjM4ZJFsaAARJm/cigZARsPI0QFd15UCBdxYUSPPnz89DAAqmoHMgu50GKysxtKUzN6PV4Q/uFRbloxlDv2QqyINMt/KRSv1UZcos1Ca8G9566y2pWLGiZXesDp/CopjTsbC1Osx18l6LwmZW54G7Vd5MvKMRThuK/qJFiyr5gvIf7+3rr7/eMLR9zCsgLIdtOmTK7XMORjjYhnecUQnjgaQumbJ6XwcZQcPtnDmtr/t7RAMAp+SP1YNnG9ZeiYdoyYZHNABwxjVqa3QdylpnZPLWitIaXfd7yoqZrm9HqvPi9TodMmXF24k3PMZg1Y9Ro0aptFlhKlZjdro3NlufOTVsDhMPu74gTD0M1J5++mnDqohchqgJjRs3jv8OTzesI3EgnVx69+6t/nu1atXsbp3Rv69evVqdM02fPj3POMNobKtzMszeGZkYQUMHNxoAuKNoZHyEcwG8d2C0hBKFMxN3o/an9p49e5QhEgwnjMq///1vZSQPA+b8XlI9J80P3NJxphU2rlZrZSeRXq3Wrk7P1MPGxGl/aADglBTrkUCGEbALraNrw4SFIxY777//viHBKIRZMcvpGBuQLkWOlScu7hX23Ml+ylSQB5lBPOqpyJQOBlYhk8LyLOpY2Fp56cGjHWO1KlabWbzP/vOf/0iRIkWCEBXTe+g8cLfLnYlOIL/3Pffcow4mX3jhBfX/G1mwI0oJ8nKXLFkyrXwSb65DptwOxio9AsKU45uYnZ3ttllf6+uSKat2YmGMETJ+4sSJMn78eGUcOHfuXDW28uXLS/v27VWuZHhJNG3aNE+aEF8hOGhcx7s48TY0AHAAPaEKvmN4h8MIKbEkGx7RAMCeaxTX6DqUtfZk8taI2hpd93sq1TVTWNaWVv3XIVM6vp9Wa9cwelIm5qpN5turVy/B2qtq1aqWj5vZ+gx73jFjxgii7GVSmTVrljJeQ6Qxo4I10B133KGMbpEC7OabbxYYvCWXWrVqCYxCevbsmUl4UhqLWXoENJbpSjWz5yf23i1cuLBaX48bN04ZGM2cOVMQsh2ldevWAkObgQMHCgwGypQpkxL/KF1EAwDns4XIGnA8gtFSYoEh2jPPPBOXFxoA2DPFOQuMu+6//37Ds5NMNHizp2JeI5VzUi/3i9K16TjTChsfrwys1q6Z/izSACBs0sz+kEBABIxypybe2suGCXkiN23apA5nkT8ah9tGBUYGr732mkAZEtaCscAaE2FljYpORY5ViD/c+8ILL5Rnn302VIq1RCZ+ylSQB5l+y2KqMmUVDstpuCIdB5R+8/G6qEP/rEL4O3mOosBJdx+RbwwHRoiQYFZg9Y8oE6tWrTKscskllyjjCBxghqnokCm347E6kES4VhhJxCIquG3br/q6ZMrq+cOBNQ4g8a+RAUny2GAEgO9vokecX+N32q7u75GZAQBCuCL3ZqKiAM9gq1atpF69eurAFkoWhAwOS7SNZIY6FGuJbZqlHkkMRxqrTwMAY4mO+hpdt0w5fe6jtkbX/Z6y4qTr2+F0LnTX0yFTVga2TtO3WUXpCqMBAObBLIS/0wh/6Vif6ZYfN+3hG4b0T5dffrnlGqhGjRoCj9GYsjbxHlD+wxAXIaPD+u13w8RLXStj27A7TngZd+xas+cPKSP69OmjzuGw5rYrkCkYm1x00UWh25vY9d3N70YGANizIh3b7NmzczXVqFEjqV+/vuC8EuttrL3TbfzvZqxe6xqd6+GZQjqaHj16xJunAYAxabzrd+zYIdOmTVPKfxi8GxWrdIte5zCK16d6ThrFsabS5/y2ZjJi9Prrr8uwYcPy/IRnCQaTnTp1skVrFlWXBgC26FiBBEggagTsvD2h1MbirkWLFrZD+/zzz1VeOqMNqtXF8CaFVWmDBg1s75HOCnaW+rfddpvyhC1UqJCnbmKRiJCA1113nenicPTo0YLwgGEsOmXKaHxBHmT6zTdVmdJxwGrVhtMQpX7z0bGwtcrthM0rwpCfeOKJhkM5fPiwTJgwQT2LCI2cXMLizaZDHpLHBsMtWPobhRq1mncsuHEdwpQWL17cbxFx3b4OmXJz0+3bt8vFF1+cx0MZbTg9FHdzP111dcmUlRIjlb7iEA7e3YkHTqm0o+sa3d8jr7wQ+hYHt1izhU0ZoEOxljhva9askfPPP195ssVKcjjS2H+nAYBIJq7RdcuUk/dCFNfout9TVpx0fTuczIUfdXTIlA7lfRTSdCXzt0qLAaNQKCjNIkLBaAIGfshjb1RiEYP8mPN0tol9xgcffCA33nijaSQAs/4hOhLOC9q0aZPOIYTm3h9++KGceeaZhv1xYvAdmoGk2BEzJUaKzcm1116r0r6FKYpbqmMxus4LL+xFrr76auWQk6l8YszMzvWwz4d8JBqw0wBAZP369TJ8+HD5+uuvXYkrZOqhhx6S0047LXT7N1cD0Vg51XNSjV0IdVNBn2mFEYYO5b1ZG3C+eO+990LleKJzDhgBQCdNtkUCESGAsLs4QIXVtNni+JZbbnGk1HazkMYhLayRoUBD3rqweT8ms7DL1QQLMVjx64hgYJWDFf2yO0RJt+jplCmjsQR5kOknSy8ypeOA1aqNsOQL1LGwtcu/jg0XFGbYcJUrV07ltI9ZaT///PMyduxYUzHIZAMADBrPGtIkIEydE8OuSpUqCbzdEYUibMrH2CTqkCk37wWj/OSx6+HRDl6Qu7AVHe8YjAleIwhxi/C1ukpyfndd7abSju7vkVcDAIwBHkwwqhw6dKijtVsq407lGh2Ktdh9zbxCksORxurTAEAkE9foOmXKqUxHcY2u+z1lxUrXt8PpfOiup0Om/DYACMvaM5m9Vf511MX7+YYbblB7ZRjLHzhwQNatW6f2z1gLmYXCx7WZagAQYzhv3jwVot5qz5HIGw4X8CQN4/pR9zPppD1ESIJCFt6ARgVGFmeccYaTpiJZByHaIT9QIOosMMhBpLKw7um8jNXNmsjsPtjHwbAJURMytRjtY80cxGgAIMoouVu3bo7FAVElcBYPA+4KFSo4vi7TK3o5J810NrHxBX2mFUaufhoAZPrakwYAYZRo9okEfCRgF+YZSpyXX35ZqlSp4qgXbhfSULxB0YjFc+fOnUNrBOAkRB+8ZHHY7nWDhMUOvGeheDQqOg0NHE2qy0q6Zcro9kEeZLocvuPqXmVKxwFrfjEAwKQsXrxYzjrrLEMvfseTZlAxLIewOuTBjAOeN3hcm0UkSb4uMWdpGL0igtws4X3+j3/8Q0aOHGmIF99XRAcIY9ElU24PQpyygKcgvpUFCxZ0eokv9XR/j3QYAGCgYQwjqUOxFptEI68Qo3Cksfo0AHBnAABuUVij65QpJy+IqK7Rdb+nrFjp+nY4mQ8/6uiQqfxqAAAlJCLh4TxAd8l0AwDsC5cuXSpIEfHNN984wocIiuCN/O1ezx8c3TDEleBti/Mko3RSffv2VYYBWCNkarF6x3sZcyaHQHZ7bmnGcciQIfLiiy+qFFyZVhDFDmcd77//fq6hme3BaADg3gAA5yZwioMjCs7FaQQgyhnHLj2OrrP3KD+zQZ5phZUTDQBSnxkaAKTOjleSQOQIwHsK+ZlhLWxUYMmKvLw9e/Z0PDYvC+n27dursH8wBAjbJtbO2webdeRw9qrswmIHH3JY9RuVMB7oJ/bTD5ky4hDkQaZj4XdZ0atM6ThgtWoDxj9YWKfbs0TXwhaHkvCIhcJQZ7nrrrsEf+l+Z+mQh2QueB/NnTtXbr31VpVDy23BweSjjz4aurBZumTKCY8ZM2aoDb1RhB1Y/GNzi1yTYSy6ZMrOAAAHH/jmIdco0gAhbQS+JXhHwpMJjIxKly5d5K233kq7143u75FVDlu3chK2g1sdijUwMGMOLzWsxYwiStEAwL0BQKK8hXWNrkumnDxbUV6j635PWfHS9e1wMid+1NEhU34bAGDf+fjjj0uxYsX8QOCpTUT7wTd9+vTpntpJvDjTw7DCsOiFF16Qe++911CBbQUSayhch9RtYY+mqE0gkhpCiHLs75AOwajgWfnnP/+Z9r2aX+O3Whcl3rN79+5y+eWXS79+/ZSSMSsrS6Dg/eijj5QMmUXgwP4Z/DKtIOoInhsdJSxGyTrGktiG0Z7Zav9KAwD3BgCJvPk+z6Hh9ZxU93MQ1vaCPNMKKwM/DQCge8EZaKdOncI6fE/9ogGAJ3y8mASiQ8CJVV0qIb9SzS8aI4dFz3PPPSfnnHNOaDZpdh7tOkMRf/vttzJs2DDTDZhRrq2wSJ1fMmU0viAPMv3gq0OmdByw6mjDDz52G8/Y7269gew891IZCw5MzIyoUmkv1Wt0zyUUsNhUXH/99aah/+FJY5Y6JjYOHBLgnd62bdtUh6b9uqA2S3YHkpAbGI+k24PdDLAumbJSpiDcIQ7NateubdgNu5Cu+Gb26NFDu4y4adCP79Hu3bsF8oOCA9qyZcuqf1HwrQUXKJhgpAVDTSOPt9gYwiRnOhRrGNcnn3yiFEyJ44bR6ujRo6Vdu3aG00cDAJFMXKPrkiknz3yU1+h+vKf8/nY4mRM/6uiQKb8NAMKy9jTjb/esuJ23sBmzue2/VX0oXaFchRLWqOAAGoaRmzdvtrzt3XffrZTgqJvfipWxLUKVw3s5Ozs7o7FYveOxPkIqN0TCMzMSsUpXBiU50k2UKFEioxhir4t15OHDh9W4ML7E5wcpSvDcTZo0SZ555hmZOXOm6fgzUc7WrFmjQtPjm5hYrM6IaQAgsn79ehk+fLggKkmq5dprr5UHHnjAs3NZqvdP53U6zknT2f8g7x3UmVaQY3J7Lz8NADJ57QnONABwK22sTwIRJIDDYyxk4W1nZumry6MdeBIPq3Foi3zSVrmksUnBxwyK9XQXbAqQGxxW+UYllSgJZmNatGiRskI285gIc3ixoGUqyINM3TKoS6ZgsQ8FyGeffZaniwgfhmfILoSYLgWfbkaJ7ele2EKphrDrd955p6Oc9giBjBDt8IQ38kTG+wyh8dJddM4lDkTgLXPLLbcYDgtM8DvkbNq0afLwww9b5izVaSSlg7NumTLrk1XaiSgcFOmSKa/KlK+++kr69+9viDkMz186v0f49k6dOlWuuuoqmT9/viGjMIW+9SoLGCC+fXgnJytLbrvtNhUKGXmljQoNAIzfVFFeo2NEOmTKyXclymt0jC/I95Sub4eTefGjjg6ZWrlypZx77rkye/bsPF10mjpKhxGBH3yctolw9jfeeKPjnPYwCEQUQERySS69evVS+5qqVas6vX0k6sHLEYois70/zmOg2IcB4KuvvqoiN1qdoaTivBEJUBadtEs7ESYjSD9Ze33H43wCa0kYluaX58/NfIAPDJbxDJqVMKd1czNW1MXa8L///a/A+Six9O7dW8lItWrVDJukAYA5aTyjmzZtknHjxslrr71maVCCVhDRDI4YYXUUcCtTTurrOid1cq9MqBPUmVaYWSFaJM4AjIpTZzEdRgRhZmTWNxoARHHW2GcScEnAziof1sGwcvUrj9WqVavkhhtuMLV0x3AuvPBCefbZZ9Nq9WjnLawzWoHdAQAUaAhTBsVbGEvQMuV1k5suhjplSgcDq00awr5jMZTuTYdfC1t40I4fP155ROKQEopsFHjatGrVSrp166aUjvBgR4F3DvL7JZd33nlHRSxJd9F54I4xXXrppYZexfg+4EAgcePvxKgiTNFL/JKpRBnAgSQ27mYbEqtQ5emWpdj9dckUFCCDBw82jBbxxhtvyNChQy2HbKVICYMXpI53sdc5t5JpROoYM2ZMKKJw6FCsoY2TTz451/vJiYU+DQCcSVlU1uix0eiQKTsyUV+jY3xBvqd0fTvs5sWv33XIlA4GVgYAYTB+c8IfnrVLlixRe36ss2EYGXM+wJ4Wueuh3B84cKBUr15dGbRh/Z1cwpKWzMmYndbZsmWLMiA28vzHGQPOYmBEEov+g3btjCrsIuE47VuU6lk9J1j/fPzxx9KhQ4coDSmlvsJbHYbb2KMlF6eOAWaKFCdrrJQ6HbGLEA3gkksukU8//dSw5zgrgIFAkSJFIjayvN397bfflKMJlNWJxW7fRgMAZ1OPM0Gk1kCqRLMoblFwFnA2Wme1dJ6TOrtj9GsFcaYVdko6GJgZAGSq8WlsTmkAEHbpZv9IwCMBHMTDujfdXuYbN25Ui0pEIjAqyAOMUK4tWrTwOOLULsdBGZQ3sLo3KlAS4vAF3gpec3/jIARzYuTJjXtDAQkrUSwCw1jSIVNBHmTqYq5bpvbt26essp9//vk8XYTHJ3JjV6xY0bL7YVesofM6FnVe59BsMxsmxZqOw2Zwsno3W0UhgacADgmuuOIKw8gyYdrEBiFTq1evVt8Ho28tvh848O3Tp49X0fT1el0yZXU4a3eQhAGG/TApDN+jn3/+WRlSfPPNN4YyEYZUCeiYDsWa1fOr44GAkROMvcqVK6ejuZTaSLdMhX2NnghVh0xZTVLU1+ixsQUpU7q+HSk9PBou0iFTVlG6nIbThsIchqhGygEn304NKAJvwuz9nkmKNUDFmhnewjC2TS52ZwyIAABF70svvWQ4P/nF4z3G0chLOQYmDA4lQT5EZkoMpwYAZs8fDQCOzSLWh5dffrnhtDp9twcpE6ney2rvlmqbidflR2OlZG6IuIhUgIgsYVaiYuznVSZ0n5N67U9Urg/iTCvsLN59911lLGlUnJx/WJ2pO/12hp2RWf9oABDVmWO/ScABgbB5sFgtoDGcdHnW2oW/xsYcm2scRpiFmnUwHaqKXY4jeEeMGDEi7TmOzcaTLpkK8iDT6Vxa1fNLpryGK4Inydlnny0LFy7M0/2wHC6GYWFrxilMVqG6DtzNeDvxosGB5tNPPy3XXXed4eMQlk1sEDKFiC04CDIqp59+uorokk4Fo5P3mi6ZsjI0gvcDvqVWhQYA9rNl9U3E1WF5n+tQrPltABAGw64wrHHCukZPfhp0yJTZExb1NXriuIKUKV3fDvs3nz81dMiUDt7fffed9OzZ03CQTsOa+kPIn1axhkQaF/wll7CsH3WN3My7Fu07iRBllpsb14dpb6KLl1k7v/zyi1xwwQUyYcIEwyoffPCBnHHGGX53IzTtm3nwd+nSRTkGQOlqVWgAYD+VVt+HTFIW+W0AANJO9oD2MxLtGgsWLJC//OUvsmLFCsOBIA0M0i4WK1Ys2gO16L1f56QZCyxhYEGcaYWdo9c1+969e+Xaa69VRpnJxWnKrrAzMusfDQCiOnPsNwnYEMAiDjlT8YI0KunwMrc62EAf03FgjQUILMmhWDULx4TQXvC81qH8v/rqq+X99983nBNs0kaNGmV6+JNuoU+nTOk4WAuKn58y9frrr8uwYcPyDAVGKl9++aV06tTJcphmz6DT64NgGIaF7YcffihnnnlmqBeFOg7crcJHImLLc889p1IkWJUo5Kz1W6bsDiSjkiNSh0xBVqzagecD/qwi6dAAwP5Na2cAgO9Bv3797BvyuYbXTTq657cBAO6RbuVaGNY4YVyjG4mnDpkyahfK/yiv0ZPHFKRM6fp2+Pw6Mm1eh0xZKbPbtm2rjNzr169vOUSzNb7T69PFL9X7ImoCziqSQ+Jj3fnFF18I0uE288o+AAAXlElEQVRlSrFKjeTkew35euCBB5RDQnLJT97aVsa2iIaHZwhGffmlmK2PmjdvLu+99540btzYEgUNAOwlxer74HSvbH+X9NcIwgAgDGnc0k0aqWD++te/mhoxZboC0s9z0nTPbRD39/tMK4gxeL2HlUMbomsgra1VsXoGnVzvtf/pvJ4GAOmkz3uTgE8EEMoTIeY/+eQTwzukQ/mPjlgtoPF70AYAyFMI62hYWvqt/Ef7N998s7zwwguGcxJ25X+6ZSrIg0wvj6XfMmV1QO8kgoaZh59TTwEvbJxem+6FLfLb33TTTcqzPbmESZGr48Ad7yV8K/73v//lGavTDWjYlbUYmN8yZWYwgnvje/v2229LnTp1nD4CaaunQ6bQeSvLaieHZQjBjcMR5AZOLmHwCgzD98jq2QWzdCu0Y/OmQ7HmtwEAIwDkzFbY1uhmL0IdMpXcdtTX6EasgnxP6fp2pOvjp0umvBjpHjp0SCl34dGbXOAtiPVn2bJl04XIl/vOmDFDTjvtNIERZWLJREXuV199pdI7GBWn3+v8rqw1MxiJMYXXLCJMeU3V6Iuw+9So1bmAE8MSOMFcf/31eXqXn6JK2E2N1bPrdK9sd48w/B6EAQAjAFgbyUMOMkmmkuXa73PSMDxHfvfB7zMtv/uvo30rBb6TCBpWUTigPzv11FN1dDOUbdAAIJTTwk6RQOoE7MJXQhmBQ4RmzZqlfpMUr7TK14Img3zhwpIeShnk9DJT/sMCDJuiokWLpjjinMv27NmjFIpGudvxO5T/r776qvTu3TuUm9YwyFSQB5mpTnYQMmUVWhvWjohkUbBgQcMhWDEM02Yj3QtbHKYgr1TygWTYPGx0HLjraMNqER4WS38/ZQoHknh+zCK7RCk3qw55iL18zMKSOjGIgDLm5JNPNvw2O8ntluo73Ol1YfgerV69Ws477zyZPn16nm6HyVtUh2IN3z3k9TWLaOV03szqnXXWWQLjuHSm6AiDTIVpjW41pzpkKrH9qK/RzVgFKVM6vx1en+dUrtclU9OmTVNKXqN9pZ3xmlWIeKztb7/99lDuEVPhjWus5DMTx6tjHWpmYBK2/UmqMmF3Hc6JYERq9Hw1adJErcOzs7Ptmsmo363OBewMIqyewUzKbe9lwnG2AyMJRAI1KpnkLQp5uO222+TJJ5/0gsz0Wpx3jh49Wtq1a+dL+1Fp1OqZxRhgxITos0WKFInKkBz1M4hzUkcdiXglHWuJiCOQffv2qXeykW7FifFafjampAFA1KWf/SeBBAJQxOBlaOTNiWo4eEdIZxwOB11wwIYFzUsvvWR46wYNGqhFYYsWLXzvGhYgCDcI5T48DY3K3XffrZT2xYsX99QfjBubA/wZFSyGERVgwIABoTzYCYtMBXmQmcqEByVTkKd//OMfMnLkyDzdtFOswdoRiu0ff/wxz7Vh8mxP58LWytgFm2LkKfWaCiQV+TK6RseBu9Vz5dQDy8yDC322O/DWxcKuHT9l6uuvv5bTTz/d8EAyaocdOmQqNhdWHjNWOVoRGhApAoy+mU42dXayoOP3dH+P8L1BhJLrrrvOcDhQlj/77LNSsmRJHcP11IYuxVoqnbC6t1OPy1Tum8o16ZapMK3R7fjplKmor9GtWAUpUzq/HXbz78fvumTKKh0Q1gkIX25maARvXXj6Jys3EQ4fe9Y+ffr4MfS0tGmlCIAiFxHNgjgPCHLwVjLmZA9mFZ0sLGsjP3la7X9xX5x/IUWCV6cNP8fgR9tW0aDs3jlW5wJh2b/5wcxNm2vWrJHzzz/f0AA1E9/NbtjE6kYhEmAq4/LjGnz7cCYBQyazkonPXlDnpH7MWdja9PNMK2xjteqPVTogq3OmXbt2qXRvMKhMLmE6P/FrLmgA4BdZtksCAROwOjRHV2AdDkVz586dPfcMB8tjx46Va6+9VrDptFOSY9M6YsQI5b1g5m0f5AvXasMDOFD04c/r4TkWO9jUX3rppYbMoRxCKCxs0MIYri5ImbITyiAPMu36YvR7UDKFe1steGAxjEOQZCW1lYebneFAKjy8XKNzYbt7925lQe3EihrGQDBSSs5FirGEUZGr48DdKmctxm0mT7H5tQqbjLDaH3/8sXTo0MGLOGi5VqdMJXbI6kAW9a655hp55JFHInMgqUOmYnyswvgPGjRIfRurVKmSZ37h4T9s2DBD47ywRFPQ+T2aN2+eSsOBP6wF7NZTCJ+I3Miob2bAaLXx1fJAuWhEl2LNxS3jVfOrAUDU1+h2c61LpqK+RrfjpPM9ZXcvnd8Ou3v58bsumUIYfxiKwoM9uUBZhIN9RG5J3vNZGZ/aKfH84OG2TewXIW+lSpWy3c+iLtZkMMLftm1bnltlqiLXKmetXWpGvKsmTZokF110keF3P2prTbfyhfpWxsZh2m+kMjav15iF8Ue7cAoaOnRonufS6lwgE6MpHDhwQBkX4117xx13qLRsdmdvcILB2aWZ81IU3s1eZcvJ9fnVAAD7N5zxQpl/zjnnSKVKlSxx4T2O1HbYv82fP9+wbiY+exhokOekTmQ2ynX8OtOKGpPFixcLIvgZObYNGTJERfarXLlyrmHZRaEI0/mJX/NBAwC/yLJdEgiYgF95m2655RaBN3zMojr5QAmKMeRJOeOMM6R58+bKsyErK0vwgt2xY4fMmTNHhZKCwYBZwaEIvP/NcuPpRIl+wUIcigSdpVGjRupAIzG6glU4Ry/3xkbumWee8T1cbVAyFWOBzRkOzsyiJbhlhgMVbHwRXcLPEqRMYRx21ujIfQTLxqpVq6rn8KeffpL777/f0NIR7eH5xOGR3UZYJ8PPP/9cbZiMDv/c3gfvDxgYIbpBYtm5c6cghOHEiRMFCkdE2YABFJSOMSUbZG7jxo0qbCTCSJkp1KDExWGlWXoFt312Wh9Wqoj4YBbVxWk7sXo4rMCCuGLFivFLrTzYUemCCy5QRiV4jmLcwHbWrFmW7/agw2oHIVPJvK0OJMPqGRKETIGTlSIEv+N7DyVJq1atlIEOUinA+AZpI4yew6C9AoP6HiVu5LGegqcR1lRYU5QpU0a9l2PrKRwYvfbaa4qTmTFl0M8d5hKHYHj/Ys2go+h634bNACAImYr6Gj0mP0HIVNTX6GAVhEzF5iSob4eOd4hRG0HIFO6LtRE8+Y2+Y+XLl1fKJxi9Y78MZfjcuXPVd89on4x1BNZ/OMwMc/n0009VH7Hvwnr7xBNPlMaNGxueCSASoZGhLcYX1L4tHSztPNjxzb/55pvllFNOkQoVKqizFMjHhg0bVESERx991HDPFBUZ8cLcztg2SCcSL+Pw61orRQjk484775Thw4cL3j9Ym0NhgjRdSIVpVMIW8U4Ht2QlNZ4zGGP16NFDKW5jjgKxcwG80+BwsXDhQsPb54fnzin3/GoAkLh/gzwgSg/2YMkyhXU5zuJGjRqlzmDM9m/gnYnPXtDnpE7lNsz10nGmFWYeRn3DugAGWkh1Y1Twjse3r3Xr1soxDudMiKCLM3Gj8+d0nJ+kgzkNANJBnfckAR8IWB10erldly5d5K233lIesChWHiWp3ifIxY4f/Y+NG9788CCOFb8U6LB0HzNmjO+pHIKSqRgvqw1EqrKFQxNY5fpZgpQpjMPOa83NWM0sJN20kUpdKP6wKNNVYPSABWCxYsXiTeqSJyOlua5+27Wj+x2CDSrCzHbq1Cl+a7sc9nZ9NPo9SKOu2P2DkKnEsdopuMPqGRKETPnxDQzaUEnX+yNRZoy+R1aW/G6fPazT0F7Xrl3dXuqpvs4xoCNQIEHpZRYq22lnw2YAEIRM+bEeCXKNHpvbIGRK97sw1veg1ui4XxAy5cf7HG0arUecPtup1AtCptAvu+hpbvqOtS0MorxGpHNzz1Tq6mBrZsybSn/Ceo1VDvtU+wwjXTgFwGAwU4uVghtjzg9ee1Zzi/0I3hP4VnstWD++8cYbUrt2ba9Nhep63d9KGOeDuV3UrlBB8KkzNADQA7Z3795q71OtWjU9DYakFT/2JbGhJZ+9h2TInrsR9JmW5w6nqQG7yBJOu4XzExjo9OzZ0+klka1HA4DITh07TgK5CfilrEXqgHfffVd5o6FgkwHveVgO6yhXXHGFPPzww+ogKIji5yIEHhyJkQX8OlwEpyDy1wYlU7F51705Q7vYxCJigp8lSJmKjcMqdJ/TseLZRli79u3bO71EWz3dC9vLLrtMEAIxcSOuQ55gDYqDteQQUtpA2DT0/+3dz8sNXxwH8FmxtPMHIKUoZKuEUso/YCulbKSwUfgXZM0fwJaIEOX3zxQLbFDK0h+gb++pq+t+n+eZuc+998zc+7ymbDxz75x5nXPPnDnzmc+ZRR+yVN+xUtr11Zxr09IBq/nOps+UaFPDZWiqmzZrujad0yz+3lTu1RxzuetRU6q1tsfKckPJ3FPyIcg0+o/R81vqepTx1Wj2krYuw/vl5jXLPCXTSclsLinDNB7+DJ/LoUOH6u/MW5CTbGshAGC0Tc37GH1Q3yXa1Cz6wkH5S4zRc6xS/VSONQuvUk6l+6mVUvq37dOSJSd9+qZNm9p+pLP9Jv295s3kZAZIwHbp61dJtGncuw2Xt2npgJLnNqtjNT3cPnjwYJ3hLoFXa3mbRp+Tub5k1MsbzIu2Jdg9mQdv3rw58akdP368XiIv/ZZt5XHI6NzoInndvXt3atlr05dn3mD79u2LRFSfSxfzpPOOWHpOa169pjHPlGdQeRaV5TxKZ3rtwl0AQBfqjklgBgKvX7+ujhw5Uv38+XOq3z6aASBfnknVPFRdLl12mwKksz179mydWrpk9GxSe2VZgzwsnPY2GoW40hrIkxy71NtFJdtUPGYxkVkiA0DJNjXcbrI2XX4/q0kPn4f/mVhMSvwutmkPbJfKADDJzX76p3xn+qgub/CnPeG+3Bt3GUAnCODEiRMTpfGOVVJrZXIk6bZKbiXa1PD5rLTmZm7kk1oza0z2bSvVpgbnnbchs+5x3kxaKe3hUk5djRNKXo8+f/5cT0o+f/581U0lb2xdvny52r1796q/Y5IPTvrwZ/TYMgC0r42lxjjzPEYfnHmJNjXvY/SS/VSOVfra0f5X0G7PEm1quCTp2/OWaLIujbvl4f+VK1dmvoTZuOVabv9JAtkShJyHaXn7cZEf/g/sMg5K2toEF0+yJb1t5h1mvczdJGWcxmeb+ulkf0v2xbXQdpo8J+lzuh5HNp3bpH9PIEl+L7mvX+3W5T3Jastc4nNrNQNA5uHyAspyS9q0tU/GwMwpDLLttv3cvOzX1TzpvPgsVc7Sc1rzbDXpPFOWHs78Z+l5y67MBQB0Je+4BKYskKjypNTOG73jTrKvVJTlUlx9+/atXjM7xxtnHe8MnrM24pkzZ+r1Abu4YXv8+HF18uTJZdf1Wk3VLJV6NxekTMrnzcVxjJqOXyoleek2lZuzWF24cKGJoNXfS64lWapNjZ541j+6evVqHbnYJiBn8GA7gQPD68C3Ap3iTg8ePKj7gWn8LpZLG5qH2tevX69v9tvYDE4vv688rMzDtKzB2eWW32AmttLPTmNr6jtyM5tU63lgO07d9KFfL9Gmhusg60Omf3/x4sU/19ykDzt16lS9Hm4X17emdlK6TaU8+S2mfi5evFilr2yzZXI7v8MsV9GFY8nrUSbPsi5dHgiM01ft2LGjDgJLX1oyO8Jo/X38+LE6evRo9f79+zZV27hP0qqePn164kj8uKbNZcmkgWvGagkwyP+XvgaWbFPzPEZPAynRpuZ9jB6nkm2qi2tHY2cxxg4l2tRocXI/nrXb83Z7mzFVgijPnz9fv4nUZZ8+Bmu9a94+zrUoQRZtt/TFye5z7NixhU5fv5THnz9/qvv371d5O7btmGjwPX257ret50n3y3X80qVLdSBNgpAGW5fX8knPaZafTz+ToIi293Hpc/JiTPqcDRs2zLJonX93fndPnjypAwHGeWjbh3vczvFWKEDGIdeuXavnhd++fVvvGbMElWROb3jZwT6fx2rKlnHRjRs36t/chw8fxvqKvXv3VufOnauSxWT9+vVjfXbedu5qnnTenAblLT2nNa9Og3Jnnunp06f1taztmCrzTBlb7Nq1q5N5pq7MBQB0Je+4BBZEIFF9GfBkQJ1/uTkbDP5yikkntmXLlmrPnj3Vvn376nTj8zSpsSDV5DQWXOD379/1gOfWrVvVmzdvqmfPnv094wxs8sZ/0irv37+/2rhx44Jr/Ht6ST0Wk7wVmcHhp0+f/k4i5QZ1586d1ebNm2uf9FFJ99/FA8c+VUpuaF++fFk9fPiwevXqVfXly5f/TbzlraO0rTzwTqaYSdfr7tP5K8tsBPLALeOD27dv17/HtLHBQ5FM5qafyluA+S1m7NB1AM5sFJb/1vhkPbtHjx7VGTmG+6p8KpNoWZc1/VT+pd9aKxHrpetiUY5njL4oNek85lng169f9QPfO3fu1IFSw/fJ6dcTcHr48OEqDwTmdS33TMD++PGjvhfJ9T1zA+/evfsbIDmYD0hwdq7xGXuvW7dunqt14rLngeT379+re/fu1Uv7ff369R+z4et+xtkHDhyotm7d6ro/sfzif8Fa6HMmqcX4ZK4kffJoX5X7kdzjZs5yMHfpHncS7cX/7KAvz7VvqetfAm1yj7tt27b6Om++afHbhDMsL2CeqdlcAECzkT0IECBAgAABAgQIECBAgAABAgQIECBAgAABAgQIECBAgEDvBQQA9L6KFJAAAQIECBAgQIAAAQIECBAgQIAAAQIECBAgQIAAAQIECDQLCABoNrIHAQIECBAgQIAAAQIECBAgQIAAAQIECBAgQIAAAQIECBDovYAAgN5XkQISIECAAAECBAgQIECAAAECBAgQIECAAAECBAgQIECAAIFmAQEAzUb2IECAAAECBAgQIECAAAECBAgQIECAAAECBAgQIECAAAECvRcQAND7KlJAAgQIECBAgAABAgQIECBAgAABAgQIECBAgAABAgQIECDQLCAAoNnIHgQIECBAgAABAgQIECBAgAABAgQIECBAgAABAgQIECBAoPcCAgB6X0UKSIAAAQIECBAgQIAAAQIECBAgQIAAAQIECBAgQIAAAQIEmgUEADQb2YMAAQIECBAgQIAAAQIECBAgQIAAAQIECBAgQIAAAQIECPReQABA76tIAQkQIECAAAECBAgQIECAAAECBAgQIECAAAECBAgQIECAQLOAAIBmI3sQIECAAAECBAgQIECAAAECBAgQIECAAAECBAgQIECAAIHeCwgA6H0VKSABAgQIECBAgAABAgQIECBAgAABAgQIECBAgAABAgQIEGgWEADQbGQPAgQIECBAgAABAgQIECBAgAABAgQIECBAgAABAgQIECDQewEBAL2vIgUkQIAAAQIECBAgQIAAAQIECBAgQIAAAQIECBAgQIAAAQLNAgIAmo3sQYAAAQIECBAgQIAAAQIECBAgQIAAAQIECBAgQIAAAQIEei8gAKD3VaSABAgQIECAAAECBAgQIECAAAECBAgQIECAAAECBAgQIECgWUAAQLORPQgQIECAAAECBAgQIECAAAECBAgQIECAAAECBAgQIECAQO8FBAD0vooUkAABAgQIECBAgAABAgQIECBAgAABAgQIECBAgAABAgQINAsIAGg2sgcBAgQIECBAgAABAgQIECBAgAABAgQIECBAgAABAgQIEOi9gACA3leRAhIgQIAAAQIECBAgQIAAAQIECBAgQIAAAQIECBAgQIAAgWYBAQDNRvYgQIAAAQIECBAgQIAAAQIECBAgQIAAAQIECBAgQIAAAQK9FxAA0PsqUkACBAgQIECAAAECBAgQIECAAAECBAgQIECAAAECBAgQINAsIACg2cgeBAgQIECAAAECBAgQIECAAAECBAgQIECAAAECBAgQIECg9wICAHpfRQpIgAABAgQIECBAgAABAgQIECBAgAABAgQIECBAgAABAgSaBQQANBvZgwABAgQIECBAgAABAgQIECBAgAABAgQIECBAgAABAgQI9F7gPzsCnsnZl8uD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31" name="AutoShape 31" descr="data:image/png;base64,iVBORw0KGgoAAAANSUhEUgAACAAAAAHhCAYAAAD6J17EAAAAAXNSR0IArs4c6QAAIABJREFUeF7s3Qn8VdP+//FPuJEhQ8rYLWOlKxJFGaIQDagoQqUkqVQyD91MpYylkCEyNZEmlEIkhW7oj0jXnCHD70qGDP0f731/p9853+/Ze+199jnf7znn+1qPR4/rfr97r732c629z/dxPp+1VqUNGzZsMAoCCCCAAAIIIIAAAggggAACCCCAAAIIIIAAAggggAACCCCAAAIIFLRAJRIACrr/aDwCCCCAAAIIIIAAAggggAACCCCAAAIIIIAAAggggAACCCCAAAKeAAkADAQEEEAAAQQQQAABBBBAAAEEEEAAAQQQQAABBBBAAAEEEEAAAQSKQIAEgCLoRG4BAQQQQAABBBBAAAEEEEAAAQQQQAABBBBAAAEEEEAAAQQQQAABEgAYAwgggAACCCCAAAIIIIAAAggggAACCCCAAAIIIIAAAggggAACCBSBAAkARdCJ3AICCCCAAAIIIIAAAggggAACCCCAAAIIIIAAAggggAACCCCAAAIkADAGEEAAAQQQQAABBBBAAAEEEEAAAQQQQAABBBBAAAEEEEAAAQQQKAIBEgCKoBO5BQQQQAABBBBAAAEEEEAAAQQQQAABBBBAAAEEEEAAAQQQQAABBEgAYAwggAACCCCAAAIIIIAAAggggAACCCCAAAIIIIAAAggggAACCCBQBAIkABRBJ3ILCCCAAAIIIIAAAggggAACCCCAAAIIIIAAAggggAACCCCAAAIIkADAGEAAAQQQQAABBBBAAAEEEEAAAQQQQAABBBBAAAEEEEAAAQQQQKAIBEgAKIJO5BYQQAABBBBAAAEEEEAAAQQQQAABBBBAAAEEEEAAAQQQQAABBBAgAYAxgAACCCCAAAIIIIAAAggggAACCCCAAAIIIIAAAggggAACCCCAQBEIkABQBJ3ILSCAAAIIIIAAAggggAACCCCAAAIIIIAAAggggAACCCCAAAIIIEACAGMAAQQQQAABBBBAAAEEEEAAAQQQQAABBBBAAAEEEEAAAQQQQACBIhAgAaAIOpFbQAABBBBAAAEEEEAAAQQQQAABBBBAAAEEEEAAAQQQQAABBBBAgAQAxgACCCCAAAIIIIAAAggggAACCCCAAAIIIIAAAggggAACCCCAAAJFIEACQBF0IreAAAIIIIAAAggggAACCCCAAAIIIIAAAggggAACCCCAAAIIIIAACQCMAQQQQAABBBBAAAEEEEAAAQQQQAABBBBAAAEEEEAAAQQQQAABBIpAgASAIuhEbgEBBBBAAAEEEEAAAQQQQAABBBBAAAEEEEAAAQQQQAABBBBAAAESABgDCCCAAAIIIIAAAggggAACCCCAAAIIIIAAAggggAACCCCAAAIIFIEACQBF0IncAgIIIIAAAggggAACCCCAAAIIIIAAAggggAACCCCAAAIIIIAAAiQAMAYQQAABBBBAAAEEEEAAAQQQQAABBBBAAAEEEEAAAQQQQAABBBAoAgESAIqgE7kFBBBAAAEEEEAAAQQQQAABBBBAAAEEEEAAAQQQQAABBBBAAAEESABgDCCAAAIIIIAAAgggkCTwxx9/2IwZM2z8+PG2aNEi+/77773f7rDDDta0aVPr3bu3nXjiiVapUqW0bnHPpzMQyAeBzz77zG6//XZ74YUXbNmyZRub1LBhQzv22GNt8ODBVr169XxoKm1AAAEEEEAAAQQQQAABBBBAAAEEEEgSIAGA4YAAAggggAACCCCAQJLAhx9+aJ07d7alS5emdTn++OPt0UcftWrVqqX9fdzzK0pnfPzxxzZ69OiUALOCy0cffbT169fPateuXVEocnKfa9assfvvv9+mT59uixcv9q5Rp04dO+KII6xv377WoEED3yQWHTts2DC74oorfNv2yCOPWJcuXXLS9opa6YYNG+ztt9+2O++8015++WV7//33PQo9F6eddpr16NGDpIuKOji4bwQQQAABBBBAAAEEEEAAAQQiCJAAEAGLQxFAAAEEEEAAAQTM1q9fb8uXL/dmx+ufArmJAKN8atWqZfXr17dDDjnEmjdv7v3vVlttVTB0Crp16tTJ3nrrrbRtdiUAxD2/YKBiNFRj5swzz7RXXnklbS1KAnj44Ydtt912i3GVinvqDz/8YOedd55NmTIlLUK9evVs4sSJXhKAX7nuuuvsmmuu8f09CQDZH18K/iv56L333ktb+amnnmr33HOPbb/99tm/ODVmTUCfkatWrfI+HxcuXGiff/65rVy50j755JON19hmm23swAMP9N5xBx98sDVq1MgOOOAA+jZrvUBFCCCAAAIIIIAAAggggEDFFiABoGL3P3ePAAIIIIAAAgiEEtDM1BUrVnjBJwVmE8vihzlZgY5TTjnFLrzwQi/gsckmm4Q5rdyOiRvAj3t+3BvXFgRTp061G2+80UvUiFo0S1xJHLvuuqsXINbs4/3339/bAsFv24Oo19AKCkoACCqaud6uXbuoVXO8mZdYccIJJ9jatWt9PW699VYbOHCg7+9JACj7oXTbbbfZoEGDfC+sd+ncuXPt0EMPLfvGccVAgb/++sveffddu++++yJ/RiZX3KJFCzvnnHOsTZs2VrVqVdSLUEB/P40bNy5ldRbdpj53lQTStWtX77Nvs802y+ju161bZ3fddZe3ldGbb7658XMgsY1R9+7dY9WfUaM4CQEEEEAAAQQQQAABBMpcgASAMifngggggAACCCCAQGEJaLb2kCFDbMKECbEbfvbZZ9v1119vNWvWjF1XriqIG8CPe37c+9LWBW3btrUvv/wyblUp5zdp0sTat2/vLUWuQEWcZABXcFkXVgLD5ZdfntV7qCiVhUmw6NOnj91yyy22xRZbpGVx9RErAGR3NP3yyy9eQoaSrIIK7tl1j1ubkuOWLVvmfa5NmzYtbnUbz1cillbg6NChg22++eZZq5eKyl9g0qRJ3koffsW1ypDrDpQAdvjhh/sepiQDtUFjjIIAAggggAACCCCAAALFK0ACQPH2LXeGAAIIIIAAAgjEEtBM8smTJ3v7gCcvXRyrUjNvhptmpx122GFxq8rJ+XED+HHPj3tTruBC3Po1C7ljx45ecKp27doZVecKLqvSa6+91q6++uqM6q/oJ4VJANAWAZpxXqVKlbRcrj4iEJ3dUUYCQHY9y6I2zbTWShojR44MXG0jTlu0EoDqr1u3bpxqODePBFzvZxIA8qizaAoCCCCAAAIIIIAAAgUsQAJAAXceTUcAAQQQQAABBHIloGDUiBEj7J///GdOLpHPe1nHDeDHPT8uuCu4ELf+xPlaTviqq66y3r17+waR/a7lCi7rPNcS9dm6D1c9iS0VtLT3a6+9tjHQp0SIZs2a2bnnnpt3yymHGQOabT58+HCrXLlyWgJXH1X0BAC9I++99157/PHHbfHixRsN9VxoGfcLLrjAjjzyyNArZZAA4HoS8+v3X3zxhbdiw5QpU3LesHxPmss5QJFdwPV+JgGgyDqc20EAAQQQQAABBBBAoJwESAAoJ3guiwACCCCAAAII5KuAZjVq+XX9y1XRnvJaXSAfZzXGDeDHPT+uuSu4ELf+kuefddZZXrLIzjvvHLpqLXOuxIGgMn36dC+wXt7lu+++sy5duticOXPSNiVusCYX9/fcc8/ZcccdF1i1K8GCBIDgnnE9564VFtLVPmzYMG/FFb+yyy672MyZM61Ro0a5GDbUGVLg66+/NvWv3lFlVbQFy/jx461evXpldUmukyMB12d03M8UtgDIUcdRLQIIIIAAAggggAACBSZAAkCBdRjNRQABBBBAAAEEcimg2c7aF/yyyy7L5WW8uhcuXOjNoM634grsub6cj3t+XA9XcCFu/enOb926tY0ZM8Zq1aoVqvqVK1eaEgeWLFmS9vhTTjnF2wu9evXqoerL5UGFmACwZs0aL0Dptye5gokPP/yw7bPPPr50JAAEjyrXc55JAsAbb7zhba/ht+XK2WefbaNHj7aqVavmcshTd4DADz/84D1bZTHzv2QzTjrpJO+9uNNOO9FHBSzg+ox2/Y3hunUSAFxC/B4BBBBAAAEEEEAAgYohQAJAxehn7hIBBBBAAAEEEAglsGDBAuvatatvACq5Ei2BrkBt9+7dTUsUb7fddt5y13/99ZcpSLJ8+XJvxqKCkGvXri11fRIAqoXqk6gHuYILUesLe3zU4JTGx6hRo+zll182BVNVGjZsaEom6NWrl9WsWTPspXN6XCEmAAjks88+s9tvv91eeOEFW7ZsmWdUp04dU3CpZ8+eplU4ggoJAMHDKhcJABs2bPC2mdDWAvPmzdv4Hj700ENNz1ePHj3yIikmpw9cHlceNUFOz5j6TCuZaIWUKlWqeHeX+IxcsWKFPf3003b33Xfb999/H+rO9VwqQW+zzTYLdTwH5Z+A6zOaBID86zNahAACCCCAAAIIIIBAIQqQAFCIvUabEUAAAQQQQACBHAh888033n7mM2bMcNau5cW1XLUCtgr6B5VPP/3Um7WqmYvJiQAkAJRPAkBQcEH7kP/444/23nvv2fz5871ZrongvHNQmFkxBqcKNQEgTH8FHUMCQLBgLhIA4vYZ5+dWQDOrtR2I3woNiavvsMMOdvPNN9sZZ5xhm2++ubNRWrFD26joHFfRKitTp061gw8+2HUov89TARIA8rRjaBYCCCCAAAIIIIAAAkUmQAJAkXUot4MAAggggAACCGQioJmn9913nzfz2lWUJDB8+HBTkCNsUf2vvvqqDRgwwF5//XVv9vHkyZOtbt26Yasos+NcgT3X7Ly458e90WwGF5QQ8MQTT9j1118fKhFAe5RPnDjRjjzyyLi3kTfnkwCQviseeeQRLxhaUYvrOc9kC4CKalkI963EqH79+tmECRMCm6vVcO666y477LDDIt2WVhd46KGHbODAgWlXzEmu7Oqrr7YhQ4bYpptuGukaHJwfAtn8jE53R2wBkB/9TCsQQAABBBBAAAEEEChvARIAyrsHuD4CCCCAAAIIIJAHAl9++aVpf2ktOx1Uoi7zXrKur776yq688krbcsstvRmPiSWR84BgYxNcgb2KlACQQFG/XXLJJd6+8a5SbPuUkwCQvsdJAHjfOnXqZG+99VZaIBIAXG+Kwvq9VkTRljfptrNJ3Ilm5yuIf9RRR2V0c2G3GGjSpIk9/vjjtscee2R0HU4qXwESAMrXn6sjgAACCCCAAAIIIFBRBEgAqCg9zX0igAACCCCAAAIBAk8++aR16NAh0Kg8lx5WYGTVqlWmbQP0T//95ptvpgRjtE+29lnWzMtmzZrZQQcdlFGCAQkA6YfBunXrvCSAsWPHBo6TbbbZxqZNm2YtWrQo02du/fr13piYM2eOLV682N55552NS3WrTQceeKDttddedvjhh1vLli2tZs2atskmmzjbmA8JANozfMGCBd7MYgUitV+4xrvuQ3uM165d23kfUQ+IugWA2qhnZ+bMmfb88897K30k9jVXWxs3buwFUPV8hlkWPWp7y/p413siHxMA1EefffaZl+gV9B7VeGratKn3T6u1VK5cucx4tRXNU0895Y2jRYsWpR1DCoCXZfLYb7/95r37Ro0aFehw++23W//+/Z3b4gRVomSrnj172uzZswOvVagJOPos/+CDD2zu3LneO03bKSxbtmzjvWpboTp16ljz5s29f/vss0+o93ScAVrW79diSABI9KM+j/Scfvzxx97nbqKU/MzV564+fzfbbLM4XVWQ58pG22Dpmdbnhsa3Pge7detmRxxxROD41upZX3/9tb344ove3zYrVqxIcVZde++9t7cliJ6XQw45xLbaaquCdKLRCCCAAAIIIIAAAtkXIAEg+6bUiAACCCCAAAIIFJSAArt9+/a1Bx98MLDdZb3ssL74VHBAs87vv/9+577LJRuvLQq0nLICcdWrVw/dJ67AXkVcASCBFzY4JXdtE+EXOFTwYMaMGTZ+/PiUIJ/6TEHH3r1724knnhgqkKbxq7GrL9jVd2GLvii/7LLLrF27dilBiaVLl3pL20epy++aClRq/CqIVbKsXr3ahg4d6n2pn9hTXPev8aWfJ85REF3Pnl/ihYIId955Z8qX/np2XnrpJe+cJUuWpCRCKBCv+zvrrLMCgzFhEwB0LQXwtE2EEj9cRe433nijHXPMMaEDe+pjJT9oO4rkIFMm40Xtffrpp+3uu+9OGXtqtxIVlAh1/vnnlwqiKCAt60RSg+s+s/17BYq0aoraGLVoK49Zs2Z5z8jLL78c6XQlfmlrmO7du5u2+IhSwo5x1blmzRq75ZZbvDEbNMtex2YyhqK0u+Sxrs8EHa9kHG0PENUoXbv0eackgKCSLsFEQcKbbrrJtAR8sqGChBo/l19+ue25556RKIKeFwXr1Q4lIbkCu3qGp06d6vXx8uXLQ7dB7b700ks93yiJQ2HHXibv19CN9zmwkBMAtBWG2q/3cZR+FIWSifRu1edP1apVIzEqoezmm29O+TxTBRqDxx57rA0ePDj033l616iu5557LiX5RO86fWarLr1j/IoSgu6991574IEHUs7Xyh/a5korZVWqVMn0d46sBg0alPZzo169ejZlyhSrX79+qUvpuXv77be951mrfYQtSrzo2rWrl7CkJEcKAggggAACCCCAQMUWIAGgYvc/d48AAggggAACCHgzpU899VR77733fDWCvqjMBaFmTF177bVewMAVDHJdX8EPzcxUYFVfyrqKK9hTkRMAZKeZmx07dgzsFwXxH3vsMdMX6unKhx9+aJ07dzYF29MVl3HiHM2Gu/DCC702ZVL0Zbm+XG/duvXG04cNG2ZXXHFFJtWlPcdvpm5QEChxjmb+ad9xBQn8SjqrH374wQvw+80i1j7lkyZN8mYi+pUwCQAaB/fdd59dc801kQLjcr/qqqu8vgsT1HM9k1Fm2ysYrgSVe+65J+2tp7P59ddf7aKLLnKufpG1QeNTUZ8+fbwA6hZbbBHqUgoivfrqq15QSgG0OEXPshI3TjvtNGewN3GdMGNcbdSKEfL1204hXbs1hpQYo750BZ/j3LfOVbKSgnpBRQklGofZKB999JGdfvrpXrDTr2i2r3x33XVX75AwYzSTJD4F0hWwVXJBpu9qrcyiIH6m72ld95xzzrEbbrjBW+UnTAkz9jJ9v4a5ftAxhZgAoFUStFKU3ttxk+P0jtV7TElgYf4mk6Xr80grmmjlpzBFCTJakcCv6G9PPSt+JejzKPFZ9Le//c1uu+02r91Bf8Oma7cSDMaNG+dtl5Xp37/ankZ1RE20COPHMQgggAACCCCAAAKFI0ACQOH0FS1FAAEEEEAAAQRyIuD6MloXTTfLOCeNMfOWBdYMpsSs6GxcJ8rezK5goys4Hff8uPfr6k9X+13XD7tihII9mpmXrmTDSAkrmpUcFCRz3Yt+r6CmZsYmiivQEKbO5GNK1p/4nStAdfLJJ4faciFdf7q2LchGAoBmgGo5ed1fpkWrRCjw6wrgusZLrhMAXEkDmd5/1POi3KdmnyoorWSWTINI6dqn+vQvzDLTrjGuIPfEiRO9JJdMVlZQEoCCbAoOhw0kRjX/888/vWCgEoP8ilbrULJagwYNolaf9vgw4033rnds8ooQstBsY7/SqlUrb0WSHXfcMXQ7NUv6uOOO8z1eiUZjxowxtadkUXKHVgVRm7Lxea4Ar1ZHCEpcKov3a2g8nwNz/RntCnCHef8nN12f+XrPx3nXl6TQeFF9Wu3H9f7Xua7P5XxKAFByw/Tp0717c717S7Zb722dr9WJ4pRGjRp571ZtD0BBAAEEEEAAAQQQqLgCJABU3L7nzhFAAAEEEEAAAQsT3BBTNmc3BrH/5z//8ZY+VjAl2+Xoo4/2gh+77bZbYNWuYKMrgB73/Lj3nevggtrnuoaOufXWW73ZuelKXCPN3FQwVF+yxy3Js/30PGg2ezYDHX6zCYMMNU4VxNfMbVcprwQALXX+5ZdfupoX+HsFgTRLUatBBBXXeIkSGHcFV9MFx3766Sdvm5SHHnoo1v3GPTnsfSqIFGb2aabtCZu44Rrjm2yySaggWVA7ldylzwvtgZ2L4lpNQ9dMrISx7bbbZq0JWqFCAcSgogCfZvomigK/J5xwgm/QUc/bM888E3qmtAL4mnUfNBs66D2fi2Q+rcQgm5122inQxjX24rxf43ay6/PT9TeG6/rZTABQ8F8z0e+44w7XZSP/XuNRf1sqEciVwFNICQBnnHGGnX322aGSXpITAPS8aUWiMIkDLuyoSR6u+vg9AggggAACCCCAQGEKkABQmP1GqxFAAAEEEEAAgawIhAm4p5tpmJWLp6nEFeiLe10tV679ioOKqw2uL+fjnh/3HnMdXFD7tDetgl4rV670bW7QcuVxjPQlufpR+5Jno5QM0LsCDVGvmckKAFpmXSsbhJk1W14JAFEd/I4Pk5jjGi9hA+NqQyYJAK5zsmXhqifsfSowrOfDNfvUdT2/34dN3Ah6F2nmurafyUYbtYqEAtVhtpOIes+u7UpUn1YQ0Xtj0003jVq97/EvvfSSaU/xoFIy+P7tt996W388++yzvqdpdrESs1wBV1Xgqk9JQE899ZQ1bty41PWytUJLuhvRChRDhw4NnDkeNPbivl/jdnKuP6OzlQCghDiNMe0nn6uiBB55uJbvd30u58sKAPo803YJSn4JU5Lb/cUXX3jP7wsvvBDm1MBjSACITUgFCCCAAAIIIIBAUQiQAFAU3chNIIAAAggggAACmQkowKjZSosWLfKtwLWfe2ZXTn+WX7BFAacWLVrYqaeeakceeaTVqFHDKleu7FWyfv160xen2tN85MiRgUtJh5mp6Qo2kgBgFmZWbOvWrb0VF7bffvtSnR3HWNdWEoeWlk5XNFYUKNUsOgUXtLywvpDXecuXL/dmC2uWXWLJ8ZIJAK5ltKOO95KzdBPnu4JAYa9T6AkAuk9XYo5rvIQNjOtarmB+usCJ3jFaklljozxLmPtUUo6CSK6tMTRD9YILLrD999/fqlSpYkqs0TMxZ84cu/322+31118PvNUwiRvZGuMu81wGuxYvXuwtgR+UqJCLFXLCJFkNGTLE9C8RzA8zYz/MZ2DC+7XXXjNtReK30scpp5ziLclf8h3vesZUv5bx1/jr0KGD7bzzzqbVIHSe3tHaUmDChAm+3R5m1YdsjT3X571rbKb7vattca+ZrQQA1dOlS5fARLTE5622bdp33329v8v0efvVV1/ZE0884fWl3t9BRe+i0aNHB+5XXygJAFHHQ3ICwJNPPuk9D37lkEMO8Z73ww8/3BKrjeiZkbWSfvR3zcsvv+ydnst3YtR75HgEEEAAAQQQQACB8hMgAaD87LkyAggggAACCCBQ7gIrVqwwzYbTl+5+Je6X0VFusmRgWV/0a39oBbQU9A8qCn7Mnz/fW3rVL2ChYNfkyZOtbt26vlW5go0uj7jnR/FKd2yugwu65q+//urt3T527Fjf5rZs2dIee+wxq169eqlj4hi5AmNhlif/8ccfvQQCLWuswIKSFRJl6dKlXtDDFbQI009NmjTxkiC0R3jJ4uqnMPXrmHR7cGt5a92DgrnpSpjggCvgklyvgkAKAGnWeb169bykCz3LMlaChWslA79AYuIarvESJjCeqMsVnPSzmTlzpnXr1i2jverD9qXrONd9asauZkar7/yK+krPrRK/FHRNV9asWeM93xq7QcWVuBF1jOvdPXjwYG8MaTa9tvrQtgua3e9aKUDbgbRr185FGPn3M2bMMC07H1T8knwiXyzpBNeY16HpxoNrGwDN2tdY1h7hruJKhvJbTUCfw3qm/fpMCRV33nln2vei2hRmH3RtS6BgqN+qC1HHnp9Fuvery831+2y1zXUdv9+Hef9r6X9te/Lggw/6XkZ/nz3wwAOmZCC/FSWUkKR65s6dG/hO0meFkjz9iuvzKF9WAIjSJ/q7QAmJDRo0cG7Hpb8lxo8f770b/YoSL959911v1Qb9jabEpKpVq0ZpEscigAACCCCAAAIIFJkACQBF1qHcDgIIIIAAAgggEEXANVNMdbmCTlGu5zo2sQeqvtzXl8aa6R3lC8zffvvNW6521KhRvpfS0qxaRcCvuAIvJAD8V871hXxQkCGOcdDS2MlfqLvGWtjfu4LprvHgd50oQSAFbbWlgpJhdt11V/v9999NyTsKmshZAcrkAIyrzWECQK7+TdyXgkBaeUMzF9MFlMPsA+7am9w1XqK8ozJNACjZj9lsU6LuuHV+9NFH3n7aQbP/R4wYYYMGDXIuV69ZpT179rTZs2f7PiquxI2wYzxoDIXdF7vkSh5hn2/XcWHuIUrw0XW9xO9dz7DfZ7Nr2X6dF2bFAtf2QH6JBK7P4DCz99VGBaC1VcG9996blsy1MlGYfktUHPX9GrYPs/Huj3utdOeHef+7Vn8Iuw2Irq/tIPReeuutt3xvp3///qZ3k982Hq7PoyjPoOvvXte7xPWeLnmTbdq0sWuuucYaNmzofUbq3Tpr1iwvSU5/52611Vb2888/24UXXuithpOu5GKbkVyMLepEAAEEEEAAAQQQyC8BEgDyqz9oDQIIIIAAAgggUKYCri9C1ZgowbUybbzPxbR0sGYj+5VHHnnEmx3tV1xf7roCvnHPj2voCny42h/2+sOGDTPtxexXcpUAEHR/xZgA4Aqwp/N3BQ/DBIBcARddV23TDO2gvcoVwFVQQ6sDBJWS+5knH+t6pqK8o4o5AUDLsSto71c0Q14BVddqKonzXUtSu2aTu95FiTF01113WatWrXxnEWvFDiW/BC0LH2UMhH3H6bgw9xAl+Bj22q5n2O+zOcw2AFrJQjPwFXj0K66VVvy2EnjnnXe8rXoU9E1XXDP3k8957rnnvO0X/EpQMl+YfkuMv6AEprD9FeW4sG2LUmeUY13v/zAriUR53jQY7wViAAAgAElEQVQmtZqEVhXxK66EDtfnUZRn0PV3bzYTALR1jP5OUsJEUHE97yQARBnhHIsAAggggAACCCCQECABgLGAAAIIIIAAAghUYIFJkyZZ586dAwWifNGbD5SuoAEJAMd7Qa1q1arF6i5XECNXCQBBKwDohhQo0JfuWoY+G8X1xXymCRUuP7VdQQPN1tXsSb8lltPdo6vNrgBQwlGzFv1KlLZ9/vnn3pLzif2J09WpFQ60pPgWW2xR6tckAPyXJOhdHGbJ7jAzv5PxV69e7SVLvfjii77jIKhO1xiPMobuuece6927t287crFUe5jnQMdECT6GfSe5nuGg8eDaBiDM8+9KJvFL2Anqc9dKHyVttHWI3huLFi1KyxaUNOQae3Her2H70O+4MG2Le42g8139ry2UtB3HvHnzfKvRkv7HHnts6Ga6EkpUUVCdhZgAoM80rWoQlGiTAHStAKA+e/zxxwO3AAjdGRyIAAIIIIAAAgggUGEESACoMF3NjSKAAAIIIIAAAqUFwnwRXWgJAK7ZXSQAZCcBwLXSQq4SAJYuXWpt27Y1BSn8ivYR11YQ1atXj/3YuwJxuUwAyDSZwdVmVwBIaK6AS5S2aUapZv5q1Qi/EuRIAsB/1YLexa5gqWu2frp+Wb9+vZdMo9m7fiVoZqrr80XP6A033BAqWWfx4sXebHC/feUzfQ5dLwjXc6Dz8y0BIMw2AEGfg65VMvzGkmu8NGrUyCZOnGh77723i937ves9FmfsJd5x2UwWC3VTIVeVCFtXJse53v+uz1jXbP10bXJtKaFzgpKJXM9hlGfQ9TdiNlYAaN26tbfyzc477xyqi1zPjipRv2m1ihYtWqTdbifUhTgIAQQQQAABBBBAoEIJkABQobqbm0UAAQQQQAABBFIFinEFANeXuyQAZCcBwPWFfK4SAMLMTtQo1/L0PXr0MM0M1n9HmUGf/JS4glCZBh5dwdGTTjrJNOt5p512ivzacrXZFQBKBMeCVgBwPUclG+161wQFB0kA+K9mUAKA673XsmVLe+yxxyInxcSZee8a465AW/IYco2BTJ9D18Pl2upE50cJPrqul/i96xkOGg9htgEI2nPdZe23/L8ryBu1j1yzooOeB9fYi/N+DduHfse52ha3ftf5rve/q33aZuSOO+6wLbfc0nWpjb8PkwQWlNDh+nsjyjPoele63kuu5yPM1jjp4FyrbiTOadOmjWl1gebNm1uVKlVC9wEHIoAAAggggAACCFQ8ARIAKl6fc8cIIIAAAggggMBGAdcXoUFBhrJk/OOPP0zLiC9btsw0O+3NN9807Qut//WbEerXPlfg0vXlriuIEff8uK6uL+9d7Q97fdcX8vpyWm3ZddddS1UZxyjMfsIlLxjnC3NXIC5TT1c/uYIQQf3karMrAKS6Xf3reo5Kts/1rtl///1t8uTJVrdu3cjjJcoqJa7ZzWFs1EDXGI7SpsQNx6nTNZ4yCdqpXTNmzDAFS/1K0Ph3tSnKGHfZZPocut53rnvQ+VGCj67rJX4fZvsFV0LICSec4Pv5GDSL29Xnfkvvu1ahCHvvYY/TLOuHH37Ytt9++1KnuPotytgL256wx7naFraeTI9zveNc7/4hQ4aY/kVNqtNKIoMGDfJtdtB4drUpyjPo+ixyjY1cvYs++ugjb7ufJUuWhOrabCU5hroYByGAAAIIIIAAAggUpAAJAAXZbTQaAQQQQAABBBDIjoDri1BdxW+2X3Za4F+LAr0KKOgLfs2M0n9no7gCl3G/3I17ftx7dAUXshEocwVRdQ9xlnR3tfHjjz+2M8880zR+o5Q6depYv379rFu3bqH25VXdrmC6q61+7XP1kysIEXTfrja7AkCq2xVwcT1HJdvnei50vF8Qx3VulGC7a+yGsVFbs9mmhFWcOl3BtYEDB9rw4cOtcuXKUR4Z7xk7/PDDfc8JSvTJ5hh32WT6HLowXPeg86dPn27t2rVzVRXp9677VWVB74gw2wCka7drKfKgrSTCtDkSguPgsko+yWabVZdrTMUdy65nNugd5+p/td8vAcTl5LpvrdYzZswY22abbUpV5fo8KoYEAP3NO2rUKBswYICLstTvlThw6aWXWoMGDSInZkS+GCcggAACCCCAAAIIFIwACQAF01U0FAEEEEAAAQQQyL7A22+/7QX4V65c6Vt5pktHx2nt999/byNGjLCxY8dGnuHvuq4rcOkKYri+nI97vqv9rt+7vmR3td9Vv37vCjDrmKCgbDaMXnrpJevVq5cXiI1alAhw/fXXW/v27Z176bruNVNPVz+RAPB/veoaLyQAuBM2Mh1PcYKJ2RzjrjGQ6XPoenc899xzdtxxxwUe9tBDD9nZZ5/tqirS7xcvXuxdN2iFm6A908NsA5BuyXXXygNBCYFh2hwJwXEwCQDpgeI8s64EKV3R9TeUX7e53gdB/VkREgDktm7dOrvyyiu9LRYyKeecc47dcMMNtvPOO2dyOucggAACCCCAAAIIFJkACQBF1qHcDgIIIIAAAgggEEXgww8/tM6dO3vL6vuVffbZx6ZOnerNLCqLopn+F1xwgc2ePTsnl3N9eR030BT3/Lg3HedL9rDXDpM4ErRMcLaM/vWvf5n2so66EoDuU7MMr7rqKrvwwgtt88039711EgDS07ieo5Jnufpcx7MCwPvWqVMne+utt9Kix1kimwSAsG+31OPCBLUztQ1q0aRJk7zP5qDiWnlA78WgbQDSrd7gSngImv3tCjxn1gP+ZxXrFgBxk1lc/RC0AgAJAMEra2g0uj7L4vaf+uCWW27xkmCjbnGl9jVr1szuueceq1+/frYfOepDAAEEEEAAAQQQKDABEgAKrMNoLgIIIIAAAgggkE2BH374wbTsqivY7go0ZKtNX3/9tTdzXNfLVXEFLuN+uRv3/Lj3XRYJANqSQXuKB5WJEyd6wcx0JZtGmjE3btw4b0a/Vo6IWvQlu/Yl3nTTTdOeSgJAelHXc1TyLFef63gSAAovAaBRo0amZ33vvfcuNVBc76IogXPX+IkbdPN7b7iuq/P0LtSM3S233DLq6yft8WFm74dJzHNtA6AkqGnTplmLFi28dvz55582dOhQb/uPdCVo+X8d7wo8ZwUnqZKrr77a24s+3bs7m2Mv2+12tS3uWHb1Q74mAAQldFSUFQASY03vgGXLlnnje9asWZGHYJMmTbzts/SeoCCAAAIIIIAAAghUXAESACpu33PnCCCAAAIIIICAhdnvVUzplgrONl+c/U+jtMUVuHQFfFxfzsc9P8q9pDs218GFH3/80fr162cTJkzwbaorOJULIwXqH3zwQRs9erRpFYmwpVatWt4KFwcffHDaU0gASC/peo5KnuXq86Ax4zqXLQDcWwAMHDjQhg8fbpUrVw77aHjHuYKJZbUMu2sMuN7LkW466eAwSXJNmza1xx57zPQuyUb5z3/+4yUV6L3kV1q1auUF+HbccUffY8IkEiiwqiXHK1WqZK6EgaA92tWIMCvDZMNHdZx22mneDGk/c9fnYJTkk2y1OVGPq21xx7LrmY2bABC0CkSQleu+46xw4pc8lq49Lh/X2CjLd9Fff/1lixYtMpkrWSdKueiii7ztAIJWOIpSH8cigAACCCCAAAIIFJ4ACQCF12e0GAEEEEAAAQQQyKqAlgrt3bt3YJ3plgrOaiPM7Msvv/T2UZ43b15g1aeeeqqdeeaZdtBBB1mNGjVKBbRcX+66Apdxv9yNe35cV9eX7HGDC3PnzjXtAx20NG3QPtG6v1waafncl19+2UsG0My5MEvoBs0kJQEg/Yh0PUclz3I9l0FBKdd4iTID27XEdVA7ku/J1aYoSQmJeuPU6XqPZ9IetWvGjBl20kkn+b6Wgp5117vIFWiL4h33veZ3g2GT5PRePPbYY+O+vr3zX3vtNTv55JO9z0S/EjYpz1VXciKB69i7777bW6HHr7jGb676KF17sjn2stKpSZW42hbXKc67VqtA6PNw2LBhvrcd5blNruS2227zVtvxK0FJSq4VABYsWGBHHnlkqK5y+bjurzzGuZJ5lNg4efJk02fv8uXLnfdar149mzJlClsBOKU4AAEEEEAAAQQQKF4BEgCKt2+5MwQQQAABBBBAIJTA0qVLrW3btoHBBlUUNeAX6uJJB7n2HtZMvzFjxnh7Gm+yySa+1bu+3HXdR9wvd+OeH9Wt5PG5DC6E3aLBNUOwLIz0hflHH31kCjo89NBDgYkAQQkuJACkH5Gu56jkWVoxomvXrr7Du2XLlt4s6urVq5c6JpvjpVgTAFx7xmcaVHQlFgQF7VzvIlegLXkgZHMMRH3HugxUX//+/b0Z6XFn2/7xxx/est833nhjYDPDbsujFQx69OjhO3tYy/o/9dRT1rhxY+9d6Regda3qosauXr3aunTpYi+++GLatgc941H7xHV8Nsee61pRf+9qW6bPaqIdrr+BXElOCv5fccUVvreVSTJRmMSCoL8bXAkAUT6PXD6u91J5vovUKfoMU3LjyJEj7fXXXw8cfq6knahjl+MRQAABBBBAAAEECkuABIDC6i9aiwACCCCAAAIIZF3AFSBIXPDoo4/2lhzebbfdst4GVegKstxyyy2mYJOWKg4qri93XV8Ux/1yN+75cXFzFVxYt26dXXLJJTZ27NjAJoaZdVaWRlpCV4HlPn36+CYBBAW3SABI390aB1o5xPU86uzffvvNGzujRo3yHTtBs/hd4yXKCiUff/yxt4KI3hPpiis4ljjH1aZMgmRx6ly8eLEdd9xxGY1xv04JM/s9KMDkehe5Am3J7XLZxA2aBr3Uwixt79pKJOx7XeNSQfSgbUwUSFdCjYL3rqJEKAX2tRy4X1Hg9ZxzzgncdsC1/L/qdm1dsP/++3szmOvWretqduzfZ3PsxW5MiQpcbYs7ll1/A7neca5koijv28Stu8aGjgtaRcOVABA20B1mqynXe6k830XJQ+mLL76wCy64wJQM5FfCrhSS7TFOfQgggAACCCCAAAL5IUACQH70A61AAAEEEEAAAQTKVeD+++/3vvx3Fc0KGzp0qG222WauQyP/3vUFb9g9Xl1ffpMAcLwpAFGtWrXQffT99997ywK7gv+qMGg5/cQFy/oLdM2q1T7XmqHrV/zGlysBwBVM8bueKwjkCkIEdV422ux6HhXw1MoKRx11lHMcvfPOO6atO9577z3fYzXjWcGKdMU1XhQInTlzpjVq1CiwLWGSWML2p6tNmQTxXHUGJRUoYHzGGWd4+0X7Fde7r+R5WkHj9NNPtyVLlqStcptttrFnnnnGmjVrlvb32RzjLptMvJ0D938P0Ljp27evt61IUNEWNqNHj7aqVauGrTrluLArrIRNhktU7lraX9s49OvXz/sbYOXKlWnbHibAGmaW9xNPPGHt27fPyCfKSdkce1GuG+ZYV9vijmXX30Cud5xrVSjXc5/OwDUGXW1yfR4FrUSS3B5tFaCVaIISbFyfveX5Lippu2zZMuvUqZPvc5tJIlqYMcwxCCCAAAIIIIAAAoUhQAJAYfQTrUQAAQQQQAABBHIq4Ar0JF9cgTotE5zJUsfa0/iOO+7w9jhWMOXvf//7xqpdX/CGTQB46aWXAoOSriBY3C93454ft6OzGVzQzO158+Z5SR+upWbVbteX+Il7Kw8j1xL0mSYAhA0+l+xXVz+5ghBB46QsEgB0/TBJAGGXNA+a/blmzRovuK2x6Ff0XtIqA5tuumnaQ8IE/7M5hps2beqtPCGjsMX1XAQFc1xbG6gNUQPUrsSw5P3j091jNse4yyZu0NTVR08++aR16NDBdZi3dLr+bbXVVs5jkw/QGNcsfa2yE1TCvmOT63Ct8qMVULTCz7hx49JeOszy/4kTXX3erVs3u/POOyP7RMI085LctNKHX4nzfo3alqjv/rhjOW4CwLfffmta8eHZZ5/1vdUoyaBKDNHfEPobz6+4AtWuz+8wz0WY4L/a5xob5f0uKvneCPpsdLnGHcucjwACCCCAAAIIIJDfAiQA5Hf/0DoEEEAAAQQQQKBMBMIsi5rcEAWS9IVu7dq1Q7VPgX8Fk7QUsWaTq5QMuLoSAMLseawvZrXfsd/y3rouCQD+KwBoyW8FizRTe/78+TZlyhSTaZiiWYGaJaoZw65l4eN8gf7GG294y/kPGDDAC8iFSUTR+NZ41b90JWhpalcwXfVFnZGrc3IZoHK1OUywxPU8Jhzr1Kljt99+uyloVbLfw2y/oHpcS0qvXbvWW+o4KDgalIwQZQWLMDZqs2sM65ios51ddbqCOa6AfZRnVO+A7t27+87+DzPusznGXTZxg6aud9w333xj5557rs2YMcN1qPcOVEJKmM9HvZs041rvs6DPrcRF9az179/f+Y5NbmSYbQCCbirM8v+J8139FGUMOqEDDsjm2IvTjnTnutoWdyzHTQAIE7APk/yVuPcwgXfXu/K5557ztjgJKvq7QKv8lEy+0fifM2eO94yF+XumPBIAlGypVYqUCBTlb+sVK1bYaaedZsuXL09LM2TIENM/199k2R7j1IcAAggggAACCCCQHwIkAORHP9AKBBBAAAEEEECg3AW++uorbwng2bNnh2rLDjvs4M0S09Le++23n2233XYbv2TUbFTVpyC/Zk4qmKwgXnIpGdB37TurZYrvuece03VLFn3Bq6WvFSR86623Attf0RMAQnVuBgf5ffmeripXkCgoAJI8E1DHXXrppd6KD5tssolvqxXMVFDOb2wEzWT++eef7cILL7T77rvPt34FQ66//no75ZRTvOCDxr+Cek8//bS3t/bee+9d6lxXEMgVhAjqorJMAFA7FNRTcPr888/3gp4KNqxevdpbDl3bRpR89ku23bVthCuBI1GfkhE0Hk4++WTbfvvtvX54/vnnQ69goXrCJgCEWZVAdSkgdcwxx3jbpmgfbL2n9F7UKiolt+FwPReuBIAwK7lorD7wwAPejG+/oJCWx9a7NOizoEmTJvb444/bHnvs4TsUsznGXTZxg6ZhXnn6zNJnnms8J54JvQ+6dOnijSn1dWLrHK2KoWdUWyvce++9NmvWrDCX994v+gysXr16qOOTD3ItwR5UYZjl/xPnK5CplThGjRoV+L4cOXKkl8AV9N5OrkDJaboHeb366qs2fvx4360ndF42x15kbMcJrrbFHctxEwDU/DDjRe8AfS7+4x//8L1jfQ7qXeK3jYhO1LhW8pLe2X7FFehOnKfk1MGDB1u9evW81WD0LhszZoz33IR5blWP67M3F++i5M8T/Y2rLQ30vg961vUeGT58uLftkl9x/b2b7bFNfQgggAACCCCAAAL5JUACQH71B61BAAEEEEAAAQTKVSDMTK1sNbDkF5OufWd13TZt2tjFF19shx56qFWuXNkUFNAXwwoKaD/yMF/wur4Qjfvlbtzz4/q6ggtx6093fpTgv86PY5RuZvoRRxzhzc5VUHPnnXf2Am2afa4gm4JrN910U+DMv6AAdJh9rYNM/cabq59cQYiga5Z1AkCcMaVAzcSJE61BgwaB1YSZARqnHYlzwyYAhFmVwK89fttGuJ4LVwJA2JVcEgkb2gt733339d6lel6UtKWZuAqYuWbKhpmJns0x7rKJGzQNM3aUUKLgtpawL+uiYKuC3npeMimubQD86oyy/H+iDq3SooS9oH3WE5/nem/r3pITJDQWlSyj8ag9zrUUvZJREqsH6VzX53g2x14m3kHnuNoWdyxnIwEgMSNdq9sEFQWr9TdZ586dbffdd/c+exWYVt/rPrXlU3K/laxL7yKt7HLSSScFXifO+zZq/7k+e3PxLkpXZyLJVkv8K8l266239m5F76GVK1d6Kw8pIdKv6F2hVZzq168flYDjEUAAAQQQQAABBIpEgASAIulIbgMBBBBAAAEEEMiGgAJImtXZu3fvUMH0ONcsuQKA9uju27evPfjgg3GqdZ7rChzE/XI37vnOG3Ac4AouxK2/5PmZ7Hkdxyjs0vRh71MzoqdOnWoHH3yw7yla9tsVoPA7WUuBX3755aV+7eonVxAi6P4KKQFA/XnZZZdtnB3td1/aRkSzO+fNmxe2a32PU8BRs03T7XEdNgFAlWtLE83kz6SU3AJFdbieC1cCgOr4+uuvvZmjer/mqqgftLpD1apVAy+RzTHusokbNA1rVRa+JdsSZbl1v/vIdBuAKMv/J66tALCCk3quc1Vcn+PZHHvZvgdX2+KO5WwkAOiew2wDEtdGfz9oyfvE6hhB9bm2OInSlvbt23vL5iuQXrK4Pntz8S5y1Rnl3hLHXnTRRXbDDTeE2iYpk/o5BwEEEEAAAQQQQCD/BUgAyP8+ooUIIIAAAggggECZCujLe82m1xKkYWbUZ9q4dAGwuXPnejMH4163YcOG3uxBBQ1LFlfgwPVFrOvL+bjnZ+qZOM8VXIhbf+J8LbeuZe/1RXrYZZwT58YxSt4CIBv3oiV09UV5UADi448/tjPPPDPUHt0l2+QXTHD1kysIEXTvuU4AuOuuu7xEnaBlncP0jZIqtDTzTjvtFOZw57LeYSrRuB03bpxptZNrrrmm1ClREgDCznRO165cJQDoWrkM3Gkfbs2A18xwV8nmGI/zznC1M+rvv/jiC29Z81wmWSS/Z7UEv7Y5ibuPd5hl3UtaRFn+P/lcJUr069fPm4Gci+L6HM/m2Mt2+11tc/2N4WpPthIAdJ1crgql5BIlioTd0uKbb77xVvpRQl6coi19dO0ePXqk3RbI9dmbi3dRmC1lotxz3BVDolyLYxFAAAEEEEAAAQTyV4AEgPztG1qGAAIIIIAAAgiUm4BmC86ZM8cGDBjgXAo6k0a2bNnSW7pUS2Enl2zMHNQXxN26dTMtS59uz3dX4CDul7txz8/EM/mcSZMmecvx5qqE3Z826PpxjObPn+/tGRw3SUTtC7t1gZ4H7XXcq1evyKy33nqrl0xTsriCQK4gRFBDcp0AoOD1Flts4dzbOaiNmQQotEqIlmAfO3Zs5H7QCQruK3nhsMMOM7+VJKIkAOh9NWTIENMqD1FLLhMA1Bbtk37++eenfQdGbWvi+NatW3vbA2hGepiSzTEe550Rpq1Rj9Gy5sOGDbObb7456qmhj9d7TvXvueeeoc8JOjDqNgBxlxBXUFPJVVriPdvF9TmezbGX7ba72pZPCQD67Js2bZq30olrS4coTvo7Tcl3+nsiSombkJBYsejzzz+3Tp065U0CQDZXwMrGiiFR+oRjEUAAAQQQQAABBPJXgASA/O0bWoYAAggggAACCJS7wGeffWYjRozwVgTIRsBVN9SmTRsv+HbggQemvT99EaqAWtSgmvaSVTBOQd1PP/3U98tdV+AgbqAp7vlxO33p0qXWtm3btKsfZFq3bFu0aOGZnnjiic6lv13XiWOk8aHAgfYWznRM6n4USFZwqkqVKq7mer/Xda+88krvulFKya0uEue6gkD5ngDQrFkzb/lkbduhlTuiFJ07atQoO+igg6Kc5h2baVBR752RI0da3bp1vXqykQCgejKZ6ey3r7rruQizBUAyqN7fV111VeA+0WE6QM+LZnNrSXf9d9iSzTHusokbNA17T8nHaa/6559/3hRUfP311zOpIu05WqVCq1N06NAhq8t3R90GQIl0Wu1hq622yvje9N5U0o3eZ5m+r0teXMlDSioIWoUim2Mv45v3OdGVpBd3LGdzBYDELbz55pt29dVX26xZs2JxKOCvsdCzZ8+MxnamCQklrxv0PnF99ubqXbR48WLr379/rHdJnM/WWB3LyQgggAACCCCAAAJ5KUACQF52C41CAAEEEEAAAQTyR0BfuH700UdeIODJJ5/MaBaYZiRpqfguXbqYlud3LRkfNbCi4J72kVXdWiZZQQfNnBw/fvzG9ipwpS9HFfgL2u9ds3oVXFAAQUsmJ4IWOr9x48beF9fapsBvyfi458fteV1fe9orgUJ73EYp+pJcM6C33HJLL0Fjv/3280xr164dOlAe5npxjTQ+FJBQMF6zE8MGltSHmlWr2YwNGjSIvKT2L7/8YloSW1sfaAawqwQtca9Atsboc889Z8uWLdtYlZ6Vww8/3AYPHuybJOO6rp7Zp59+2mvrokWLUtp66KGH2umnn+4tpRyU/PCvf/3Le1a04kLCV23TLPB//vOfG5dt1rOmJfXDmGh89e7d20u8iDrzM/meo/SD2qwVGLR6Q/L9Ktiid4aCZYn7U+BV7yiNjyhBT40FJUppZYIwY1FJEzq+pH8iWPrEE0+Y2pcosmratKlnpwScKEvB61nRrFmtRBE1eKfraqlsBaX22GOPSNdV27M5xl3vDCVH6DNm0003dT0eWf+92qYVHfQcyDjMGEjXCH2OKYGtefPmWX3fJl9LY1Wfi3rvKGkh3XtM7wiNN60AVLNmzax4aRuV22+/3ftsDfPuLHnR5CQ0Jbi5ns9sjr2sACRVovvXWFFyWLrnvHv37tauXbvAbWmC2pSoX58B+pxMjMfEeyTT+n/77TdvfOtz9+WXX47Eovew3sG6dsmVnyJV9L8HR0lI0Ge+EmqSk071rtU7UX/nKaCvkvgbUYmkegb8iutd5PobMeh+f/zxR69NSpqJ8vfb/vvv7634cvbZZzufjUy8OQcBBBBAAAEEEECgMAVIACjMfqPVCCCAAAIIIIBAuQisX7/eVq1a5QUVFfDQfyd/waxGKYimL3sVSNYXrgok7L777hl9ma0vWhUcffbZZ71AXXLAQl/QaiuBk08+OVRSQbmAcdGcC2hZa41HBTm1J7u2fUgEmBIJDUr40B7aGovbb7997DZpL2LN/NU2GbpeIoCvAILGvAL42itdM1XDrjAQu1HlXIG2HZDHzJkzPY9EUEXvAyWRKGin57VGjRpZa6mCJbqmAl3J/aBrapl/Bcs1m7Zq1apZu2Vd3EAAACAASURBVKZfRUq60LLSCpBpRYT33ntvo4Heh/Xr1/eCSq1atfI8/BKIctVQtU+rFSipSe9u9ZFWcEhe1lvtUltlp2QpjWVXoDVX7S3UepWc8u6779qSJUu8zyuNiZLOifdEtWrVPGsllunzMhvvpnx3098QCmzqna1/SgxIDoKn+xsiF0lo+e6Uz+1TUpFWF9HfZPqnd13y567arnedEgf1mat/ClBXrlw5q7elduhZUxJg8t+HiWRNfeYr+K9ERlfSaVYbloXK9LfvBx984CXg6TnR52lyoqCeCX3OyVarM+27775l/pmShdukCgQQQAABBBBAAIEcC5AAkGNgqkcAAQQQQAABBBBAAAEEEEAAAQQQQAABBBBAAAEEEEAAAQQQQKAsBEgAKAtlroEAAggggAACCCCAAAIIIIAAAggggAACCCCAAAIIIIAAAggggECOBUgAyDEw1SOAAAIIIIAAAggggAACCCCAAAIIIIAAAggggAACCCCAAAIIIFAWAiQAlIUy10AAAQQQQAABBBBAAAEEEEAAAQQQQAABBBBAAAEEEEAAAQQQQCDHAiQA5BiY6hFAAAEEEEAAAQQQQAABBBBAAAEEEEAAAQQQQAABBBBAAAEEECgLARIAykKZayCAAAIIIIAAAggggAACCCCAAAIIIIAAAggggAACCCCAAAIIIJBjARIAcgxM9QgggAACCCCAAAIIIIAAAggggAACCCCAAAIIIIAAAggggAACCJSFAAkAZaHMNRBAAAEEEEAAAQQQQAABBBBAAAEEEEAAAQQQQAABBBBAAAEEEMixAAkAOQamegQQQAABBBBAAAEEEEAAAQQQQAABBBBAAAEEEEAAAQQQQAABBMpCgASAslDmGggggAACCCCAAAIIIIAAAggggAACCCCAAAIIIIAAAggggAACCORYgASAHANTPQIIIIAAAggggAACCCCAAAIIIIAAAggggAACCCCAAAIIIIAAAmUhQAJAWShzDQQQQAABBBBAAAEEEEAAAQQQQAABBBBAAAEEEEAAAQQQQAABBHIsQAJAjoGpHgEEEEAAAQQQQAABBBBAAAEEEEAAAQQQQAABBBBAAAEEEEAAgbIQIAGgLJS5BgIIIIAAAggggAACCCCAAAIIIIAAAggggAACCCCAAAIIIIBAxgJ//fGn/XvJ/4t8/t7NDoh8TiGfQAJAIfcebUcAAQQQQAABBBBAAAEEEEAAAQQQQAABBBBAAAEEEEAAAQQqgIASAC6t3TrSnba5+lw76rwOkc4p9INJACj0HqT9CCCAAAIIIIAAAggggAACCCCAAAIIIIAAAggggAACCCCAQJELkAAQroNJAAjnxFEIIIAAAggggAACCCCAAAIIIIAAAggggAACCCCAAAIIIIAAAuUkQAJAOHgSAMI5cRQCCCCAAAIIIIAAAggggAACCCCAAAIIIIAAAggggAACCCCAQDkJkAAQDp4EgHBOHIUAAggggAACCCCAAAIIIIAAAggggAACCCCAAAIIIIAAAgggUE4CJACEgycBIJwTRyGAAAIIIIAAAggggAACCCCAAAIIIIAAAggggAACCCCAAAIIlJMACQDh4EkACOfEUQgggAACCCCAAAIIIIAAAggggAACCCCAAAIIIIAAAggggAAC5SSgBIAnLh/tXf27j1fbqlff9v57p33+brUO3i9tq2rsXdOOOq9DObW4fC5LAkD5uHNVBBBAAAEEEEAAAQQQQAABBBBAAAEEEEAAAQQQQAABBBBAAIEMBO7qMNj+veT/eWeeefcVdkCbIzOopThPIQGgOPuVu0IAAQQQQAABBBBAAAEEEEAAAQQQQAABBBBAAAEEEEAAAQSKUuDi3Vt596XZ/72njLCtd9yuKO8zk5siASATNc5BAAEEEEAAAQQQQAABBBBAAAEEEEAAAQQQQAABBBBAAAEEEChzgTenL7BHLxjmXfews1pb+2H9yrwN+XxBEgDyuXdoGwIIIIAAAggggAACCCCAAAIIIIAAAggggAACCCCAAAIIIIDARoF7Ol1mH77ypvf/u4y53A486Sh0kgRIAGA4IIAAAggggAACCCCAAAIIIIAAAggggAACCCCAAAIIIIAAAggUhEBi+f/qe+3uLf9ftcYOBdHusmokCQBlJc11EEAAAQQQQAABBBBAAAEEEEAAAQQQQAABBBBAAAEEEEAAAQQyFlg+e6FNOO967/wmXU6wjjddmHFdxXoiCQDF2rPcFwIIIIAAAggggAACCCCAAAIIIIAAAggggAACCCCAAAIIIFBEAvd2udI+WLDUu6MzRl9qDU85uojuLju3QgJAdhypBQEEEEAAAQQQQAABBBBAAAEEEEAAAQQQQAABBBBAAAEEEEAghwKJ5f933GNX6z15hG27y445vFphVk0CQGH2G61GAAEEEEAAAQQQQAABBBBAAAEEEEAAAQQQQAABBBBAAAEEKozAO3NetQd7DPXut/HprezUkQMqzL1HuVESAKJocSwCCCCAAAIIIIAAAggggAACCCCAAAIIIIAAAggggAACCCCAQJkLPND1Gntv/mvedTvfcbE16tCizNtQCBckAaAQeok2IoAAAggggAACCCCAAAIIIIAAAggggAACCCCAAAIIIIAAAhVYILH8f7W/72K9p9xk2+1WowJr+N86CQAMCwQQQAABBBBAAAEEEEAAAQQQQAABBBBAAAEEEEAAAQQQQACBvBXQzH+tAKBySKfj7LRbBuVtW8u7YSQAlHcPcH0EEEAAAQQQQAABBBBAAAEEEEAAAQQQQAABBBBAAAEEEEAAAV+BB3sMtXfmvOr9vtNtF9nBpx6Llo8ACQAMDQQQQAABBBBAAAEEEEAAAQQQQAABBBBAAAEEEEAAAQQQQACBvBVILP+//e47ecv/71Bz57xta3k3jASA8u4Bro8AAggggAACCCCAAAIIIIAAAggggAACCCCAAAIIIIAAAgggkFbggwVL7d4uV3q/a9SxpXW+fTBSAQIkADA8EEAAAQQQQAABBBBAAAEEEEAAAQQQQAABBBBAAAEEEEAAAQTyUuDh8663t2cv9Np22s0D7ZDOx+dlO/OlUSQA5EtP0A4EEEAAAQQQQAABBBBAAAEEEEAAAQQQQAABBBBAAAEEEEAAgRSBxPL/2+1a3XpPGWHVau2CUIAACQAMDwQQQAABBBBAAAEEEEAAAQQQQAABBBBAAAEEEEAAAQQQQACBvBP48JW37J5Ol3rtOqj9MXb6qEvyro351iASAPKtR2gPAggggAACCCCAAAIIIIAAAggggAACCCCAAAIIIIAAAggggIA9esFwe3P6i55ExxEDrMkZrVBxCJAAwBBBAAEEEEAAAQQQQAABBBBAAAEEEEAAAQQQQAABBBBAAAEEEMg7gcTy/1V32sF6Txlp1ffcLe/amG8NIgEg33qE9iCAAAIIIIAAAggggAACCCCAAAIIIIAAAggggAACCCCAAAIVXOCjJf/PxnYY7Ck0PLm5nXHnZRVcJNztkwAQzomjEEAAAQQQQAABBBBAAAEEEEAAAQQQQAABBBBAAAEEEEAAAQTKSODxC0fav56Y712tw/D+duiZJ5bRlQv7MiQAFHb/0XoEEEAAAQQQQAABBBBAAAEEEEAAAQQQQAABBBBAAAEEEECg6AQuqXmCbdiwwbbcvqpdMO0Wq7F3zaK7x1zcEAkAuVClTgQQQAABBBBAAAEEEEAAAQQQQAABBBBAAAEEEEAAAQQQQACBjAQ+Wfqe3XnSQO/cA9odZWeOvTyjeiriSSQAVMRe554RQAABBBBAAAEEEEAAAQQQQAABBBBAAAEEEEAAAQQQQACBPBWYfNGt9vqkuV7r2t/Y1w47u02etjT/mkUCQP71CS1CAAEEEEAAAQQQQAABBBBAAAEEEEAAAQQQQAABBBBAAAEEKqzAZXu0sT9//8M237qK9Ztxu+20b60KaxH1xkkAiCrG8QgggAACCCCAAAIIIIAAAggggAACCCCAAAIIIIAAAggggAACORH47K0PbFTr/l7dDVofYWfdc2VOrlOslZIAUKw9y30hgAACCCCAAAIIIIAAAggggAACCCCAAAIIIIAAAggggAACBSYw9dI7bMmjz3itPvm6Ptase7sCu4PybS4JAOXrz9URQAABBBBAAAEEEEAAAQQQQAABBBBAAAEEEEAAAQQQQAABBP5X4Iq9T7Lff/3NNqv8N+v/9Cjbpe4e2EQQIAEgAhaHIoAAAggggAACCCCAAAIIIIAAAggggAACCCCAAAIIIIAAAgjkRmD1O6vstuMv8Crf/4Rmdva9V+fmQkVcKwkARdy53BoCCCCAAAIIIIAAAggggAACCCCAAAIIIIAAAggggAACCCBQKALTrrzTFj00y2vuSUN72+E9Ti6UpudNO0kAyJuuoCEIIIAAAggggAACCCCAAAIIIIAAAggggAACCCCAAAIIIIBAxRW4qm57++2nn80qVbKBz46xXevvWXExMrxzEgAyhOO0zAX+/PNPmzNnjk2aNMneeOMN++KLL2z9+vVWvXp1q1Wrlh177LHWvn17q1+/fuiLrFu3ziZPnmwzZsyw5cuX29dff20bNmywnXbayerWrWtt27a1Tp062fbbbx+6znQH9u/f30aPHp3yqwMOOMDefPPNyPV+9tlnNmvWLHvmmWfso48+8tr83Xff2apVq6x27dqR6+MEBBBAAAEEEEAAAQQQQAABBBBAAAEEEEAAAQQQQAABBApV4Kv3P7FbWpznNb/+8YdZt/uHFOqtlGu7SQAoV/6Kd/GlS5dar1697F//+lfgzVeqVMm6du1qN998s1WrVi3w2OnTp1vfvn3t888/Dzxuxx139OpTvZkUBez//ve/lzo1agLAv//9b7viiiu8hAUlKZQsSgYgASCTHuIcBBBAAAEEEEAAAQQQQAABBBBAAAEEEEAAAQQQQACBQhWYPuRuW3j/U17z2w7pZUee275Qb6Vc200CQLnyV6yLP//883biiSfab7/9FvrGDzzwQHvhhRdsu+22S3vOlClTrHPnzvbXX3+FrvOuu+6y3r17hz4+caBWJZg2bVqp86IkAIwdO9YGDhzorXjgV0gAiNw1nIAAAggggAACCCCAAAIIIIAAAggggAACCCCAAAIIIFDgAkP+car9/D9rvbsY8Mydttv+exf4HZVP80kAKB/3CndVzXpXoPynn34qde9alr9q1aq2evVq+/3330v9vkOHDjZ16tRSP//000+tTp069uuvv5b6nZb+33TTTb06Sxb9XEv2/+Mf/wjdD1qmX8kL6UrYBIBLLrnERo4cGXjNKlWq2IoVK9KuNBC6sRyIAAIIIIAAAggggAACCCCAAAIIIIAAAggggAACCCCAQAEJrFn1uY04qqfX4v2ObWLdxw8toNbnV1NJAMiv/ija1vTo0cMeeOCBlPvbZZdd7P7777dWrVqZlvz/8ccf7YYbbrARI0aUcli1apXtueeeKT+/6qqrvOOTS40aNbxkgSOOOML78RtvvGEdO3a0Tz75JOU4rQCglQDCFCUY1K9f35TEkK6ESQDQtfr06VPq9N122837+XHHHWf77befbbnllmGaxDEIIIAAAggggAACCCCAAAIIIIAAAggggAACCCCAAAIIFI3ArOvutQX3POHdT5urz7WjzutQNPdW1jdCAkBZi1fQ61WvXt2+/fbblLtfuHChNWvWrJRIy5Ytbf78+Sk/V6LAOeeck/Kz5s2b24IFC1J+Nn78eOvWrVvKz2bPnm1t2rRJ+Zlm/y9fvjxUb1xzzTV23XXX+R7rSgDQdRo3blxqpYLBgwd7CQyVK1cO1Q4OQgABBBBAAAEEEEAAAQQQQAABBBBAAAEEEEAAAQQQQKAYBYYe2Nl++vZ/vFvrP3uU1Txg32K8zTK5JxIAyoS5Yl/kf/7nf0zL/CcXzXz//PPP08LcfPPNdvHFF6f87tprr7Wrr7465Wf16tXzlstPLh9++KHttddeKT/TDH4trZ9clJDwzTffODtm5cqVtv/++9tvv/3me6wrAaBdu3Y2c+bMlPOHDx9ul156qfP6HIAAAggggAACCCCAAAIIIIAAAggggAACCCCAAAIIIIBAMQt898mXNrxZd+8W6x7T2HpMuLaYbzfn90YCQM6JuUBUAQXHL7/88pTTbrvtNhswYEDKzw4++GBbunRpys8++OAD22effVJ+9vPPP9tWW22V8rPatWvbRx995Gza8ccfb3Pnzt14nFYDUDJCcglKAHjnnXe8BIINGzZsPOXoo4+2559/3nltDkAAAQQQQAABBBBAAAEEEEAAAQQQQAABBBBAAAEEEECg2AWeHvaAvTBmsnebra/sYc3PP7XYbzmn90cCQE55qTwTgSOPPNJefvnllFOXLVtmBx54YMrP+vbta2PGjEn52dixY+38889P+dm0adOsffv2KT/r1KmTTZw4MbB5kydPNh2XKA0bNrSnnnrKatWqlXJeUAKAZvmPGDEi5Xhtb7D55pvbuHHj7KWXXrKvvvrKttxyS9t7772tY8eOXvu33nrrTOg4BwEEEEAAAQQQQAABBBBAAAEEEEAAAQQQQAABBBBAAIGCEriuURf78evvvDb3m3m7/b1h3YJqf741lgSAfOuRCtyedevW2ZVXXml33HFHikLbtm1txowZpWTeffddU/D9jz/+2Pg7bTUwadIkO/bYY72fvf76617wP3m7gUqVKtnChQutadOmvtpr1641bTHwxRdfbDxGSQlaOaBmzZop5wUlABxyyCH2xhtvbDxeWxGcdtpp9tBDD/leWwkGSlpQwgEFAQQQQAABBBBAAAEEEEAAAQQQQAABBBBAAAEEEEAAgWIV+OGLb+zGJmd7t1en+cHW85Hri/VWy+y+SAAoM2ouVFJAS/q/+eab3o8VcH/vvffsl19+STlMy+drufwdd9wxLeADDzxgPXv2TFliXwfWqFHDNttsM1u9enWp82666Sa75JJLAjtk0KBBpm0HEuX000+3xx57zEskCJsA8NNPP9l2221nf/75Z+TOr1atmpc4oIQDCgIIIIAAAggggAACCCCAAAIIIIAAAggggAACCCCAAALFKPDsiIds/qjHvVs74bLudkzf/1uduxjvtyzuiQSAslDmGmkFNBM/qPTo0cNuvfVWq1q1auBxU6ZMsd69e9v3338feNzf/vY3u/POO61Xr16Bxy1fvtwOOuigjSsLaHn+999/33bfffdICQAffPCB1alTx/da2267rZcgoKSCdEkCJ554os2ePZvRgwACCCCAAAIIIIAAAggggAACCCCAAAIIIIAAAggggEBRCmj2v1YBUOn71K1W6+D9ivI+y/KmSAAoS22ulSLgSgDo06ePXXvttabZ8EFFM/O1CkDJ1QNKnqPr3Xfffda9e3fzu/aGDRvsiCOOsFdeeWXj6dddd51dddVV3v+PsgLAokWLrFmzZqWavscee9i4ceOsZcuW3u+++uor071q2f+SRasi1K3LPic8OggggAACCCCAAAIIIIAAAggggAACCCCAAAIIIIAAAsUl8OPX39l1jbp4N7XvkQfZuY/dWFw3WE53QwJAOcFzWbPmzZvbggULAil22mknmzt3rjVo0CDtcVrKf+TIkZE4zz//fBs7dmzac7SlgFYeSBQtwa8g/BZbbOH9KEoCwNNPP22tW7cudZ1PP/201DYCf/zxh9WvX9+0akBySU4+iHSTHIwAAggggAACCCCAAAIIIIAAAggggAACCCCAAAIIIIBAHgs8d+sjNvfWR7wWtrqkq7Xof3oet7ZwmkYCQOH0VVG3dO3ataal90ePHm0TJ05MuddddtnFVqxYUWorgEceecTOOuuslGNr1qxpt912mze7fpNNNrEXX3zRBg4caKtWrUo5bsSIEXbxxRen/ExbCGjJ/m+//Xbjz5944glr3779xv8fJQFg1qxZ1rZt21L9plUG0hWtTnDuueem/KpNmzY2c+bMou57bg4BBBBAAAEEEEAAAQQQQAABBBBAAAEEEEAAAQQQQKDiCQxv1t2+++RL78b7PHmL7dG4fsVDyMEdkwCQA1SqjCegJfoffPDBlEpuvPFGu/zyyzf+7K+//rJatWp5M/ITZfPNN7e3337b9t1335RzP/vsM292vZIMEmWbbbax1atX29Zbb73xZ7169bJ777134/8/5phjbP78+Sl1RUkAmDNnjrVq1Srl/EMOOcRee+21tEBvvfWWHXjggSm/0/9ftmxZPFDORgABBBBAAAEEEEAAAQQQQAABBBBAAAEEEEAAAQQQQCCPBH767j829IBOXov2PvxAO2/i8DxqXWE3hQSAwu6/omy9gvgHHHBAyr01bdrUXnnllY0/W7JkiR166KEpxwTNlu/atatNmDAh5fgZM2ZsnKGv+g477DBLnp2v7Qe22267lHOUALBu3bpS7lo5QKVdu3am1QVUXn/9dWvcuHHKsR06dLCpU6em7bc1a9ZYjRo1Un63zz77lNoWoCg7nZtCAAEEEEAAAQQQQAABBBBAAAEEEEAAAQQQQAABBBCoMALzR020Z0f8d0Lw8YPPspYDulSYe8/1jZIAkGth6o8s8NNPP5lm6CeX3Xff3TSTP1G0TcDpp6fuA9KvXz8bNWpU2usNHTrU/vnPf6b8TlsFDBgwwPvZtddea0OGDInc1pIndOnSxbQ1gcpXX31l2r4guSjJYNGiRWmvk24FgCZNmtjixYtjt4sKEEAAAQQQQAABBBBAAAEEEEAAAQQQQAABBBBAAAEEEMgXgRFH9bQ1q/670vf5U0fanofuny9NK/h2kABQ8F2Y/zfw0EMPWbdu3VIa2qdPHxszZkzaxn/yySdWu3btlN9phv2KFSs2/uzRRx+1M888M+WYTp06mRID0pW+ffuWut4dd9xh/fv39w5XW3RM3JKcAKC6NIP/ww8/3FjtFltsYd98802pBAcdcN9999m5556b0oSzzjqr1MoFcdvI+QgggAACCCCAAAIIIIAAAggggAACCCCAAAIIIIAAAgiUl8Av//nJrqnf0bv8Xoc1sN5T/ru6NiU7AiQAZMeRWgIEFixYYM2bN085QjPjFdCvWrVqqTM1U18z9pNLyeX9NYu+WbNmKceorlWrVtmOO+6Y8vOff/7ZlECg5fuTS/IWAJMnTzYlEMQtJRMALr300o1bAiTqvummm+ySSy5JudTvv/9u9evXt5UrV6b8/OGHHy6V6BC3jZyPAAIIIIAAAggggAACCCCAAAIIIIAAAggggAACCCCAQHkJvDh2is2+8X7v8scOOtOOG5Q66be82lUs1yUBoFh6Mo/v448//rDddtvNm/meXBo3bmxjx461Ro0aeT/W0v933XWXXX755fbnn3+mHDthwgTTbPhEWb9+ve2666723XffpRynJfMfeOAB22+//byfazWB3r1727PPPptynGbia4n+bbfdNpKckghq1qyZcs4BBxxgb775Ztp6Vq9ebXvssYepvYnyt7/9zUaPHm3nnHOO6b/VDrVx+vTpKXXsvPPO9u9//9uqVKkSqY0cjAACCCCAAAIIIIAAAggggAACCCCAAAIIIIAAAggggEC+Ctx8zHn29QefeM07b/JNtnfTA/K1qQXZroJPAJgyZYoXPP3+++8jdYD2mH/88cetdevWzvM2bNjgBZKfeuope+GFF0x7tev/qzRs2NAUAO7YsaMdccQRaWe0B11AQfGZM2favHnzbNmyZfb+++97h2vGuupu27attWzZ0mrUqOFsZ/IBCrovWbLEZs+ebQsXLvQC1GvXrvWWnj/wwAPtqKOOsnbt2nnX2GyzzSLVncnBd955p/Xr1y/tqZqxv9VWW9mXX36ZEihPHKz2vv7666XaOXLkyFIz6RPnKHiu+/riiy9M/VeyXHTRRXbzzTdHvpWoCQC6gK5z8cUXl7rWlltuadWqVTMlCZRMeNDB48ePL7V1QuQGcwICCCCAAAIIIIAAAggggAACCCCAAAIIIIAAAggggAACeSLw27pf7Ko6p3itqX3IftbniZut0iab5EnriqMZBZ0A8Msvv9jAgQPtnnvuyag3brzxRm+2eVBRYsGIESO8meoKoAcVBe2vv/56a9++vW3iGKhq+9133+0d70pe2GGHHezaa6+1nj172uabb+68VwX7r776aps1a5bzWC2tr0B63bp1ncfGPUDtv//+/y7nEbb8/e9/t+eff9722muvUqcosN+tWzfT6gBRyoknnuglc2j2fdSSSQKA2tm9e3d76KGHQl9OyRKjRo0KfTwHIoAAAggggAACCCCAAAIIIIAAAggggAACCCCAAAIIIJDvAi+Ne9JmXjvOa2bLC8+w4y8+O9+bXHDtIwEgIAHg66+/tvPOO6/U0uxBvawZ9kos0KoEfjPr161b581cV1JBlHLFFVeY/mm2vF9ZsGCBde3adeMKBWHq1woGWnr/sMMOC3N4rGPGjBnjJSf88MMPznpOPfVULwiu2fx+RTPnb7rpJs9crkFFAf8BAwbY0KFDM15WP5MEALVJSQDDhw/3Ej5+/vln32aqb5XsMWjQIKcPByCAAAIIIIAAAggggAACCCCAAAIIIIAAAggggAACCCBQSAK3HdfHVr/7b6/JvSYOs30Ob1hIzS+ItlbYBAAF6qdNm2YtWrRI21EKJmt1gXvvvTdyR6ruqVOn2nHHHVfqXC3Nr0CwguCZlHHjxnkrAVSqVKnU6e+9956dfvrp3hYFUcvRRx9tDz/8sO22225RT418/I8//miTJk2yp59+2tv2QNsgKJCvlQ60isLhhx9uZ511lvffYYu2D5C56vzggw9MyRt//fWXt3XCnnvuaa1atTIlFOyxxx5hq0x7XKYJAInKdP6DDz7otXPVqlVeIsT222/vrXBwwgkn2LnnnhuY8BCr8ZyMAAIIYc8b7wAAIABJREFUIIAAAggggAACCCCAAAIIIIAAAggggAACCCCAQDkJ/PHbert8r3be1WsesK9dMP1W27QMtiovp9stt8sWXQKAZuzfdtttGc/wTvTEo48+ameeeWZKxyiwf80111iPHj28oK2SBJREcNVVV5Waca9gs7Ym0HHJ5aWXXrLOnTt7+90nl8GDB3uz03fddVf7/fffvWXvL7vsslLB/GbNmtkjjzxitWvXTjnfbzsEze5XwsExxxzjLXmv/eZvv/12b1/6kkU/79+/f9rkgnIboVwYAQQQQAABBBBAAAEEEEAAAQQQQAABBBBAAAEEEEAAAQQKXmDhA9Nt+jV3effRol9na3Vpt4K/p3y8ARIA0vSKgvNnn322zZs3L+W3CqRfdNFFKUv7a2n3++67z3r16pVybLoVBpQw0LdvX28GeHLp06ePjRgxotTS/nPnzrWOHTva2rVrU47X9ZSEkFzmz59vp5xySsqxtWrV8vadP+qoo1KO1Qx87TE/YcKElJ+3bNnS+9kuu+ySj2OVNiGAAAIIIIAAAggggAACCCCAAAIIIIAAAggggAACCCCAQIEK3HFiP/v87ZVe68999Abb96hGBXon+d1sEgDS9M9zzz1Xavn+Jk2a2OOPP552CXnNqu/SpYu9+OKLKbVdd911duWVV26cUf/22297Af2VK/87sFUUbH/qqaescePGpVqiwP8FF1zgLc2fXEqucqDl87WlwLBhw1KO02x+JRZsvvnmpepOd49KWnjmmWdMqwxQEEAAAQQQQAABBBBAAAEEEEAAAQQQQAABBBBAAAEEEEAAgWwI/PXnn3ZprdZeVbvst6f1n3mHbbb537JRNXWUECABoASIZvTfcMMNXkA9uQRtLbB+/XpvuX5tPZBcFOzXbP1tt93W+3G6bQW0N70C/DvuuGPawak6Bw0alPK7pk2b2mOPPWaa4a/y7bff2llnnWXPPvtsynHaKkCJCenKJ598YmeccYYtWrQo5de33nqrDRw4sMI8KEqe0PYJSpLQFgkUBBBAAAEEEEAAAQQQQAABBBBAAAEEEEAAAQQQQAABBBDIrsCrE2bZk1fc6VV69AWn2YmXn5PdC1DbRgESAEoMhv/85z/Ws2dPmzp1aspvXIFxV6DeL0lAwXZtLVC5cuW0w3LGjBl20kknpfxOqwbMnDnTGjX677IYS5cutbZt25q2LkiUkseUrNzvPl3tKbZnRwkA2hJh6623JgGg2DqX+0EAAQQQQAABBBBAAAEEEEAAAQQQQAABBBBAAAEEEMgLgdHtBtin/1rhtaXHw9db3aMPzot2FWMjSAAo0at+M+ODZtOrikmTJlnnzp1Tattnn328RIIGDRqYX8D92muvLbXaQHIlixcv9rYj0HYAyWXu3Ll27LHHej9KlyRwwAEHeG2qU6dO2nH766+/2kUXXWRjx45N+b1WEhgzZoxpO4CKUEgAqAi9zD0igAACCCCAAAIIIIAAAggggAACCCCAAAIIIIAAAgiUp8DFu7fyLl9j75o24Jk77W9VSm9hXp7tK6ZrkwBQojdXrFhhp512mi1fvjzlNwsXLrRmzZr59v0rr7xihx9+eKnfJ85bs2aNt+T+vHnzUo5xJRa8//771qlTJ3vrrbd8z5swYYJ17do15ffHH3+8t+VAtWrVfNt83XXX2TXXXBP5vGJ6AEgAKKbe5F4QQAABBBBAAAEEEEAAAQQQQAABBBBAAAEEEEAAAQTyTWDJY8/a1Etu95rV/PyO1vrKnvnWxKJqT9ElAGjpe5Xk5fBr1apl9evXt6OOOspbKl+z4jfZZJO0HekK5Pv1vuu8MIH8dHWHOS/TQH6m5xXTE0ACQDH1JveCAAIIIIAAAggggAACCCCAAAIIIIAAAggggAACCCCQbwJjT7nIPnr9Ha9Z5zx0rdVr0TjfmlhU7Sm6BIAwvdOmTRsbOnSoNWzY0CpVqpRyiiuQ71f/0qVLveSC5MQDHZuY4R8mkJ+ubr8tCZK3Dsg0kH/bbbfZoEGDUi7r2jogjG8hHUMCQCH1Fm1FAAEEEEAAAQQQQAABBBBAAAEEEEAAAQQQQAABBBAoNIHE8v/Vau1iA+eOtc23qlJot1BQ7a2QCQDqIa0KcNddd1mrVq1SkgAyTQBwBfhdv/cbNd9995116dLF5syZk3JINhIAtEXAmWeemVIvCQAF9fzSWAQQQAABBBBAAAEEEEAAAQQQQAABBBBAAAEEEEAAAQTyVuCNyc/ZpEG3eO07slcHa3vNuXnb1mJpWEEnAGj2tmbyawZ8JkXB7scff9zq1au38XQSAA6wSZMmedskVITCCgAVoZe5RwQQQAABBBBAAAEEEEAAAQQQQAABBBBAAAEEEEAAgfIQuPvUS2zVq297l+4+/p+237GHlkczKtQ1CzoBQD21fv16W7t2rddpW265pVWp8n9LRvz000/27rvv2pgxY2zChAlpO/bqq6+2IUOG2Kabbur9PtMEgBUrVthpp51my5cvT7nO9OnTrV27dpbpCgBr1qyxM844w+bNm5dS76233moDBw70fpbpFgAy6dq1a0q9TZs2tccee8xbIaEiFBIAKkIvc48IIIAAAggggAACCCCAAAIIIIAAAggggAACCCCAAALlIZBY/n/bXXa0wc/fY1tss1V5NKNCXbPgEwDC9NYff/xh48ePt169epU6vHnz5qal8HfddVfvd5kmALjOyzQBIMx5mSYAZHpeGPNCOYYEgELpKdqJAAIIIIAAAggggAACCCCAAAIIIIAAAggggAACCCBQSAL/evJ5e7z/CK/JR/Q8xdr987xCan7BtrVCJACod3744Qfr0aOHTZs2LaWz9tlnH5s6dao1aNDA+/nixYvtuOOO27iqQOLghQsXWrNmzXw7Ol0CwC677GIzZ860Ro0a2YcffmidO3e2pUuXptTxyCOPWJcuXXzr9UsASKwsoBOHDRtmV1xxRUodxx9/vJfYUK1aNd+60yUAdOzY0e677z7bdtttC3ZQR2k4CQBRtDgWAQQQQACB/8/eXYBJWXUBHD90dwrSIA2iNCICokiHSEg3CEgI0iUNUgJKdyMipTQo3YIKiMTS3Z3fc+5+u847O7s72zOz//s8Puo7973xe4fdYe655yKAAAIIIIAAAggggAACCCCAAAIIIIAAAgg4JzClbg85+fshU7nRtL6Sp3xx526kVogEIk0AwOvXr2XAgAHmH/tiu7jvzI57R+IrV66UqlWrWl7Shf9FixZJ1qxZ5ebNm2ahf926dZY6AwcOFD2GwL+iAQOVK1eWy5cv+1ZJkCCBrF+/XooW9T4jQxf669evb2kif/78snjxYsmePbvDpvXohO7du8uYMWMsr7dt21a+/fZbiR07dojeWO5yMwEA7vKkGCcCCCCAAAIIIIAAAggggAACCCCAAAIIIIAAAggggIA7Cfik/4+fPLF02zpV4iRO4E7Dd9uxRpoAAH1Cjna863XbAIDr169LvXr1ZOPGjZaHOnr0aOnUqZO/D3ry5MnSunVry+sVK1aUuXPnSpIkSeTRo0fy5Zdfmt31tkXbHDZsmMSMGdNh2xs2bDAZCWyLbWCBXv/tt9+kVKlSljq22QccNXz//n354osvzPhsy5AhQ6RHjx5u+4YO6sAJAAiqGPURQAABBBBAAAEEEEAAAQQQQAABBBBAAAEEEEAAAQQQCFjg8MptMr/tUFPpvaZVperANpCFk0CkCQDQhV7daa/p8m2L/U55/xbqA9oZ799uel1I16CDaNGiiX8ZCGyDBBw9c92h37lzZ8tLDRo0kIkTJ4pmAtBy/Phx+eyzz+To0aOWepp9oHbt2g7fSl5eXibQYefOnZbXNbNAuXLlwuntF/HdEAAQ8c+AESCAAAIIIIAAAggggAACCCCAAAIIIIAAAggggAACCHiWwLQGveXElv1mUg2n9Ja8Fd7zrAm68GwiTQCAptBv2LChn539js68d7ToXrx4cVmwYIFkyJDBz+M8c+aM1K1bV/bs2WN57eeff5YqVar4XnN0TEBAO/Vv374tzZo1k59++snSrn02grt370rz5s1l2bJllnoBZRdYvny51KxZ01I/oDm68Hs4REMjACBEfNyMAAIIIIAAAggggAACCCCAAAIIIIAAAggggAACCCCAgB8Bn/T/cRLGl6+3z5B4SROiFE4CbhsAoLvu+/XrJ3HjxjU75OPFi+cv2dOnT0UXzXv27Omnjp53rwvlUaJE8X1t7969Uq1aNdGgAdsyZcoUs9BuW1d39o8fP146duxoqfvhhx/KnDlzRBf4fYp/gQI6rgEDBkj06NEtbWgAge7213T9PiVnzpyydOlSyZ07t+81HYMGLXTp0sVyv9bVLAD58uWzXNfAglatWpl2bItmSFBTzVgQWQoBAJHlSTNPBBBAAAEEEEAAAQQQQAABBBBAAAEEEEAAAQQQQACB8BA4una7zGk5yHRVvHFlqT7oi/Dolj7+L+C2AQC6iK2L42vWrDG78nWnvO7CT58+vcSMGdNM78GDB3L48GGZNGmSLFy40M9DL1GihMybN08yZsxoee3hw4fSrl07mTVrluW69jNo0CCpXr26CTjQMUyfPl0GDhxoWaTXm8aOHSsdOnSwBAvoYrMu9OuxALZFU/n37dvXzCFJkiSi/euu/969e4um6rctusg/ePBgiRUrluX6X3/9JbVq1ZJjx45Zrn/00UdmzAUKFJCoUaPKqVOnzCK/vYfOTTMIFCxYMFL94SAAIFI9biaLAAIIIIAAAggggAACCCCAAAIIIIAAAggggAACCCAQxgIzG/eTvzd6Z05v8EMvyVepZBj3SPO2Am4bAOBf2ntnH68ueM+ePVtKlSrl8JYdO3bI559/7mcB3pn2NUBg8uTJkiJFCj/VT548aQIX7I8LcKbdIkWKyNy5cyVbtmx+qutCtmY56NatmzNN+akzYsQIk0nBk3f/b5++ws+8X716LU+ePpFYMWM6nPt7zaoFy5ObEEAAAQQQQAABBBBAAAEEEEAAAQQQQAABBBBAAAEEEIiMAj7p/2PEiSU9d82W+MkTR0aGCJuz2wYA6IK37oTX3exBLdmzZzc79D/++GPLDn3bdjStvu6Sb926tZ/d/QH1pzvuJ0yY4HCR3ue+bdu2SaNGjYIUXJA/f375/vvvpVixYv52r5kDNABAMx4EpegRBPpPQMcoBKU9V607p8U3cvSXHU4PL32BHNJ+1Vin61MRAQQQQAABBBBAAAEEEEAAAQQQQAABBBBAAAEEEEAAgcgs8Nf63TKraX9DUKxBRakxtH1k5oiQubttAIBqPX36VFavXi3Dhw+Xffv2BQqoqfZ14V3T6Nun/Xd0swYBrF+/Xrp27SpHjx4NsH1tu3HjxtKnTx+HO//tbz548KBZrN+0aVOg4/7ss89k6NChkjlz5kDrPn782AQ3jBo1Sm7duhVgfc2CoEcS1KlTx8+RAoF25IYVCABww4fGkBFAAAEEEEAAAQQQQAABBBBAAAEEEEAAAQQQQAABBNxGYHbzgfLnrzvNeD+f1EPeruI4G7vbTMgNB+rWAQA+3i9evDAp9desWSPbt2+Xw4cP++7aL1q0qOTIkcPs9i9TpoykTJkyyI9JF9V///13kxHgjz/+kEOHDpk2kiZNKoUKFTLt6iK9LqhHiRLF6fZ9xr1kyRLZu3ev7N6929yrwQRvv/22OZ6gdu3akitXLokaNarT7WrFa9euyYoVK4yJjtnLy8vcr9kPChQoIFWrVpUKFSpIwoQJg9SuO1cmAMCdnx5jRwABBBBAAAEEEEAAAQQQQAABBBBAAAEEEEAAAQQQcHWBrzNUkFcvX0nUaNGk1765kjBlUlcfsseNzyMCADzuqTChMBEgACBMWGkUAQQQQAABBBBAAAEEEEAAAQQQQAABBBBAAAEEEEAAATm+eZ9Mb9jHSBT9vILUHN4BlQgQIAAgAtDpMmIECACIGHd6RQABBBBAAAEEEEAAAQQQQAABBBBAAAEEEEAAAQQQ8HyBua0Hy5HVv5uJ1vvuaylQvbTnT9oFZ0gAgAs+FIYUNgIEAISNK60igAACCCCAAAIIIIAAAggggAACCCCAAAIIIIAAAggg0CNLZXnx9LmB6L1/niRKnRyUCBAgACAC0OkyYgQIAIgYd3pFAAEEEEAAAQQQQAABBBBAAAEEEEAAAQQQQAABBBDwbIF/fjsoU+v1NJMsXOdjqTWqk2dP2IVnRwCACz8chha6AgQAhK4nrSGAAAIIIIAAAggggAACCCCAAAIIIIAAAggggAACCCCgAgvaDZNDK7YajDrjusq7NcsCE0ECBABEEDzdhr8AAQDhb06PCCCAAAIIIIAAAggggAACCCCAAAIIIIAAAggggAACni/Q661q8uzREzPRXnvmSOK0KT1/0i46QwIAXPTBMKzQFyAAIPRNaREBBBBAAAEEEEAAAQQQQAABBBBAAAEEEEAAAQQQQCByC5za+Yf88NnXBuGdmmWl7riukRskgmdPAEAEPwC6Dz8BAgDCz5qeEEAAAQQQQAABBBBAAAEEEEAAAQQQQAABBBBAAAEEIofAoi9HyoEfN5nJ1h7TRQrWKhc5Ju6isyQAwEUfDMMKfQECAELflBYRQAABBBBAAAEEEEAAAQQQQAABBBBAAAEEEEAAAQQit0DfXDXl8b2HBqHHrtmSNF2qyA0SwbMnACCCHwDdh5/A8yfPAuxs84TFsnHsfFMnU6Hc0mLhUIkRO2b4DZCeEEAAAQQQQAABBBBAAAEEEEAAAQQQQAABBBBAAAEEEHAjgTN7/5RJNb4yI85f+X2p/31PNxq9Zw6VAADPfK7MKhgCzx49kdHl2shNr8vm7hpD2kmxhpWC0RK3IIAAAggggAACCCCAAAIIIIAAAggggAACCCCAAAIIIOD5Aku6jJZ9i9ebiX72bScpVPtjz5+0i8+QAAAXf0AML3wFds5aJT/1nmg6TZ0jo7T9cZTESRQ/fAdBbwgggAACCCCAAAIIIIAAAggggAACCCCAAAIIIIAAAgi4gUD/fJ/Jw1v3zEi775gpyTK84Qaj9uwhEgDg2c+X2QVDYHylDnL+8D/mzvLdGknZDnWD0Qq3IIAAAggggAACCCCAAAIIIIAAAggggAACCCCAAAIIIOC5Al4Hj8mEKp3MBPOULy6NpvX13Mm60cwIAHCjh8VQw0fg8M9bZf4Xw0xniVInkzY/jiJaKXzo6QUBBBBAAAEEEEAAAQQQQAABBBBAAAEEEEAAAQQQQMBNBJZ9PU72zP/FjPbTER2lSL3ybjJyzx4mAQCe/XyZXTAFptXvLSe27jd3l2pVUyr1aRHMlrgNAQQQQAABBBBAAAEEEEAAAQQQQAABBBBAAAEEEEAAAc8TGPhOXbl/7baZ2Ne/T5fkmdJ63iTdcEYEALjhQ2PIYS9wYtsBmfZ5L9NRjNixpM2PIyVd/rfCvmN6CFWB3bt3y7x582Tx4sXyyy+/SMGCBZ1u//z587Jo0SJZuXKlnD17Vq5duyYJEyaUFClSmHYqVqwoVatWldixYzvdppeXl8ycOVPWrFlj2rx//76kTJlS8uXLJ7Vq1ZJ69epJjBgxnG7v9u3bMmvWLNPen3/+Kbdu3ZI4ceJIqlSp5K233jLjq1mzpiRNmtTpNqmIAAIIIIAAAggggAACCCCAAAIIIIAAAggggAACCAQmcOHISRlXob2plqNMIWk255vAbuH1cBIgACCcoOnG/QQWtBsuh1ZsMQMvVPsj+ezbzu43iUg44pMnT5pF//nz58upU6d8Bfbt2+dUAMCzZ89kyJAhMmzYMHn69GmAghkzZpQxY8ZItWrVAqz3+vVr0+agQYPkyZMn/tbNlSuXzJ07V955551An5wGNbRq1Uru3r0bYN1kyZLJ2LFjpX79+oG2SQUEEEAAAQQQQAABBBBAAAEEEEAAAQQQQAABBBBAwBmBn3pNkJ2zV5uqNYd1kKL1KzhzG3XCQYAAgHBApgv3FDj/xz8yvmIH38G3WDBE3no/8IVZ95yte49ad+frbn1d+NeFfkfFmQCA58+fm8X8tWvXOg0SJUoUmT59ujRp0sTfexo3biyzZ892qk3NMvDrr79KsWLF/K3fs2dPGTp0qFPt+VTSMTZt2jRI91AZAQQQQAABBBBAAAEEEEAAAQQQQAABBBBAAAEEEHAkMKhQfbl7+YZ5qevWqZIyazqgXESAAAAXeRAMwzUFVvSeJDtmrTSDy/1xMWk8vZ9rDjSSjmrTpk3y7bffyoYNG+TFixcBKjgTAPDFF1/IpEmT/LQTLVo0efPNN+XBgwdy8+ZNh6/v379f3n77bT+vaYaAzp39Zo/QVP2amv/SpUuiGQJsS9q0aeXo0aOSJEkSP+1poEPdunUdjiFNmjTmWIE7d+74eT1mzJii2RHSp08fSd8tTBsBBBBAAAEEEEAAAQQQQAABBBBAAAEEEEAAAQRCQ+DS36dlzEdtTVPZShaQlguDtmkxNMZAG/4LEADAuwOBAARuel2WMR+3lacPHptan0/qIW9XKYWZiwgEZWd9YAEAZ8+elSxZssirV68ss2vWrJnZbZ8iRQpzfdeuXSad/unTpy31GjZs6GeXvwYL6DEBGjhgW7766isZMGCAxI0b1xxT0KhRI9mxY4elTvv27WX8+PGWa7q4r+3dunXLcr1evXoyevRoSZUqlQkmWL58uclIoPVtS69evcwxBBQEEEAAAQQQQAABBBBAAAEEEEAAAQQQQAABBBBAILgCP/f9XrbP+NncXmNIOynWsFJwm+K+MBAgACAMUGnSswTWj5orG8bON5PKXDSvtFk20rMm6MazcRQAoGfea7HfqR9YAMCECRNEF91tS7ly5WT9+vV+hLZv3y4lS5a0XE+XLp2cO3fOcm348OHSvXt3y7Xy5cvLL7/8Yrl29+5dyZEjh1y5csX3evz48eXChQuSKFEi32szZswQDUiwLUWKFDFBCXoUgW3R4IEvv/zScq1EiRKiY6cggAACCCCAAAIIIIAAAggggAACCCCAAAIIIIAAAsEVGFqskdw6f9Xc/tXmyZLqrQzBbYr7wkCAAIAwQKVJzxJ48fSZjCjVXG5fuGYmRiST6zxfnwAATZlfrVo1qVGjhpQqVUoqVqwo69atsww0sACAjh07yrhx4yz3TJ06VZo3b+5wwrpA//DhQ9/X9JgA+2MIypQpI1u2bLHcr8cVfPjhh37a1N35Q4YMsVxftmyZ1KxZ0/eaZhmYO3eupY7+v2YksC8XL140xxbYFk3/7+Xl5ToPkJEggAACCCCAAAIIIIAAAggggAACCCCAAAIIIICAWwlc/cdLRpVpZcacuUheafMjG2dd7QESAOBqT4TxuKTA79NXyMp+P5ixpc6RUdqvHCsx48Z2ybFGpkGtXr1akidPLroL3nYHvO6yD2oAQFDcNM2+pu9/8uSJ7226U//OnTuWZlKmTCnXr1+3XHv8+LHEju33vfPrr7/KJ598YqmrO/jHjh3re02DG3777TdLncOHD0v+/Pn9DP/Zs2cSK1Ysy3UNlNCsAhQEEEAAAQQQQAABBBBAAAEEEEAAAQQQQAABBBBAIDgCqwZOkd+mLDe3VhvUVko0rhKcZrgnDAUIAAhDXJr2LIGx5b+Qi3+eMpMq/3VjKdu+jmdN0INmE9YBAJs2bfKzi79q1aqyYsUKi6JmBXj16pXvNT2e4MaNGw6ljx49Kvny5bO8VqVKFfn5Z+8zdIJa/vrrL8mTJ4/lttKlS8vmzZuD2hT1EUAAAQQQQAABBBBAAAEEEEAAAQQQQAABBBBAAAEjMLxkU7lx5pL57y4bfzAbZymuJUAAgGs9D0bjwgIHftwki770TmOSKHVyafvTt5I0XSoXHnHkHVpYBgDs2rVLateuLefPn/cF1oX+nTt3SuHChS3oceLEsWQJiB49uvl/rW9f/v33X8mWLZvl8nvvvSe///57sB5kly5dZPTo0ZZ7R44cKV999VWw2uMmBBBAAAEEEEAAAQQQQAABBBBAAAEEEEAAAQQQiNwC109fkBHvex+dnP6dHCZjNsX1BAgAcL1nwohcWGBKnR5ycvshM8JSrWpKpT4tXHi0kXdooRUAoOn1O3bsaCBfvHhh0ud7eXlZYPXogUmTJknr1q39gGfJkkVOnz5tua4783PlyuWn7okTJyRHjhyW6++++67s378/yA/y5MmTkjdvXnn69KnvvfHjx5czZ86YIxPsy+3bt2Xp0qUyb948SZw4saxcuTLIfdrfsHv3btPe4sWL5ZdffpGCBQs63ebDhw9lyZIlZhyaGeHq1auixy6kSpXKGFWuXNkEYSRJksTpNjVgY+rUqbJhwwbzTHTO8eLFE31GmhmhWbNmfvydbpyKCCCAAAIIIIAAAggggAACCCCAAAIIIIAAAghEAoG1Q6bLlklLzUyrDmgt7zWrFglm7X5TJADA/Z4ZI45AgWOb9sqMRn3NCGLEiSVtfxwlb+az7tqOwOHR9f8FQisAYPr06dK8uXckm6OSMWNG+f7770X7c1Tq1KljFsBtS9u2bWXixIl+qjvasV+oUCHZu3dvkJ6rLvqXKFFCDhw4YLlvyJAh0qNHD99rWm/16tVmkX7t2rXy7Nkz81rFihXN9eAUDTzQ9ubPny+nTnkfl6Fl3759TgcA6JEH7dq1M8EWARUNZBg1apQ0atQo0KHq3AcOHGgJiLC/SbMyaHYErRs1atRA26QCAggggAACCCCAAAIIIIAAAggggAACCCCAAAKRTWBk6RZy7aR3huRO6ydJmlyZIxuBW8yXAAC3eEwM0pUE5rUeIn+s/s0MqVDtj+Szbzu70vAYi4hZkF+3bp3FIiiL0D43Dhs2zLJobo/79ttvS79+/aRaNccRbrqr/rPPPrPcpscAzJ07VzQ4wKc4qqev6c70zZs3B+mZNmhAhHvFAAAgAElEQVTQwCzC2xYNJNAjCrRvzQKg89LAhLt37/ppO6gBANeuXZNFixaZPtXYUXHWXh3U5dWrV07PWQMwHGVf8GlAMziMGzfO6fYaNmwos2fPdro+FRFAAAEEEEAAAQQQQAABBBBAAAEEEEAAAQQQiAwCN89dlmHFm5ipps2TVTr+OiEyTNst50gAgFs+NgYdkQJeB47JhKqdfIfQYsEQeev9dyJySPRtJxBaAQBbt241i/CBlTZt2phd/XocgG3RYwPy5Mkjmt7fvuTOnVsyZ84sZ8+eNWnuHRUNLPjpp58C6973dd3hr4v7tiVlypTmGIF06dKZIIBatWrJpUuX/G3T2QCATZs2ybfffmtS6us8AyrOBACcO3dOsmfPLk+ePPHTlKb+1x36jsat1/WoBnW2L2vWrJFKlSr5uR47dmxznMDFixcdjl0DADQQgIIAAggggAACCCCAAAIIIIAAAggggAACCCCAAALeAr+OmCWbxi8y/12lXysp2aI6NC4qQACAiz4YhuXaAj/2+E52z11jBpmnfHFpNM37WACKawiEVgCA7Wx0kfvy5cvmPHvd9X/lyhXLZEeOHGlSyNuX3bt3myACRwvbgWl16tRJRo8eHVg18/rQoUOlZ8+elroJEyaULVu2yDvvvGMCDerWrSs6noCKswEAjRs3dnqnvDMBAL1795bBgwdbhqbBC8uWLZOSJUua6xrI8Omnn4qXl5elnmYA0EwA9kXnfejQIctlPV5AgyTixYsnjx8/ll69esmYMWMsdfRoBz3OQDMmUBBAAAEEEEAAAQQQQAABBBBAAAEEEEAAAQQQQEBk9Iet5fLxs4ai4y8TJG3erLC4qAABAC76YBiWawvcOn9FRpVuKc+feJ+bXn9SD8lfpZRrDzoSjS4sAgBs+XRHf/78+S1nyuti+9WrV0V3l9sX3S2vi+/Xr193+BQSJUpkUt9PnjzZ8rqzO9EnTZokX3zxheXeOHHimGMQdPFcU+rXrl1bli9f7pteX7MVZM2a1Sx025aQBAAkS5bMNHXz5k1Lm84EAHzwwQeybds2y30zZ84UDTSwLY529evuf/ssChosoEcf2JbChQubAAj7TA0fffSRyWRgWzZu3Chly5aNRH9qmCoCCCCAAAIIIIAAAggggAACCCCAAAIIIIAAAo4F7ly6LoMLNzAvps6eQbpssq5n4OZaAgQAuNbzYDRuJPDL8Fmy+TvvVCeZi+aVNstGutHoPXuoYR0AoHo1atTwk55//fr1Uq5cOYe4t2/flgkTJsjKlSvl1KlTZve57jSvWrWqdO7c2aTTHzFihOVe3bWfIUOGAB/W3LlzpVGjRvL69WvferpzXfv55JNPzLUbN25I6tSpzcL3+++/b8ZevXp10bT7xYoVs7Qf1ACAtGnTih5VoG2WKlVK9H4NPLAtzgQA5MyZU44fP265799//5UsWbJYrmkmBQ1usC0pUqSQa9euWa5pRoZu3bpZrmmghB7XYF8WLVpkAjRsS5cuXWTUqFGe/QeF2SGAAAIIIIAAAggggAACCCCAAAIIIIAAAggg4ITA+m/nyoYx803NSn1aSKlWNZ24iyoRJUAAQETJ06/bC7x6+VKGFGkod69473auMbS9FGtQ0e3n5QkTCI8AAE33r4v2tmXatGnSrFmzIBM+ffrUBAPYHiugu9X37NkTYFs//fST1KpVS16+fOlbTxf5NXNAgwbekXhaNPhgxYoVUqVKFfHZpa/XdTd8cAMAVq9eLcmTJ5ciRYpYdtQH175gwYJy4MABy3z/+ecfyZYtm+Xao0ePTPp+26J2Z86csVzTjAqLFy+2XFNPdbUvem/mzJktlzUrgH0gQ5AfLDcggAACCCCAAAIIIIAAAggggAACCCCAAAIIIOABAmPLt5OLf/5rZtJhzXhJl/8tD5iV506BAADPfbbMLBwEtk3+UVZ/M9X09EaOjPLl2gkSLSbnhocDfYBdBGcROlOmTKI77m2L7irX3eWOSpMmTWTWrFmWlxYuXGhS+Qe16G7z0aNHW24LLP2/pqyvVKmSPHvmfQyFT9EsAl27dnVqCCEJAPCvg+DYa1vt2rWTiRMnWpp1tGNfgx4024Bt0eMNdBe/bXnvvfdkx44dlmsXLlwQzVhgX54/fy4xY8a0XHZ0PIJTqFRCAAEEEEAAAQQQQAABBBBAAAEEEEAAAQQQQMCDBO5dvSXfvFvPzCh5prTy9e/TPWh2njkVAgA887kyq3AUGP1ha7l83HvhuPzXjaVs+6AvAIfjcCNFV8FZhC5durRs3brV4uPfYvqtW7fMznT9t23Rc+ffffddp4118b5Hjx5+Fv81Hb6eaR8tWjSHbenCtu5Q193wtqVTp05+2gpoMK4UAPD3339L/vz55cWLF75DTpIkidnF73Osgh4loIv/upDvUzTjwfbt26V48eKWqebNm1f+/PNPy7WbN29K0qRJHZJoAIAGAviUlClTytWrV51+llREAAEEEEAAAQQQQAABBBBAAAEEEEAAAQQQQMATBTaOWyDrRs4xU6vYq5l80KaWJ07To+ZEAIBHPU4mExEC+xavlyVdvHdvJ3ojubRfNU4SpU4WEUOhz/8LBCcAYNy4cdKxY0eLYfTo0WXo0KHSunVriR8/vnnt4MGD0qpVK9HFftuiKeRPnToV4DPQVP937tyRY8eOmWCDqVOnyqVLlyz3xIoVS3bt2iUFChRw2NahQ4dEgxXu3r1reV3PsJ8/f74lHX9gbwhNua+p921LxYoVRdP7B7cEx96nrxkzZkjz5s3l9evXlu51MV6fhb2VVho+fLh069bNz3AdZXTQoxASJ07scGqxY8cWfT4+RZ/3/fv3g8vAfQgggAACCCCAAAIIIIAAAggggAACCCCAAAIIeITA+EpfyvnDJ8xc2q8aK+kL5PCIeXnyJAgA8OSny9zCTeD7T7vJ6d1HTH+lWtWUSn1ahFvfdORXIDiL0LrYqzvQ7c+S19Z1d3iaNGnMgrDuIndUli5dKp9++qm/j2PFihVSvXr1AB+XLnLPnTvX32MEzp07Zxbsr1+/7qcdDUCIESNGoG8H3SmvC+1aDh8+7CfQICIDAHRM6qgBF/bZFewnpnOdMGGCtGzZ0uGcM2bMKF5eXpbXghIAEC9ePHnw4EGgnlRAAAEEEEAAAQQQQAABBBBAAAEEEEAAAQQQQMBTBR7evCv989c200vyZirpuXu2p07Vo+ZFAIBHPU4mE1ECf63bJbOaDTDdx4gTS9qtGCNpcmeOqOFE+n6DEwCgaLq7/uOPP3a4wB4Qas+ePWXw4MEBugcWAJAsWTKZM2eOVKhQwd92fv31V/nkk09C9HzLli0rGzduNG24YgDAggULTBaAx48fBzhPTf0/bdo0adKkicOsBwQAhOhtws0IIIAAAggggAACCCCAAAIIIIAAAggggAACCMiWiYtl7dCZRqJ8t0ZStkNdVNxAgAAAN3hIDNE9BGa3+Eb+/GWHGWyhOh/LZ6M6ucfAPXCUwQ0AUIrTp09L27ZtZd26dYHKpEqVSsaMGSOafj+w4l8AQJw4caR+/foyZMgQSZ48eYDNeHoAgKbyHzlyZGCUltfbtGkjkyZN8nMPAQBBYqQyAggggAACCCCAAAIIIIAAAggggAACCCCAAAJ+BCZU6yxe+/8219v9PEYyvJsTJTcQIADADR4SQ3QPgbP7/5aJ1Tr7DrblwqGSraTjc9zdY0buO8qQBAD4zHrfvn0yf/582blzp5w6dUru3bsnmhY+derUJg2/psqvUaOGxIoVyykoDQCoXbu2OYNez7R/5513pESJElKrVi1JkiSJU214cgDAvHnzpEGDBhaHdOnSmQCLDz/8UKJGjSpbt26VTp06medhW0aMGCFdu3a1XNMjEeyPcwjKEQAJEiQwz5yCAAIIIIAAAggggAACCCCAAAIIIIAAAggggEBkFHh894H0ze199HHCVEmlz4EFkZHBLedMAIBbPjYG7aoCS7uOlb0LfzXDy1O+uDSa1tdVh8q4EJCDBw/Ku+++a5HQwIbVq1cHWyc4wRevXr2SDBkyyIULF3z71cCKI0eOyFtvvWUZy/nz5yV37txy//593+u6WH/p0iWJHz++7zWt8/ff3lGJPuXmzZuSNGlSh3OLESOGvHjxwve1NGnSyMWLF4PtwI0IIIAAAggggAACCCCAAAIIIIAAAggggAACCLizwLbJy2T1N9PMFMp1+lw+6mLdxOfOc/P0sRMA4OlPmPmFq8CdS9dlWPHG8vLFS9Nv/e97SP7KpcJ1DHSGgLMCe/bskaJFi1qqR0QAgKNxVKpUSVatWuVwKo0aNZI5c+ZYXlu5cqVUrlzZ91qxYsVk9+7dljoaPPDmm2/6afPZs2d+MjnkzJnTTwCBs67UQwABBBBAAAEEEEAAAQQQQAABBBBAAAEEEEDA3QW+r9lVTu85aqbRdvm3kqlwbnefUqQZPwEAkeZRM9HwElgzeLps/X6p6S5z0bzSZlnQzjQPr3HSDwK6QK4L5bYlIgIAFi1aJHXr1rWMo3379jJ+/HiHD2nAgAHSv39/y2t6VEDHjh19r9WvX98c4WBbdL5FihTx06YeKZA1a1bL9Y8//lj0yAUKAggggAACCCCAAAIIIIAAAggggAACCCCAAAKRTeDZw8fSK3t1M+24SRLKgKNLIhuBW8+XAAC3fnwM3lUFBrxdRx7cuGOGV2NoeynWoKKrDpVxhbKAppF/8OCBSUcfPXr0UG49dJtzlQAAXajXBXvbUrt2bdHAAEelXbt2MnHiRMtL48aNkw4dOvheGzFihHz99deWOvZBAj4vLly4UOrVq2ep26dPHxk4cGDogtMaAggggAACCCCAAAIIIIAAAggggAACCCCAAAJuIPD7tBWysv8PZqSlv/hMKvRo6gajZog+AgQA8F5AIAwEtkxcImuHzjAtv5Ezk3ReP0kkSpQw6IkmXU1AAwD0fHo9l54AAO+ns2/fPilYsKC/j2rnzp1SokQJy+sJEyYU3ZmfPHlyy/VHjx5J9uzZ5cKFC5br9kcA/Pnnn5I3b15LnRw5csiRI0ckRowYlusfffSRbNiwwXJty5Yt8sEHH7ja24vxIIAAAggggAACCCCAAAIIIIAAAggggAACCCAQ5gKTa3eXf3ccNv1opmvNeE1xHwECANznWTFSNxMYWbqFXDt53oz6k68bS5n2ddxsBgw3OAIEAJSXdevWWegCCwB49uyZpEmTRm7evGm5T9P1z5gxQ3LlymWue3l5SevWrf2k5o8dO7ZcuXJFEiVKZLm/cOHCJvjAtjRs2FAmTJhgAjSePn0qepzA0KFDLXWyZcsmJ06ckCgE7QTnjwD3IIAAAggggAACCCCAAAIIIIAAAggggAACCLixwIunz6VHlspmBrHix5FBx39y49lEzqETABA5nzuzDgeBPfN/kWVfjzM9JXojuXT8dYLET5Y4HHqmi4gUIAAg6AEA+rxGjhwp3bp1c/joUqdObbIpXLx4UV6/fu2nTpcuXWTUqFF+rm/cuFF0d7/9PdpW2rRp5fr166IZBeyLHj2gRxBQEEAAAQQQQAABBBBAAAEEEEAAAQQQQAABBBCIbAI7Zq2SFb29j+F9v2UNqdy3ZWQjcPv5EgDg9o+QCbiywMTqXeTsvr/MEEu1/lQq9W7uysNlbKEgQABA8AIAdJG+cePGMmfOnCA9hQoVKsiKFSv8pPX3aaR3794yePBgp9ts2rSpTJ8+3en6VEQAAQQQQAABBBBAAAEEEEAAAQQQQAABBBBAwJMEpn7eS/7ZdsBMqfWS4ZKleH5Pml6kmAsBAJHiMTPJiBI4una7zGk5yHQfM04s6bBmvKR6K0NEDYd+w0GAAIDgBQDoo3n58qUMHz5chgwZIg8fPgzwacWIEUM6duxoUvjHiRMnwLojRoyQvn37mpT//hXNCqCZBPQ4AFL/h8MfFLpAAAEEEEAAAQQQQAABBBBAAAEEEEAAAQQQcDmBVy9fydcZKphxRY8ZQ4b8+7NEiRrV5cbJgAIWIACAdwgCYSwws0l/+XvDbtNL4TofS61RncK4R5qPSAECAIIfAODz3C5fvizLli2TtWvXyj///CNXr16VV69eScqUKSVz5sxSvnx5qVWrlmTKlMnpR3327FmZNm2abNq0SU6cOCH379+XRIkSScaMGaVs2bLSvHlzyZYtm9PtUREBBBBAAAEEEEAAAQQQQAABBBBAAAEEEEAAAU8T2D1vrfzYfbyZVonGVaTaoLaeNsVIMR8CACLFY2aSESlw/vAJGV/pS98htFk6QjIXyxeRQ6LvMBRwpwCAMGSgaQQQQAABBBBAAAEEEEAAAQQQQAABBBBAAAEEEHAzgRkN+8qxzXvNqFsuGirZ3ivgZjNguCpAAADvAwTCQWBxp29l/9INpqc85YtLo2l9w6FXuogIAQIAIkKdPhFAAAEEEEAAAQQQQAABBBBAAAEEEEAAAQQQQCCkAl3fLO/dRJQoMuzMaokWPVpIm+T+CBAgACAC0Oky8gncu3ZLvnmnnu/EG0zuJfkqlox8EJFgxgQARIKHzBQRQAABBBBAAAEEEEAAAQQQQAABBBBAAAEEEPAwgb2L1snSr8aYWRX5/BP5dPh/2a09bKoePx0CADz+ETNBVxFYNWCK/DZ1uRmOHgGgRwFQPE+AAADnn+mjR49M5bhx4zp/EzURQAABBBBAAAEEEEAAAQQQQAABBBBAAAEEEEAg1AVmNR0gf63fZdptMX+IvFXqnVDvgwbDR4AAgPBxphcEjEC/vLXk0e375r9rDG0vxRpURMbDBAgAcP6BPnjwQF6/fi0JEiRw/iZqIoAAAggggAACCCCAAAIIIIAAAggggAACCCCAQKgLdEv3ifnOXsvQ06skeswYod4HDYaPAAEA4eNMLwgYgU3jF8qvI2ab/34jZybpvOF7ZDxMgAAA5x8oAQDOW1ETAQQQQAABBBBAAAEEEEAAAQQQQAABBBBAAIGwEti/dKMs7jTKNF+wVjmpPaZLWHVFu+EgQABAOCDTBQK2AsNLNpUbZy6ZS590byxl2tUByIMECABw/mESAOC8FTURQAABBBBAAAEEEEAAAQQQQAABBBBAAAEEEAgrgTktB8nRtdtN883mDpIcpQuGVVe0Gw4CBACEAzJdIGArsGvOalnec4K5lOiN5NJl4w8SJ1F8kDxEgAAA5x8kAQDOW1ETAQQQQAABBBBAAAEEEEAAAQQQQAABBBBAAIGwEuieqZK8fP7CND/k5M8SI06ssOqKdsNBgACAcECmCwTsBb6r3FHOHTpuLpdq/alU6t0cJA8RIADA+QdJAIDzVtREAAEEEEAAAQQQQAABBBBAAAEEEEAAAQQQQCAsBA79tEUWtB9umi5Q7QOpN6F7WHRDm+EoQABAOGLTFQI+An+t2yWzmg0w/xszbmzptG6iJM+UFiAPECAAwPmHSACA81bURAABBBBAAAEEEEAAAQQQQAABBBBAAAEEEEAgLATmtR0qf6zcZppuOnug5CxbOCy6oc1wFCAAIByx6QoBW4HpDfrI8S37zKXCdT6WWqM6AeRmArOaegdx2JbXr1+LBgFEjx5dokSJ4uf1xjP6udksw264BACEnS0tI4AAAggggAACCCCAAAIIIIAAAggggAACCCDgjEDPrFXl+ZOnpuqgEz9JrHhxnLmNOi4sQACACz8chubZAheP/itjP2nnO8kvVoyWjAVzefakPWx2Mxr1lWOb9jo9q8xF8kqbH0c6Xd/TKxIA4OlPmPkhgAACCCCAAAIIIIAAAggggAACCCCAAAIIuLLAH6t+k3lthpgh5q3wnjSc0tuVh8vYnBQgAMBJKKohEBYCC9uPkIM/bTZN5/mkhDSa2icsuqHNMBIgACBksAQAhMyPuxFAAAEEEEAAAQQQQAABBBBAAAEEEEAAAQQQCImA7TpVk5n9JVe5oiFpjntdRIAAABd5EAwjcgo8vHlX+uev7Tt5TQ+f+6NikRPDDWdNAEDIHhoBACHz424EEEAAAQQQQAABBBBAAAEEEEAAAQQQQAABBEIi0DtHDXn64JFp4ptjP0rsBPFC0hz3uogAAQAu8iAYRuQV+Lnv97J9xs8GIEuxfNJ66YjIi+FmMycAIGQPjACAkPlxNwIIIIAAAggggAACCCCAAAIIIIAAAggggAACwRU4+ssOmdPiG3O77vzXDAAUzxAgAMAzniOzcHOBPjlryJP73hFWtUZ2lMJ1y7v5jCLH8IMaAJChYC5pt2J05MBxYpYEADiBRBUEEEAAAQQQQAABBBBAAAEEEEAAAQQQQAABBMJAYHGnb2X/0g2m5UbT+kqe8sXDoBeajAgBAgAiQp0+EbATWD96nmwYPc9cfSNnJum84XuM3EAgqAEAOqWo0aNJisxvSorMaSVFFv23938ny5hGEqRI4gazDr0hEgAQepa0hAACCCCAAAIIIIAAAggggAACCCCAAAIIIIBAUAT65aklj+7cN7cM/GuZxEkUPyi3U9eFBQgAcOGHw9Ail8DQYo3k1vmrZtKfdG8iZdrVjlwAbjjb4AQABDbN5JnS+gkOSJo+tSR5M1Vgt7rd6wQAuN0jY8AIIIAAAggggAACCCCAAAIIIIAAAggggAACHiDw94bdMrOJd8r/7KXelebzB3vArJiCjwABALwXEHARgV1z18jyHt+Z0SROk0K6bp0qMePGdpHRMQxHAkENAIgVL47JAPD47oNggWoQQIosGiDgnTlAswYkTZ9KkqZLLdFjxghWmxF5EwEAEalP3wgggAACCCCAAAIIIIAAAggggAACCCCAAAKRVWBp17Gyd+GvZvoNp/SWvBXei6wUHjlvAgA88rEyKXcVGPdJe7lw9KQZ/getP5WKvZu761QixbiDGgCQuUheafPjSHn68LHcPHtJbpy5JDfOXvT+9xnvf9+/fjtYdglTJfv/kQLeAQKaNcD8ky61xE4QN1hthvVNBACEtTDtI4AAAggggAACCCCAAAIIIIAAAggggAACCCDgV2DA23XkwY075oX+R5ZIvKQJYfIgAQIAPOhhMhX3Fzi2aa/oorIW3f3/1ebJHpn63f2flPcMbI9tcGZOPgEAAdV9/uSZ3Dp3RW56/T9A4P+BARogcPviNWe68VMnXtJEvsEBesRA0nSpfIMD4idPHKw2g3KT14FjcvfyDT+3PHnyRF7La4kTO46f13RcmYvmDUo31EUAAQQQQAABBBBAAAEEEEAAAQQQQAABBBBAAIFABI5v2SfTG/QxtbIUzy+tlwzHzMMECADwsAfKdNxfYGq9nvLPbwfNRArX/Vhqjezk/pPywBms6DNJdsxcGaSZORMAEFCDr168lJvnrsitc5fl5tnL3lkDTCYB7+wBr1+/DtJ4tHLsBPF8gwOSZXjDZAzwOVYgcdqUQW7P0Q0aADChatDex22WjSQAIFT0aQQBBBBAAAEEEEAAAQQQQAABBBBAAAEEEEAAgf8E9DhqPZZaS70J3aVAtQ/g8TABAgA87IEyHfcXuHzsjIwu18Z3Ih3WjJd0+d9y/4l50Ax+6jlBds5Z7Tsj3VUfL1miQGcYLVo0cwRAWBWTOeDcZe8MAj5HDPw/OOD502dB7jZGnFjmOIHkmdL4ZgzwOVZAswhEixHdqTYJAHCKiUoIIIAAAggggAACCCCAAAIIIIAAAggggAACCIS5wDfvfi73rt40/fQ7vEjCI1NwmE+KDiwCBADwhkDABQXmtR0qf6zcZkaW55MS0miqdyoWSsQL/Nh9vOyet9Z3IJ9P6iFvVykV8QMLZAR3Ll73zhxwXjMIXDEZA3yyBzy59zDI448aPZoJDjBZA9Kn9j5WwGQP0P9OLbHi/5fWnwCAIPNyAwIIIIAAAggggAACCCCAAAIIIIAAAggggAACoS5w8veDMqVuT9NuxkK55IufRod6HzQY8QIEAET8M2AECPgReHz3gfTN/anv9WZzvpEcZQohFcECS7uOlb0Lf/UdRYMfekm+SiUjeFQh714j/TQowDuDwP8DBP5/tMCDG3eC1YHJGvD/gICoUaNaMiY40yBHADijRB0EEEAAAQQQQAABBBBAAAEEEEAAAQQQQAABBJwXWNF7kuyY5X28ce0xXaRgrXLO30xNtxEgAMBtHhUDjWwCy3tOkF3/TzOfpVg+ab10RGQjcKn5LukyWvYtXu87poZT+0jeT0q41BjDYjAPbt7xDQ6wBghcFM0qEFaFAICwkqVdBBBAAAEEEEAAAQQQQAABBBBAAAEEEEAAgcgqMKRIQ7l98ZqZft+DCyRByqSRlcKj500AgEc/Xibn7gK9slWVZ4+fmmnUGfuVvPvph+4+Jbcc/6KOo+TAso2+Y288vZ/k/riYW84lNAf96M79/4IDzv+XPcD7iIGLIeqKAIAQ8XEzAggggAACCCCAAAIIIIAAAggggAACCCCAAAIWgVM7j8gPn3Uz19Llf0s6rBmPkIcKEADgoQ+WaXmGwPpv58qGMfPNZN7ImUk6b/jeMybmRrNY2H6EHPxps++Im8waILk+LOJGM4iYoT598Mj3OIFTO/+Q7TN+DtJACAAIEheVEUAAAQQQQAABBBBAAAEEEEAAAQQQQAABBBAIUGBl/8ny+7SfTJ1Ph38pRT7/BDEPFSAAwEMfLNPyHIFBhRrI3cveqdYr9WkhpVrV9JzJufhM5n8xTA7/vNV3lM3mfCM5yhRy8VG73vC8DhyTCVU7BWlgBAAEiYvKCCCAAAIIIIAAAggggAACCCCAAAIIIIAAAggEKDCsRBO56XXZ1Om9f54kSp0cMQ8VIADAQx8s0/IcgT0LfpVl3caaCSVOk0K675gp0WJE95wJuuBMXr96LfPaDpEjq3/3HV3z+YMle6l3XXC0rj+k4AQANJrWV/KUL+76k2OECCCAAAIIIIAAAggggAACCCCAAAIIIOjGsE0AACAASURBVIAAAgi4uMCZvX/JpBpdzCjfyJVZOq+f5OIjZnghESAAICR63ItAOAmM/qitXP77tOmt9BefSYUeTcOp58jXzcsXL2V+2yFydO0O38m3XDhUspUsEPkwQmnGwQkASJbhDak5rAPuofQMaAYBBBBAAAEEEEAAAQQQQAABBBBAAAEEEEAg8gqsHjRNtv2wzABUG9RWSjSuEnkxIsHMCQCIBA+ZKbq/wImtB2Ra/V5mIjHjxpavf5suCVMnc/+JudgMXjx9bnb+/7Vul+/IWi0eLllL5HexkbrXcIITAKAzjBI1ilTu01JKtqjuXhNmtAgggAACCCCAAAIIIIAAAggggAACCCCAAAIIuJDAiFLN5fqpC2ZEvfbMlcRpU7jQ6BhKaAsQABDaorSHQBgJ/PDZ13Jq5x+m9cJ1y0utkR3DqKfI2eyzx09kfpuh8vfGPd4AUaJIm6UjJHPRvJETJBRnHdwAAJ8hFKrzsdQY0k6ix4wRiqMK26b27NkjRYsW9dPJ7du3JXHixJbr5cuXl3Xr1oVoQFmyZJF///3X6Tb++OMPWbVqlWzatEkuXbokV69elSRJksiZM2ecboOKCCCAAAIIIIAAAggggAACCCCAAAIIIIAAAq4vcO7gcfmuiveaUsqs6aTr1qmuP2hGGCIBAgBCxMfNCISfwNV/zsmoMi19O+y0fpKkyZU5/AbgwT09ffBI5rUdKsc37zOzjBotmrReOkIyFc7twbMOv6nd9LocpM40CnHzhEWiZxL5lHRvZ5fKfVpIpiJ5gtRWRFR++fKlFCpUSA4dOuSn+4gOANi2bZt07dpV9u3zfq/blgwZMsjZs2cjgow+EUAAAQQQQAABBBBAAAEEEEAAAQQQQAABBMJI4JdhM2XzhMWm9cp9W8r7LWuEUU806yoCBAC4ypNgHAg4ITCn5SA5una7qZn3kxLScGofJ+6iSkACj+8+MIv//2w7YKpFixnD7PzP8G5O4CJYYGX/yfL7tJ98RxEjdiyp3LeFFGtYKYJHFnD348ePly+//NJhpbAKAMiVK5f89dd/ARP2nT9//lxatWolM2fO9HfwBAC49NuKwSGAAAIIIIAAAggggAACCCCAAAIIIIAAAsESGFWmlVz9x8vc22PXbEmaLlWw2uEm9xEgAMB9nhUjRUB0p3rvHP9FZrVcOFSylSyATDAFHt2+J3PbDJF/tx82LegCs+78T18gezBb5LbQFtiz8FdZNWCKee/7FA0A0CMBXLFcuXJFsmfPLvfu3XM4PEcBAE2bNpXffvvN6encv39frl27Zqnfr18/6d+/v8M2tH61atVk8+bNAfYRWBCB0wOkIgIIIIAAAggggAACCCCAAAIIIIAAAggggIBLCFw4clLGVWhvxpIswxvSfYf/m8RcYsAMIlQECAAIFUYaQSD8BJZ1Gyd7FvxiOsxSLJ9ZsKYEXeDBjTsyt/VgOb37qLk5Vrw40nrpcHkz31tBb4w7wlTA68AxEwTgdfCYbz96FIAeCaBHA7hSqVevnixcuNDfITkKAAjq+Js0aSKzZs3yvS1mzJji5eUlqVOndthUnTp1ZPFi7/ROtqVgwYLSokULKV26tGTMmFFixIgR1KFQHwEEEEAAAQQQQAABBBBAAAEEEEAAAQQQQMCFBdaNnCMbxy0wI6wxpL0Ua1jRhUfL0EJLgACA0JKkHQTCUaB7pkry8vkL0+PnE7rL29U+CMfe3b+re9duydyWg+Ts/r/NZGIniGcW/9Pmyer+k/PgGSztOlb2LvzVd4ZxEsU3QQCF6nzsErPWHfZly5YNcCwhDQC4fPmyWax/9uyZbz/169eXuXPnOux36tSp0rJlS8trcePGlcmTJ4veR0EAAQQQQAABBBBAAAEEEEAAAQQQQAABBBDwXIExH7WVZ4+fSrlOn8s7Ncp47kSZmUWAAADeEAi4ocDGsQtk3ag5ZuRv5MosnddPcjiLKFGi+LmuZ5OPHTs20FkfPHjQ7GTetGmTXLx4Ue7cuSPJkiUzu4xLlSollStXljJlQv7LIiRjDHQSDircvXxD5rT8Rs4dOmFejZs4gbReMtw4Ulxf4Lepy002ANtSskV1qdKvVYQOXhfk8+fPL8ePHw9wHCENAOjevbsMHz7c0sfevXulUKFCfvp98uSJZMiQwXJcgO7y1z/TJUuWjFAvOkcAAQQQQAABBBBAAAEEEEAAAQQQQAABBDxRQI+HTZQokZ+p/fTTT+ao1oDKy5cvZd26dSaj6/79+83ajH73nCJFCvNdb7ly5aRGjRqSO3dup+iuHD8jh1f+JmU71JUYsWOae86fPy+rV6+WX375Rc6cOSNXr16VmzdvyqlTp8zmM4pnCBAA4BnPkVlEQoGB79ST+9dumZlXHdhG3mta1aKwfPlyqVmzph+ZwAIA9Azzjh07OkwZbt+YLiJOnDhR8ubNG6wnENwxBqszEbl94ZrMaTFQLhz91zQRL2kis/M/dXZ+qQXXNCLu+2fbAVk1cIpcOeHl2322kgWkxtD2kjxjmogYkgwZMkR69erl27ceBbBnzx7zocm2hCQA4MGDB5IuXToTjONTihYtKrt27XI450mTJskXX3xheW3AgAHSt2/fCDGiUwQQQAABBBBAAAEEEEAAAQQQQAABBBBAwNMFOnToIN99952faQYWAHDgwAGTzVU3ZwZUdFNlo0aNZNSoUWbTZkDlwpGTJvNxlKhR5PTp09KzZ09ZsmSJvH792s9tGgxAAIDnvDsJAPCcZ8lMIpnA/iUbZHHnb82sE6dJIb32/pcC/OHDh5IzZ04TyWVfAgoAuHTpkpQoUULOnj3rtGbixIlly5Yt8vbbbzt9j1YM7hiD1IlN5VvnrsisZgPk8rEz5mqCFEnMzv+U2dIHt0nui0CBpw8ey9KuY+SPVb/5jkKfaeW+LaVA9dLhOjIvLy/JlSuXPHr0yPQbL148OXHihMmUEZoBAGPGjJHOnTtb5qZZOurUqeNwvkWKFBHNDuBT4sePL+fOnZNff/1V5s+fL/qB8tatW5I0aVKTvUA/NGpbjrJyhCsonSGAAAIIIIAAAggggAACCCCAAAIIIIAAAm4ocOjQIZOtVXfy25eAAgD0eNkKFSrI06dPnZ61rsno2oyu0QRWdLNYp06dLEfL2t9DAEBgiu71OgEA7vW8GC0CFoFRZVrJ1X+8d0F/9m1nKVT7I/Pf3bp1k5EjRzrU8i8A4MWLF1KwYEH5448//NwXJ04ck/r/2rVrZuHevuiuZE19rmeLO1uCM0Zn27avd+PMRbP4f/Wfc+alhKmSmZ3/KTK/Gdwmuc9FBDaMmS/rv/0v+EWHVfqL2lKhR5NwG2GVKlVk1apVvv0NGjTIZAPImjVrqAUA6J/PLFmymAV8n5ImTRoTrKNp/e2LppnShX3bD5rvvPOORI8e3RIUYH+fBi3oB9EkSZKEmx8dIYAAAggggAACCCCAAAIIIIAAAggggAAC7i6gu+qLFStmMsM6Kv4FAOjOfN2gpRlg7Yt+T5swYULRzZvPnz/387pmgV62bFmAdAGtxfjcqGtAusaTPj0bJt39fegzfgIAPOVJMo9IKXBy+yGZUqeHxE2SUOqM/Upyli0sf//9t9mN7+iXgSL5FwAwd+5cadiwocVRFwtHjx4tLVq0kNixY4suQi5atMikoXn8+LGl7owZM6RJE+cWXYM7xuA85GunzsusJv3l+umL5nbNlqA7/5NFUKr44MyBewIWOLp2u6wcMEXuXLzmWzHnh0Wk7riuEidR/DDl04V/DQDwKZkyZTJ/BvXPS2gGACxYsEA+//xzy1x8Ag0cTVDPb9KI0eAUzRywfft2EyxAQQABBBBAAAEEEEAAAQQQQAABBBBAAAEEEAhcYMqUKdKqVSt/K/oXANCsWTPR9RXb8sYbb8j06dOlfPnyJmOrbvgaPHiwjBgxwk/7moU2c+bMDvv9/vvvpW3btn5eS5s2rbn+0Ucfmey2QdncGbgENVxBgAAAV3gKjAGBEAh8/2k3SZUtnVQZ0Fqix4whH3zwgWzbts3fFv0LAPj000/lxx9/tNynv1D0TBj7oguPffr0sVxu0KCBzJkzx6mZBHeMTjVuU0mzI8xs3F9unrtsriZ5M5XZ+Z80XeqgNkV9Fxe4d/WWLP1qjBzfss93pPq8K/dtIXkrvBcmo9cgGP1wZHtkxvLly6V69eqmv9AMANDd+5o+yqfEihXLHPGRIkUKh3ML7MNmqlSpJGrUqHL5svefDfuiHyS7du0aJm40igACCCCAAAIIIIAAAggggAACCCCAAAIIeJLAjRs3JHv27ObIVf+KfwEA+h2v3m9bdIOWHtdsXz788EPZtGmT5bIGCjRt2tRP3aNHj0rhwoXlyZMnlte++uorE0wQM2ZMT3oEzMVOgAAA3hIIuLnArfNX5MXT55IyazqzAK/neAdU/AsA0KwB9un/T548aRYx7cv+/fvNOTa2pUyZMn5+8TgaR0jGGJRHdfnYGZnRuJ/vrvBkGd4wO/8Tp00ZlGao62YCqwdNk20/WFMeletcXz7qXD/UZ6LBMUOHDvVtt2zZsrJx40bf/w+tAAD9QKcf7GxL48aNZebMmf7OaciQIeYYAvtSrlw5GT9+vOTIkcO8dPDgQdHgHc1aYFs0AtTLy0uiRYsW6m40iAACCCCAAAIIIIAAAggggAACCCCAAAIIeJKALsAH9H2tztVRAMCdO3f8HMeq381euHDBIc+oUaP8bNwaOHCgnw2berP90bV6bdiwYfL11197Ej1z8UeAAADeGgh4iID+otAIs2vXvNOga/pu3cFru0Cp1/0LAAgKw+7du81ZNralatWqsmLFigCbCa8xXvrrlExv2FfuXb1pxpM8c1ppvXi4JHojeVCmSV03Fdi3ZL2sGjBFHt/978wkzQLQcErvUJvRiRMnJF++fPLs2TPfP2+HDx+W3Llz+/YRWgEAmuZp3bp1lrHrwn2BAgX8nY9/5zrp0SD2qf31jCn92aFHfNiW33//Xd57L2yyJ4Tag6AhBBBAAAEEEEAAAQQQQAABBBBAAAEEEAhVgZcvX5rvIxcvXiy6GfDixYvme1DdqZ4hQwbRTUY1atSwfBca2ABev34tmj11yZIlsnfvXrl69apoltN06dLJxx9/bHaw58yZM7BmAn1d1y7mzZtnxq7HpBYsWDDQe0JaYefOneZ7VJ2jFk3HX7x4cTMO2+JfBoCg9K8L+D169LDcMmbMGOnYsaPl2l9//SV58+b1HZO+WLp0adm8eXNQuqOuGwsQAODGD4+hI2AroOe16HkuPkUX+vWXm+7utS2hEQCg6f/1GADb4uiXjP0TCo8xXjhyUqY36CMPbt4x3WtmhFZLhkvClEl5w0QigeunL5gjAc7s/ct31imyvCk1h7aXLMXzh1hCd/vbflhq37692VlvW0IjAEDTNGmggW0pWbKk/PbbbwHOQdM4ffvtt5Y6+qHc/pgPnwr169eX+fPnW+prNGmXLl1CbEUDCCCAAAIIIIAAAggggAACCCCAAAIIIOAeAgcOHJCWLVuazKEBFT2XXrMR63eIyZIlC7Du8ePHzTqFBhP4V3TTUufOnUUzmwY1K6lmMtbFdv1+89SpU75d7Nu3L8wDAHRT1bvvvitHjhzx7VcX+levXi2amt+2hEYAwPvvvy+6ccu26NGxmuHZtugufz3m1bZoplkNutDjY/X75StXrkjcuHFNFmg9IrpNmzYSP35893ijMspABQgACJSICgi4voD+4ixSpIi8evXKDDZ58uSiv/T0l0xoBgBo5J/+Em3RooXvzmft78033xSNKEuYMKG/WOExxnOHTsj0Br3l0Z37Zhyps2eQVouHS/zkiV3/ITLCMBH4sft42T1vraXtCj2aSOkvage7vwULFsjnn3/ue79+wNU/b0mSJLG0GRoBAPohWo/NsC1Lly41H8gCKhoFqtGgtmX06NHSqVMnh7eNGzfOT5SoRo1qYA8FAQQQQAABBBBAAAEEEEAAAQQQQAABBDxfQDc8VahQQZ4+fer0ZHXhecuWLZI4sePv4DWg4KOPPpJbt2451Wbt2rVFv3+NGjVqgPU1E/KiRYvMwr8u9Dsq4REAoN+52m6i0qNcN2zYIM2bNw/VAICHDx+aI1/1e1zbUrlyZVm5cqWf6esRzrYBF3HixJHPPvtMZs+e7a+rZnfQIIWAMs869RCp5BICBAC4xGNgEAgEX0AX/XXx3/aH+eTJk02Unv7yC0kAwKxZs0T/0fLkyRMTPXfjxg3LYBMlSiTr16+XwoUL+zuJsByjT6deB47J1M97ydMHj8ylN3JmMjv/4yXxPygh+Orc6U4C22f8LKsGTpFXL176DrtA9dJS77ugn3V07949yZEjh1y+fNm3rQQJEkiaNGn8kOgxAfYlVapU5sNw6tSpZevWrQEyamqtTJkyiabt9ynp06cXTdkfWBTsyJEjRY8BsC3fffedtGvXzmGfGlSgHwBtiwb6aDQoBQEEEEAAAQQQQAABBBBAAAEEEEAAAQQ8W0C/c8yfP788ePDfsao+M9aNT7r579KlS5bvKn1er1mzpixbtswPkB4JrAECXl5efl5744035P79+w77053reryxo6K72DXzqS6y2x9pal8/rAMA1EO/K9Z5aNEsBj7HxIY0AEA3Z2lbWrT9Y8eOyePHjy1T1BT/GrShG0Jtiz5D/Q5aN3QGtehmN11rypgxY1Bvpb6LCRAA4GIPhOEgEFSBSZMmyRdffOF7m/5C1ag6jZALaQCAnlOza9cuf4ek6WamTp0qb731VoDDDssxasea5n1qvZ7y/Il3ZGLaPFnMzv84iUhXE9T3k6fW16Mh9EiAS3+f9p2iBonUHd/NBIs4WzQ1UqlSpZyt7m+9tGnTyoULFwJsRxfwdSHftuiufk3fFFjR6Ne6detaqmlWAE2h5ag4ygCg/dhnEQisX15HAAEEEEAAAQQQQAABBBBAAAEEEEAAAfcTaNasmcyYMcMycF2k1zT25cuXF035r5ujBg8e7Ce1vN6kmwczZ87s5/tI++8XdZe5Bgvo8cW6gK/t66Yl28V8TVN/5swZ0f7tS+PGjQPcxW5bP6wDAHRDlW6s8ikdOnTw3aEf0gAA9Q6o6PPS7AOOsjL/888/kj17dn9v102dGiCg3087ChLQLBBr1qxxvzcxI7YIEADAGwIBNxbQNDf6g1wj6XyKLlDqGeFaQhoAoL8E7t6966+QppfRX/gaaeZfCesxnt59VKbU7SEvn78wQ3gzXzaz8z92/Lhu/GQZelgJLGg3XA6t2OLbfJSoUaRyn5ZSskV1p7rUoy7y5MnjVN2AKgUWAKBRnenSpbP8+dM0TfqhLGnSpIH2r9Gn2odtKVGihGzfvt3hvfXr1zfHe9gW/fDdtGnTQPuiAgIIIIAAAggggAACCCCAAAIIIIAAAgi4t0CKFCn8ZP/V7xL1O0X7omnudSd+QN8lPnv2TLRNDRqwLbt37zYZjW3L8OHDpXv37pZrffr0kYEDB/rp21EAgO5a13Lz5k1L/bAMANAMBHq0gU/RXfi68O5zTGxYBwC0bdvW+PjM3XbiO3fudPjcNNusZnzV56flypUrou1o2n/7ohkHNLsBxX0FCABw32fHyBGQhg0byty5c30l6tSpIwsXLvT9/5AGAPTv318GDBgQoHSMGDFMlJ79UQM+N4XlGP/dcVim1Okhr1+/Nt2lL5Dd7PyPGTc27w4E/BXY9N0i+XW499EWPqVQnY/ls1GdAlXTgBZN4x/SElgAgKax+uqrryzdBDUlv36Q3rt3r28bGjWqGT3sP2D/+++/kjNnTj8ps86dO2eCECgIIIAAAggggAACCCCAAAIIIIAAAggg4LkCusHQZ+HaZ5YBfX85atQoPyn6dTFaF+19iqNMqv5tUNLNUClTpjTHEPsU3YR19OhRP+g+AQA6vmrVqkmNGjVMxtaKFSvKunXrLPXDKgDg6dOnZlPkyZMnffv74YcfpFWrVr7/H9IAgA8++EC2bdsW4JtOv6fW45nz5ctnqbd27VrjYV8cfd+rmRdy585tghdsyzfffCO9e/f23Dd9JJgZAQCR4CEzRc8UsP8FGjduXDl+/LhlwS6kAQC2cvrLV9Pu6C5h/QWvv+R8ih43oAuLhQsXtmCH5Rj/+e2gSfvvUzK8m9Ms/seIHdMzHzizClWBU7uOyNIuY+Tmucu+7aZ7O7s0ntZXEqb2jhgNacmaNatJfWVbbt++bdIrBVT0Q5emyzp//rylmn7gDUr2gR9//FE+/fRTSxtp0qQxmUFKly5trh86dEjq1atnfnbYlipVqsjPP/8cUgLuRwABBBBAAAEEEEAAAQQQQAABBBBAAAEPE9C0/nrcqG0ZM2aM6Ln1PsX+WGC9rrv8hw4d6lCjaNGismfPHt/XdDOT7ui3D0xYvXq1OfNeNznZpsnXYwrCKwBAgx369evnO1bbY5l9LoY0AMAWSQMk9Lvh7777TvToV9uixyTod7u2RwGokWZvti8+Gyntr0+bNk1085ltqVSpkqxatcrD3rmRazoEAESu581sPUTg+fPnUqBAAdF05D7FPsJOr4dmAIAt3ezZs0Uj7WyLprux/QUblmM8sXW/TKv/X/RZpsK5zeJ/tBjRPeQJM43wEpjZpJ/8veG/D5YxYseSmsPay7ufeqdBCkkJbgCAoz+3umC/efPmIA9HP+jpBz77oh+c9SwtTfNkXzSYSKNjc+XKFeT+uAEBBBBAAAEEEEAAAQQQQAABBAIW0POW9Tu0xYsXy/79++XixYvikypbz8YuV66c2dGqOzJDUjTttp7zbF801bPumg2s6MaEqVOniqa5Pn36tOimhnjx4kmWLFnMxgI9f5r00IEp8joCninw/vvvy++//26ZnG400oVwn2K/SK7XdQG7Xbt2DlFq1qwpy5cvt7x28OBBsw7iTAmvAAD9eag/n22zFehOfTWxLaEZAGDbbpMmTWTWLGt22yFDhpiAjNevXkmUqFHN7xj1sC2FChWyZIu1fe2PP/6wPDt9TZ+lPlOK+woQAOC+z46RR2KBESNGyNdff20R0PNbYsa07n4/ceKEQ6Xs2bOb64MGDfKzQ9gZVv2LSurUqS1nAkWPHt2cV66Lh1rCaozHNu2VGY36+g4zc9G8ZvE/arSozgydOgj4EVg7dIZsmbjEcr1Yw0pSY4jjD6POEgY3AEA/XOmHLtuyYsUKqVq1qrNd+9bTKFn94sDZD2v651gDEGrXrh3kvrgBAQQQQAABBBBAAAEEEEAAAQQCFjhw4IC0bNlSdFEroKK7Whs1amSycDo639kZ5w4dOpjFNvviTACALibp4p1tBlD7dqJFi2aOL9S6mh2UggACni/w8OFD6dWrl4wbN84yWd2EtHLlSsu14cOHmx3/tkWPG+7b97/v9m1fK1mypGzfvt1Sf+PGjVK2bFmnYMMrAEBT62uKfZ+iPwv1e2D7EtjajKbuT58+vVNzs6105MgRyZ8/v+W+4sWLy44dO+TF0+cSLUY02X/ggJ9szRpgsWzZMof9Xb9+3RzBYFuyZcvm51iAIA+WGyJUgACACOWncwSCJ1CmTBnZsmVL8G62uUujeDUSLTilYMGCon9psS16lrhGAWsJizEe37xXpjf87wNC1hJvS6vFw4IzfO5BwCLw98Y9sqTLaHl4867v9UxF8kjLhUMleswYwdIKTgCARtVrNg3bosE9+mcruH+Z1hRRbdu2Ncd3+JfmSftLly6dzJgxQz78MOTZD4IFxk0IIIAAAggggAACCCCAAAIIeLCAZvarUKFCgIvq9tPXTQL6HWBgxwna36cbAXS3p27isS+BBQBoCm/7xb2AHkvDhg1Fs4VSEEDA8wT058Hhw4fNxPQ7xmPHjsnjx48tE82bN6/JXKpp+W3L3LlzRX8+2JZatWrJkiXWjVg+r9um8/e5pinoNRW9MyU8AgD0u9UYMWI4/NnqzBht65w8edJh4EBg7Tx48EASJEhgqfbmm2+a42SfPX4q0aJHk+s3b4geDWBbihUrJjt37nTYvKMMAHrEwu7duwMbDq+7sAABAC78cBgaAv4J6C9K/6K1gqLmEwDg5eUlGTNmtNyq6b9tjxiwb1cXJc+ePWu5fPnyZZMZQEtoj/HOxWsy4oMW8vzxU9N+tpLvSMuFQ4IyXeoiEKDAi2fPZdrnveTUriO+9eIkii91x3eTnGULB1kvOAEAuvivQQC2RaP9u3TpEuT+7W/QtIK6u3/Tpk1y4cIF82FdP5hrxGiVKlXMzoLYsWOHuB8aQAABBBBAAAEEEEAAAQQQQAABq4CmjNa/f+vCjX3RY/r07OZLly6JHqlpXwLatenIWReodKHH9ixt23oBBQCsWbPG4WKbfl+QKlUqc1zBixcv/HSrAQD2C328BxBAwP0FHC3K285KjwIZPXq05fx5n9f1XPqcOXNaEHTx/MyZM5I2bVrLdf2e0iezsO0L+jNJA6ecKeERAKDjSJEihSUzsjNjc1THJwDA0XHLuplr4sSJDpt2tJajGZ/V+/Fd798x+p227uDXTWU+RX+OX7t2zU/wgL4+bdo0adGihaW/Bg0ayJw5c4I7Pe5zAQECAFzgITAEBIIqoL8Avv/++6De5qe+TwCA/uVCz/Cy/0vG3r17TbSwfdm6das568u26Jlit27d8t2lHNpj3L90gyzvOcEEAGT/oKA0nzcoxPOnAQQcCfzUa6LsnL3K8tL7LWpI5X4tAUMAAQQQQAABBBBAAAEEEEAAAQSCLKCLZJp1z7bo7szp06ebc5p1ke3evXsyePBgc6ymfTl16pRkzpzZqX6nTJkirVq18rduQAEA77zzjp9jBPW87mHDhpnvDnWRTtN/jxkzxtK+bizSxSw9WpAS/gKa6UHP/F68eLHoBhAN1Hj27JlZqMyQIYM5HrJGjRrmM9e7QwAAIABJREFU3HJny+3bt80547oA++eff5rvfePEiWMCQd566y1zVKUGpyRNmtSpJsNijE51TKUQCQQWAKBrAHpciH9HleTJk8fPJsNSpUrJjz/+6HuPHmGqAUS2afV9Br1t2zZ5//33nZpDeAUA6MZJzYQQ0uITAKBz/OCDD/z8ftAFfQ0Osy/9+/cXPUrBtmiWBM2WcNPrijx79FjeyJnJHCFt//tEj2Xo1q2b5V5dE9KfDToe26IZHOrXrx/SaXJ/BAoQABCB+HSNQFgL6G5fjdSyLV9++aWMHTvWT9fVq1cXPWfctuhu/kmTJpndwXqWjX5Q018k+pcIjRazLU2bNjV/aQlqcXaMWyYulnUj58pbpd6RprMHBrUb6iMQJIHDK7bK4i6j5cXTZ773ZStZwBwJQEEAAQQQQAABBBBAAAEEEEAAAQSCIuBox6iedV2iRAk/zejRfJq9z7bod2763Vtg5caNG6I7QXWx1r/iXwCALhzbbwQqXLiwSQFtvwjoKINhUM7qDmwevO68gB7R2rJlSzl48GCAN+kz1OyPmmnSv8VanwY0kEC//71797+jMh01ru3o98yBLRKGxRidF6JmSAR0YVoXqAMqGhSi59nny5fPTzVHxwBoJQ0o8vn5t2vXLnO8gKOixw/Yn3fv31jCKwDAWU89etl+vcTRz1/NqqIZEezXW/Tnr67NvPvuu6ZLzSCjm0J79Ojh5wgC3amv60DHN++T66cuSMkW1U1WGc3irMFAPkUzMHz33Xfm94n+95UrV6R169by888/W6al60KauUaDfijuK0AAgPs+O0aOQKACzi6ua0P6IbFo0aIOU43Fjx/fRIxev37dYaoy/YWtxwVoRGlQizNjvPTXKVnQfoQky/CGNJnZP6hdUB+BYAk8vHXPHAlw4eh/0Y8JUiSRxjP6SfoCOYLVJjchgAACCCCAAAIIIIAAAggggEDkErhz545omn/boos9ejyfo6ILtF27drW8pDts+/TpEyicLurMnDkzwHr+BQCMHDnSz85QXXxq06aNn/YWLVokdevWtVzX4wt17JTwE9Bz1zU9+tOn3kemOlPefvtt2bJliyROnNhh9Z49e8rQoUHbABNQgEpYjNGZeVIn9AV0kf7o0aNmAVl/BtgWzWji3451RxsPnR2d/vzUzMPOFHcNANC5TZgwQdq3b+9wmnqEq66/6PHLtov5PpX1z/S+ffskiois7D9Zzh86IR3WjDcvO/p9otf1uAUN4NEgAd30aV/090jjxo2dYaeOCwsQAODCD4ehIRBSAWcW12370LROGpnm6Ie+f2OJFSuWLF26VCpXrhys4QY0Rl34/7nvD+J14Jjk/LCwNJrWN1h9cBMCIRFY1HGkHFhmjbwv362RlO1g/YtuSPoI6F6NAtW/yOmfNVLphZUy7SKAAAIIIIAAAggggAACCCDgGgKabl93eNoWTbnfsWPHAAe4c+dOee+99+T169emnh4ZULx4cdHv3myLfwEAderUMSnkbcuePXtEd6HaFz3D2/5IAs0KoGnoKeEjoLtzdWe07gq2LxpwoqnDdXHP/shXraup+5ctW+bnPkeBHVpJM8OmSZPG7NLWBVn7EjNmTJM+PH369JaXwmKM4aNLL4EJNGnSxBwRYVuGDBni52eXvq7fa+pisn3QgO291apVM2n1T5w44XtZd6/re8jZ4s4BADpHRxkDApu7/pnTIJssWbLIvzsOy4J2wyVrifxSb0J3c6v+PtBnNXv27MCa8n1dAxHGj/cOIKC4twABAO79/Bg9AgEKBDUAQBvTXxh6do/tL1v/OtFzwSZPniwFCxYM9pMIaIz//HZQ5rUeIlnfe1saTukd7D64EYGQCuyZ/4ss+3qcpZmcHxaRprOs5y2FtB9H92sAgP4FK0GCBAQAhAUwbSKAAAIIIIAAAggggAACCCDgQgJ63vXvv/9uGdGhQ4dEd3n6V/S7A00TfeTIEd8qutC/evVqp1JQ600aPLBjxw5LF5qlQLMV2BddVNZFX9uSNWtWP2dIuxCrxw2lWbNmMmPGDMu8dBe27sbXhVBN+X/v3j0ZPHiwn3PA/8femcDNVP1//KSfXWSvLJFsiSwhyZK1lCJbWlRE0q5SoRDak0qpkPbtnwhRorK12rckUfqJREm2Nr//630ed5x7587MvTN3nmdmnu/39XpeZebcs3zOmXPvPd/P9/Plou+++85G4uDsqVKlSmHpIy655BI1ZswYhcw7zsR33nlHOxSdku1DhgxRo0aNsvUn6D5m3CSm8YDYa5zS/BCOnHuIOcQPP/xQr1nKIHfPWScEI9JNnH322VopxQxMZJ0513g0yNKdAMDYnnrqKa328ttvv8VcHd26ddOOeuT69//2h3qx771q0+erdQpbUtlaxu8WYhm/z/3790esF5UB1GYGDhwYs20pkB4ICAEgPeZJeikIxIVAPAQAGuKlYfbs2ZoJinwMD/sHDhzQcjvI/JMqgBsMOYAStVgEAHKxdx8jN51EcZbrE0fg1x9/VhMvHax+2bQ1VFnx8mVVvzfuV6UqnZB4AxFqEAJA0qCVigUBQUAQEAQEAUFAEBAEBAFBQBAQBASBlEFg3759Cifq44/bAxBQ3Zw+fXrUfuKgRYLfsjZt2iicbV5zUHNd7dq11Zo1a2zt7Nq1S5UoUcK1bQgAZnR5mTJl1M8//5wyeGZ6R0jXunPnTtswFy1aFMqrbn7Bepg3z65u6ZTtx9GKw960xo0bK/KzQyYwDafjTTfdZPuMfO60b1rQfcz0OU2n8aE8gQPftPLly6sff/wxrmGw7zlVTmbNmqXOPfdcz/VlAgGAwULcQY2F8UP+giwBMYK9uHr16pqsdfnll+v/x3DwT7p8qNowf5n+/4f/+74rZvh4UG2gXghAkAwgXaAeAM59+/bVZAKxzEFACACZM5cyEkHAFwI7vt2iylS1yzL5qiAbCiP9f2KDmtnQkjQhCHhH4MWr71Vr3v/UdkGXB25QZ1x2nvdKfJQUAoAPsKSoICAICAKCgCAgCAgCgoAgIAgIAoKAIJAmCODsWrFihe4t0dTIXxOAYxpOedQ6yQEdyZB5r1GjRigim/SB1FurVi1fBADktr///ntbMziIIuWKL1CggC33fJEiRcKiwtNkKtKum8jw47gzDaUGHHxu5pYHnEhfIo0t69Wrl3r55Zdtl/Pvyy67LKzKrVu3Kpy9piFF/sMPP4Q+SkYf026i0qjDSMQ7c76jEkxEupsx1yhGmIZDev369b5Hzb6DwjCEI8uqVq2q1q1b50sNNdUIAL6BiPMCzqk5r8ZOPedMSaMcJ46ZeJkQADJxVmVMgkAMBH777w41dfA4ddmzg1W+ggVSEq99v+5RhUsUTcm+SacEgQXPvaNm3PucDYg65zVTlz87JHBwhAAQOKRSoSAgCAgCgoAgIAgIAoKAICAICAKCgCCQ4wg4o6qdHSIam8h+crlHs+7du6v/+7//CxW58cYbQyoCfhQAcOaZDlwq9EMAQD7aLR99jgMtHdDy33fddZcNiccee8wWcd2iRQu1YMECWxmIJE6Zdwr89ddfKn/+/Lay0QgIXqbASx+91CNl4kNg/vz5YWq/pJTAoe+2Bw0fPlyNGGFPjXr++eerGTNm+OrAkiVLFHvY5s2bbde9/vrr6uKLL/ZVV24lALzcf7RaNTMrbUyfl0aqGq0a+sJNCmcuAkIAyNy5lZEJAq4IvHXrGLXi3U/U3wf/Us37XaQ63tMvx5FaPWuR+uzl97L68b//qcqNaqu2Ay/N8X5JBwSBaAhsW79ZTbhkiPpjx6+hYqWrlFc3TB+rChYrEhh4QgAIDEqpSBAQBAQBQUAQEAQEAUFAEBAEBAFBQBBIGQRiEQCIviVKu2TJkhH7jMx/u3btQt+jFLBhw4ZQdLgQAFJmunO0I82bN1cLF2Y5CC1DWrxu3bpx9Wvt2rXq1FNPtV1LDnfUKuK1oPsYbz9y63WcP0LiQG7etEaNGqmnn35aNWjQQH8MyWf8+PGaUIIsvWkvvfSSlqaPZMjTI2+/fft29eWXX+r0wxAG+Nw0CAFI4Pu1TCYAHDp0SON09NFH22D556+/1d01L1L//Pm3/jyS/L9fLKV8ZiAgBIAI87hx40YtebJ48WLfMz1o0CA1cuRIRR6kWMaGyiY3d+5cnc/jm2++0Zcgl1KvXj1Fjidy9JBDyY+xYX/xxRfqvffe07l3YOshJUVeFm7sMPouuOAC3QayUGK5B4Hftu5Q9zXuFRrw4M9fVOQxj2Xc3LnJOHP7xLou1vefPPO2em/UxFCxhj3aqe6PDox1mXwvCKQMAs9dfJf6dtFyW39QAkARIAgTAkAQKEodgoAgIAgIAoKAICAICAKCgCAgCMSPAJGRr7zyivr000/Vli1btOw5jlZy5eL06tKlizrzzDM9N0Cu97feekvndV+9erXOm86ZS9myZbWUO+eBPXr0CJP4jtYAeZcnTJig875v2rRJR24TkU1uX/pINDl1i6UOAi1btlSsrWjGmpgzZ46qU6dOWDHWISkCvv3229B3zzzzjLrmmmtC/xYCQOrMd070hL1myJAhIUUIqw/sMew/8dqtt96q1SlMe/jhh9Vtt93mu8pk9dF3R+QCNW7cOHXDDTe4IsE9j3vKtm3btAKE0/A5ffXVV1F9TZRZuXJlVKS5l77//vtx+SAymQDAPb1gwYKK1CumEej56nUP6I+I/EcBQEwQsBAQAkCEtfDqq6+65rfxsnTOO+88nS/HmYfHvJZ8TjyQjRo1Sv3665HoUbf6S5QoodmePLA5pXXcyuPsJ3/PzJkzY3YXWRZuzvICEBOqjCrw0jWj1Or3FukxNejaWl089vaY40sGAeCjcW+q2Q9MDrXdqOc5qtvDN8fsixQQBFINgQ/HvKLmjHnF1q0zLjtPdXnA/aHZT/+FAOAHLSkrCAgCgoAgIAgIAoKAICAICAKCQHAI7Ny5U1111VWeztg6deqkoyIhBUSzd999V11//fURc3Vb1+JsIW/3FVdcEXNA9913nz47xCEcyYgaxDlH2Tx58sSsUwpkLwIEbkEGefLJJ9Ubb7xhazySDDdzPmzYsFBZnGtLly61za8fAsBJJ50UJsPtJwUAQUNE94rlHAI333yzDgTEWFNff/21wg9hGqQRIvXZY+IxCCfUYe43RYoU0WvHS53Z0cd4xiXXZCHgtmfEwqZixYp6TUE4i2axCACQ6VARKFSoUKwmXb/PjQSA165/QC2f9onG44qJ96hTz/FORowLZLkorRAQAkCE6UomAQBWGyoBSKf4scGDByv+YFpFMlijvBg48zVFa4c8PrygNGnSxE93pGwaIwCrfFCFc0MjuOm9J1T506pFHVHQBIC5Y19THzzyUqjNMy7roLo8cGMaoypdz+0IfL9knZpwyWD11/6DISiOr1lZDfxwfELQCAEgIfjkYkFAEBAEBAFBQBAQBAQBQUAQEATiQgBn1llnnaV++uknz9fXqlVLffbZZxEjF8nTTk5jpHy9Gmd2/fv3j1gcZ9rjjz/utTrVq1cv9eKLL3ouLwWzHwFIJy+88IKtYYgbZg53VB5YbwcPHjmD4FwYGXXT/BAAqG/dunW263ft2qUITnOzvHnzKs4sLDvhhBPU1q1bsx8waTGEQKy0EiiBELnvltPdC4w4/Zs2baqJJqY512e0upLdRy/jkDLREXjqqad0gCkEoFjWrVs39cQTT8Qkv1FPJAIAew+K2p07d47VXNTvcxsB4H+HDqmhNS4KnUWL/H9CyycjLxYCQIRpTYQAwOYI+9KZj4OmeCh64IEH9AYajz333HOaheV2o4TR17Nnz5gyKm7tIgWGagF5XsRyBwLTRzyrFk6Yqgdb4+zTVZ+XR0UdeJAEgDmPvqw+fOzVUHtn9jpfdb7v+twBvIwy4xF4suNNasvyrHQu2FF5jlLXvPGAqnLmaXGNXQgAccEmFwkCgoAgIAgIAoKAICAICAKCgCAQNwI4VQmUsSJpzYqKFSum+MPR6cx/TDnk11H9dBqpA0j5aTpsrTLIvHOO6EY24HP64cy3zbWk/kTd02lIBFMnfTQdtFY5CAAQAcRSE4FVq1YpArZMQxbbTFWLAu2sWbNCRVgnJ598ctiArHSzzi9YixjpBYjexVjzn3/+ua0oqSXKly8fVi8S4E6l2po1a4YRCFIT4cztVSzn+oABA7RaSMmSJeMCgfzupEMxrWHDhjo9itc0w8nuY1wDk4vCEEDN480339T7DKmrSWXNPQ9CEPsHBDnWg7WXeIGwfv366rvvvtPK2exXjRs3Vh06dNCkkiAstxEAVr23UL18zWgNXdVm9VS/1+8PAkapI4MQEAJAhMl0EgB46GLD87OhuVW9YMECzfQlV4ppSHDB2IUp+ffff2vJlDvvvDPMmc9myE22UqVKtuuR8rnlllvUs88+a/ucfkM4aNWqlYKVyYvE2LFjtYSY0/j8xhtvdCUXZNCal6EYCNxe/pzQv/q8PFLVOLthRHyCIgDMfvAF9dGTR6TMml51geo0coDMiyCQUQjMHDlBzX92im1MrW/sqc4ZFFu60QmEEAAyamnIYAQBQUAQEAQEAUFAEBAEBAFBIA0QGD16tBo6dKitpzg9Jk+erMidjQPr559/1pH506ZNs5VDupjzN0gCplEf9ZpWpkwZ9fbbb6tmzZrpj5csWaK6du0apuxJOygBOA1nCo4Z00gvwFkgCqKcF5L/+7HHHrOV4VwRGW+vDrs0mLKM6iJncMjpm4YTHmc8hrIn57xuBBS/QLAOLOLAZZddpjgTNw1CAE46p+HEcxIO2rdvr3N3i+UcAi1btlQoQUQzyEEQP+rUqeOroyhQsLc49zD2rQoVKniuK5l99NIJotpR2IBAtWbNGp2emdzq4FKtWjV14YUXKqToIylfxGoD387ChQvVjBkztCIM9wr+unfvHqbsEasu83v6jYoMvqFjjz1WTZ8+3c/lUjbNEWD+WacQ/Cx746aH1dIp8/Q/Lxs/WJ3W0a4Ak+ZDlu4HgIAQACKAmAwCANL/PIQ7JZxg3j300ENh0v7ciHnoJ1+PaRMnTlTI9Zg2b948LZFilj3xxBO1pFeLFi1sZWFv3XDDDTqfimlt2rTRn5FXSix3ILDguXfUjHuf04MtX6equmnWkxEHHgQB4L3Rk9Qn4/8v1EazPp3UBSMiy9jljlmQUWYqAhvmL1UTLh1iG17FejXUDTPG+hqyEAB8wSWFBQFBQBAQBAQBQUAQEAQEAUFAEEgYAc7UiNg3jSjIc889kk6R73Cw4wR1Ru5/+OGHinM209ycXhAKrrzySls5t6h+ov/JD28aTjcib01r1KiRjuB2Rti2a9dO0SfT5s6dq1q3bp0wVlJBbAQ4n3XOM+fByGy7GaldncFfBKWtX78+VLx06dJq586dsRuPUcIkAHA+fccdd9iugDxC0JrTXn/9dXXJJZfYPkbxluhysdRAAD8B+8aTTz6p3njjSDAWveP8n/XkNRXA/fffr1MTm8a1H3/8sYKIFK8F2UcvfSDAE5WW33//PWpxFBIIloQU49VI7YLf55577nFNhUHaZqdfKFbdpFyYOXOmdvpzD0J5A0MBhM/Fcg8CbgSAe07pog7s2adBEPn/3LMW/IxUCAAR0EoGAQD5Jhz6PFhZxs0WpjAP6E7jBnjddddpaX7TuEnx8AXjB4PtyQMWN2LTiObnwc0px0QZHvp5+DcNZuns2bMDk1zxsxClbM4hMKR6Z/XXvgO6AxePvU016Gp/QbV6ligBAKIBhAPLmve7SHW8p1/ODVxaFgSyAQFY+Y+2ukb9/O2Rg6O8BfJrEsDxNSt76oEQADzBJIUEAUFAEBAEBAFBQBAQBASBEAJEP3JYjiQxTlwO0EuVKqXz05ICkcg+5LRjGXLbSNz6NdQY3aTjY9XzxRdfqDPOOCOsGIe+RPuJZQ8C5FavUqWKrTH+vXHjRtcO9O3bVxGsY9rzzz+vyONuGvLopgOX76jT2RYpAqwzP+t6nL3IL5v28MMPq0GDBtk+e/rpp9W1114b1k+cf6QNNe3WW291VQjNHpRzVyvsSRBATIvmgB0+fLgaMWKErTypHogotuyUU05RpINN1EwCANHQtWvXtlVZo0YNxZk2igOmuZFKcAY7x5lo/+T6YBBgP3I6n++77z5FVH8sY1/BR2Eae9QHH3wQUi+JVYeX7xPpo5f6ITA4/Sexrps0aZLq3bt3rGJa7RnlgK+++ipiWa8EAM4SrecYFGLcyAqZQgCwCA358uWLiXFuL+AkAKx5/1P14tVZhKuTGtdW1055OLdDJON3QUAIABGWRTIIAM46aZq8JDj4eRF1Mxz9AwcOtH3FS+prr72mYCNjsD3Jt+KUWOJl99JLL3WtFyYpLE1ehk0bM2aMTiUglnsQWDVzoXq5f5YEXfHyZdTgz+3KEBYSiRAA3r1nvFr0/LshUFv276rOG3p17gFZRprrEZhy5xPq81eO5OYDkI7D+qnmfS+KiY0QAGJCJAUEAUFAEBAEBAFBQBAQBASB0PkIDgQvUXGdOnXSkuqQAiKZW4SrF6jjIQAQ3EE0t1POnfaEAOAF9eDK4MQklaZprJepU6e6NuLmVJowYYK6+mr7ucfpp5+uli5daqtjw4YNqmrVqrbP9u/fH6YSSjT45s2bbeVIMUo0q2mQSNyCjLj2pJNOspXFgYsDTyz5CPBeX65cuTASB3OFc7VBgwa6E5y9sS/hlHXK+6PayvmvX2Md4sQ0jbXMmnYz+uR0Yvbq1UuNGzdOpyWAUAU5welIZR1/8803klrW7wRlU3lIHNybTMPHANEtmuG3wHGNU9oyUocgP+9UREl0KPH20Uu7biQorjv66KN1SmYCMXfv3h1WFY5pSDIVK1aM2AxEHHw8TtUY84I8efKofv36uaZyscqx9/Pbwu/z3//+N+qwMoUAAOENJZ3ixYt7mcZcXcZJAHjr1jHqqzfnaEx6Pn67qt9FFH1y9QKJMHghAEQAJmgCAGymO++8MyznFs52cudEYjlxM4U9ZhoMURif1sMhLw/kH4NpZpmzjHOYMMd4AIRFZlqs/siPKDMRGN24l9q9NYtJ3vGevqp5vy5hA42XAPDO4HHqs5eOSBKdfV131eGu2MzJzERaRpWbEVg9a5F6qd8oGwQ1WzdSvV+MLo8nBIDcvGpk7IKAICAICAKCgCAgCAgCXhHAwUm0vlOKPdr1tWrV0vl5nbm2rWsefPBBfZbj1+IhADzxxBPqpptucm1KCAB+ZyB7y3fr1i3sfI3ozebN7bl4SQvqlHx3i9jHOXvRRXayeI8ePcIkvFnvTucdTiMczU4jJ7Xz7JHUBaZKafailvtaw4FOSlY3IzCscOHC+mzXiog1y9WtW1c75XG8+jW/BABSQ0AOMR2+tEnbrK1ffvlF4ah0Gg5W1qlYaiLAua7zXle+fHn1448/RuwwexH7m0lGIb0IKS3iIaPEQiaePsaqk+9x7kOi+vXXX23FCY4kGLJs2bJ6vb/zzjtaucWZjnnIkCFq1Cj7eZ5VEWVJgeBUiAEn0jXzm2jWrJluAxJANPv+++9V5cre1EKFAOBl5jOrjJMAMLxOd7Xv1z16kA9tma2OynNUZg1YRhMIAkIAiABj0ASASA538iIh3x/JyNvFQ5fzxjNnzhzVtm1bfZkbSYCXTVjA5IdyM9hVSH3xomEaN29eRiK9/Aay6qSSlENgy7L16skLsvJ55S9cUI1Y83/q6Lz2l4p4CABv3/G4+uLV2aHxtr7xYnXOIHtuu5QDQzokCCQRgYN796tHzu6nft92JE9fwWJF1G3znlVFjyvp2rIQAJI4IVK1ICAICAKCgCAgCAgCgkBGIMAZR5MmTVxl94sVK6b427p1a1hELYMnzeIzzzzjigOSx85zE6IFYxnOOvKze7Xt27fr85s9e7IOcp0mBACvSGZ/OWT5cSwRwWgZkYzMqdPhvm7dOh2ByzueWZbzO+uMDycvzn8z+hNH0qJFi8LSViDVjmS7abt27VIlSpRwBYL+QASwrEyZMurnn3/OftBycYtuzvhYcBB5/NFHH4Wlioh1nfW9XwIA1w0dOlSNHp2lFurFkEh3qgx4uU7KxI8ATvgrr7SfsQ4YMCCMZGS1gBowe5Vp3HecaUms70kfTNoJJyGFdMO33367p44nu4+eOqGUIiVLnz59bMUbN26sCYDsr6a5kfGaNm2q92A3Q32ZiH3TcOL/3//9Xyh402s/3QgA9M+NrCUEAK+oZk45kwDw9dwv1PNXDtODq1i/hrph+tjMGaiMJFAEhAAQAc6gCQCwI2GVwaI0LZpMP+WQToIptnLlyojXIQGFFI9p7du3V4yhZEl3hxJlR44cqe655x7f1wW6AqWylEHgqU4D1fdL1un+uEXp+yUAmDI01Nnm5ktU+9t6pcx4pSOCQE4i8Nr1D6rl0z62deHisbepBl3bhHVLCAA5OVPStiAgCAgCgoAgIAgIAoJAOiCAowqHlWk4QSdPnqwVEzlAx9HZv39/NW3aNFu5QoUKadUASAJO41ozncCpp56qVq9eHTgknBeRbiCSCQEgcMgDqxDHJ+vMtDvuuEOrfboZjigcss7oapzxRFi7KVigRDFo0KCw6nAy4TAyLdpaKVCggJZvt6xIkSJhAUeBASMVRUSAwCuCwZirWEb0NQ7JaKlKYtURDwGAOnH0cm5srhlnW6xZAsxIB+B0pMbql3yfGAKojLRs2dJWCYrAOPSLFi0aVvnw4cO1vLxpOPhRGXYayiIEJDqVHlAOJmLeqyWzj177QDlSWJDKwDT+fdlll4VVA1kQZQTTIOFAoHDasmXLwpz8lIXIxZ7u1ywCAL8rFGQgg6EiQGoBSI6mCQHAL7rpX94kAJhBl90euUU1urh9+g9QRpAUBIQAEAFWJwGAiPj4zC78AAAgAElEQVTSpUurTZs2ha7gM1jd9erV05sxzLGCBQu61ujFke92oZfr4nXkx3tdUlaiVJrjCPy+fZcadfqloX7cvfRVVbTsEQKJHwLAGzc9rJZOmReqq92tl6u2txypO8cHKx0QBFIAgSVvfajeHPiorScnNqgZ9tD277+H1ME/D6oC+Quoo48Olwtr1POcFBiNdEEQEAQEAUFAEBAEBAFBQBDIOQROPPHEsNy7s2bNCstPTJQ2kXROJyuRjm3ahJNxOfMxAzIiOUsSGTmRva1bR8/bKgSARBBO3rVTpkxRXbt2tTWA04ezvGOPPTZiw0SGQkZxylE7L8ibN6/Ou07eaDcjmtfplPJDAEBynrMesexHALUPlB/Yp5YvX65QkkBmHeISUdmkd0ClNZKyq58ex0sAoA0ckhMnTlTz5s3T6xqFWshSrD32LequWrWqn+5I2YAQIFiElAysHdMaNWqklWus1MH8xsePH6/uuuuuMBUcggqdUv6sx7PPPluhZmxaz549dbChH6JHsvroF8IWLVqoBQsW2C5bsWKFVmRxGooH+fPnt30MzqYqi/Vl9+7ddaS/aW7pX7z2l/0bkuIFF1xgC+pEIVoIAF5RzNxyJgHg3vo91R87skhkD37/nsrzn9jqVJmLjIwsGgJCAIiAjpMA4GUZ8VAGM7JLly5hNwovjny3NniQhwn+6aef2r42UwfE68h/7LHH1MCBA231xkod4AUHKZO+CLw64H61Yvp8PQCYYzDILPNKAHj1ugfUinc/CV3X/vYrVJubeqYvKNJzQSCJCOzZvks93KqfOrhnX1ytVG1WX/V7/b64rpWLBAFBQBAQBAQBQUAQEAQEgUxAgECNKlWq2IbCv535eK0Cffv21Q4t04jKJu+v03DGmVG65HB/8sknA4MNRwPnMJEkmK2GhAAQGOSBVYTziLzOTgc6zpsLL7wwajvIReM4NdMGuF2Ao421ytp0c7oJASCw6ZSKBIG0RACC0A033ODa91KlSilIPtu2bQuT8ecCCG5EqhNtbhmR5qeffrpCydhpJ510koKUFMvOPPNMLblvWdB9jNV+ot+vXbtWofZjGoQIyHqmQYbhGcFM6cI94b333tNphaZOnapJM/v27dMKHkT0k3KIdAJ+TQgAfhHLzPIWAeCHz9eoiZdlqV6VO/VkdfP74zJzwDKqQBAQAkAEGOMhAFhVIamDNJepBhAvAYDcXeSS+eCDD2w9DYIA4DZGIQAE8rtK60puL38kmviWOU+rE045SY/HCwHg5f6j1aqZC0PjP/fOq1Sr63ukNR7SeUEgOxCYfNVwte7Dz303JQQA35DJBYKAICAICAKCgCAgCAgCGYbAxx9/rFq1amUbVadOnfThu5sNHjxYy1WbNmHCBO2QNY1DeyTSTXvkkUe03HVQdt9996khQ4aEqiMA5IsvvlDfffedrQkhAASFeDD1QDrB0eNUkiDCljmNZpwXPvzww746cu211+qIXqcJAcAXjFJYEMhIBNwUHmINFJl6HNpO8tz7778fppwTqy7n9yhDOFMgB9lHv/3xW557vDPNAXv2bbfdZqsKRz+qQKbx7IGzfvv27a7NQuSCsDF27FhfSgpCAPA7i5lZ3iIAzB45UX364kw9yIvuu0E16XVeZg5YRhUIAkIAiAAj0kbI+sPmisfII4Pj3mLoCgEgHhTlmpxAYOaoiWr+M2/rpmu1O0Nd+fxw/f+xCAAvXn2vWvP+EaWK8wb3US0HdMuJIUibgkBaIrB48nQ17e7wQ51ogxECQFpOtXRaEBAEBAFBQBAQBAQBQSAHESCn9ttvZ73zWuYm2btu3TpVq1YtW7nRo0ernTt3qjlz5ugUkZz5ENmHXDe5hNu2bet5ZCg+nnLKKaEcy0RqcnaEVLEQADzDmO0Fcfoz35s3b7a1jYz2iy++GNWp88orr4TJbVeoUEGh0EkKijx58qhPPvlEkWfbuQbIx3777bfb2iQi19kPPykASG2KFL2YICAIpDcCTz31lLr77rttijWRRsQ98IknntD3LqcliwBAO0H1MZkz9e2336ratWurP//8M9QMRED2WRQVTLvjjjsU+3I8hiLzo4/aU4JGq0cIAPGgnHnXWASAR5pdrX7ftlMP8P5NM9R/8sVW5sg8NGREXhEQAkAEpA4dOqRz3fBfpHCKFi0aeohHom3r1q06VxMMMLecXTy4k0fn+OOP1y3ESwBAcgcGuJM5BxONFwIs3hQA9O+KK66wIYBMD1Jk5M8Ty70ImCoA/V6/X1VtVi8qAWDylcPUurlfhAA7/+6+qsU1XXIvgDJyQSBOBMZdeIv6YenXnq8WAoBnqKSgICAICAKCgCAgCKQwAjhfcYyR+g75WQ5eOWjlcBrZVdLs8a6aiHFoRp5W2iE39/Tp031V9+OPP6o33nhD52vG8UvO3QIFCqiyZcuqhg0baslvIr9MKV1fDUjhbEGAeSNq2pReL168uI7Wy5cvn60P8ThCOnbsqHMk41iNZeT4nTFjRqjYqFGjtBrAySefLASAWODl0PeQP5Bx/vpr+zsbv31IJUcfHTkHL+eLnLWZeaTJM71q1SpVrVo124jYbyCfmEFJrCnIB6YqBWUgqpiGkiiy1G6GfLcpV33CCSfo802xzESAe+m///6rFWr95G1PNTS4f7/wwgtaWn3NmjX6HJ4xcf/lt8P9l+eESOvebTxBP3f873//U++8846aMmWKjgDnXsNvrUyZMqp+/fqqa9euinzxzvtMkFhD5sFXwXPK8uXLdR+Yf3AhbTHEJYhK/H8ki+e+56zLTQHAKhNEH4PEzKyL3wvy/EuXLrU1gaoL6i5Ow1/z+uuvu3aHewH7K3v47t27w8rwe2SdNGrUyNNwhADgCaaML8Re+NPyDeqFXsP0WI+rfqK6dd6zGT9uGWBiCAgBIDH8dK4c8setXLkyrCYY4Rb7O14CgJfr4iUAxHtdgpDJ5WmAwKLn31Xv3jNe9/TEBjXV9e8+FpEAMPHyoeqbj5eERnXBsGtUs76d02CU0kVBIPUQeK7nXerbhcs9d0wIAJ6hkoKCgCAgCAgCgoAgkIII4Ewjt/XMmVkyltEMB9v48eNdI9YiXcdhLnXj9OdAHDI/dt5553lqk7Ic6iMXj3M2Vr5ucsaSr7tx48axhiPf5xACvXv3VpMnT7a1ThTfAw88ENYj0gL069fPd08hq+BcikYGwfEPAcCyypUra0cupBIhAPiGPFsuwHEFIWnZsmW29kg/wf6CMz+akdrhjDPOsBVBPtokgZhfErBD4I5pEJcgmVjWpEkT7UQyDfJA+fLlw7rC/ufsY82aNcMIBNkCpjSSLQhwD9y/f78mvaUrAQCHNnnTCdKLZiVLltSy6iixRLNkPHds3LhREVW/YsWKqG3zeyPorm7dutky/9KIPwQgR/C8aBoET8ipbvfzdu3aqQ8//DCskZtvvlmT+SCyQvwiHRHPuk6V6R49emhiqRcTAoAXlDK/DASAjx55VX1+WP7/whH91Vl9OmX+wGWECSEgBICE4Ms6DECqyy0H3DPPPKMfUjAeBi6++OIwFhk3FlIFRLJIBIB333039LLIYQQ57Exr3769Zp3zABTJ3AgAMBI5sChWrFiCyMjl6YrA1tUb1eevzlJfvv6+OvTvIT2MqmfVVUXLldb/D2Pcsq/nfRmSnOGzC++9Vp3V+8J0Hbr0WxDIcQSEAJDjUyAdEAQEAUFAEBAEBIFsQgA5VaLRnDm0ozVPtOtnn30WNbqad3Qrso+IXDengR8CwI033qiefPJJz6gQnUteXQ6NxVILASIzOfMwjehMzl1wkDkNOWWIH6YR1YeDHwcrUX0LFixQ+/btC7sWQgHEAjeDSIL0//fffx/6mshR0lBiQgBIrXVDb3Cics62aNEiW+fq1aun9xsvig84enr27Gm7nlzQSHG72YgRI9Tw4VkpGS3j/BHnkmU4Ozn7Mw1HkRsJiZQCrC3TGBMRv2KZiUC6EwA46+bM249NmjRJQfRys2Q8dyAZT9Q4Cr5eDIVh9gwhAXhBK/vKEOHvJALyfLBkyRJFmhY3I3qfwFDTUKOYNm1aWHE3FWZULHhGNc/ZI41YCADZtxZSoaU5Y15RX73xQVhXIJTs/eW3kL+m2PGlQuSuIV++nApdlz6kIAJCAAhgUnjhI0eb0+69916dfwdDggtH/wcf2H+8Zhm3riA7A7t327Ztoa95sUBdwGIO87DvZDiedtppWvYnkqwPzN8777xTkxdMGzBggM5BA+tcLHciAAFg7LnX+x5851HXqTOvPMJE912BXCAICAJKCACyCAQBQUAQEAQEAUEgNyBw8OBBReSqW7QcZHT+kKVGutZpkOwh2zsNBx0OM6LrTIltNzy9EgDeeustRYSW08jTjQOYiGA3adeKFStqp7K8V6fOamatNWvWTCvbmcZBPQf2boZD5+OPP9ZO/oULF+pIPtJI1KhRI1QcKWoitZ0qFqSD/OGHH1wP9p1OLadcshAAUmfd0BPOz1BrcJ7nnXTSSToyFBlyL+Z2dhctAvT666/XObNNe/zxxxWkJMvIP+0kmjhJAlZZpKqRrDaNM0vOJcUyE4F0JgC4EWaYpVjS6kjs45TnPmxaMp47uCfg/HeqcNAuKYz+/vtv7Q9wGmf1q1ev9uT4TbWVaaUQyaR0R26BlRA1uP+TviGSnX766WGBnhAC+NxpPM9WqVJFPxeYBsGgQYMGMadZCAAxIcqoAhAAPhxjV6OINsC8BfKp+zb6S22WUYDJYKIiIASAABbI4sWLdeSC00znPocRN910k46uN+2WW27RDLNIOYCQkkFSxjRuDDwIWcxdNwICL5vIiEW6iSA7c91116mXX7azgyLltQkAJqkiTRCIhwBA1D/R/2KCgCCQGAJCAEgMP7laEBAEBAFBQBAQBNIDgdGjR6uhQ4faOkuOWqTZIcAjVfzzzz+r/v37h0VSFSpUSKsGOFXriKZGRt2LeSUA8J7P+75pEPF5HyeXN2oD/P+VV14ZSi9gleVzN/KAl/5JmWAR2LRpk3b+O9UmiPjjDCRRg1SAQ8dZP6QB51kRxJA6deqE1gtOFMgJqFtYJgSARGckuOtx2vA7Rj3CtNKlS2vnvzOiPlrLlMdZaBpOJiLzkYo2jTNE1pSTzORMAUA+9Nq1a9uuhaCyatWqMOeim1w1Dq6WLVsGB5jUlFIIpCsBgDPrSpUqKQhWpkFgGTNmjCbdcP9FOcVNWh35dad6SzKeO1DnJT2RaeR9R30IkiOGahEBgagPmIZ/oE+fPim1Xrx0BiIFKjbFixf3Ujzlyzz99NPaP2IakfkQvnhuiGZuKVggn0S6L6Dy41QHiEZCNNsWAkDKL6VAOygEgEDhzPWVCQEggCXg5qSnWlPenwcTohH4M42DB5zwkW6cMHcHDhxou4acNLCALYmx9evXq+7du2v2oGnRDhxgnPHgxAuIaSgLtG3bNgBUpIp0RSAeAkDf1+5T1ZpHZkWmKxbSb0EguxEQAkB2Iy7tCQKCgCAgCAgCgkBOIIDzfMuWLbamyaF97rnn2j7jkJmDVKdjlXfwNm3a2Mq6EQAgEnA9B7LO93BnxLYTByL3ChcurCP4LKM+0vsR+Wva7bffrh555BHbZ0Tv+kkdkBPzkBvaZO3ghHc6XzhXefHFFwPLi40sO9HZpj388MPqtttus31GtD8pIixzk4AXAkBqrEzO8XAusk5MI80HjnO3KM9oPUdJAOegMyIYuf7nn39ep4XAOK+D/OSU5kdRZPv27WHkJzcZ6l69eqlx48bpc0OcwJxFOqXUq1atqpVKgs4NT47iF154Qb333nsKggJOXBxqOG2rVaumFTe6dOmiIH15tR9//FFNmDBB59uG0EMb7M9E1J599tnakWoqc8Sql/o4M4VQwb1jx44dCjIGxA7mlbNa+pnuKi7pSgDg9+B0jvM7wZnuXK+k0CDgzjSINs50Hcl47jj//PP1OjeNf3fo0MH2mRv5h/sSJLF0s0wiAOCPQcGHvd4ySHnsC87nUbd5Yp/g2dU0fDOnnnqq67RCNIBwYBrKME5lFreLhQCQbr+UxPorBIDE8JOr7QgIASDBFQEbmAfpkSNH2mpyi8DnBuKUlosWqc8DLQ88U6dOtdUN2xHlAMvIF3P11VdrhqFp0dQFYEnywG0aeeyQS+ShSCz3IiAEgNw79zLynEdACAA5PwfSA0FAEBAEBIH4EOBgCgI0achmz57t2zHyxRdfaGI0jjGk35EY5V2JA1LSnTmdvbF6SU5uosmJrPn666/Vzp07NekaZwHRWjh1nBGXseqU74NBAOcN82Aa/8ax7mZ9+/YNU9LDOcAcmmYRADi8bd68ubrooot0TnWIBlYknlXeiwIACgRI+JqG7D+OI6fhqHMeFnfr1k2RQkAs5xDgd89aYA8wjT2A8xOkpIMytyhCzmQ4v7GM8xYiQS0rWbKkJqc4A0KEABDUrCRWD9L6SOw7DUcx9ycvxpybEtKQQgYNGuR6KfsN+xf3QNMhZRW+9dZbw4hGfDd37lytHOq8hrrKlSunc5OjKOC0ZKiU8AxAmhbOKaMZa3/s2LFh6UzdrkGlA4VVnNmRjN8yZBvKkqIlkkHCoAxKrNHq43oi0AnKckZ4e5n3VCmTrgQACCxOxVr+7Ux/C878Xrg3m4b8vym1noznDuT/jz32WIVagWXkjIek40aqgaAC4cYy1ixkIKeaUaqsnUj9yBQCAL4WntPMVFPMG4QvCIJeDKLWs88+ayuKcoBTydkq4KYAwDvTOeecE7M5IQDEhCijCggBIKOmM8cHIwQAlymArceBAg/mTma/WZyHa1i/vXv3DsvhwqY+adIk24scjPOePXsqDrdMI/8bJAJn/hykhLjpmA8TNWvW1DnnTHk4+sFDKS8DplGWB3rk5UyDWMADOfWYRu6vYcOGBfoSnOMrXDrgGwEhAPiGTC4QBAJDwC8B4Oi8/1EPbJ4ZWPtSkSAgCOQeBFLFWesmx+llFoj04eBYLGcRwHGF05/oFSSMLYuU/9Ktt7zr8G5CbuJoRpQVDn0vTntSoXEo54waN+sn8pCoMdMZl7No5p7WeYdu1aqVbcA4WJzEd6uAM186nxMJCgne+Z4L4YNc3TiXLIv30BRZd0t1z6qL6F2cDU4jAgxSgWmkBWDNiuUMAnv27NGRwcuWLbN1gLXHfOXPnz/Qjrnlq2aNslYx+oMDaNu2baF2WV+sKaeZTiLrO6KncTbhJP7kk08C7btU5o4A6T6c53d+sXKmgeD8jr3hpZde8lUVEcXsb3nz5nW9jpQqPFN5Nc4xObMM0tz26lj10wf6EsnclDWi1Ynj2KnYYJVHzYV7jTNiN1p9OATpo5NwFmtcqfJ9uhIAWrRooUh3axqpUk477bQwaCF1OPdziC9m+oxkPHegxsu5u2kQASOtLyLNnb97lAGcBMVUWTuR+pEJBACURHivYO2YBuELRSevxvuPk5Tiln6C+iAaQHY1iSl8zvtTNN+T1Zd4n2W9jiUny2XCmooXv/8dOqT27vxd7d21W+3defhv1261etYitfnLtZ6rzVsgn7pv43TP5aVg7kJACAAu840sFg+uvIzhyCfioG7dugqZL4wbBFEEMHmReHPmJOI6mInOaP9IagGUv+eee3S0P8xvolU4/OAB3nljwMnPQ73z4Wbt2rWaueZktsM6I+9RvXr1NAuWGwtOfucBG1H/MOD9Spjlrp9L7hitEAByxzzLKFMTAb8EAEZRqnI5dcfCYA9vUhMd6ZUgIAgkikAqOmtx/D733HO+hyYEAN+QBXYBMrk4unD84+h3M68EAIjJOOM41PVikKBRCCDCKpJxUN+vXz9FZFYs42AfiXZn7s9Y18n32YsA77lOtbv58+fryG4vlsihKTKuvGubxr8tqW7rc/YkCCWmjR8/XhNRxLIfAaKd27dvHyYBzbkIa8dJ7Aiih27pG82IbZxZOLUSNadjK9H65PrICCSDAEBrnA0++OCDOhKd879ohsMfJzhBQ8joRzOcV5wtRotsJ/CIdcm5Z5DS/24EGPpKlDMkF8h+u3fvDut+vnz5tAoGEdtOIzgLJ53TkOWHEGOpBTm/hwAAEcBpbvLbVh+JIIf05UzPYH2/ZMkSfS6cbpauBAA/OHNPdkquQ/4yU634qY+yXp47UN5wptA1SV/ONt1IOmbqYL99zKny6e6sXbx4sY7Qd6qiOBV7vODLflGhQgVFuirL2Js2bNigU4qYRloUJ5EomvqVs/1EnmW9jCW7yhzcG65G8+fBg+rAgYPq2OLHunajQJFC2dW9wNrZtyvcqa8d/Tj5Dzv7/+D/f/lN/bnvyPqJtwNCAIgXudxxnRAAXObZ7cXNz3JASooHamdEP3XwYEtUfzwsYvIdQSwgT5fTeIFAWi6SlFis/vOiMHDgQIn+jwVULvheCAC5YJJliCmLwP7f9njq27cLl6tXBtwfKluhbjV140z7obOniqRQ2iCQKtHaFmAcVqKWRIQDee6Q2OWAkkNpohh41nFGd6YN2BnW0VR31hIp48xx62UKhADgBaVgy8ybN089+uijOv8u8vzRzCsBAMI0adKcRpQrewqyxU6LJt3+5Zdf6pQBZs52rscBQdQs9TmjffiOCM10i8AKdnZTtzb2MGSYzcNVSPNI7OI48mKJHJpCUIKoZBoRiBASkGknmpcIMCJYzXVHHmne/bND2hciDep+OBL47bj9pqLhRNABSgU420ijgKMOkg1KgjhByE0bKeo4Ur1WSg8i1XHS8dxA33DSsO8nMwUHv3FUIJDhNY0IO6ItOZz3YkThO3OKk2s90lkOzz7MgWmkBbj22mv1R25OKi/9cJYRAkA8qMV3TbIIAFZvUINgL+F5GocRaUcgr/H7Y70iC81vsHLlyp4HwG944sSJins2a5jfM/sQ+2jr1q21corbmaLnBlwK0gb1O4Oj2Ds4p+Q3x15JKlJ++6bKKdVFipgldcLy5cttLV5//fVavr9w4cL6vsC1nOGaRl/Yf80zWXDB2eYkBxKIBRmCPRsjxzwRvUjGmxZNWSAR7JJ9bW4gAHD+bqZaAVMUfUkJEY95fe6YMmWK6tq1q62JG264IYwMaBWA8MN6jXSPiKevOXFNOhMA2E8ghzhTlKDWzLNcPKQo5nzcuHG2qeBdhOcq6zkx0t7nTPEcbT4TeZbNiXUSqc07TuygDv0bm6RtXX/OoCtV6xsvTokh7N/9x2Hnvd2RH4rc3/mb+uMX/narP12IDskchBAAkolu+tctBACXOUQaiJu48+E11nTDIscBz8NHNGYujHOkf5zR/dHq55CBCIJoB1O8VNM+L5l+DLUD/niAFhMEhAAga0AQSA8EVrw7X7163RESQLXm9VXf1+5Lj85LLz0hkIrR2nQcBwGHZRxSRjOcdMgcIrMtlv0IpIOzFlSI6F63bl0IIA5eouVutQpCAMAZLZZ9CCBZHElW19kLLwQAnHPOnJeonBHBj9OAtcB7GQfxTil/Dl3J7+60M888Ux/em9amTRu9F5GvmQM/cjo783Xi6Fy5cmX2gSkteUYAx7pTRp85xAHk1RI5NMVphcPKufZZn1bEKA540zgLwKHXsmVLr130XQ6nzsyZM7XDmbYsYks0goyzEcaGQwLFQA70IxlqBwQimHnMI5XlTIJnBPKARzNIHJxbXHxxsIe6BEb06NFDsUeYhnMP5z+H8V4NTIngM6OpuT+xVzijTTk7Yj2YRBXaQaHRIhHgVPJKPojWRyEAeJ1BKZddCEAK5ndvGgFM3I+dDjWUUniGM61p06Zhah1E3Dds2NBWDgIO+7mzTqJ5ISeaRnQ2hAfLcNDhqDON6O05c+aEwbRo0SLVrFkz2+dE+aIEm26W6QQA3pdr165t26dR7yUFr5eUUW7z6fW5g+cCno1Ni0ZQ5rnlrrvuspV/5JFHwtL5pvoaS1cCAL9fVI/dyMUQrrwQHXnPYL8zjWdAfDY//vhj2NTx7sFzgZv6Cekjli5dGlPZxao0kWfZVFpTqUYAOPjHfltUvhWhjyN/7y+7sxz6O/n/3xRlg7a8BfKrY8oUV8eUOlYVKVVcFSl9rP7//67aqNZ/7K6059YHIQAEPTOZVZ8QAFzmkxfhVatWaUmuWLkorcuRl+MgAkk3L4eW5KHDWc/hbCzr3r27ZqR6yQnDjYV8qDxExCIwIPuPjBgv3UHnv4s1Jvk+dREQAkDqzo30TBBwIvD5q7PUlDuORP7XOb+ZuvwZO6tcUEsvBFI9WpsoJZ4bOGD3YhyQc+CeDKldL+3n5jLp4KxlfnCumJFgRHYhyS6Wegi4rSkrz7pTMtcLAcBN/YHDUd6pTOPAiwM33tEs42DemRuWqFyiNU3D6UcUn5XKzfqOXMqzZ8+2leW9TJRLUmvduUXXERlLVCvR5F4t0UNT7nn33nuv/otlOJg5HHY6j2Jd5+V7fgMEE+D0537sjGCjDj8EAD/3CfZq1FqiBSTgaOI8xKvaIU48IpWj5f/2gotVJhJZg98/ZKJ40h1CRnKeCXEuAyGCfQkjzzTR/6gdmObm1PQ6HtYR6RtNw8ngZ917bUvKCQKJIkB0PL8J0/i3Mzc236MIAlnGNOT/nQFSRHA7FU5NRQ3zerf0A2b6DcqSRoEUrqZNmDBBKyK4GfuGmZ4BtaBY6keJ4piM6zOZAMDY2GdxopoGsc3paPeKrZ/nDjdJd78EgESUCryOKehy6UoA4BmGd49EDFIR5CKn8d4DqTmWH8a6jmdZnhkgAXi1RJ9lvbaT7HLZQQD4a/9Bu9T+L1lS+zjysxz7WVH6/P/BP6Kn4YkHj6Py5Mly6pc+/IdjHwf/Yee+dvRrh/+xuoybzRnzivpwjF1VKlpfhAAQz0zlnmuEABBlrnmB5CF02rRp+oURprf1UFq9enW9UfOCi/Off3tx/LxcBYgAACAASURBVJvN8fDIy/Fbb72lkKtkM8c4JCe3FHXDXodx77duHAj0myg9Z7/Je4fcJgdfzpw0uWfpy0gjISAEAFkbgkB6ITD/mbfVzFETQ51ufMm5qutD9qiK9BpR7uxtOkRrc2CHQ9/JYOcZhagY2PTOXHrMJpGTTqZ87pzl7B11qjtrQYO1RBSoaekYCZO9M5tzrVlriujTTp066Qh83ldwODqltmMRADi0Ze7NaFnUyNhn3CTTOeCFTGQae44Z3YVzdtiwYbYykWSFiRQkYtA0IZ/k3Npya3nFihXaiU5OZtN4x+Vd1o8lemjKeiVKnr9YxhkBaQOQfw3KuLdC3H/ttde0szmaeSUAREp7iHoByj2obpikG9rkt0/aH+e+bfXn9ttv14EITuM3jTON37fTyOXNXHOekqhBHiK1odM48yAKz4uBsal0QHQpZzNuzzfsP+xbRP05ZcV5NuIMqXnz5l6aDSsjBIC4YEv7iywlDyJR45GizikAeBZwkvL4XRMV6zTG6AxAclO1gHDsVBLh/BQVAKcR7e0MmOIe73w28YoPe1+hQoVsyijsY25RvF7rzKlymUwAcEu7gmoEz4tuKXljzYHf5w4hALg7LmPhnFPfJ5MAwJjWr1+vFSFikSAhUvKsQaoSP5bos6yftpJZNl4CwD9//qWd+n/wF3LiZzny94ak97Oi9g/ssb87BDWewsWLGo79Eocd+qZz/4hj/+i8/0moWSEAJASfXOxAQAgAsiQEAUHAhoAQAGRBCALph8AHj7yk5o59LdTxlv27qvOGukczpN/ockeP/UThxXKsgVgypLVvueUWrTJkGs4Z8uVBAOCwjGgfciWbUsIcgiOBW61atdwxmSkyylR31gITilvOw2GiWrt06ZIiKEo3TASQG8fhhayv6Zgg4sUvAYC0D6R/MI3ofad8v/X9nXfeqdXZTJs6daomIliGahp50E3jsA+yttNw5kG6Np12rEUOf8VyHgFUG7i/OFM/ENFHZJ9fS+TQlAjQ888/Pyy6O1ofuO9xbwxK3p7c1V5zgHshAKDYwcGzk1xBvmSIBji+iD4nbeHixYttQ42U3xhCDlG9lgOTi3DAEGGLk4boWcgLkAKd0XNECTujh/3OMeWTla8d0gmBGebYYvUPBUf2rXhNCADxIpfe12Wys9aambVr14al0CAn90cffWSbPEhUzv2HPQSygNP+/vtvlS9fPtvH/IYg8MRjELNJH2QaxDP2gnSzTF1TPA84UwERVU3qCN5L/Vo8zx1CABACgHOdcR4yffp0/T7Cs+f27dv1Gclxxx2nVYN4V+nYsaPf5anLJ/IsG1eDSbrILwGgcMli6tA//6oDvyfHqZ+/cMHDTv0SWRH7hyP3idLXsvylsyL1+Xe+gvmThEp4tUIAyDaoc0VDQgDIFdMsgxQEvCMAAeCla2JHt5g1dnngRkX+cTFBQBDIOQTeHfaMWjTpyKHEOYOuVK1vDDavas6NLvNbTvVobQ69eXE18xwT9UbEDRLbpuGcIerWtKFDh6qRI0dm/kSm0AhT3VkLVPTReQjCwV2DBg1SCEnpSiwE4iEAEClIxKDtebJLFy1r7makhbjxxhttX40ZM0ZBTLIM+X4ibk0jWtmZq9v6nvQFplQnUcJukuqxxi/fB4sATn8cP9xfTMOJTL7deKJiEzk0RR560qRJtr4Q1Y2DF2U9Upig6IczwnSo4/xmnUeTzPeKnBsBABzcHFxeCACQaZzOaX7HzrQY/B7IX88BtmVE8uOEcyp1EPmPAoBp/NsZkQ9ekBnMtCFEA/NvnisSsWQRAOgTa6hv375qzZo1UbsILmARSVbc6/hymgDA8x4ODNJNkHYAh0Ykc8tr7XWcZjmUFJzS8DhOUInwQ76w6kzHlAmZ6qw15xlpfu7fprnJoJPX3fl7Y59AocTNIABABLAMZ/DPP//seylCRITwY+bzhsBEVLmb+oDvBrL5gkxcU9x/Bw8ebEOSZzieAU0FF69Qx/vc8dJLL2minGl+UwA8+uijauDAgV67mhLl0jUFQEqAJ51QfgkA8UBG9H2WI/+wU99w7OPkN537BY5J7Nkznv55uQYCwP5f93gpGirTadQAX+WlcO5BQAgAuWeuZaSCgCAgCAgCGY7AW7eOUV+9OSc0ys6jr1NnXhEfwzjDoUq54aV6tDaqA85DLxjsTmlOgMVR4JTaxaGLY1cs5xFIFWctSJDL9brrrrOBgiNtxowZOs81a4lIVBwCRGL1798/EJnonJ+FzOpBPGsKeUycdaa5RQBa3z/11FMKiX7TnMQi8noS8W8a6yiSBLebIxnnQTyysZk1ozk3mp07d+r5QjXGNJQeIIfghInH4iUAbNiwIWzPwSG+fPly7ZQ0jcjQzp072z5r2bJlGCklnv5bBADWJviQfoO2tmzZEkYw8EIAcCPLkBbDGfFKXyH0OVUX3JRaaHfWrFm24aH04Zbflr382WeftZVl30dpIRFLJgGAfqEYwhitFI6kNMAxjTIKKkfsQb1797alJol3PDlBAMBRCDEPpz/jtJzusdZUMgkA27ZtUyeccEJcMAoBIC7YknoREfk49llrlkEqgvBlpvThO4hC7H2mRZtT9mRnvRCOohmqPzfffLMuQopWyE1W2lfrOp4VeF5l30pHyzQCgNu7A6lrUKJCOcivJfLcAUmK92HTIqnkUGb06NGKZ1fTSBkEuSydTAgA6TRbqdVXZPwHV71Q/e/Q/+LqmHbe48y3/g5H6x9x9GdF6hcuUTSu+uUiQSBTERACQKbOrIxLEBAEBAFBIFci8FK/UWr1rEWhsV/y5CBVr3OrXIlFOg061aO1n3nmGXXttdfaICWCcNCgQa4wn3jiidoxYRmHcsgoI4sslrMIpIqzFhTcZN2joYPziyhbcr2LpQ4C8awpIusqVqxoGwQqIxy+uzl5ORydOHGirTxRhGa+8T59+qjnn3/eVgbiwIAB7tEQbgQAnAU4I8SyH4E9e/YoSCDLli2zNY6zGmekM2e0nx7GSwBwi5RnzbH23AxZfdN5xBrDYeWMlvfTd8pSBwSDCy64QKFcYVm84yIyFsl+0w4cOBBGauB7t5y5bhGO/H7NaFvIW9z33Wzy5MnaUW4aJAP2d7HsRYAIe4hSOP0hdripoGQXAYD1w9o0zY0s5hUhIQB4RSp7yuGIbtq0qVq6dKmn375zP7X2QhQp3MxJAEBRxJnmxHkd6i7R1Drow/jx4xXPOelqmUQAIFUMEffsW5bxboBCCQQsv5boc4dbyj2eRZ3Pq1a/UC1AvcA0yPROEoHfcWR3eSEAZDfi6d3e/w4dUiumL1Arp89Xa+d85nswTa/sqFrf2FM79o/Kc5Tv6+UCQUAQUEoIALIKBAFBQBAQBASBDENgwiWD1YYFRw7Qe794r6rZulGGjTJ3DCcex1oypLWJViBqwTQOiy+99FLXifCTtzN3zGTqjDKeNZUMZy2IsH5ee+013+BAPHHmg/ddiVwQGALxrCkaRynElBbnMyJru3XrFtY3N2e9U17cjahUq1YtRRoA5/V8VqdOnbB2cFjiuBTLXgT279+v2rdvrxYtOkJgpAdI7OOcPOaYYxLqULyOcrdI9SlTpugIfDeDwPDJJ5/YvkItoG7dugn1P9LF8Y4Lkg3R7JZBKiAK0s3cfisQEd59991QcSJn8+bNa7s8Wv7tuXPnqrZt29rK44SbMGFCUnCSSsMR4Dc3YsQIfQ+GeBXNYhEAUHNAwt2rsV6cUdakhHH+dqjPLcLWqxIIcvGJkm+8jimocpnkrHViQhoX3h1Ma9iwoZbWd1PeyQ4CQCz1CvbuYcOGKVRo0sHWf/RVWDdRNmJdQYhwe5aq0aphOgxNTZ06VT8f/vvvv6H+Mh5SA7G2/FoQzx0bN25UVatWtTXtlk7HKuD2GyDlhFMRy+9Ysru8EAC8Iw4RDYUKp2qU9xrStyRBSSumz1erZi5MaBCS2jQh+ORiQUAjIAQAWQiCgCAgCAgCgkAGIvBkx5vVluXrQyO7buqjqlLDWhk40sweUjyOtWRIayNnOG7cOBvY0Zwg7dq1U8gJmxZJCjizZzD1RhfPmmIUQTtrqROpTqfDj+hrPifCC+IBB2PmYZ9+gTnqKLV48eJAcmun3gylX4/iXVOkf0DK1TTWGRHHlnOeub/nnnvCJMi5BucV31mGVDTqI2YOYL4jWpmobcvBsGrVKtW1a1eFFLFpKJTgmIonx3z6zVrq9BiZcRzKRNKZdtJJJ2nHUNmyZRPubLyOcjflCaJBI0lBn3rqqWrt2rW2/q5cudKVbJLwoA7npW/SpImtqljOWgpzGM0BvmX8Nvi3m2PVzcEByW/hwiMHujhanfLdyHzzW3Mz5pVIYNMipRUKAqdk1cF+gbF3pJvCkZVWwgs2XtaUl3qsMjjsSH1lWqRnSvJj33bbbbaykFVMJQw/bad62UwlAKDugbPdNNQeSA9WoUIF12nJDgIApBOIW7EMFTQUhVL9+WDYqd3U/t3R0x6YYz17QHfVYbBdjSUWFjnxPe+UpIix0pJYfXjooYcUZFC/FtRzB8+ovK+YShPsTaiZuN1Pq1evrkgtZBnEOVQI0s05LAQA7ysutxEA1n34uVo5fYF2/B8yyDo2xAji95EBQAgA3teblBQEIiEgBABZG4KAICAICAKCQIYi8HDLvmrHxh9Do7vlg6fUCbWqZOhoM3NY8TjWkhGtfdVVV6kXXnjBBjKRGJEiYtz6zSFfgwYNMnOi0mhU8awphhe0s5Y6ccB+/PHH2pGEckX9+vX1OjMj9sgF3rFjR/Xdd9/ZUO7SpYuWKxbLeQTiXVM4FnGYmjl7GQ2ONKKhSpQoocjPGyk6dezYsdq5b5pbGgC+J4c00eS7d+9WkKQsx515LYe4HNSJZR8CHJ736NFD4fwzrXTp0tr5TxR5EBYvAQBZ+iFDhti6gPOb/crpCMLZfdppp9nKBpUCIBIG8Y6rSpUqatOmTbZqIS6ccsopYU198803qkaNGrbPuZdzT7eMaG6cdaaBBb9fN3PrN86dGTNmBDHd2VYHTiRUQ7hnZQIBgPXqptwQNAEAghfKEpZB3OIe7+YwIz/7448/HioLSTBWXvdsWwBJaCgTCQBIniN9blrRokX18x/PfZEMEtjmzZttX0dL6+BMAYByDM5Vr8ZzAUTC2bNn66h/p0IRKhdOMorXurOrXCYSACD8QiwnYt+0W265RY0ZM8Y3tEE/d0AodT7DkKrgsssus/XNjfgWSfnE96Cy+QIhAHgHPDcQAL75ZKlaOWO+dvr/feBPV3Aq1K2uTuvYXP/d3+QKdejfIypUsdAUAkAshOR7QSA2AkIAiI2RlBAEBAFBQBAQBNIWgVGnX6p+374r1P9BCyaq0ieVT9vx5LaOx+tYCzpam0gtIrZM80sA+Oqrr9Tpp5+e26Yw5cYb75pKhrPWKzjkBHeSR4hgJVexU3baa51SLjgE4l1T9AAnPoe48RgS5ESOm8ZBG2vF6TTwUj8EAWf+eS/XSZn4ECCHL+Qy570FBx+OoSDvF/E6yt32HkZL/nqiWSEqYBzs9+rVK4yoBJEFFZNkWbzjuvjiixV5h00bMGCAjnB12q233hrmZEG2+8svvwwVdYsm90sACNrJnCzMzXozgQCA+kPz5s11WovOnTurLVu2hKnrBDk3KLw4c3VHi+KlXzxvWgZpzCQPZMc8Z2cbmUYAQOUHAqlpPL+h+ILaUzQjhQ/qYaahNgI50M14HjTJfRD/tm7dGtf0QXxiDzMJipAWiOxO5WjtTCMAkEIHhQae903r2bOnevXVV30rMiTjuWPWrFmKPdI0FHHeeOMN1bp1a/0xSkDsr85n02jp9OJauEm4yE1Rgt/FgQMHtPqBmxU6NrG0TUkYRo5VmakEgO8+Xakd/kT7H9iz1xXfcrVPDjn9S1Q4LlTmjhM7CAEgx1akNJxbERACQG6deRm3ICAICAKCQK5A4N9//lHDanVTf+47EBrvkC9fVseekHVoLZbaCMTrWAs6WlsIAKm9Tvz0Lt41RRtBO2v99Js8rBygmSakEj8IJq9sImuKXiHPT3SgU7rf6nHNmjV1jtXp06fbBkHUccWKFcMGhgMLYoBzvVgFiTKFdEC7puGMfv7555MHlNRsQ+COO+5QOP6chpMFEpsXI395tAhSq454HeVcz8E+B/xOYx2VK1dORyUiSe5mRLQT2Z4si3dcbnnVcQQTtQg5wDK3cnyHQ+ajjz4KlRMCQPopAOCUmDZtmt4rTTn9eNeU1zWOQ8xcO4UKFdIqL8WLF3etAiLQ0qVLQ9+lo1KEV2wol0kEAPaTK664QuF0tYx9hnu5kwTihhHpTViPpqFyVr58OJEdMk7+/PltZXl2cBII/MyFk3zCtXPmzFFt27b1U022ls0kAgDPcvz+f/nllzAMUYfwQgA+88wzbc91yXrucEtpRqchq0B4cSOioISCko6XcWTrInI0NqRaJ/XX/iMpg2L1pc3Nl6r2t10eq1iu+T6TCADff7VWrZi+QEf7792523UOjz/lpJDTv1SlE1zLfPbSe77nv0kvO8nGdwVygSCQyxEQAkAuXwAyfEFAEBAEBIHMR+Dgnn3q7lO62AY6fPVbqnDxopk/+DQfYbyOtaCjtYUAkOYLyeh+vGvKqiJoZ61XZMkPjTPKNLcIcK/1SbngEEh0TdGT9evX6+hj8rziDEJOGznySy+9VF1zzTU6UtCMOK5cuXKYhLk5IqIAiSwnAotoUQ7gyDeM8wnn/08//aQ6dOhgA4HyRHEn2+gLa5nIL6KnnMSGSO3jdJg7d67v7kVSa8EpQySjM6eulwaiyTB7uZ4yRMeTjiERI30IkvyxLBGnJmNt2bJlxHz2kdoeNWpUWPqAWP30+3284+L3QSQ1Ua5OI+oW5wpO/UiR1qT/MaOyhQCQfgSASGst3jXlZe0Szesk7LC/P/PMMxEvZ982HYCXXHKJwnHG/Z+0FUhRE22LggupgS6//HKFkzldLVMIAOwP3bp1U8itW0aKCe6zzJEXQ0KdKG/TWJ+NGzcOu5wUEs6UMe3bt1coTsRryP0/+uijtssnTpyoSDWUqpZJBAA3tRC/uPPMZz43Jeu5A7ICdZNCwovx7Ecqodq1a3spnqNlhACQGPzpTgD4ceUGtXJ6lrz/79vcya7HVT9RO/3rdGyhylQRpdHEVoxcLQgkBwEhACQHV6lVEBAEBAFBQBBIKQT2/LxLjWxwaahP+QsXVMNWvKHyFrRHS6RUp6UzKhHHWpDR2sgdT5482TYjflMAEMHlJVJTpj25CCSypqyeBe2s9TLi/v37q2effdZWNB2kM72MLd3LBLGmomFAJD8KEKYNGjRIPfjgg3FDhxQr0a+W5cuXT0v7RpIzjbuhwxfi1Jk5c6Z2+hNNbjnd/UhrV69eXW3YsMF3VyLt1RxUI5Ecj+UmAgD4EOGPM+ill16yRbO6YUdaANIDcN9MtiXirOVaIvlxoPo1Z+5lnB/kcTfNbwqAjh07eibD+O1vssqncwqASJgksqZi4Yzz/vXXX7cVW7NmjYJ04masTaJn/ViNGjX03s5+mY6WCQQAiHwoNTjJZdFSPbjNFeWJ2DbtscceUzfffHNYcdYV68u0u+++W917772hjyAOQlYybceOHaFULs5KUQV64YUXbB/TjqmSkmprTAgA9hnJLgIArUJC6dGjh02xxG19sEdBAoWElw4mBIDEZikdCQA/rduknf7I++/a4k5qKXNyhVCkf9lq9ue/xBCTqwUBQSAZCAgBIBmoSp2CgCAgCAgCgkAKIrBz80/qwWZHDqSLHV9KDf3qlRTsqXTJQiBRx1pQ0dpuKQWmTJmic8a6mVukKo4rZLzFchaBRNdUrN4nw1lLmxdeeGGYcyjZ8tqxxirfZyGQzDWFA4HoazOPOtGdkFCqVKkS1xQQcU8EsylLnAz5f+qfP3++dvq//fbbYTls6bwfAgBS2eRc9WuRCABE3xOxFo/lNgKAhRER8dz7cHDh9CYyGdlpopSJ5GM+iUJOFpHEOVeJOmvnzZunyKXsJrFMW8WKFdPOLif5yqmWwfVgYBp4rFq1ynV5LV68OEy5AeedM9o3nrWZndcIAcA72vxe2LPNHO1t2rTRv6VI9u2336pq1ap5b+RwSVIaoDZQoUIF39fm9AXpTgDgt92uXTudGsU0J2nIC86QQ5wR0jhP2Vecsum06VxLH3/8sX5+sAzC0yeffGJrOhIp4ddff9XvLPzXNCTbGzRo4KX7OVLm7hoXqYN77dhH60iVJnXUJU/dqYqWKZEj/Y3WaDopAFjjQPECAhLqU6yV7du366+4P5LOgGdP7nWkEEoXEwJAYjOVLgSAHd9uUStmLNCO/x0bf3QddKnKJxx2+rdQx9esnBgwcrUgIAhkKwJCAMhWuKUxQUAQEAQEAUEgZxGA0ftYuwGhThxXvZK6dV5k6c2c7a20HoRjLYho7bvuuktHNJpGbk/kOd2MnIumw44yRNc6HQQyw9mPQBBrKlKv/ThrcSgR1W9apKhuHKmVKlXSDjfTyO1KjlexnEUgWWuKPYM9xil7H0syOhoa7FusO9M5gQOXfZI1FoRR94gRIxT56UlnEM28EgDcHKykSUBSOZa98847Os+309zyu3s9lN61a5d2DovlLAKJEgDoPYfT48aN0wQrIhghmfBbgHQ1cOBALYGNk8w0omjNiH+clqSTMA1nL+mI3Iw82shzm3bttdeqp59+OmcB9dm6EAC8A4YDGGUq01hzKD9EMggqkASchlOYez9kAp413WS3uS/Nnj3bewdTpGQ6EwAgXeBk//33321oQjKC3OPlfuWchkaNGqmvvvrK9jGpetizjjnmGAVe3G/vv/9+Wxmc96Q4Mdt8/PHHw9QDIBRyLc8FRYoU0XUsW7ZMpx7CgWsaqVHYI1PRlr3zkVo4aZr670r/KkGMp2qzeqpBlzaqQdfWqTg86VMOIiAEgMTAT2UCwK4ftoXk/bd9vdl1oCUqHheK9C936smJgSFXCwKCQI4hIASAHINeGhYEBAFBQBAQBHIGgR+WrlPjLhwYarxyo1pqwDv2HIc50zNp1YlAshxrVjteo7XJedm3b19b9yAEOKU5rQJEXZmOr8KFC+sDQa/OJVkJyUMgWWvKr7OWyGgzMosR41D6+uuvwyR/3aKAypYtG4qsSR5aUrMXBIJaU/v27dPRdjgRcNwgt+6MIiTHL+lEihYtGrNrRGLt3r1b/fDDD+rTTz9Vzz//vK7baTgdcT4GZW750CPV7ZUAwJiJHjMNVQGizeM1HLvI2puG1D3Rs2LpgUAQBIBoI8W5BhnAimKkLA451COcVr58ebV169bQxyhW/PHHHwqiitMmTZqkrr76atvHOOHuvPPO9AD+cC+FAOBtutiHK1asqNeDZThTifB3Wx9WGcgo5Mnmb+HChToFCuRByCmWQQIYOXKkTerd+g7FjnSR2bb6nK4EAAia3KPc1ESYa2fEvtvKgTzMfdo0CIBE95uKPXyP475cuXK6PedzAt8TgY0cu2msP1KTbN4c7ugiDRApcSgDwc3NIM117drV26LPhlJ/7T+oFk6cqhZOnKb2/WonXSTSfIMurTURoGqz+olUI9dmCAJ+CQBNr7xAdRp1JNgkQ2CIexipRgDY/dMvWU7/GQsiEoaOLVdandaxhXb8VzjNvwpP3GDJhYKAIJA0BIQAkDRopWJBQBAQBAQBQSB1Efh24XL1XM+7Qh2s2aax6v3CiNTtcC7tWVCONTf4/ERrf/nll6px48a2ajiANXNoW1+65ZVu1qyZPsAVy3kEglpTiTprcc7iWHJGSHPQ+9xzz4WiS4nu6969e1i5IUOGqFGjRuU8oNKDQFIAkNOX6Lxodtxxx2k1gEj5os1rcTgVL1485uzccMMN6oknnohZzk8BNwIAUYiQF3B4meaVAMBe27lzZ9u1iUoROzEn+tF00PkZs5TNGQSSTQC49dZb1ZgxY2yDc8r/W1926NAhLOIawk3dunXDwCG6ln3eNKK9W7VqlTNAxtmqEAC8AQdhFCUp0yLlcvdWY3gptzRBEAOGDh0ab5U5cl26EgCSIdduTQBzOHr0aM/z0bt3bwXJyM3Yk1AfiZT2JFIjgwcP9tUHz52No+D2b35QiyZNVV+89n4cV9svKVnpBLXr+59c6zmmTAllkQFQDMwNxrsJJoT1rNnes+NXdd8ZV6h///rb1/TnLZBPHV+jsjquZmV1fI1Kh/9bWRUuEZu866uhNCicCgSAvTt3qxXT52vH//dL1rmiVrRsyVCk/4kNRF0vDZaWdFEQ8IWAEAB8wSWFBQFBQBAQBASBzEFg7ZzP1Au9jzj961/USvV8YlDmDDADRhKUs9YJhd9o7UOHDqnjjz9e7dixI1QVstnk58SpZRqHdM4D12HDhqnhw4dnwIyk/xCCWFNBOWuRhHVLI4GzlMguIvvMyFMLfRzBRPaVKlUq6RPCwQ1RX+RxJ683ksWJWqTc6/HmVccJRcQ8fSS/rd+D7UTHkx1riihOnODIinuxWAQAogfZkyCSBG0WAYA2mjdvri666CLtvCdCskmTJrbmvBIAICncdNNNtmsTjdanX1OnTg3VCcb8rjLV+J3wR2R6tKjjdBp/sggA4ITD1un8R3adNeLmHEGSG0KNaX369FEoCJkGyQTyl5lbG5Ug9npLgjtd5kAIALFnCowqV66sfvrpiJOReYb8F2QaETeSlNf9NfYosq+EEADmuoJNGpJ77rlHS/5HMu65kJZQE4mWbmDTpk1qwIAB6oMPPog5sahNQVYhjUFO29fzvtQR/5D4nZa3QH51Vp8L1ecvz1IH9uz13NWzB3RXLQd0U0unzFNL356rtq52T9uC9DeqABACChXPXCcuz4683xYsWNAzhplWcOf3P6k1sxerNbM/MEYJGQAAIABJREFUVT8s+zrQ4RUtUyJECiCH/HE1Kqvja1ZSeY4+OtB2UqmynCIAHPh9b8jp/91nq1whKVLq2FCkP4qgYoKAIJC5CAgBIHPnVkYmCAgCgoAgIAjERIAX/jduejhUTmTbYkKWrQWCcKzR4USjtamD/OwPP3xkrfAZcp/IbOKUQ55zypQp2qFrHtDhaEFuE/lXsZxHIIg1FYsA4MdZSxoJZ37paChxKDdz5sykRoqyfmkDh/qsWbO00xALwplAdFHDhg1dpej9EAD4vS1evFj3EYKC5UzDkbZ3r/fD3yBWZDLXVJkyZRS5oznU9yIhbI0nEgEAp0Dbtm3VI488osgjnQxjHnFGXXDBBTY5/USctUj1I9lvGbmP9+zZk1D32b9JLWDZ+eefr2bMmJFQnal8sThrI88Oex6/GVKwQCKaMGGCzWHLlThFUGSpV6+ea0UQUkjjYspx83sj7/v111+vSReQCMnf7XS8kQ6ANtPNZE3FnrHJkycrIrJNu+6663QO9yBt3bp1YeowrFXyuaeqIcXsNNYUqQ9Ic+PmxD72hNIpOZxkKgBYA4ZcB6EItZBvvvlGK9ZAIoFQ1Lp1a51WpGrVqp7x+eqrrxREVFIEfffdd/qeyjMUJFPujzzzQZRj78tJ+/TFGdrxv3NzeKT+cdVPVGf16aQaX3Ku7uKwU7up/buPpNqI1W8IAB0GH/l9oi6wdMpctfTteeqPHb+6Xl6jVSNNBqh7QYtY1afd97mVAPDTuk0hp/+29e654L1OZvk6VdV/8uVV1EmaCi9WtmpFdVyNSsokBZSocJyXS1O+THYSAMB75Yz5asX0BWrD/CPP9yZIhYsX1ZH+dTo2V1Wa1El5/KSDgoAgEAwCQgAIBkepRRAQBAQBQUAQSFsEPn1hhpo69KlQ/1vf2FOdM+iKpI8n0ahVDvVef/11fRBE3lle2sldzMFNixYtVMeOHT05CXGkFShQIOTk8zNwPw47P/VaZZPpWDP740Vam4N7ov/MqD2rDqK1ObB0+65///5q/Pjx8QxfrkkCAslcU/E6a5GUxsEbKe+qBQNqE+SFd0ZRBwET+8D8+fO1Q53c6r//Hp5PNQgCgFskt9V/L/sJDjr6+NprrykOw52WrgQAnPzkdka2n1zi5Bk/++yz9T7ux/Fv4cH9AIUInAMlSpTQeaDPOOMMnb/Xq4pAEOvKrCMRAgBpMCB6WFa9enWtXgABCycG40WhAucH65R9l3FHM36vplrEJZdcourUqaPeffddtXbtWnXw4EGNIU60Ll26qMsvv1znXU5XE2et+8y5RU47SzLvL7/8srr44oujTv/dd9/tmpoF4haRtER9o+xiGnvWqlWrFHnC081kTUWfMe6rEK3YTyzDqc19jD0sSENBAqUq09zSrgTZZqJ1jax/iZbY9mrNru6kLhje32txKZfGCPy+fZdaNHGqWjhxmvrXsWcyrFPanaGa9e6kTj7LnmJl+/rw58JYMOB4dbMNC5ZpZYBlU+a5fn903v8cVgVoo046IzmEylh9D/r73EQAQAreivTftWWbK5SVTj9F/bhyg/r3b/t9OxrubW6+VLW/7XJdZNcP29S2dZvUT19vVtv4W7dJf+bF8hcuGFIIyEonUEmnFShYrIiXy1OmTLIJAP/+86+W9udv3dwvXMddsGiRkLy/c89IGaCkI4KAIJBUBIQAkFR4pXJBQBAQBAQBQSA9EPho3Jtq9gOTQ509f+jVqkX/roF3PoioVQ75iEB+8803Y/aP3PNPPfVU1EhPt5z1MSs+XMCLw85rXW7lkumstdrzE61NNHSnTp3U3397ywWIM4nIGg74xVIDgSDWVNDOWpAhah2n9nvvvaej43FMEjGKkxIHJNHUl156aVzO4GjIE606YsQI3TbOqWiWKAGAvQunR6TI7Wj7CSQaIt9iRTPmBAEgNVZ26vciEQIA5AVSR3g1yABE3rJfuxnOfb8StzVq1NDKBkE77ryOKdFy4qx1RzAWAQBiJcSrDh06xJwCng3atWunVQS8GM5g1ukVVySfdOqlP37LyJqKjhjPjNw3TeMZhJQ1QRvPDfXr17dV26BBA7VkyZKgmwqsPiEABAZlxlSEU5Zo/1UzF4aN6ag8R6mzenfSEf8lKpTNtjHz7o4iACkCNi5e4dpu8XJlNBmgfpc2qvRJ5bKtb0E3lOkEAEgdOP1Xz/5U7d35myt8J595mqrd4SxVu0NTdUyZEmpItU6eI/mp0CQAuDVAlDrqABYhgP/6UQtABUWrBRikAJQDUtWSRQBYOWOBjvZfPWux69AhUBDpz1+1Fg1SFR7plyAgCGQTAkIAyCagpRlBQBAQBAQBQSDVEZh1/2T18VNHnOrdHr5ZNep5TiDdDipqlRyiTZs2dY18jdRRHCEff/yxqlvXHiVhlY+Uj9vLwNOZABBvtDbSvVdeeaVrbnYTMw59rbzpXrAMokyi+dqDUpWwxkKkI1G7pEZAahsHMA4PsK9QoYJ2qHTr1k0RpSaWMwhY+dq9tJ4oAYAIa1RLIlm0/QSJ2x9++CFmN4UAEBOiHCuQCAEAlRUzh7aXQUCgIZofaX+nffvtt6patWpeqrGVwRmMo439K91MnLXuMxaJAABBhJQ+9913n1aC8GqQqvr27atJVdEMtY9nnnlGoW6RriZrKvrMoeLiJINACjj33Cy58lhGRD/PTZaxp6HOU6RIeATopEmTtAS8aawtL2ThWP1I1vdCAEgMWVIqYUdnQP7w5VM/1o5/oq2dVqrSCdrp3/SqCxIDLICrf9++M0QG2LHxR9caK9avoRp0aa0adGmj8hcpGECr2VdFJhIA1rz/aZbT//3F6q997pL81VueHnL6Fzr2GBvgQRMAIs1mImoB1GmRArLSCGSlE0iFlClBEgDWfvCplvcn2h9ijtPyFsgfcvrXaNUw+3440pIgIAikPAJCAEj5KZIOCgKCgCAgCAgC2YfA1CHj1Kcvzgw1eMmTd6h6nc+OuwNBRq3iTCUn48qVK8P6w0E1MvbI1JPv3mk4K9avX68KFSoU9h0OWucBtNfDJCTLkZhOlqVqtDYRzMi2ky8a6V6k/0mjcMIJJ6izzjpLR2pz8JsdFkS+9qBVJRj3ihUrtFwyeUqjGdLKt99+uxo+fLjKly9fdkAmbRgIuBEAIGm4SQcnQgD46KOPdI7aaOaXAEAfN23apA4dOhSqVggAqbu84yUAEFXN/mrOM6OEFMA9ke+Q2F6zZk3Y4EuXLq1zGx9zjP1Al9Q5bdq0CSuPXDepXrjfku8dhRynJSuCN9kzJ85ad4QhAPTo0UOnkICcRhQ1REvIaTjp4zXWO9H9ixcv1uQl7tUQSFhfrKF+/frpNtPZZE1Fnj1Ij+xPpkE64lncLbe9W01uBIKnn35aXXvttWHFSQ3EmjONdxDSoaSqCQEgsZlJd2ftXwcOaol/pP737gpPO0XU7lm9L1Q1WzdKDKgkXQ1ZAVUA1AEO/hH+7k2zp55zpiYDnHpu0yT1Ithq031NgQbras3sI05/Fe4n1qDVat8ky+l/blOVr1CBiEB+8Zp/xZbGl3gjecWavUTVAgoWLayOq1lZqwUcX6PS4f+vpPIXCT8PitWXeL9PlACw/qOv1Aok/mfMV//8Ga7ASCoOK9L/lLZnxNtNuU4QEAQyHAEhAGT4BMvwBAFBQBAQBAQBvwi8fuNDatk7H4Uuu2LiPfoFPh4LMmqV/LO9evWydQPn6ZgxY3S0GU4QnBbkROZgmZz0pj3//PPqqquuChvGo48+qm677Tbb5zt37tQH1WKpiUCQ+dqToSoxffp0TSrB4eHVWNuQKsSyFwGLAMBe0rx5c3XRRRepzp07qy1btigcCqbFSwDASXTaaadpx0c080IAwEFLH/kjxQb7nrnOMoUAgNMbMheOa6+ErOxdOf5bi5cAwH6HUs3ChQvVggULtGP+hhtuUORbJyLWMqL9e/bsGXbve/LJJ9X1119v6zD3R+rij3o3bNignn32WXXhhReGynE/HTlypLr33nvDBrt69WpF+ph0skx01qYT/pnY10xcU/HuU875hQDpjL5324uirYvnnntOXXPNNbYiEH7Zq9jruG9znxgyZIh6/PHHbeW4F5LWJ5VJJkIASGxXSFdn7c8bftCO/0iO1SaXn6cj/sucnD5KO2vnfKaJAKtnLXKd1HyFC2hFAMgAJzaomdjEJ/HqdF1Te3ftDjn9v5m/1BWhPEfnORzlnyXvnyeNlTMSVQsoXqGsgxRQWZWtVjGhlUU6TVJ4OI33maPz5HHFu/cLI1zb/HbRch3lT7T/n3v3h5U5Kk+ekNM/3jO6hAYrFwsCgkDaISAEgLSbMumwICAICAKCgCCQfAQm9x6u1s05Eklz9SujVfWW/vOHuREA4o1a7dq1q5ZSN2306NFq8ODBYYCMGjVKO0dMu/zyy3UeW6fdfPPNtoNDpEX/+OOP5IMsLfhGIOh87clQlcCR1rBhQ9c870RX4sx0i6oFDOThOTRPN+NwAyc0B/Pp5qzF6U4E7AUXXGAj/QTlBGEukdDGQWEZqQBw6BKZbVo0AgAEphYtWqgqVarYrslkAsDevXtV0aJF025NRfr9BrmmIrXx2GOPqYEDB9q+Rnli7ty5cW8rkAIgNZkGMWDo0KFx15kTF2aiszYncJQ2jyCQiWsqiH0KYh3P+pZEO4ixl2/dutVVvj/SmuK5AhUBN3UTntVROOF56uDBcFnrdNijhACQ2G6Sbs5aInmR+ScPu9OKHV9KNevTSTv+iehNVyNie+mUeVoZ4IelX7sOo1TlE7LIAF1bq+Lly6bUUNNpTf364/aQ03/zV2tdccxbML92+tfp0FTVah9fMEdKTVCUziSqFgBB4jiUAmpW0uQA6/+LlvUWEAIBYPYDkz3DdVSeo9RDW46oK2z6Yo12+vO377c9rvXUOb+ZOq1jC1XnvLM8tyMFBQFBQBAAASEAyDoQBAQBQUAQEAQEAVcEnuk2SH332arQd9dOeUSd1NhfxJ9FAAgiarVu3bph8v/kMXbLn75kyRLthDWtVatWCtljpxFJO3Xq1NDHRDUS3ZipZuaM8yrDmipYBJ2vPRmqEm3btg1ztrF2IZ/wO8BIY4Gj3xkRjuzyokXu0TOpMgdu/YAAIM5a9xlC+vqUU05RkFcwohJJC4Ez3w8BINL8CwEglX8Z9r4F4ViLNVoOr52y7YmS2txyxMerhhGr/8n8PhOdtcnCy3pOSLdnhGThQb33nXGF+u2/P3tuokmv89RF993guXyqFAxin7rpppvUE088YRsSZFsISn4NUiUkJqL5vVqHDh00aSnVCYnDa3eP6OhxG2uRkseqhj3aqqrN66uqZ9XzCkfGlksXZy2p9RZOmqp2btoaNhcnnVFbO/2RYc8027n5J7V0SlaKgEh7Z+XGp4bIAP/JlzfHIUj1NbX9m++103/17MXqp7V2ErEFXsFiRQ5H+jdVNc6WPPCJqgUUKl40jBQAQQByhWnxEACun/aYWjEjy+m/5+dfXdc/e0Odjs11xL88k+X4FiEdEATSFgEhAKTt1EnHBQFBQBAQBASB5CMw9tzr1dbVG0MN3TTrCVW+TjXPDedU1KrbASZRjDgynEZ0EblKLTv//PN1bvtMtXR21gadrz1oVQnysTsjtIl6w+F73HHH2ZbUqlWrtCy8abzYE8mWL1++tFp+6bymIgEdhBOEulEWMPcT1ElQA4C4JASAyMtc1lT8WwBKI7/88outgt9//11H4MZj69atU7Vq1bJdWq9ePbVsWXgUYzz1Z9c1QgDwjjTrJW/evKpQoezLk+u9dzlTUggAMz0Bj5JNxYoVNSnQMlKV4Mh3Ph95qlAprRxw3XXXKdKcRDMc/tdee61ODcb6TUX7++BfWvr9i1dnK5x58RrPixABqh3+O75m5XirStvrUtlZu+fnXVrmn4j/f//+Jwzjht3bqbP6XKhOqGVXdUrbyYjR8U2frw4pA7jhweU4OFEGqNmmUY7BkIprasvy9SGn/87N4SQSwDqmdPGQ0//kpnVzDL90aThRtQDGWbLSCer4GofVAmpW0ooXC557JxAIarU7Q0f685vI85+jA6lTKhEEBIHcjYAQAHL3/MvoBQFBQBAQBASBqAj889ff6pFW16hd3/8UKnfbR8+qstVOTAi5ZEetIv+Po800Io+IQHKa01mCPDe5tTloXLt2rXbIlipVSuHw6NKliyKVAHlH09XS2bEWdL72oFUlILz06dPHtjT498SJE12XS9WqVdXGjUcINhSCRFC5cnod5Kbzmor0Ow6CAIDjHwKAZcwrzlT2PyEARN9BZU3Ff4epUaOGJh2ZRvRsuXLl4qp0+/bt6vjjj7ddy/pFgSedTAgA3mdLCADhWAkBwBsBwJnyBiSDItZCOnrxxRe1UhLPSpAMUDypUKGCatOmjerVq1cYWcn7qk9uyU1frNZO/2XvfJSUhoqUOjZEBoAYULRMiaS0k0qVpqKz9ocl69TCSdPUyhkLwqAqXKKYdvoj9Z+/SO4lV6149xNNBiAlgpsVOvYY1aBLa1W/a2tVvnbVbF1yqbKmNi5ekeX0f3+x2rN9lysGxcuVCTn9KzW0kzSzFbQMaixRtYBEoKjZupF2+PP3n/zpFQiQyLjlWkFAEMgeBIQAkD04SyuCgCAgCAgCgkDaIrB/9x/q4RZ91d5du/UYyJF2x6LnVYkK9ohmPwNMFgGAfKOvvvqq6tu3r+Kw37Ly5ctrZ74zAhLnPnnL/RjOFZQEqlev7ueylCmbzo617MjXHmmivKhKDBs2TN177722KsaOHauQw3WzM888U3322We2ryKltUiZBeTSkXReU37m24/s+YEDB7T0P6QVy9555x3VuXNn/U8hAERf0bKm4v/FFytWTO3ZY88f+scff/jKvW22vnz5clW/fn1bhxo0aKBItZNOJgQA77MlBIBwrHILAcD7KpGSsRA4+Mf+rGj/12arX74LT2FwVJ486n+HDsWqJvT9Ke3OUMdVr6S2LFuviAomijWSUQ51gCyVgHoqz9GZF0WaKs5a5mD5tI91xP+PK+zkO76rWK+GdvzX63S257nODQX3/fq7Tg9AmoCf1m5yHTIBB5ABGnRtrbzmYk8Eu5xcU+s+/Dzk9D+4Z5/rMEpVLqdqd2iqHf8VTvOuyJgIJrn92iDUAiJhWL3l6SGnf75CBXI71DJ+QUAQSCICQgBIIrhStSAgCAgCgoAgkCkI/L5tp3rgrN7qnz+znOrkQ0MJAMm5eCwoAsALL7yg+MNw5iOpvXPnTluXcIbMmTNHNWoULimIs7VaNf8v0CVLllQ4RYg6SjcTx1p8M+ZHVcJLC+RYJi3Ajh07QsX5XViHT17qSJUysqbCZ2Lw4MHq/vvvD31BDuO5c+eG/i0EgOirV9bUEXx69uyp3njjDRtgs2bNUueee24YiNwDWVumlS1bVhHFbxoR/eZnSHTj9C1SpEhYnZMmTVJXX3217fPu3burN998M1W2IE/9EAKAJ5h0ISEAhGMlBADv6ye3l/x20Qrt9Cevs5tVbVZPnXrOmerDx15Ve3dmkau9WLOrO6kLhvfXRXds/FGTACAD/LBsfcR84Fa9Jzc9TVVtlpUyoHyd7I2q9jK2eMrkpLOW/v594E+1cNJU7fh3m8d6nVqqs3p3UhXr14hneLnqmm1fb1ZL356rlQEi/SaqnlVPEwHqd2mdtFzo2bmmUFlcM3txyOl/6J9/XeccMo/l9M+NqT5S9YfgVAvY9NkqRdCMVzsqz1HqoS2zvRaXcoKAICAIJISAEAASgk8uFgQEAUFAEBAEcg8CRK881OKIE6DkicerWz54Ki4Zw6AIAG4R1OaMNG/eXE2YMCGik3/evHlaNtRptWvXVjVr1lT//POPjtDetm1bWJlzzjlHzZ6dfi9u4ljz95v1qyrhtXanPDzX+Ykw99pOdpSTNWVHGfl10ohYKiSkDFmxYoVNmlgIANFXpqypI/iMGDFCDR8+3AZYJAf8nXfeqR588EFb2R49eoQRCM4++2z1ySef2Mo9/fTTOn+205o0aaJQQDFt/Pjxqn//LEdUupgQALzPlBAAwrESAoD39ZMbS+7/bY/6nGj/V2erX7fYCVfgUey4Uqr2eWdpx3+VJnU0RCPrX6L27PjVM1wmAcB50fdL1oUIARADfvvvEXKpsywS61oZoFk9TQg4tlwZz31IpYLZ6aw1x/3zt1vUoonT1OevzgqDI3/hguqsPp30X5GSxVIJrrTpyzefLNHKAKgqRLL6F2WpArB+g7RkrykcxDj9V8/+VK3/6MuIXSf1geX0L12lfJBDlLqShMBH495Usx+Y7Ll2IQB4hkoKCgKCQAAICAEgABClCkFAEBAEBAFBILcgsHXNRjX2/9k7D3ApinQN/xxyFpAgOadDzjlIEEHEsKbFFdE1r2Fds645rHHNXjGBaxYjqKAIKojkDJIkowgSBQQk3Oerwwxz5nScru7pnvPV85zLXae6uuqtv7ur6k8D/hEfLjaoV495UrIKuQstqcsA4LjjjlOeamZl8ODB8sADDwgU+kYFYbq/++479Td58mRZvny5vPjiizJkyJB4dRgB3HfffXlCu6PCwoULpVmzZpGafirWrKfLa1QJJ8IARVTLli1l6dKluarDoASGJVErlKncMwZv/4kTj+X5vfrqq+Xpp5/OVYkGANZSTpk6xgcGJUg9k1xuvPFGueOOO1Rqm8OHD8sbb7yhPPXBLrF89dVXeQzdRowYIZdddlmuekiHg+8fIg7AaGXPnj1y++23y1NPPZWrXsmSJWXDhg2C72+UCg0AnM8WDQByWO3fvVdWTVsoyN8+5ZVPBB6bTkv9rq1k2Mv/lmKlSzq9JKPrZapMLZs0S3n7L/zie8P5Q4hnKP2bndxFSlXI/c6c+5G5gtNMGFqfbh9GHiGrf5o6XxkEIDoA/t2/+w9T+YKCEYrUht1zUgYULhaN/NN+K2uTgS2dNFN5+y//dnYellWb1lVK//bn9M/o5zjIwR0+dCgnRcDoCfLTDwsMb41IhDAEaHtmX6nSuLbn7vkhUzt+3hJX+q+aZjwOdLxW26ZK6d9iYDcpV6Oy57GwgWAJ0AAgWN68GwmQgDsCNABwx4u1SYAESIAESCDfE1g9c7E8f/q/4hzqd2sll73zH1dcdBkAwCsS3pFWpXDhwoIQxn/7299c9TG5MowCPv3001z/GYYBUMBEqVCxZj1bXqNKOJEFKISfffbZXFX79eunUlVEsVCmjs3aW2+9JUOHDo3/B6QLQaqRcuVyp0uhAYC1pFOmcvO55JJL5OWXX84DrUiRIlK1alXZvn27oTEcItzAACC57N+/X9q1ayeLFi3K8xvSAFSsWFFFvkFqneQSxe8exkADAOdfl0xV1toR2LN9l1L4rz6q9N+46Ce7S2x/r9elpVIAZ5/UWcpF1NPadpAOKmSSTP2+eZtMf2ucUvxDuZdcyp5wvMrr3GxAV6nTIdsBHX+rbN+4WVb9sDAeIWDDwhWWN6zToZk07NFapQyo1baJv53z0Lofylqj7vzw+lil+N+yakOen5ud3FW6XTQkHtXBw3B4qQUBPGcqRcDorw3nAZdWza4XNwYoWb5MSjx1yRRSdMQ8/TcsWG7al3pdWkjzgd3UX5lK5VPqMy8KBwEaAIRjHtgLEiABYwI0AKBkkAAJkAAJkAAJuCYA74eXht4evw4W6xeM+LfjdnQZACTeEIqK1atXy5tvvimPPfaYQMERK8hvjFD+HTp0cNzH5Ioff/yxnH766bn+cxRDtlOxZi0CXqNK2AkYlHhQ5iWWsmXLyoIFC6RmzZp2l4fyd8pUzrTs2rVLeWonpgwpXbq0UtAmF3h1Jxfkaof8ValSJU94drOJ9+NdGgYho0zlngV44yOizaRJzj1G69SpI1OmTDGUP7SOiDeIVgFvfqdl4MCByhCuYEF3UX+ctu9nPRoAOKebScpaq1Hv+nWb8u5XXv7TFsqvy9c6h5RCzWrN6kuzAZ0l+6Qukt9yOWeCTC35apoK8b9kwnTD2W/St2OOt/+ALoIw+2EtiOa2avoiWYfoAHOWyrb1eVMWxPqOkPaIDqBSBvRoI0j/FpaiS1lrNB6kZpj88kcq1H9y5I+ChQsppT88/o+rWjEsOPJNPyCzsz/IiQywf49xZIvGJ7aXtmf2kVZDerni4kWmNixYkaP0H/e9bF6x3vS+jXq1jSv9w/yecAWOlYUGABQCEiCBMBOgAUCYZ4d9IwESIAESIIEQE1g0bqqM+vu98R52OPckOeuxfzrqsd9Kq1GjRsmFF16Yqy/9+/eX8ePHO+qfUaUlS5bkyuGNOq1bt5Y5c+ak3GY6LqRizZq6n1Elxo4dq4xIkFYiVmCcgv9+8sknp0MctNyTMpWDEalEevbs6ZlptWrVHCtl/X6Xeh5Mig1QpvKCg1HbnXfeKU888USud4gRYij2kRIAxiRWZePGjXLVVVfJJ598YlkPCv8rrrhC3RtRdcJepr4+Nk8XDx08KPsPHJDixYoLcq8mly4XnBL2YQXWv0xQ1hrB2r7h16Mh/Repf39bvdGSaZnK5aVupxZSt1NzmfDUW7Jr01bHc3BctYqyY2Ne7/BYA1CkIipAs5O6SJ2O0Uol5RhCQsWoyhQ8j6H0h7f/71u25xk6FMCtT+ulvP1rtsmbqiUVVkFfs2LyXFk9Y1FOuoA5S2Xf73tMu1C+ZpWcdAFHjQKKlSoRdHfj9/OirDXr9NrZPyrF//wx3+WpglQJ3S8+TTrzW5G2OU++MRTuMAbAmYRRKViokIoK0ObMPrmiNHw34kP57IG8UZWOHBEpkHd5oJp+8KdPBe0lFnxHYkp/q/d9dv9OcaV/kRLFQsOPHdFHgAYA+liyJRIgAf0EaACgnylbJAESIAESIIF8Q2DOhxPl7WseiY8YeWSNAAAgAElEQVS3xyWny+C7cucVNoLht9Lq0KFDSvHx22+/xW+PnMY4gCxRIrXDqk2bNskJJ+T2fEEYb4T3jlKhYs35bOmMKgHPXXjPJofUfumll1Te7igXylTO7C1evFiaNfOuyKEBgKg89rt371b57aPobW70PE+bNk06d+6c66dUosjAY/+1116TiRMnCgzTEP6/ZMmSgggS3bt3l7POOktg8OamwJANhnOIGLBq1SrFHmkratSoIUgjcMEFF+QxgHPTftB1H+n5d9nyk/PIBsjbfPbj1wfdzdDeL6rK2mSgUPDHvPvh6b99w2ZL5lDm1u2co/Cv16m5HF+nWrz+g52GCQwInJbOFwySU++6XBaNnyqLx01VCqpkT+JYWyXKlVaGAIgM0LRfR6e3iFS9qMnUws+nqDD/y76ZZcg55umPf4umUQmuWwj27vhdVnw3R5DuDcYA6+ebhy/HvWu2bhw3BqgbsCGLTgOAeZ98oxT/6+bmjc4Eb/JuF50m8NxmCSeB/bv3qvQAsz+YYDiH6DWMstqe2VdFBvjx6xky5t4RrgbznzVjlQHA0okzZeEX38uicd/L3u2/G7ZRICtLEB0xFt6/YKHoRU1yBYeVVQQAyIabcuWHj7mpzrokQAIkkDIBGgCkjI4XkgAJkAAJkAAJgMC0Nz+XD25+Og6jz9XnyoCbc3vfJ5Py2wAA90N+49mzZ+e69cqVK6VevXopTdzcuXOlTZs2ua5t27atzJplfDiY0k0CuIiKtdQge4kqMX36dKVEg1ItsSBVxb/+9a/UOhSiqyhTOZOxefNmpYT1WmgAkJkGAF7lgtc7J0ADAOesjGpGTVkbG8OmZWtVSP/VR0P6I4y3VYE3c72jHv5Q+uN/m5VUDADOePDqXM0tnTRTGQIsHveD7N66w/BWWQWzlCEAFMuIEIAQ7JlQoiBTW9f+ojz94fEPRXhyOa5aJWl75onK2796iwaZMC22Y4ARzfLJc2XNUYMAMDIrhYoWlobdj6ULqFS/hm37Xip4NQD4c9+BnDD/r3xsGN2h64WnSreLh+QyBPLSX14bDAEY/yE9ACIDIIKHUSlXrZJs32htEJZ8XcvBPWXxl1Pl4P4/DdssXKxIXOGP9zcLCZAACZAACYSFAA0AwjIT7AcJkAAJkAAJRJjA5Jc+kk/veTE+ggE3DZM+15xnOiK3BgBr166V2rVr52qvadOmyuPWrCD/8Zo1a3L9jNzciSGR4dEPz/5YQTh2HFKWKlUqT7OvvPJKHk/ts88+W959991IzRyVtalNV6pRJRYuXKjCwsNLN7Hcfvvtcv/996fWmZBdRZlyPyGIHvLTTz/luhAyctxxx7lqzO271FXjaayciTKVRpz57tY0APA25VFQ1mKEKpf5tEVK6Q9P/73bd1kOvGLd6sq7P/bnJn/3pOffcw2195Vnm16zZtaSo8YAU+W3NT+b1mvQrbVkD8hJFVD2hONd9yEsF4RZpuZ9+q1S+q/8fp4hrmYnd5UWg7opo4zCxYqGBWla+oE0ASsmz5G1s5aolAF/7Mxt2JrYKTxfDZAuoHtrFSWgRLkyWvucqgHA5pXrleJ/2huf5+lPueqVldIfof7hxc0SbQI/TZ0fjwxw+NBh7YMpXqZkXOmPSBEsJEACJEACJBBGAjQACOOssE8kQAIkQAIkEEECXz/9tox7ZFS854PvulR6XHKG4UjcKq2gDEKIY/ybWGbMmCHt2+fdcH/zzTfSu3fvXHXLli0r27ZtEyj5YwV1UDexPP/88yrXcXJB6GaEcE4sL7zwglx++eWRmq1MVKzpCq1tN5Fuo0ogPQRCcv/6a+6wwRdffLG8/HLe3JN29w/r75Qp9zNDAwBrZpkoU+6lxNkVBw8eVBWR5oYlhwANALxJQliVtevmLs0V0n//7j8sB1q5Ya24sh8h/UtXKu8NjE9Xb1q2Jm4MsGHhStO7VG/ZUJqd1FlFCKjSqJZPvfGn2bDJFJTAytv/rXGC8OHJpVz1StLurH7K279qdl1/oES8VaS0WDF5rvpbO/tHwfNpVao1r68MARAloH63Vp5H79YAYNmkWTL5lY9k2Te5o8OhI/W7tlKK/+z+udP0eO4kGwgNgbkfTVKRAZZ9m3f+3XSy1PHHKaV/i4HdtMixm3uzLgmQAAmQAAmkQoAGAKlQ4zUkQAIkQAIkQAKGBL54eKRMfOad+G9nPHS1dP7boDx13RoAoIHTTz9dPv7441xtwZsfCvtTTz1V5YmGl/aYMWPksssuU+G4E8tFF10k8OJPLCNGjFB1E0vx4sXlxRdflPPOO08pVPbs2SPw1n7qqady1YNBAnIxu/XYTbfoZKJiLRUDAL+iSsTmd/369dKtWzdZt25drikfPHiwfPTRRxmT1xyDo0y5f6ppAGDNLBNlyr2UOLti165d6n2CbxJLDgG3BgDtzu4n5zwR/XQsuuY/LMra1dOPeffDwx8KR6tStWndXB7+JcuX1YUksHZ2bNwii8ZPVQYB8F41K8fXqaqiAmQP6CK12zUNrH+p3igsMoWw4FD8Q7aMSvOTu0rLU3sqb/+ChWlU5Wa+d/26TUUHUAYBc5YK0geYFXjXK2OAHq2lQfc2ckKTOqZ1p44aI1/8Z2Se348cOSIFCuA/q/+Tq9wx8w0pWionfcYP//tMefwjNHxy6fjXAdLtotOkSuPcUebcjJt1o0Vg92875P0b/ytLvpruquPdLhoiLU7pIXU6ZLu6jpVJgARIgARIIN0EaACQ7hng/UmABEiABEggwwh8ctf/qXyKsXLukzdI27/0zTXKVAwA5syZI506dcoTBQANI2R/xYoVZcuWLXnyrON3KEaQLqBWrdweU/v37xd4dS9alPcgMNYm0gbs27cvzyzdd999cscdd0Ru9jJRsZaKAYBfUSUgEDA+gef/8uXLc8lHly5dZMKECQIjk0wqlCn3s0kDgGPMXht+dx6AONiHZ3uhwoWkQNLhPnJi//XZm91Dz9AraACQd2L/0224bF1jnqvaSBTKVK4gx1WrKMgNfFzVSsf+/2oVBbm/S2oOXx1mcUyHsvbQwYM54fynLZTVR0P64z1gVZCH/VhI/xaCcMyZVPbt2hM3Blg8/gfToZWqUFZFBYDSOqxhqNMhUzFgm5aukWnw9n/zCzm4/0Aejgj73uG8k5S3f9QiK4RZ3hHZYsV3c2XFlByDAKsUHaUrllMGATkpA9pI6Url4kODAcBHtz/naqi3THlVpr89Tin+k3O2417dLj5N/RUpnr9TOriCmkGVvxvxoYy5d4SrEf1nzVgpyEhLrpixMgmQAAmQQDgI0AAgHPPAXpAACZAACZBARhEYfdOTKqxmrPzt/26XFqd0j//vVAwAcPHIkSPl73//u/L0d1qKFi0q77//vsDz2qhASdunTx/lze+0DBw4UD799NNIenFTWXtslv2IKoGQpL169ZL583N77jVt2lSmTJki5codO9R0Km9hqvf9yE/zdAfP44H9BwTPdYGsvJ5YXS88NUxDcNSXVIxKHDV8tBINAI7ReqLfFfLLj6sd42t9Wm8aACTQogFADgyEoF46caYsnThDrMKoOxa0pIpFihdTRgEwBiiHf5WRwNH/H0YD1SpmjHIgCGXtgb37ZNVRRT+U/pg/u1KzTWOl8Ec4/7qdWkiREsXsLsmc34/IMWOAcVNln0HYegwWXuswBMg+qbOKEFA4JArOIGQqebJnvjNeeftD+WxUEMa79em9Fa8COa7kLD4SwHO+fPIcWTllnqybs1SsDHxOaFw7xxigRxv5bc3P8vEdz3vuGSJlQOnfcnAPz22xgWgToAFAtOePvScBEiABEnBHgAYA7nixNgmQAAmQAAmQgEMCb1z5kMz/9Nt47WvGPiU1WjVS/ztVAwBcO3HiRLnyyitl2bJltj1p06aNCucPL3+rsnHjRrnqqqvkk08+sayHMMtXXHGFPPHEE1K4cGHb+4exAg0Ajs2K7qgShw8flq5duwqUx8kF6SrKlrUPR4y0E0YRKcIiS08PukbWz88d2cCqbzhgv2BE9CJlhIV3fugHDQC8zXJ+NQDYu+P3owr/mbJ00kz5Y+fulEFmFSoohw86Nyw0u1GZSuWVUYBZJIGohKT3Q1mL+YECMKb037Bghe181WmffdTDv4X6t1DRaK67bAeaQoWV389TaQLwt/OX30xbaNizrTQ7qbNKFQD5TFfxQ6aMxrJx4Uql9Mff4UOH81QpX6OydBw6UBDqv2K96unCke/vu3/3Xlk+ea5KFwBZNgrPrwtSmzP7SPeLhkj1lg11Ncl2Ik6ABgARn0B2nwRIgARIwBUBGgC4wsXKJEACJEACJEACbgi88rd/q4N5lMa928vwkfdIVsEsTwYAaAuhob/44gsZPXq0zJw5U3nv//HHH0rBijD/SBVw1llnKU9sNwUK4VGjRilP7VWrVql0AvDYrlGjhvTt21cuuOACyc6OTu6/58+4IU+4U3jcHDp8WAoWzMoTWrtUxXJy0ch73CALRV0v3to6o0ogVYTX8P4wMoF8h7XQACCsMxPdftEAwNvc5ScDgA3zl8uPk+DlP1N5kJoWOPNaR4/PdWn7c/rLafddKds3bJbtG39V/+7YuDnnf2/4VbZv3GypZHU6g/DGLnc0vYBZJIEg847P+XBirpRNsXEgqgs8orOysvIMbdgrd0nZKhVsh4w8y0rhf1TpbxflA/dLDOeP/x/rRRZ7AjCmiBkD/Lp8rekFNVs3iqcKqFS/hn3DGmv4aQBw5PBhFXUMSn8zw5IWg7pL27/0kab9OmkcFZvSRWD7+l9VdAAYBPw0db7s3rrTU9NIBxIL81/iuNKe2uLFmUeABgCZN6ccEQmQAAmQgMXW+IhdYjXSIwESIAESIAESIIEUCfy5b7+MOO82WTNzsdRs3VgufPUuQe5FlmAIwABg9YxFjm/WpG/HfGcAADi6okrQACCvqDECQG4mBw7k5B8uUqSI4+cy0yvSAMDbDGeyAcD+PX8c8/KfOMNSKVSxbnVp0KO1NOzeWsbe/4r8tnqjY7AwADj78ett6+/c9Jvs2LjFwFAgx2gA/fVakPsa6QXKHY0kkGwogHzvugoMAN6+5hFXzd0x601DA4AdP2/JFdLfzqMXhg4xhX+9Ti2kTsdmrvrBysYEIPcxYwCrtArwfs9JFdBFarVp7DtOPwwA1s1dKtPf/EJmvDPesP/la1aRTkMHCpT/FWqf4PsYeQN9BGDIAWOAFUgZMHW+HDnswqJLRO5f+pEULVVcX4fYUkYRoAFARk0nB0MCJEACJGBDgBEAKCIkQAIkQAIkQAK+EtizbZf839k3ydY1P0ufa/8qva88S7IKFvT1nmw8hwANAMY6FgUdUSVoAJAXNw0AcjPJZGWt44ctqSINAFIll3NdpsnUz0tWxZX+dgZsjXq2VXmiG3RvLVWb1o2DfKTn312FlHZqAGA3UzAAUJEDNm45GkEgJ3pALKIAlOReS+FiRXLSDCgjgYqGKQcKFXEWKt+LAcDWtb/kCum/bd0my6Eh+kG9Ts2lbqeccP612jbxioLX2xBAFIaYMcCyb2aZ1oZhbo4xQGdp1Ms6ZVaq0HUZABzc/2c8xL9ZVIkWp3SX9mf3l8Yntk+1u7wuRAS+HzlGPr7jOVc9ogGAK1z5rjINAPLdlHPAJEACJJCvCdAAIF9PPwdPAiRAAiRAAsEQwAH4C2feoA7BETq2ZpsmMuTey6VsleOD6UA+vUt+MQDIp9OblmEzBYA37JmmrPVGQwR5gB/vc7lSkjotx1WtKF2GDZYarRtJzVaNpEiJYk4vzch6UZepg/sP5Cj8J82UHyfOlF2btprOEzx6kdMcXv4NureRYqVLGNZNlwGAEwFDvnbIOwwFVDQBZSBwzFAAz4TXAoXucTAOMIkkUOr449QtUjEAgKJ4/fzltikRMDc5Hv45Cv8azL/tdVo9Xf/n/gOyeNzUHIOA8VPl0AHjVEOFixaR7AFdpNlJndW/To1J7Drn1QAAxkAI8z979ATDW1WodYJ0HHqytDq1l5SrXsmuO/w9QgSmjhojH91OA4AITVnouwoDgD/35UTkclp6XfkXKViokNPqrEcCJEACJEACoSFAA4DQTAU7QgIkQAIkQAKZTWDzinXy7GnXyx87d6uBVm5QUy55+0FtRgB79uxR7ZYsWTKzQboYHQ0AXMBiVUcE3BoANOnTQS4ada+jtvNDpagra3XMkRsPbyf3q9ywljIEqIG/1g2levMGTi7LmDpRlKlfV6yLe/mv/H6e5VzAux9/Dbu3kWrN6zuat/273YfiD0u4aBgAxCIIqGgCP8eiCeQYCuiIIlCoaBEVPQBh+DctM88Z7wj20UolypWOK/vh6V81u56by1k3YAIwuolFB9izzTzfeuPe7VVkABh+xAxHUulqKgYAiKgx/a0vVJj/zSvXG9625eAe0uG8AdKwR5tUusVrIkCABgARmCR2kQRIgARIgARIILQEaAAQ2qlhx0iABEiABEgg8wggp+PTp1wrRw4fVoNDCFgoB0scV9rzYH///XcpUKCAlCpVynNbmdIADQC8zeShQ4dUAwWZskJ5qS78bIqMf/x1ObBnnyuwJzStK416tlGeu/AGLVgo/6YAiaKy1tVkG1SGhzc8u6FwQhhqeED7WbIKZiljgGNGAY3k+NpV/bxlWtuOgkzhmx+TAcgBFNlmBREeGvVqqzz8ofjXsT5I6wT5cHMYASB6wI6fkW7gWCQBZTCwYbPs+z3HINLPAmVwvaPe/fDwr9K4tp+3Y9s+Elgzc3HcGACpHcwK1uw5qQK6SMW61QyrzXh7nKyavijPb38eOCAFsrKkkIEH7eA7L5WS5cvEr1n5/Xyl+J/3yTeG94C3f6ehA6X1Gb21GRH7iJdNeyRAAwCPAHk5CZAACZAACZBAviZAA4B8Pf0cPAmQAAmQAAkET2DV9IXywpk3xm8MpeDwV+8SeKR5KTQAyEvv8b6Xy6alaxxjxSH+FaMfdVw/0yvmd5lCTucFn02WBZ9NkfXzlmmZ7qysrJwQ3uqvjYoEkp9KFJS1Oubj1+Vr42HdV01bKIcP5Rh9GRWE8D+w17lRSf2uLaV+t9ayfu4yJZe7Nm+z7TKUyCpCQMwwoHVDKVUhJwx61EtYZeq31RvjMrDsm9mWmPHtadQTSv/Wao5YvBHY9/venBQDykDgaASBo4YCykjARcqN5J4MvO0iye7fWSrVr+Gtk7w6lAR+Wbomnipg46KVpn3EtzuWKiDxmYUBwPs3PulqbHcveE8KZBXI8fZ/a5xsXfOz4fXw9ofiv363Vq7aZ+VoE6ABQLTnj70nARIgARIgARJILwEaAKSXP+9OAiRAAiRAAvmSwNJJs+SVv90RHzs8ioa9fKcnFvldWQt4ONhXXpbIpfzVdDly5IhrpvCswuF+0/6dpF7nFq6vz6QL8qNMQWkHhT8U/xsXmh/+65pnePvCGADKvzodmwlyV2dyCauy1itzKPjx3oF394rJcwVyZFZKli8rSA3R+MT26t9nh/xTfvlxteMutD6tt/z12Zvj9eENDUOAdfOWxY0CDvyx37a98jUqJxkFNNKW79r25horhEmmoOiPyYGVDOA5x/zDy79h99ZSskJZjUTYlBMCeG6gcJ3w5FtOqsfr3DHrTSlbpYKra1g5mgRgKLJ43FQVHeCnHxaYDqJMlQrS7CREBuis1qFuDQCa9Ouo1qxGBdFbOg49Wdr9pa+UyvD1QTSlxP9e0wDAf8a8AwmQAAmQAAmQQOYSoAFA5s4tR0YCJEACJEACoSaw8PMp8vql98f7mKzUcdv5/KisBaOfps6Pe1nqyuUbY1+0VAnJ7t9JmvbrpP71GqXB7Zymu35+kSnk1o15+v+yZJUpdoT/Rfh2NzmoG/Vqp0IGL/9ujvpDfmurUqtNY2UQAMVgzTaNMy5dQJiUtV6fr0QP79Uzl8iBPeZ516u3bChNjir8kz28n+h3hScDAKNx4F2YaBRg5cmaeH3VpnUTjAIaCtJXhL2kU6YQyh9GH/iD8VksvY8Rs1rtmkrjXu2Ulz/eJSzpJzDnw4ny9jWPuOoIDQBc4cqYyn/s2i2Lx/2gjAEWf/mD6bgKFSksBw/86XncrU7tqRT/9bvS298zzIg3AAOAnZu2uhrFiVedI0VLFXd1DSuTAAmQAAmQAAmQQCYSoAFAJs4qx0QCJEACJEACESEwe/QEeee6x+K97XDeADnr0etS6n1+Udbu+nVrXOGyaPxUOXLY3Mu/RNnSsnfn7455Fi1ZXPZbKPGgmM3u10lFB4DndqaXTJapTcvWKE//hZ9NFivDEYTmbj6wm7QY2E3g5ff0oGtk/fzljqce114w4li0j3VzlsaNAVbPyJsnOLFhyGMsVUCdDs0yIl1AOpW1jifNouKyb2ap9w+8Qa289gsXK5rj5d+nvTQ5sYMgX7hZee706111rVy1yrkiADi5+PDBQzkRAo7+rZu7TKxyXcfaLFS08LG0AUgf0LqRlKte2cktA6sTtEyt/H5e/Bv064p1puNE2gV4+eeE9m8jpStldnSPwCZc441oAKARZj5qCtGllCEAogOMnyr7d5sbf7nBcnydatJp6MnS/pz+UqJcGTeXsi4JkAAJkAAJkAAJkAAJkIABARoAUCxIgARIgARIgATSSuCH/30mH976TLwPXYcPkdPuu8J1nzJZWQtFqfKwnDBDfllqHir7+DpVpXHv9tKodzv17/Nn3CB2StZE0E36dpQh91yuvLuWfDnNMuRrtWb1VGSApv07S/Xm9V3PVxQuyDSZ+nnJKuXpv/CzKQKvf7MCD10o/JsP6iYI155YvBoAJLb1574DsuJoZABEB9iyaoOlWFSsV10pE5H/t2brxpFMFxC0stbrc7Z9/a/y46SZap5Wz1wse7buNG2yUoOacS//el1aer2179fv3b5L1s1bnssoYM828/HFOgRjBkQxqNmqUc6/rRtK8bKlfe+v2Q38lqldm7bGU8vgO3Rw/wHTsdZo2TAe2r9Oh+y0MeGNnRGgAYAzTqxlTWDFlHlxYwBECXJbmp3cVboNP1Wi8N1wOzbWJwESIAESIAESIAESIIF0EqABQDrp894kQAIkQAIkQAKKwLcvfiBj73spTqP3lWfJwNsudkUnk5S1u7fuiHtYIlUC8mublUSFPwwAEksqBgAXjbwn3gTCtS/+cpos+Wqa+tdM8VO2yvEqKgDSBCDke6aUTJCpDQtWCGQIiv/fVv9sOjXw1oa3fvOBXaVY6ZKm9Q7s3ed6eouUKObomu0bNqvoACsm56QL+GPnbsvr6ndtKQ17tJXa7bMjky7Ab2WtI9A2lWIe3qtnLJZ1c5da1m4MY6M+HZSXf/maVXTcPq1tbFu3KU+kgEN/HrTtE969iUYBNVo3kqysLNvrdFTwQ6ZiRmdQ+MNwyKwgTQy8/FVo/x6tBd8ClugQoAFAdOYqKj0d98go+frpt1119+4F70nJ8vT4dwWNlUmABEiABEiABEiABEjAAQEaADiAxCokQAIkQAIkQAL+E5jw5Fsy/rHX4zfqf/350u/68x3fOOrK2rVzflRK/8Xjf7AMrV2+RhVp2q9j3MvfCtDrl97vmF+sYmK49uSLl387WxZ/NU1FBzDLA1+wcCHJ7t85xyCgXycpVsZcmey6cwFfEFWZQnhzhPZHiP9t6zeZUms2oMtRpX83KVysSMB07W+HVAPKIOC7OZbRKNBSqQrHScOebVS+4JptGoc2XYAfylp7ktY1kFt36cQZ8tPU+QKlv9mzjVaOq1ZJefnHlP4Fsgp4vX3or/958U+5IgVYpT5IHEz1Fg1yGQVUbljT01jNDBHsZArvZLuye+tOJQP4BuHPKhVM1aZ1c0L792ordTu1sGuav4eYAAwAEMrdTRly7xVStkoFN5ewbj4iMOPtcfL+jU+6GjENAFzhYmUSIAESIAESIAESIAEScEyABgCOUbEiCZAACZAACZCA3wQ+f+hVmfTce/HbDLr9Yul1xVmObhs1ZS28m1VY/6+ny/yxkwU5qs2KlZe/Izg+VNq46CcVGWDJlz/IhoUrTe+AHPJIFYDoAMjvGqUSJZlaO2uJUvjD099MgZtVMCuu8G8xqJsUCMhDWcecQ/kJY4DY32aL3OO4X9XseipdQK12TUKVLsBOWauDlZM2Vk9fJMu+nS1rZi5Wof2t3j91OzaLK/yrNK7tpPmMroPUFevnLVN/647+i+gVdqVIyWLH0gYcTR9Q9gTnHvMLxk6W/13+gN1tcv1+69SRppEZ1s1ZmvMNmjRTNsxfbtpuoaJFcow+TmwvDXq0kXLVKrnqAyuTAAnkHwI0AMg/c82RkgAJkAAJkAAJkAAJhJ8ADQDCP0fsIQmQAAmQAAnkKwIf//t5+f61T+NjPu3+K6XrhafaMoiCshbh2KFwQUh2q7DKx1WtKPDOboTw2r3b24493RV2bvpNRQVAmoBl38wy7Q5yhCMqAKID1G7XNN3dtr1/2GUKSlwo/KH43/XrVsPxFC5WVJoP6iYtBnaT7JM62445KhWQZzjRIAD53M1KVqGCyhigXucWUrNNk7SmC0iXAcDu33bI0kkzZdX0RbJmxmLZsmqDKa8S5coc8/Lv00GKliweFbFIWz9/37L9qFHA8rhRgF0KC3S2TJUKeYwCipYy5u3VAEAZnU3K8fDH394dv5vyqtywVk5o/97tVFQNFhIgARJwQoAGAE4osQ4JkAAJkAAJkAAJkAAJBEOABgDBcOZdSIAESIAESIAEXBB474b/ysx3xsevOOuxf0qHc0+ybCGMytr9u/9QCpfFX/4gC8ZMlkMHzXNJN+zRRpr07agU/sgnHdUCT22MVxkEfDVN9u3aYzgU5HvNiQzQWf0bxlDiYZQphGmPefpDqWtUkHYBCv/mA7spJV5+KIhCgVQBMApADnurUu1BqeIAACAASURBVK56JWmI6ABHjQEqN/AWmt0N3yANANbOWSorp8w96uW/RPbv3mva1erN68e9/JFCgcU7gS2rNuaJFHDk8BHbhis1qBE3CqiBSAEtG6prUjEAuPC1u+WXJauUwn/t7B9N743oIPj25IT2b2caNcC286xAAiSQrwnQACBfTz8HTwIkQAIkQAIkQAIkEDICNAAI2YSwOyRAAiRAAiRAAjkE3rzyIZn36bdxHEOfu0VaDelliicsytqfF0PZMkOF9UfuaLNSplJ5aXFK98h4+acql6umLVSpAhAd4LfVG02badq3o4oMAGOA0hXLpXo7rdeFRaZWTJ6rPP0XfjZF9ph4upeqUDYnvP+gbtKgW2utHKLW2OFDh5UhQI5BwGzZtGyt5RBqtWsq9To1V5EBarZu7Kv8+WkAAA9vROBASH94+VtFGYmHde/TQZr06eDrmKMmP372F6H2c9IG5Pxrl8oCfSlQoIDUaN1ISpQtrQzKdBWkZIHCH+H9Edof92EhARIgAS8EaADghR6vJQESIAESIAESIAESIAG9BGgAoJcnWyMBEiABEiABEtBE4MiRIzLyonuU8jhWLnzlLtMw5ulS1iIfNJQyi774XuaP+U7gAW9W6ndtKdkndYm8l3+qUwxlF6ICIDrAmllLTJuBEhbGAEgXkM6c4+mSKYCBIhee/gs/myx/mERRKFvleKXwh+IfedpZjAkgPUIsXQCMAnZv3WmKqlipEtKgZxup1bqxL+kCdBsAIK0IjGzWzFysFP9mUSEw4Ir1qitlf5MTO0j9bgzrHobnZf+eP2T93GXxtAEwCti1yTidh47+wrs/FtofBgAsJEACJKCTAAwAvnvpI1dNXjH6UUFUKBYSIAESIAESIAESIAESIAG9BGgAoJcnWyMBEiABEiABEtBI4MDeffLa8LuPhfQuIHLJmw8KwuUnlyCVtfAohmHCgrHfycZF5l7+JSuUlZan9JAmfTsopT/LMQJ7tu06GhngB/WvWWjs8jWrKEMAGAQEnYs6SJkCmR+/nhH39Idi0KiABxT+CPHPUO2pPVGIzBE3CJg817KRSvVrSN2OR6MDtGksTtMFmCnif9/9uxTMKiglSpQwvG+p44+z7A/eiYgIEfPyXzvHPKw7GmrUq600PjHHy79CrRNSA8arAiWwc9NvCUYBy1UaAbP3gV3Hyp5wvHp/xkL7ZxUqaHcJfycBEiABEiABEiABEiABEiABEiABEsgAAjQAyIBJ5BBIgARIgARIIJMJQJH22kV3y7o5S9Uwi5ctJcNfu0fqdMjONWw/lbWHDx5SOZQR1h9K/4MH/jRFDmUhvLKh8D++TtVMnhqtY1syYbqKDABjgN+3bDdsu2jJ4ipFgIoO0L+TFC5WVGsfkhvzU6Zi90JqBHj5I8Q/okkYFXhuQ+EPuarWrL6vY853jR85EjcGgFHALz+utkRQr0tLqYVUATbpAiDHMF5yU26c9JIg/3tyQZ9iHv74d/uGzabNQuEb8/Jv3KeDILc7S/QJ/LpinUwdOUamjhrjajC3Th0pMBpiIQESIAESIAESIAESIAESIAESIAESyF8EaACQv+aboyUBEiABEiCBSBLYtn6TSgcQU85ByTX81bulWvNjylDdytotP22QReOmynx4+S9cacoNBgktB/dQqQno5a9HvNbNXaqMAZAuYNPSNaaNNujeWrL7d1ZGAeWqV9Jz84RWdMtUrOmFX3wvCz+bopT+ZikjTmhSR3n6469Ko1rax8YGjQnA+ARpAmIRAsyMUXB16YrlpHaHbMN0AV4MAGBg9NMPC5TSf82MnND+VqlFYAwV8/KH3LBkJoEFYyfL/y5/wNXgaADgChcrkwAJkAAJkAAJkAAJkAAJkAAJkEDGEKABQMZMJQdCAiRAAiRAAplNAGH3R150t2xd+4saaOlK5aTHJWdImcoV1P/et2+f+rdYsWJ5QMATH3nl7cqSr6YrD394+h/cb+yNjTZqtWuaE9q/Twd6+dtB9fj7tnWblCEADAJWfj/PtLWqTevmRAbo10mqt2zo8a45l+syADhy5Ehc4b/gsyly5PBhw/5Vb9EgrvSvWJf5ubVMosdGYHQEY4AVk3OMAsxSVeA2UL7XatNERQf4c99++ej251zd/eSbh8vWdb8oxf/mletNr4XREd49OUr/9lKsdElX92HlaBKgAUA05429JgESIAESIAESIAESIAESIAESIIF0EKABQDqo854kQAIkQAIkQAIpEUAu5JfPv0P27vjd1fVXj3nS0AAAxgTwwoZiZcOCFaZtFi1VXCn8Y6H9Xd2clbURQB5seFar6ABfTlNKVqMCo5CYMQByX6davBgAHDp46Gho/ymy8PMppl2o1baJUvq3GNRNylWvnGpXeV1ABFZMmZtjEPDdHNm46CfTuyLXOlKH6CrVmtWLe/lDZljyHwEaAOS/OeeISYAESIAESIAESIAESIAESIAESCBVAjQASJUcryMBEiABEiABEkgLgckvfyyf3v1/ru6daADw44TpysMfyhQzBTIar9GqUU5o//6d6eXvinZwlVdMniuLv/xBGQWY5UWHIhZRAZRBQP/OAu/p5LLs29nyv8vuz/PfjxzJ+U8FCuQd05UfPC5Vs+vm+gFRI+DhD6OSxeN/MAVRr3OLo57+XeMRLIKjxjvpIrBn2854qgAYBezatFVX01KwcKFcXv6xSCfabsCGIkeABgCRmzJ2mARIgARIgARIgARIgARIgARIgATSRoAGAGlDzxuTAAmQAAmQAAmkQgC5sf/vrJtcXdp1+Kmyds5S2TB/uel1hYsVUQr/FkdD+7u6ASunncDPS1blRAb4aprlPNfp0Eyy++cYBFSsW131GwYALw+93dUY/jn+eWUAcGDvvpwoEp9NERiXmJWGPdrEw/uXLF/G1b1YORoEfl2+Nm4QAJk6csg41YPZaMrXqCzZJ3VRiv8G3VtHY9DsZWAEaAAQGGreiARIgARIgARIgARIgARIgARIgAQiT4AGAJGfQg6ABEiABEiABPIXgVQMAMwIVWtePye0/8Bu9PLPIDHa9evWuDHA0okzTUdWsV51FRWgdMVyMubeEa4I9Lv+fFk3d6ksmzTL9DoocpE2osXAblK0VAlX7bNytAkgKsVrw+92NYgbJ70klRrUcHUNK+cfAjAA2PnLb64GnH1SZylfs4qra1iZBEiABEiABEiABEiABEiABEiABEgg+gRoABD9OeQISIAESIAESCBfEfBiAFCwUCFpMbh7PLR/vgKXTweLPOyICqCiA3z5g/yxc7evJJqd3FUp/JsP7CqFihbx9V5sPLwEaAAQ3rlhz0iABEiABEiABEiABEiABEiABEiABEgg0wnQACDTZ5jjIwESIAESIIEMI5CKAUDnvw2S7pecIRXrVsswGhyOWwKrZyySxV/mGARsWbXB7eV56mcVKnhU4Q+lfzcpkFXAc5tsIPoEaAAQ/TnkCEiABEiABEiABEiABEiABEiABEiABEggqgRoABDVmWO/SYAESIAESCCfEkjFAODqMU9KzdaN8ykxDtuMwJafNqioALNHT5BNy9a6AoXw/h2HnqxSCLCQQDIBGgBQJkiABEiABEiABEiABEiABEiABEiABEiABNJFgAYA6SLP+5IACZAACZAACaREAAYAW9f+kufaHRs3S8nyZaRw8WJ5fqvSqBYNAFKinT8uWvbtbNm+/lfZu2OX7N3+u/o7Ikfk8OHDCkBWVpYULFhQSpQvIyXLlZXix5WS6s0bSNXsuvkDEEfpmgAMAHZv3enqutptm0qlBjVcXcPKJEACJEACJEACJEACJEACJEACJEACJEACJJBMgAYAlAk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shwArt27ZLJkyfL559/LnPmzJFp06bFR9ypUydp3LixnHTSSXLiiSdKpUqVUqZx4MABmTdvnowfP17dY/HixbJ27VrVXq1atSQ7O1twvwEDBkjr1q2lUKFCKd/LjwsPHz4sy5YtU/2fNGmSzJ8/37f+//HHHzJ9+nT58ssvZcqUKYrb77//roYFNo0aNZJevXrJwIEDpXr16lKgQAE/hpxym0HJVModDMmFQcoUhrx582YZM2aMTJgwQcny3LlzFYnSpUtLq1atpHnz5jJkyBDp3r27FC9ePCSUgu3GkSNH5Ndff5VvvvlGPet4zmOc0BO8o9q0aaOePXAqU6ZMsB0M0d3wnsI3Y+LEiXne6cnvKrzXa9SoIVlZWSEaAbsSZgKx78i3334rs2bNUs/itm3bVJfLly8vLVu2lHbt2knPnj3z/bMY5nlk36JBIOpr9CApR32NHiQr3ssZAaw9sSf++OOPBd+8H3/8Ua3TE793WH8OGjRIOnbsGLo9srNR5q6V+M75/vvvZebMmfFvPM4F8I3v3bu3OoPAvje/rh8hGxs2bFBnNV999ZUsXbo011lNbD0E+ejfv7+0b99eSpYsmcqU8Jp8SCB2FoGzgalTp+Y6H0jcy3Xp0kX69u2br5/FfCgeHLJmAnje1q9fL+PGjVNnTWbncTxnEgn6nFTzVLO5kBLAHg7rqU8++UQWLlxoqGfBt27w4MGedF8hHb5tt2gAYIuIFUggegSwmcQG8tFHH5XRo0fHlctWI4GS8Morr5R//etfUrFiRceD3rp1q4wcOVKeeeaZuMLc7mJsXh988EFldJDuDf+ePXsUo8cff1x9JJyUVPu/bt06ef755+Wll16KH4LY3e+CCy6Qe+65R2rXrm1X1dffg5Qpo4FgkQhF5L333qs+6rECuT333HPlscceC42yNkiZAoctW7Yo+YVsxQxJrIQBB2133nmnnHnmmVK0aFFf5SaVxtesWaPmOfndhUPRESNGSIsWLVJpVszaNWsMh2533HGHXH755aE0mNi/f798+OGH8tBDD+V6d6Hf11xzjdx6661SpEgR16wgv+D81FNPOX6n4yann3664gUjprAZLemSqVGjRsnVV1/t6DlzCh7zhW8oNiLpLn7JVOK48L568skn5f/+7/8cfwehLHjzzTela9eu6Uak7q/7e4TNKt7JL774oifZAp833ngj7esFJ/ON7xDeMVD+6CwwIsH7C0avicaVuEfMGA4Hb5deeqkyNAlL0S1TsXFFfY1uND9m7xCvMhXlNXq6181BfDv8fFb9kin0GeuPu+66S15//XVHQ0h1j+mo8QAqmcmC1a1POeUUue+++5Sxcn4p2FfDAPn++++Xjz76yPGwsR669tpr1TcsUw0BYKh94YUXKiWazjJ06FB1XlWuXDmdzYayLbM1hV1n//GPf8gjjzwSyn2vXd+d/P7DDz/IZZdd5vjMz6xN7GOw1w7bftcJAx11Dh48KJ9++qlgX5zoNBVrG2cBbdu2VYzggJLpBd89GNk8/PDDuc4prcYdO2fK5He50fiDPifNNNnTdaaVaVzwDH7wwQfqDDlmYGs1xlR1X1HnRgOAqM8g+08CSQRw+ImFu1NlYDJAWOS/8MIL0rlzZ0u22Fh88cUXymDAyUs2uTG8dKEswiY2HUpIbLzh6X/LLbcor4RUym233Sb4s9uA43Afyg5s8mMejm7uh83+E088oRRs6dhoBCVTZkzsDs+gQIByqEKFCm6waq8bpEzFOo+N7BVXXKE2X24LDH5w4BYWJUhM8Wz1nCBihlslIN5VWBDeeOONrhTaMZ5/+9vflIGFG8Mot3Phpn7s0BAHymPHjjW8FIcb//3vf10f4KxYsUJw+IPoJKkUyBLeVThkC0OUF50ytW/fPvW9w7dVd8Fm5d///rfuZh2356dMxTqB5xAGK/jup7JmSDej2Dj8+B6BxznnnJPSezx5kuFd2qNHD8dz71dFJxtxGCvgXaGrHDp0SK1/sS6zK6l8S+zaTPV3P2Qq6mt0I5Z+yVTU1+hGrPyQKaP7BPHtSPW5cnKdXzKFe4MNFLvXX3+967Un9sg33XSTWnNEKWLXpk2bVL//97//OcGfq06697quO+zhAijPcC6Ab5UTw22jW+FMAOt8cMu0gkiSiHaQKhszHjjjevfdd5WXeyYXPIe33367vPrqq66HmemMcO4Bg1uv5e9//7syYi1RooTXpiJ5/XfffacccH755RfL/odl7+Yn5FWrVskNN9zgypArsT9nnXWWepdXq1bNz26mve10nJOmfdAaO6DzTEtjt0LRFIx4sV5OZe2Jc+Wnn35aRYDND4UGAPlhljnGfEMACxAoA1NV3sRAwdP2tddekyZNmhiywyErFr133323580ZPLWwiA5SsY3+474333yz5/7/5z//UR8cM2UXvK/wOyxkvRRs8NEGwiEHWYKSKaMxOVno4LowGAAEKVMxVlD0DBs2zPXBYiJrGAFAYWJnxOKnzMW8FHAQZmeM41Zpg83G22+/rbz4vRwkhYET5sBptIdUDAAQknb48OEqPYmXgoNrLMCRbiJdxQ+ZgpLon//8p/LS1l0g+zgkKViwoO6mbdvzU6ZiN8dhNw43cPCW6nOY7kMkP79HOg0AdCvVbQUoqYIThWDsEt19XbBggTqQxLvMrrj9lti1l8rvfslU1NfoySz9lKmor9GTWfklU0byHcS3I5Xnysk1fsoU7q9r7Wm3x3Qy1qDqwGsba0+EXU21pGuvm2p/U7kO6yEYFcMBwWuB4ghr0kzzaEfKiG7dunnFk+d6nGu999570qxZM+1th6VBrCcvvvhiAcNUCg0AnFELw9mTs57qr4UUboiG5ySqTbr3bvpHn7tFPGd43lIxbE9sCRFfEZ0kU1NPpuOc1O+5D6p9P860gup7EPfRsfa0030FMY6g7kEDgKBI8z4kEAABHLDD00BHsVIg4cAMXlvIoe21pGOjgTyMf/3rX1UuNK/lhBNOkHfeecfU4w7hsXQpwk499VSVPqBSpUpeu+34+qBkKrFDbhY6uC4Mm7AgZQpjhnU/DGc+++wzx3NpVhHKWjzPQRrhxPpi56WW3Ge3ShtszDA2zI/Xkg5jpVifnXipJY7PrQEAlNvw2nr22We9YlLXI7cWDgbwfgy6+CVTfhoApOOAxG+Zis27LkVIOhhhDEF8j3QaAKQzAoBThWBMNnQaAECe4fEGxYqT4vZb4qRNp3X8lqmor9ETOfotU1Ffo8dY+S1TiXMS1LfD6fPktp7fMoX+wAjpvPPO8xzVBWsovCeRMi/MRecasnfv3sqINFO9IXXuSyATL7/8slJAZVLxywAgHWdOQc6LDkVIpjNiBADvEgkjL0RHdGLQna69m/dROmtBlzzhbjr3RM56H1ytoM9JgxuZv3fy60zL314H1zoMKmEoqyOK5iWXXKKcVdLpFBcEORoABEGZ9yCBgAjoXITg0GHMmDEqf1NyMTpchBIWXrIIoxILKY6NCDbxeDFbhb5HGDworIIqOg/b0Wd4hWKMRvm2EZr+/PPP1zY0LLphCBBUCUqmYuNZv369ChHtxKo4dk0YDACClCm7MMfIJYboFrVr11aINm7cqEIbPfbYY4Zikw5lbaohd90obbZv367eK++//77huPHcItw9OMH4Ae8rRNl44IEHDDe16cqvjTzWWNiahfs3GpxbA4AZM2bIaaedZhjKD/lokW4A3jhly5ZVnm1O3u2IRNOvX7+gXlUShEzB2AvPl5NDDzcDD/obGIRMxcY/a9Ys+ctf/mJohINoEfgNETqQIzIW6hgbOhg5zZkzR0aPHq0MnfAO0xku3sn8BPU90vX9SNc7CvOF9+w999zjygtG52EX3jeQJafPpptviRNZcVonCJmK+hodLIOSqaiv0cEqCJmKyXeQ3w6nz5TTekHJlJWxIL55WHsiWl/lypUF63lEWkNEPUSrMirIhQ7jzDAfSlophKBQxF4SRgwYw4EDBwQh3rHWNotYmKn5tWE8A2NbrGeSC2QDa3eshxAJAZEFY6weffRR0z0AFHHPPfec4PpMKTDSAQuk0NBZevXqpVIGVq1aVWezoWjLzggSa2yk3Tz55JOlSpUqkpWVpfq9e/dutW77+uuvVZouRJPA2d3xxx8finHp7oSuc61MfUfZ8caZEt45SKPqpOQ3AwCkF8G7Cylaqlevrt7jiMz0zTffqD2SVaTLTHyXx2RE1z431p7V2bsTuQx7nSDOtMLOwEn/rFKR4EwE73v8Cx3Nzp07lW4LegYjxzCsobDm6NOnj5NbR7YODQAiO3XsOAnkJZC8qDVa7DtdhKB1M6VE4uEilEMPPvig2tjHNhPJPbMLVR50Hq3kRYiREgLeNLC6e+GFF1R4PatDZasNZfLhIjb1MJQ4++yz4wtDJxv8GNNbb71VfcyCChUdlExhfPgwQxag8HFTwmgA4KdMrV69WnkWGYVqNwtVj4NPKHHxrBqVDz74QM444ww32D3VTTWyhBulDQ4zsAEzenbNwqriuUd6E7NIKkF72qRqMe3GAAAKfRzEGlnP4uAWh9JG6WBw3bhx41TuciPGkDW8r4IqQchUqmOxCpcItlCeZmdnp9q8q+uCkKlYh6wUIfgW4vs6YMCAtEQfsYMW5PfI7GBEp4Lcbrxefk/Vi1rX+IyMvfANRqQns5Qdbr4lXtgkXhuUTEV9jQ5mQclU1NfoQckU5iTIb4euZy6xnaBkysqg0mztabVGgEH+xx9/LB06dPADi+c2ca4AY9qRI0fmAwId0QAAIABJREFUacsqrOrKlSsFxg1GocrTYZjsGYSDBqyUINhvIy2AUUrBHTt2yDXXXGOY3xaOGjBOrV+/voMeZH4VK2NA7HOwFw7qDCVI2laKEHg24t0Tc9AJsl9hu5eRAUAYzpHCxsmoP9j3w3jpuuuuy/UzzjSxPjA6l8ovBgB4tqBYhJOAmbGeXYQOnNsjRUnjxo2jIA6u+hjk2burjoW0cpjPtMKCzMqg0mrtabVGwDoLqXGLFi0almFq7wcNALQjZYMkkD4CsUUtFiGwFoeSMOZRl9wrJ/mezazrsNnHCxIWxNis2lmdW72g0a+gF96JixAoCB9++GG1cTYKge4kV59VtITY4SIY3Xjjjcr62iy/k93CEKzg4QYlJDxxgyhByRTGYnYw0r17d7nhhhuU1R7GnlyClh8j7kHK1CuvvKIMJZKLXdi+xYsXC/JFGuVHdqMw9ip3ZkpBKATxfJQoUUJ5wBgVp0obeFXhoOehhx7K04xdeNFffvlFkIttwoQJea4N2hPLLAwm3ltghPe8UT/dzOfevXsVd6Nny87gyEr5AGMUhOMuVqyYV5GxvT4ImbLthEUFK2OUoDcbQchUDIXZgWQUwhoH+T2KugGA0YEq1qF4R0E5ceaZZxo+HToMAHAgiXUWPGcSC97hME4aNGiQp2+Jl+c++dqgZCrqa3RwC0qmor5GD0qmMCdBfjt0PnextoKQKaw94eWHeyUXuzRuVusEtIcUJ+lI1WU3FwsWLFB70xUrVuSpapc6y2w/k6meWFgT9ezZMw+nBg0aKOP3Fi1amOI2M2ABKxxod+rUyW6qMv53K2OUsBvSeJkcK2Pb/BLW2Ck/GgA4JZW3nlFqGxixI3c9ziOMUsNmugEAvmEw0MP4nSjuEWXDbE8E4k7PuVKfxfRcGeQ5aXpGqO+uYT/T0jdSby1ZnWtbnS9YrRPsztK99TgcV9MAIBzzwF6QgBYCCJOLzTYU2naLEByawrrsX//6l+m93SiR7Abw7rvvyrnnnmtYLWgFLjwtoJzq3LmzUqTaWXlZeVzHBmS2YEO4TFjKwhsW97M7vLFbGAbNKkiZSj7IRBitO++8Uy2U4ZkNgxQjb76gmRgJcVAyBU/rq666ytALxC4cltUBQZcuXeStt95SYSf9Lsn9wOEVnke8iypWrKiUOWZpM5xujOARCoUQ5De52Cm1rTzig+SEficfuCdGXMEYERLdaMPt5t1tlS/aLjS9lUy56YNXmQtCplLto13I16DDjQUhU2CFyDYwEMQ6I7ncdtttSkli5OmWKmfd1wX5Pco0AwAo3zG/SK9ilctXhwEAIjXhe5HoRYqDfnhEwssPqUuMitNviU65ClKm3PY7TGt09D35kN4vmYr6Gj1ImQrq2+FWdp3WD0Kmfv75Z7UuQ7jf5PLEE0+ofYxZ+e2339S6FZGVkkvQxt9OmaKe2bvDiVLbyiPejpebPoalrtn+xkloeqtvaTq+Z2FhmtgPq+gbQRtwB8ln9uzZMnjw4Dxp3KCcxVrIyrAkyH6G4V40AEhtFsxSTOB88+KLL1aOE/nRAMAtTUS+wXk4ntmw7E3cjiGV+kGdk6bSt7BdE+YzrTCxgk7AyGHMyVmt1Vlz0OmWg2ZKA4CgifN+JBAiAmaW6LEu6lTgWG1cw6DAtZoWKw/Z2HW6Nt9Lly5V6QEWLlxo2KWws/IiU8j5h5C9yPuMMFrYUMSiJVgpGsPOxGgiU5Upq8MyJ8oUs8VSkB4kULBDOYQ/bBgRjrFOnTpx4xgdBgBeOX311VfSv3//PFMXJCfcPPY+gDIVzwSMYWJRXawU927e3Vbt2IXxt3ouMa/4szN60vFJDEKmUu3nrFmzlHecUb4xRHKA9wBybgZVgpApjMUsXHRUvLCC/B5F3QDg9ddfl2HDhskpp5yinvk2bdrEU0L5aQAAb1uE6oNBSWKBMRnSmuDZC5MBQJAy5fZ9ErY1erpkyo5b2NboQcpUUN8OuzlI9fcgZArPEXJsJ6dFwtrxiy++ULlIzYpV5Kowh3k3y6ntZG9mZdQcZBSpVGXK7XVm+xsn82v2js7ksNFu+JopKGNtBJ3qzk3fvdY1CxcddIQxr+MI4noaAKRG2SiiG75nOHvC983MISHTIwC4pWl15oK2dJ0nu+1X2Oqnek4atnGk0p8wn2mlMh4/rvHqgGQVucru7NOP8QTZJg0AgqTNe5FAyAhYHfihq3aesm6GY5V7ER4Pzz33nG0qATf301nX6iOD+zjxcnDaHyvFJdoIOysvMoUFz/Lly6VSpUp5FGKZZgCQqkyZGVg4VUybKbYhW04MCJzKsV09pLvYt2+f1KhRI64oil2jwwBg2rRpSoFvlJv+22+/lR49elh20WphGCQnpCBBWNWaNWvmySmnywDA6gAWG3q8m81SjlilSwj6sM1vmbKTaaPfrcIBoz7SLsDQKcgShExhPGbvmrB/w2JzEeT3KOoGAEgFsnnzZmXIlRzVwU8DALyn4UmTmNYm0eMtbB6TQcqU23dK2Nbo6ZIpO25hW6MHKVNBfTvs5iDV34OQqZiRQXIfnSh4cY2ZkS5+C6NiAOt4GFw9//zzeaYFEfaeeuopldbLrFgZPTgxIEhVFtJ1ndUe7PPPP1fGI2bFLF1COgxJ08XP6r5W4YD79u0reDZhgJppxWoPh9QQ/fr1y7QhexoPDQDc44P39tVXX62eocQSS/Gybds2GgA4xGpmHI/LdZ4nO+xOaKulek4a2gG57FgYz7RcDsHX6jHjZ6M0qE4U+FbRutw4Ufk6SJ8apwGAT2DZLAlEgYCdt7aTF6iTcdopQcKc2xDjs7NCdHqw44SVnXdR2D0i/JKpTDMASFWmzA4HneYsioLFow4DAK+KH6sNWljCkuoyALBKeQDDEqQBOO+88/J48uM6KLAvvfTSPK+2mFcAQoCHoeiQqVTGYaUs6tixo7z99ttKaRqWokumMJ6HHnooj2c2/nuQkSH84qr7exR1AwArzn4ZAJjNAdatN910kwr/7/U74Jf8GLWrW6bc9D1qa3S/ZMoJsyit0YOUKZ3fDifzoLuODpnSocy2UhAjlPc555yje+ie2vPqhYWbm3kvOwnj6qnzabjYak04ZMgQZQBSuXLlPD3buHGjcgCYNGlSnt+efPJJgad3ENG20oDM0S3NogHFLn788cdV+o1MZGQWUpyRIYxFhwYAjh6pXJWM9tCnnnqqvPTSS8ppx+r7zwgAuXl//fXXAqMtIweVAQMGqBSfxx9/vPtJyrArUj0nzTAMhsNJ15lWmNh6ddSyMpwbNGiQeg6DjM4ZJFsaAARJm/cigZARsPI0QFd15UCBdxYUSPPnz89DAAqmoHMgu50GKysxtKUzN6PV4Q/uFRbloxlDv2QqyINMt/KRSv1UZcos1Ca8G9566y2pWLGiZXesDp/CopjTsbC1Osx18l6LwmZW54G7Vd5MvKMRThuK/qJFiyr5gvIf7+3rr7/eMLR9zCsgLIdtOmTK7XMORjjYhnecUQnjgaQumbJ6XwcZQcPtnDmtr/t7RAMAp+SP1YNnG9ZeiYdoyYZHNABwxjVqa3QdylpnZPLWitIaXfd7yoqZrm9HqvPi9TodMmXF24k3PMZg1Y9Ro0aptFlhKlZjdro3NlufOTVsDhMPu74gTD0M1J5++mnDqohchqgJjRs3jv8OTzesI3EgnVx69+6t/nu1atXsbp3Rv69evVqdM02fPj3POMNobKtzMszeGZkYQUMHNxoAuKNoZHyEcwG8d2C0hBKFMxN3o/an9p49e5QhEgwnjMq///1vZSQPA+b8XlI9J80P3NJxphU2rlZrZSeRXq3Wrk7P1MPGxGl/aADglBTrkUCGEbALraNrw4SFIxY777//viHBKIRZMcvpGBuQLkWOlScu7hX23Ml+ylSQB5lBPOqpyJQOBlYhk8LyLOpY2Fp56cGjHWO1KlabWbzP/vOf/0iRIkWCEBXTe+g8cLfLnYlOIL/3Pffcow4mX3jhBfX/G1mwI0oJ8nKXLFkyrXwSb65DptwOxio9AsKU45uYnZ3ttllf6+uSKat2YmGMETJ+4sSJMn78eGUcOHfuXDW28uXLS/v27VWuZHhJNG3aNE+aEF8hOGhcx7s48TY0AHAAPaEKvmN4h8MIKbEkGx7RAMCeaxTX6DqUtfZk8taI2hpd93sq1TVTWNaWVv3XIVM6vp9Wa9cwelIm5qpN5turVy/B2qtq1aqWj5vZ+gx73jFjxgii7GVSmTVrljJeQ6Qxo4I10B133KGMbpEC7OabbxYYvCWXWrVqCYxCevbsmUl4UhqLWXoENJbpSjWz5yf23i1cuLBaX48bN04ZGM2cOVMQsh2ldevWAkObgQMHCgwGypQpkxL/KF1EAwDns4XIGnA8gtFSYoEh2jPPPBOXFxoA2DPFOQuMu+6//37Ds5NMNHizp2JeI5VzUi/3i9K16TjTChsfrwys1q6Z/izSACBs0sz+kEBABIxypybe2suGCXkiN23apA5nkT8ah9tGBUYGr732mkAZEtaCscAaE2FljYpORY5ViD/c+8ILL5Rnn302VIq1RCZ+ylSQB5l+y2KqMmUVDstpuCIdB5R+8/G6qEP/rEL4O3mOosBJdx+RbwwHRoiQYFZg9Y8oE6tWrTKscskllyjjCBxghqnokCm347E6kES4VhhJxCIquG3br/q6ZMrq+cOBNQ4g8a+RAUny2GAEgO9vokecX+N32q7u75GZAQBCuCL3ZqKiAM9gq1atpF69eurAFkoWhAwOS7SNZIY6FGuJbZqlHkkMRxqrTwMAY4mO+hpdt0w5fe6jtkbX/Z6y4qTr2+F0LnTX0yFTVga2TtO3WUXpCqMBAObBLIS/0wh/6Vif6ZYfN+3hG4b0T5dffrnlGqhGjRoCj9GYsjbxHlD+wxAXIaPD+u13w8RLXStj27A7TngZd+xas+cPKSP69OmjzuGw5rYrkCkYm1x00UWh25vY9d3N70YGANizIh3b7NmzczXVqFEjqV+/vuC8EuttrL3TbfzvZqxe6xqd6+GZQjqaHj16xJunAYAxabzrd+zYIdOmTVPKfxi8GxWrdIte5zCK16d6ThrFsabS5/y2ZjJi9Prrr8uwYcPy/IRnCQaTnTp1skVrFlWXBgC26FiBBEggagTsvD2h1MbirkWLFrZD+/zzz1VeOqMNqtXF8CaFVWmDBg1s75HOCnaW+rfddpvyhC1UqJCnbmKRiJCA1113nenicPTo0YLwgGEsOmXKaHxBHmT6zTdVmdJxwGrVhtMQpX7z0bGwtcrthM0rwpCfeOKJhkM5fPiwTJgwQT2LCI2cXMLizaZDHpLHBsMtWPobhRq1mncsuHEdwpQWL17cbxFx3b4OmXJz0+3bt8vFF1+cx0MZbTg9FHdzP111dcmUlRIjlb7iEA7e3YkHTqm0o+sa3d8jr7wQ+hYHt1izhU0ZoEOxljhva9askfPPP195ssVKcjjS2H+nAYBIJq7RdcuUk/dCFNfout9TVpx0fTuczIUfdXTIlA7lfRTSdCXzt0qLAaNQKCjNIkLBaAIGfshjb1RiEYP8mPN0tol9xgcffCA33nijaSQAs/4hOhLOC9q0aZPOIYTm3h9++KGceeaZhv1xYvAdmoGk2BEzJUaKzcm1116r0r6FKYpbqmMxus4LL+xFrr76auWQk6l8YszMzvWwz4d8JBqw0wBAZP369TJ8+HD5+uuvXYkrZOqhhx6S0047LXT7N1cD0Vg51XNSjV0IdVNBn2mFEYYO5b1ZG3C+eO+990LleKJzDhgBQCdNtkUCESGAsLs4QIXVtNni+JZbbnGk1HazkMYhLayRoUBD3rqweT8ms7DL1QQLMVjx64hgYJWDFf2yO0RJt+jplCmjsQR5kOknSy8ypeOA1aqNsOQL1LGwtcu/jg0XFGbYcJUrV07ltI9ZaT///PMyduxYUzHIZAMADBrPGtIkIEydE8OuSpUqCbzdEYUibMrH2CTqkCk37wWj/OSx6+HRDl6Qu7AVHe8YjAleIwhxi/C1ukpyfndd7abSju7vkVcDAIwBHkwwqhw6dKijtVsq407lGh2Ktdh9zbxCksORxurTAEAkE9foOmXKqUxHcY2u+z1lxUrXt8PpfOiup0Om/DYACMvaM5m9Vf511MX7+YYbblB7ZRjLHzhwQNatW6f2z1gLmYXCx7WZagAQYzhv3jwVot5qz5HIGw4X8CQN4/pR9zPppD1ESIJCFt6ARgVGFmeccYaTpiJZByHaIT9QIOosMMhBpLKw7um8jNXNmsjsPtjHwbAJURMytRjtY80cxGgAIMoouVu3bo7FAVElcBYPA+4KFSo4vi7TK3o5J810NrHxBX2mFUaufhoAZPrakwYAYZRo9okEfCRgF+YZSpyXX35ZqlSp4qgXbhfSULxB0YjFc+fOnUNrBOAkRB+8ZHHY7nWDhMUOvGeheDQqOg0NHE2qy0q6Zcro9kEeZLocvuPqXmVKxwFrfjEAwKQsXrxYzjrrLEMvfseTZlAxLIewOuTBjAOeN3hcm0UkSb4uMWdpGL0igtws4X3+j3/8Q0aOHGmIF99XRAcIY9ElU24PQpyygKcgvpUFCxZ0eokv9XR/j3QYAGCgYQwjqUOxFptEI68Qo3Cksfo0AHBnAABuUVij65QpJy+IqK7Rdb+nrFjp+nY4mQ8/6uiQqfxqAAAlJCLh4TxAd8l0AwDsC5cuXSpIEfHNN984wocIiuCN/O1ezx8c3TDEleBti/Mko3RSffv2VYYBWCNkarF6x3sZcyaHQHZ7bmnGcciQIfLiiy+qFFyZVhDFDmcd77//fq6hme3BaADg3gAA5yZwioMjCs7FaQQgyhnHLj2OrrP3KD+zQZ5phZUTDQBSnxkaAKTOjleSQOQIwHsK+ZlhLWxUYMmKvLw9e/Z0PDYvC+n27dursH8wBAjbJtbO2webdeRw9qrswmIHH3JY9RuVMB7oJ/bTD5ky4hDkQaZj4XdZ0atM6ThgtWoDxj9YWKfbs0TXwhaHkvCIhcJQZ7nrrrsEf+l+Z+mQh2QueB/NnTtXbr31VpVDy23BweSjjz4aurBZumTKCY8ZM2aoDb1RhB1Y/GNzi1yTYSy6ZMrOAAAHH/jmIdco0gAhbQS+JXhHwpMJjIxKly5d5K233kq7143u75FVDlu3chK2g1sdijUwMGMOLzWsxYwiStEAwL0BQKK8hXWNrkumnDxbUV6j635PWfHS9e1wMid+1NEhU34bAGDf+fjjj0uxYsX8QOCpTUT7wTd9+vTpntpJvDjTw7DCsOiFF16Qe++911CBbQUSayhch9RtYY+mqE0gkhpCiHLs75AOwajgWfnnP/+Z9r2aX+O3Whcl3rN79+5y+eWXS79+/ZSSMSsrS6Dg/eijj5QMmUXgwP4Z/DKtIOoInhsdJSxGyTrGktiG0Z7Zav9KAwD3BgCJvPk+z6Hh9ZxU93MQ1vaCPNMKKwM/DQCge8EZaKdOncI6fE/9ogGAJ3y8mASiQ8CJVV0qIb9SzS8aI4dFz3PPPSfnnHNOaDZpdh7tOkMRf/vttzJs2DDTDZhRrq2wSJ1fMmU0viAPMv3gq0OmdByw6mjDDz52G8/Y7269gew891IZCw5MzIyoUmkv1Wt0zyUUsNhUXH/99aah/+FJY5Y6JjYOHBLgnd62bdtUh6b9uqA2S3YHkpAbGI+k24PdDLAumbJSpiDcIQ7NateubdgNu5Cu+Gb26NFDu4y4adCP79Hu3bsF8oOCA9qyZcuqf1HwrQUXKJhgpAVDTSOPt9gYwiRnOhRrGNcnn3yiFEyJ44bR6ujRo6Vdu3aG00cDAJFMXKPrkiknz3yU1+h+vKf8/nY4mRM/6uiQKb8NAMKy9jTjb/esuJ23sBmzue2/VX0oXaFchRLWqOAAGoaRmzdvtrzt3XffrZTgqJvfipWxLUKVw3s5Ozs7o7FYveOxPkIqN0TCMzMSsUpXBiU50k2UKFEioxhir4t15OHDh9W4ML7E5wcpSvDcTZo0SZ555hmZOXOm6fgzUc7WrFmjQtPjm5hYrM6IaQAgsn79ehk+fLggKkmq5dprr5UHHnjAs3NZqvdP53U6zknT2f8g7x3UmVaQY3J7Lz8NADJ57QnONABwK22sTwIRJIDDYyxk4W1nZumry6MdeBIPq3Foi3zSVrmksUnBxwyK9XQXbAqQGxxW+UYllSgJZmNatGiRskI285gIc3ixoGUqyINM3TKoS6ZgsQ8FyGeffZaniwgfhmfILoSYLgWfbkaJ7ele2EKphrDrd955p6Oc9giBjBDt8IQ38kTG+wyh8dJddM4lDkTgLXPLLbcYDgtM8DvkbNq0afLwww9b5izVaSSlg7NumTLrk1XaiSgcFOmSKa/KlK+++kr69+9viDkMz186v0f49k6dOlWuuuoqmT9/viGjMIW+9SoLGCC+fXgnJytLbrvtNhUKGXmljQoNAIzfVFFeo2NEOmTKyXclymt0jC/I95Sub4eTefGjjg6ZWrlypZx77rkye/bsPF10mjpKhxGBH3yctolw9jfeeKPjnPYwCEQUQERySS69evVS+5qqVas6vX0k6sHLEYois70/zmOg2IcB4KuvvqoiN1qdoaTivBEJUBadtEs7ESYjSD9Ze33H43wCa0kYluaX58/NfIAPDJbxDJqVMKd1czNW1MXa8L///a/A+Six9O7dW8lItWrVDJukAYA5aTyjmzZtknHjxslrr71maVCCVhDRDI4YYXUUcCtTTurrOid1cq9MqBPUmVaYWSFaJM4AjIpTZzEdRgRhZmTWNxoARHHW2GcScEnAziof1sGwcvUrj9WqVavkhhtuMLV0x3AuvPBCefbZZ9Nq9WjnLawzWoHdAQAUaAhTBsVbGEvQMuV1k5suhjplSgcDq00awr5jMZTuTYdfC1t40I4fP155ROKQEopsFHjatGrVSrp166aUjvBgR4F3DvL7JZd33nlHRSxJd9F54I4xXXrppYZexfg+4EAgcePvxKgiTNFL/JKpRBnAgSQ27mYbEqtQ5emWpdj9dckUFCCDBw82jBbxxhtvyNChQy2HbKVICYMXpI53sdc5t5JpROoYM2ZMKKJw6FCsoY2TTz451/vJiYU+DQCcSVlU1uix0eiQKTsyUV+jY3xBvqd0fTvs5sWv33XIlA4GVgYAYTB+c8IfnrVLlixRe36ss2EYGXM+wJ4Wueuh3B84cKBUr15dGbRh/Z1cwpKWzMmYndbZsmWLMiA28vzHGQPOYmBEEov+g3btjCrsIuE47VuU6lk9J1j/fPzxx9KhQ4coDSmlvsJbHYbb2KMlF6eOAWaKFCdrrJQ6HbGLEA3gkksukU8//dSw5zgrgIFAkSJFIjayvN397bfflKMJlNWJxW7fRgMAZ1OPM0Gk1kCqRLMoblFwFnA2Wme1dJ6TOrtj9GsFcaYVdko6GJgZAGSq8WlsTmkAEHbpZv9IwCMBHMTDujfdXuYbN25Ui0pEIjAqyAOMUK4tWrTwOOLULsdBGZQ3sLo3KlAS4vAF3gpec3/jIARzYuTJjXtDAQkrUSwCw1jSIVNBHmTqYq5bpvbt26essp9//vk8XYTHJ3JjV6xY0bL7YVesofM6FnVe59BsMxsmxZqOw2Zwsno3W0UhgacADgmuuOIKw8gyYdrEBiFTq1evVt8Ho28tvh848O3Tp49X0fT1el0yZXU4a3eQhAGG/TApDN+jn3/+WRlSfPPNN4YyEYZUCeiYDsWa1fOr44GAkROMvcqVK6ejuZTaSLdMhX2NnghVh0xZTVLU1+ixsQUpU7q+HSk9PBou0iFTVlG6nIbThsIchqhGygEn304NKAJvwuz9nkmKNUDFmhnewjC2TS52ZwyIAABF70svvWQ4P/nF4z3G0chLOQYmDA4lQT5EZkoMpwYAZs8fDQCOzSLWh5dffrnhtDp9twcpE6ney2rvlmqbidflR2OlZG6IuIhUgIgsYVaiYuznVSZ0n5N67U9Urg/iTCvsLN59911lLGlUnJx/WJ2pO/12hp2RWf9oABDVmWO/ScABgbB5sFgtoDGcdHnW2oW/xsYcm2scRpiFmnUwHaqKXY4jeEeMGDEi7TmOzcaTLpkK8iDT6Vxa1fNLpryGK4Inydlnny0LFy7M0/2wHC6GYWFrxilMVqG6DtzNeDvxosGB5tNPPy3XXXed4eMQlk1sEDKFiC04CDIqp59+uorokk4Fo5P3mi6ZsjI0gvcDvqVWhQYA9rNl9U3E1WF5n+tQrPltABAGw64wrHHCukZPfhp0yJTZExb1NXriuIKUKV3fDvs3nz81dMiUDt7fffed9OzZ03CQTsOa+kPIn1axhkQaF/wll7CsH3WN3My7Fu07iRBllpsb14dpb6KLl1k7v/zyi1xwwQUyYcIEwyoffPCBnHHGGX53IzTtm3nwd+nSRTkGQOlqVWgAYD+VVt+HTFIW+W0AANJO9oD2MxLtGgsWLJC//OUvsmLFCsOBIA0M0i4WK1Ys2gO16L1f56QZCyxhYEGcaYWdo9c1+969e+Xaa69VRpnJxWnKrrAzMusfDQCiOnPsNwnYEMAiDjlT8YI0KunwMrc62EAf03FgjQUILMmhWDULx4TQXvC81qH8v/rqq+X99983nBNs0kaNGmV6+JNuoU+nTOk4WAuKn58y9frrr8uwYcPyDAVGKl9++aV06tTJcphmz6DT64NgGIaF7YcffihnnnlmqBeFOg7crcJHImLLc889p1IkWJUo5Kz1W6bsDiSjkiNSh0xBVqzagecD/qwi6dAAwP5Na2cAgO9Bv3797BvyuYbXTTq657cBAO6RbuVaGNY4YVyjG4mnDpkyahfK/yiv0ZPHFKRM6fp2+Pw6Mm1eh0xZKbPbtm2rjNzr169vOUSzNb7T69PFL9X7ImoCziqSQ+Jj3fnFF18I0uE288o+AAAXlElEQVRlSrFKjeTkew35euCBB5RDQnLJT97aVsa2iIaHZwhGffmlmK2PmjdvLu+99540btzYEgUNAOwlxer74HSvbH+X9NcIwgAgDGnc0k0aqWD++te/mhoxZboC0s9z0nTPbRD39/tMK4gxeL2HlUMbomsgra1VsXoGnVzvtf/pvJ4GAOmkz3uTgE8EEMoTIeY/+eQTwzukQ/mPjlgtoPF70AYAyFMI62hYWvqt/Ef7N998s7zwwguGcxJ25X+6ZSrIg0wvj6XfMmV1QO8kgoaZh59TTwEvbJxem+6FLfLb33TTTcqzPbmESZGr48Ad7yV8K/73v//lGavTDWjYlbUYmN8yZWYwgnvje/v2229LnTp1nD4CaaunQ6bQeSvLaieHZQjBjcMR5AZOLmHwCgzD98jq2QWzdCu0Y/OmQ7HmtwEAIwDkzFbY1uhmL0IdMpXcdtTX6EasgnxP6fp2pOvjp0umvBjpHjp0SCl34dGbXOAtiPVn2bJl04XIl/vOmDFDTjvtNIERZWLJREXuV199pdI7GBWn3+v8rqw1MxiJMYXXLCJMeU3V6Iuw+9So1bmAE8MSOMFcf/31eXqXn6JK2E2N1bPrdK9sd48w/B6EAQAjAFgbyUMOMkmmkuXa73PSMDxHfvfB7zMtv/uvo30rBb6TCBpWUTigPzv11FN1dDOUbdAAIJTTwk6RQOoE7MJXQhmBQ4RmzZqlfpMUr7TK14Img3zhwpIeShnk9DJT/sMCDJuiokWLpjjinMv27NmjFIpGudvxO5T/r776qvTu3TuUm9YwyFSQB5mpTnYQMmUVWhvWjohkUbBgQcMhWDEM02Yj3QtbHKYgr1TygWTYPGx0HLjraMNqER4WS38/ZQoHknh+zCK7RCk3qw55iL18zMKSOjGIgDLm5JNPNvw2O8ntluo73Ol1YfgerV69Ws477zyZPn16nm6HyVtUh2IN3z3k9TWLaOV03szqnXXWWQLjuHSm6AiDTIVpjW41pzpkKrH9qK/RzVgFKVM6vx1en+dUrtclU9OmTVNKXqN9pZ3xmlWIeKztb7/99lDuEVPhjWus5DMTx6tjHWpmYBK2/UmqMmF3Hc6JYERq9Hw1adJErcOzs7Ptmsmo363OBewMIqyewUzKbe9lwnG2AyMJRAI1KpnkLQp5uO222+TJJ5/0gsz0Wpx3jh49Wtq1a+dL+1Fp1OqZxRhgxITos0WKFInKkBz1M4hzUkcdiXglHWuJiCOQffv2qXeykW7FifFafjampAFA1KWf/SeBBAJQxOBlaOTNiWo4eEdIZxwOB11wwIYFzUsvvWR46wYNGqhFYYsWLXzvGhYgCDcI5T48DY3K3XffrZT2xYsX99QfjBubA/wZFSyGERVgwIABoTzYCYtMBXmQmcqEByVTkKd//OMfMnLkyDzdtFOswdoRiu0ff/wxz7Vh8mxP58LWytgFm2LkKfWaCiQV+TK6RseBu9Vz5dQDy8yDC322O/DWxcKuHT9l6uuvv5bTTz/d8EAyaocdOmQqNhdWHjNWOVoRGhApAoy+mU42dXayoOP3dH+P8L1BhJLrrrvOcDhQlj/77LNSsmRJHcP11IYuxVoqnbC6t1OPy1Tum8o16ZapMK3R7fjplKmor9GtWAUpUzq/HXbz78fvumTKKh0Q1gkIX25maARvXXj6Jys3EQ4fe9Y+ffr4MfS0tGmlCIAiFxHNgjgPCHLwVjLmZA9mFZ0sLGsjP3la7X9xX5x/IUWCV6cNP8fgR9tW0aDs3jlW5wJh2b/5wcxNm2vWrJHzzz/f0AA1E9/NbtjE6kYhEmAq4/LjGnz7cCYBQyazkonPXlDnpH7MWdja9PNMK2xjteqPVTogq3OmXbt2qXRvMKhMLmE6P/FrLmgA4BdZtksCAROwOjRHV2AdDkVz586dPfcMB8tjx46Va6+9VrDptFOSY9M6YsQI5b1g5m0f5AvXasMDOFD04c/r4TkWO9jUX3rppYbMoRxCKCxs0MIYri5ImbITyiAPMu36YvR7UDKFe1steGAxjEOQZCW1lYebneFAKjy8XKNzYbt7925lQe3EihrGQDBSSs5FirGEUZGr48DdKmctxm0mT7H5tQqbjLDaH3/8sXTo0MGLOGi5VqdMJXbI6kAW9a655hp55JFHInMgqUOmYnyswvgPGjRIfRurVKmSZ37h4T9s2DBD47ywRFPQ+T2aN2+eSsOBP6wF7NZTCJ+I3Miob2bAaLXx1fJAuWhEl2LNxS3jVfOrAUDU1+h2c61LpqK+RrfjpPM9ZXcvnd8Ou3v58bsumUIYfxiKwoM9uUBZhIN9RG5J3vNZGZ/aKfH84OG2TewXIW+lSpWy3c+iLtZkMMLftm1bnltlqiLXKmetXWpGvKsmTZokF110keF3P2prTbfyhfpWxsZh2m+kMjav15iF8Ue7cAoaOnRonufS6lwgE6MpHDhwQBkX4117xx13qLRsdmdvcILB2aWZ81IU3s1eZcvJ9fnVAAD7N5zxQpl/zjnnSKVKlSxx4T2O1HbYv82fP9+wbiY+exhokOekTmQ2ynX8OtOKGpPFixcLIvgZObYNGTJERfarXLlyrmHZRaEI0/mJX/NBAwC/yLJdEgiYgF95m2655RaBN3zMojr5QAmKMeRJOeOMM6R58+bKsyErK0vwgt2xY4fMmTNHhZKCwYBZwaEIvP/NcuPpRIl+wUIcigSdpVGjRupAIzG6glU4Ry/3xkbumWee8T1cbVAyFWOBzRkOzsyiJbhlhgMVbHwRXcLPEqRMYRx21ujIfQTLxqpVq6rn8KeffpL777/f0NIR7eH5xOGR3UZYJ8PPP/9cbZiMDv/c3gfvDxgYIbpBYtm5c6cghOHEiRMFCkdE2YABFJSOMSUbZG7jxo0qbCTCSJkp1KDExWGlWXoFt312Wh9Wqoj4YBbVxWk7sXo4rMCCuGLFivFLrTzYUemCCy5QRiV4jmLcwHbWrFmW7/agw2oHIVPJvK0OJMPqGRKETIGTlSIEv+N7DyVJq1atlIEOUinA+AZpI4yew6C9AoP6HiVu5LGegqcR1lRYU5QpU0a9l2PrKRwYvfbaa4qTmTFl0M8d5hKHYHj/Ys2go+h634bNACAImYr6Gj0mP0HIVNTX6GAVhEzF5iSob4eOd4hRG0HIFO6LtRE8+Y2+Y+XLl1fKJxi9Y78MZfjcuXPVd89on4x1BNZ/OMwMc/n0009VH7Hvwnr7xBNPlMaNGxueCSASoZGhLcYX1L4tHSztPNjxzb/55pvllFNOkQoVKqizFMjHhg0bVESERx991HDPFBUZ8cLcztg2SCcSL+Pw61orRQjk484775Thw4cL3j9Ym0NhgjRdSIVpVMIW8U4Ht2QlNZ4zGGP16NFDKW5jjgKxcwG80+BwsXDhQsPb54fnzin3/GoAkLh/gzwgSg/2YMkyhXU5zuJGjRqlzmDM9m/gnYnPXtDnpE7lNsz10nGmFWYeRn3DugAGWkh1Y1Twjse3r3Xr1soxDudMiKCLM3Gj8+d0nJ+kgzkNANJBnfckAR8IWB10erldly5d5K233lIesChWHiWp3ifIxY4f/Y+NG9788CCOFb8U6LB0HzNmjO+pHIKSqRgvqw1EqrKFQxNY5fpZgpQpjMPOa83NWM0sJN20kUpdKP6wKNNVYPSABWCxYsXiTeqSJyOlua5+27Wj+x2CDSrCzHbq1Cl+a7sc9nZ9NPo9SKOu2P2DkKnEsdopuMPqGRKETPnxDQzaUEnX+yNRZoy+R1aW/G6fPazT0F7Xrl3dXuqpvs4xoCNQIEHpZRYq22lnw2YAEIRM+bEeCXKNHpvbIGRK97sw1veg1ui4XxAy5cf7HG0arUecPtup1AtCptAvu+hpbvqOtS0MorxGpHNzz1Tq6mBrZsybSn/Ceo1VDvtU+wwjXTgFwGAwU4uVghtjzg9ee1Zzi/0I3hP4VnstWD++8cYbUrt2ba9Nhep63d9KGOeDuV3UrlBB8KkzNADQA7Z3795q71OtWjU9DYakFT/2JbGhJZ+9h2TInrsR9JmW5w6nqQG7yBJOu4XzExjo9OzZ0+klka1HA4DITh07TgK5CfilrEXqgHfffVd5o6FgkwHveVgO6yhXXHGFPPzww+ogKIji5yIEHhyJkQX8OlwEpyDy1wYlU7F51705Q7vYxCJigp8lSJmKjcMqdJ/TseLZRli79u3bO71EWz3dC9vLLrtMEAIxcSOuQ55gDYqDteQQUtpA2DT0/+3dz8sNXxwH8FmxtPMHIKUoZKuEUso/YCulbKSwUfgXZM0fwJaIEOX3zxQLbFDK0h+gb++pq+t+n+eZuc+998zc+7ymbDxz75x5nXPPnDnzmc+ZRR+yVN+xUtr11Zxr09IBq/nOps+UaFPDZWiqmzZrujad0yz+3lTu1RxzuetRU6q1tsfKckPJ3FPyIcg0+o/R81vqepTx1Wj2krYuw/vl5jXLPCXTSclsLinDNB7+DJ/LoUOH6u/MW5CTbGshAGC0Tc37GH1Q3yXa1Cz6wkH5S4zRc6xS/VSONQuvUk6l+6mVUvq37dOSJSd9+qZNm9p+pLP9Jv295s3kZAZIwHbp61dJtGncuw2Xt2npgJLnNqtjNT3cPnjwYJ3hLoFXa3mbRp+Tub5k1MsbzIu2Jdg9mQdv3rw58akdP368XiIv/ZZt5XHI6NzoInndvXt3atlr05dn3mD79u2LRFSfSxfzpPOOWHpOa169pjHPlGdQeRaV5TxKZ3rtwl0AQBfqjklgBgKvX7+ujhw5Uv38+XOq3z6aASBfnknVPFRdLl12mwKksz179mydWrpk9GxSe2VZgzwsnPY2GoW40hrIkxy71NtFJdtUPGYxkVkiA0DJNjXcbrI2XX4/q0kPn4f/mVhMSvwutmkPbJfKADDJzX76p3xn+qgub/CnPeG+3Bt3GUAnCODEiRMTpfGOVVJrZXIk6bZKbiXa1PD5rLTmZm7kk1oza0z2bSvVpgbnnbchs+5x3kxaKe3hUk5djRNKXo8+f/5cT0o+f/581U0lb2xdvny52r1796q/Y5IPTvrwZ/TYMgC0r42lxjjzPEYfnHmJNjXvY/SS/VSOVfra0f5X0G7PEm1quCTp2/OWaLIujbvl4f+VK1dmvoTZuOVabv9JAtkShJyHaXn7cZEf/g/sMg5K2toEF0+yJb1t5h1mvczdJGWcxmeb+ulkf0v2xbXQdpo8J+lzuh5HNp3bpH9PIEl+L7mvX+3W5T3Jastc4nNrNQNA5uHyAspyS9q0tU/GwMwpDLLttv3cvOzX1TzpvPgsVc7Sc1rzbDXpPFOWHs78Z+l5y67MBQB0Je+4BKYskKjypNTOG73jTrKvVJTlUlx9+/atXjM7xxtnHe8MnrM24pkzZ+r1Abu4YXv8+HF18uTJZdf1Wk3VLJV6NxekTMrnzcVxjJqOXyoleek2lZuzWF24cKGJoNXfS64lWapNjZ541j+6evVqHbnYJiBn8GA7gQPD68C3Ap3iTg8ePKj7gWn8LpZLG5qH2tevX69v9tvYDE4vv688rMzDtKzB2eWW32AmttLPTmNr6jtyM5tU63lgO07d9KFfL9Gmhusg60Omf3/x4sU/19ykDzt16lS9Hm4X17emdlK6TaU8+S2mfi5evFilr2yzZXI7v8MsV9GFY8nrUSbPsi5dHgiM01ft2LGjDgJLX1oyO8Jo/X38+LE6evRo9f79+zZV27hP0qqePn164kj8uKbNZcmkgWvGagkwyP+XvgaWbFPzPEZPAynRpuZ9jB6nkm2qi2tHY2cxxg4l2tRocXI/nrXb83Z7mzFVgijPnz9fv4nUZZ8+Bmu9a94+zrUoQRZtt/TFye5z7NixhU5fv5THnz9/qvv371d5O7btmGjwPX257ret50n3y3X80qVLdSBNgpAGW5fX8knPaZafTz+ToIi293Hpc/JiTPqcDRs2zLJonX93fndPnjypAwHGeWjbh3vczvFWKEDGIdeuXavnhd++fVvvGbMElWROb3jZwT6fx2rKlnHRjRs36t/chw8fxvqKvXv3VufOnauSxWT9+vVjfXbedu5qnnTenAblLT2nNa9Og3Jnnunp06f1taztmCrzTBlb7Nq1q5N5pq7MBQB0Je+4BBZEIFF9GfBkQJ1/uTkbDP5yikkntmXLlmrPnj3Vvn376nTj8zSpsSDV5DQWXOD379/1gOfWrVvVmzdvqmfPnv094wxs8sZ/0irv37+/2rhx44Jr/Ht6ST0Wk7wVmcHhp0+f/k4i5QZ1586d1ebNm2uf9FFJ99/FA8c+VUpuaF++fFk9fPiwevXqVfXly5f/TbzlraO0rTzwTqaYSdfr7tP5K8tsBPLALeOD27dv17/HtLHBQ5FM5qafyluA+S1m7NB1AM5sFJb/1vhkPbtHjx7VGTmG+6p8KpNoWZc1/VT+pd9aKxHrpetiUY5njL4oNek85lng169f9QPfO3fu1IFSw/fJ6dcTcHr48OEqDwTmdS33TMD++PGjvhfJ9T1zA+/evfsbIDmYD0hwdq7xGXuvW7dunqt14rLngeT379+re/fu1Uv7ff369R+z4et+xtkHDhyotm7d6ro/sfzif8Fa6HMmqcX4ZK4kffJoX5X7kdzjZs5yMHfpHncS7cX/7KAvz7VvqetfAm1yj7tt27b6Om++afHbhDMsL2CeqdlcAECzkT0IECBAgAABAgQIECBAgAABAgQIECBAgAABAgQIECBAgEDvBQQA9L6KFJAAAQIECBAgQIAAAQIECBAgQIAAAQIECBAgQIAAAQIECDQLCABoNrIHAQIECBAgQIAAAQIECBAgQIAAAQIECBAgQIAAAQIECBDovYAAgN5XkQISIECAAAECBAgQIECAAAECBAgQIECAAAECBAgQIECAAIFmAQEAzUb2IECAAAECBAgQIECAAAECBAgQIECAAAECBAgQIECAAAECvRcQAND7KlJAAgQIECBAgAABAgQIECBAgAABAgQIECBAgAABAgQIECDQLCAAoNnIHgQIECBAgAABAgQIECBAgAABAgQIECBAgAABAgQIECBAoPcCAgB6X0UKSIAAAQIECBAgQIAAAQIECBAgQIAAAQIECBAgQIAAAQIEmgUEADQb2YMAAQIECBAgQIAAAQIECBAgQIAAAQIECBAgQIAAAQIECPReQABA76tIAQkQIECAAAECBAgQIECAAAECBAgQIECAAAECBAgQIECAQLOAAIBmI3sQIECAAAECBAgQIECAAAECBAgQIECAAAECBAgQIECAAIHeCwgA6H0VKSABAgQIECBAgAABAgQIECBAgAABAgQIECBAgAABAgQIEGgWEADQbGQPAgQIECBAgAABAgQIECBAgAABAgQIECBAgAABAgQIECDQewEBAL2vIgUkQIAAAQIECBAgQIAAAQIECBAgQIAAAQIECBAgQIAAAQLNAgIAmo3sQYAAAQIECBAgQIAAAQIECBAgQIAAAQIECBAgQIAAAQIEei8gAKD3VaSABAgQIECAAAECBAgQIECAAAECBAgQIECAAAECBAgQIECgWUAAQLORPQgQIECAAAECBAgQIECAAAECBAgQIECAAAECBAgQIECAQO8FBAD0vooUkAABAgQIECBAgAABAgQIECBAgAABAgQIECBAgAABAgQINAsIAGg2sgcBAgQIECBAgAABAgQIECBAgAABAgQIECBAgAABAgQIEOi9gACA3leRAhIgQIAAAQIECBAgQIAAAQIECBAgQIAAAQIECBAgQIAAgWYBAQDNRvYgQIAAAQIECBAgQIAAAQIECBAgQIAAAQIECBAgQIAAAQK9FxAA0PsqUkACBAgQIECAAAECBAgQIECAAAECBAgQIECAAAECBAgQINAsIACg2cgeBAgQIECAAAECBAgQIECAAAECBAgQIECAAAECBAgQIECg9wICAHpfRQpIgAABAgQIECBAgAABAgQIECBAgAABAgQIECBAgAABAgSaBQQANBvZgwABAgQIECBAgAABAgQIECBAgAABAgQIECBAgAABAgQI9F7gPzsCnsnZl8uD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33" name="AutoShape 33" descr="data:image/png;base64,iVBORw0KGgoAAAANSUhEUgAACAAAAAHhCAYAAAD6J17EAAAAAXNSR0IArs4c6QAAIABJREFUeF7s3Qn8VdP+//FPuJEhQ8rYLWOlKxJFGaIQDagoQqUkqVQyD91MpYylkCEyNZEmlEIkhW7oj0jXnCHD70qGDP0f731/p9853+/Ze+199jnf7znn+1qPR4/rfr97r732c629z/dxPp+1VqUNGzZsMAoCCCCAAAIIIIAAAggggAACCCCAAAIIIIAAAggggAACCCCAAAIIFLRAJRIACrr/aDwCCCCAAAIIIIAAAggggAACCCCAAAIIIIAAAggggAACCCCAAAKeAAkADAQEEEAAAQQQQAABBBBAAAEEEEAAAQQQQAABBBBAAAEEEEAAAQSKQIAEgCLoRG4BAQQQQAABBBBAAAEEEEAAAQQQQAABBBBAAAEEEEAAAQQQQAABEgAYAwgggAACCCCAAAIIIIAAAggggAACCCCAAAIIIIAAAggggAACCBSBAAkARdCJ3AICCCCAAAIIIIAAAggggAACCCCAAAIIIIAAAggggAACCCCAAAIkADAGEEAAAQQQQAABBBBAAAEEEEAAAQQQQAABBBBAAAEEEEAAAQQQKAIBEgCKoBO5BQQQQAABBBBAAAEEEEAAAQQQQAABBBBAAAEEEEAAAQQQQAABBEgAYAwggAACCCCAAAIIIIAAAggggAACCCCAAAIIIIAAAggggAACCCBQBAIkABRBJ3ILCCCAAAIIIIAAAggggAACCCCAAAIIIIAAAggggAACCCCAAAIIkADAGEAAAQQQQAABBBBAAAEEEEAAAQQQQAABBBBAAAEEEEAAAQQQQKAIBEgAKIJO5BYQQAABBBBAAAEEEEAAAQQQQAABBBBAAAEEEEAAAQQQQAABBBAgAYAxgAACCCCAAAIIIIAAAggggAACCCCAAAIIIIAAAggggAACCCCAQBEIkABQBJ3ILSCAAAIIIIAAAggggAACCCCAAAIIIIAAAggggAACCCCAAAIIIEACAGMAAQQQQAABBBBAAAEEEEAAAQQQQAABBBBAAAEEEEAAAQQQQACBIhAgAaAIOpFbQAABBBBAAAEEEEAAAQQQQAABBBBAAAEEEEAAAQQQQAABBBBAgAQAxgACCCCAAAIIIIAAAggggAACCCCAAAIIIIAAAggggAACCCCAAAJFIEACQBF0IreAAAIIIIAAAggggAACCCCAAAIIIIAAAggggAACCCCAAAIIIIAACQCMAQQQQAABBBBAAAEEEEAAAQQQQAABBBBAAAEEEEAAAQQQQAABBIpAgASAIuhEbgEBBBBAAAEEEEAAAQQQQAABBBBAAAEEEEAAAQQQQAABBBBAAAESABgDCCCAAAIIIIAAAggggAACCCCAAAIIIIAAAggggAACCCCAAAIIFIEACQBF0IncAgIIIIAAAggggAACCCCAAAIIIIAAAggggAACCCCAAAIIIIAAAiQAMAYQQAABBBBAAAEEEEAAAQQQQAABBBBAAAEEEEAAAQQQQAABBBAoAgESAIqgE7kFBBBAAAEEEEAAAQQQQAABBBBAAAEEEEAAAQQQQAABBBBAAAEESABgDCCAAAIIIIAAAgggkCTwxx9/2IwZM2z8+PG2aNEi+/77773f7rDDDta0aVPr3bu3nXjiiVapUqW0bnHPpzMQyAeBzz77zG6//XZ74YUXbNmyZRub1LBhQzv22GNt8ODBVr169XxoKm1AAAEEEEAAAQQQQAABBBBAAAEEEEgSIAGA4YAAAggggAACCCCAQJLAhx9+aJ07d7alS5emdTn++OPt0UcftWrVqqX9fdzzK0pnfPzxxzZ69OiUALOCy0cffbT169fPateuXVEocnKfa9assfvvv9+mT59uixcv9q5Rp04dO+KII6xv377WoEED3yQWHTts2DC74oorfNv2yCOPWJcuXXLS9opa6YYNG+ztt9+2O++8015++WV7//33PQo9F6eddpr16NGDpIuKOji4bwQQQAABBBBAAAEEEEAAAQQiCJAAEAGLQxFAAAEEEEAAAQTM1q9fb8uXL/dmx+ufArmJAKN8atWqZfXr17dDDjnEmjdv7v3vVlttVTB0Crp16tTJ3nrrrbRtdiUAxD2/YKBiNFRj5swzz7RXXnklbS1KAnj44Ydtt912i3GVinvqDz/8YOedd55NmTIlLUK9evVs4sSJXhKAX7nuuuvsmmuu8f09CQDZH18K/iv56L333ktb+amnnmr33HOPbb/99tm/ODVmTUCfkatWrfI+HxcuXGiff/65rVy50j755JON19hmm23swAMP9N5xBx98sDVq1MgOOOAA+jZrvUBFCCCAAAIIIIAAAggggEDFFiABoGL3P3ePAAIIIIAAAgiEEtDM1BUrVnjBJwVmE8vihzlZgY5TTjnFLrzwQi/gsckmm4Q5rdyOiRvAj3t+3BvXFgRTp061G2+80UvUiFo0S1xJHLvuuqsXINbs4/3339/bAsFv24Oo19AKCkoACCqaud6uXbuoVXO8mZdYccIJJ9jatWt9PW699VYbOHCg7+9JACj7oXTbbbfZoEGDfC+sd+ncuXPt0EMPLfvGccVAgb/++sveffddu++++yJ/RiZX3KJFCzvnnHOsTZs2VrVqVdSLUEB/P40bNy5ldRbdpj53lQTStWtX77Nvs802y+ju161bZ3fddZe3ldGbb7658XMgsY1R9+7dY9WfUaM4CQEEEEAAAQQQQAABBMpcgASAMifngggggAACCCCAQGEJaLb2kCFDbMKECbEbfvbZZ9v1119vNWvWjF1XriqIG8CPe37c+9LWBW3btrUvv/wyblUp5zdp0sTat2/vLUWuQEWcZABXcFkXVgLD5ZdfntV7qCiVhUmw6NOnj91yyy22xRZbpGVx9RErAGR3NP3yyy9eQoaSrIIK7tl1j1ubkuOWLVvmfa5NmzYtbnUbz1cillbg6NChg22++eZZq5eKyl9g0qRJ3koffsW1ypDrDpQAdvjhh/sepiQDtUFjjIIAAggggAACCCCAAALFK0ACQPH2LXeGAAIIIIAAAgjEEtBM8smTJ3v7gCcvXRyrUjNvhptmpx122GFxq8rJ+XED+HHPj3tTruBC3Po1C7ljx45ecKp27doZVecKLqvSa6+91q6++uqM6q/oJ4VJANAWAZpxXqVKlbRcrj4iEJ3dUUYCQHY9y6I2zbTWShojR44MXG0jTlu0EoDqr1u3bpxqODePBFzvZxIA8qizaAoCCCCAAAIIIIAAAgUsQAJAAXceTUcAAQQQQAABBHIloGDUiBEj7J///GdOLpHPe1nHDeDHPT8uuCu4ELf+xPlaTviqq66y3r17+waR/a7lCi7rPNcS9dm6D1c9iS0VtLT3a6+9tjHQp0SIZs2a2bnnnpt3yymHGQOabT58+HCrXLlyWgJXH1X0BAC9I++99157/PHHbfHixRsN9VxoGfcLLrjAjjzyyNArZZAA4HoS8+v3X3zxhbdiw5QpU3LesHxPmss5QJFdwPV+JgGgyDqc20EAAQQQQAABBBBAoJwESAAoJ3guiwACCCCAAAII5KuAZjVq+XX9y1XRnvJaXSAfZzXGDeDHPT+uuSu4ELf+kuefddZZXrLIzjvvHLpqLXOuxIGgMn36dC+wXt7lu+++sy5duticOXPSNiVusCYX9/fcc8/ZcccdF1i1K8GCBIDgnnE9564VFtLVPmzYMG/FFb+yyy672MyZM61Ro0a5GDbUGVLg66+/NvWv3lFlVbQFy/jx461evXpldUmukyMB12d03M8UtgDIUcdRLQIIIIAAAggggAACBSZAAkCBdRjNRQABBBBAAAEEcimg2c7aF/yyyy7L5WW8uhcuXOjNoM634grsub6cj3t+XA9XcCFu/enOb926tY0ZM8Zq1aoVqvqVK1eaEgeWLFmS9vhTTjnF2wu9evXqoerL5UGFmACwZs0aL0Dptye5gokPP/yw7bPPPr50JAAEjyrXc55JAsAbb7zhba/ht+XK2WefbaNHj7aqVavmcshTd4DADz/84D1bZTHzv2QzTjrpJO+9uNNOO9FHBSzg+ox2/Y3hunUSAFxC/B4BBBBAAAEEEEAAgYohQAJAxehn7hIBBBBAAAEEEAglsGDBAuvatatvACq5Ei2BrkBt9+7dTUsUb7fddt5y13/99ZcpSLJ8+XJvxqKCkGvXri11fRIAqoXqk6gHuYILUesLe3zU4JTGx6hRo+zll182BVNVGjZsaEom6NWrl9WsWTPspXN6XCEmAAjks88+s9tvv91eeOEFW7ZsmWdUp04dU3CpZ8+eplU4ggoJAMHDKhcJABs2bPC2mdDWAvPmzdv4Hj700ENNz1ePHj3yIikmpw9cHlceNUFOz5j6TCuZaIWUKlWqeHeX+IxcsWKFPf3003b33Xfb999/H+rO9VwqQW+zzTYLdTwH5Z+A6zOaBID86zNahAACCCCAAAIIIIBAIQqQAFCIvUabEUAAAQQQQACBHAh888033n7mM2bMcNau5cW1XLUCtgr6B5VPP/3Um7WqmYvJiQAkAJRPAkBQcEH7kP/444/23nvv2fz5871ZrongvHNQmFkxBqcKNQEgTH8FHUMCQLBgLhIA4vYZ5+dWQDOrtR2I3woNiavvsMMOdvPNN9sZZ5xhm2++ubNRWrFD26joHFfRKitTp061gw8+2HUov89TARIA8rRjaBYCCCCAAAIIIIAAAkUmQAJAkXUot4MAAggggAACCGQioJmn9913nzfz2lWUJDB8+HBTkCNsUf2vvvqqDRgwwF5//XVv9vHkyZOtbt26Yasos+NcgT3X7Ly458e90WwGF5QQ8MQTT9j1118fKhFAe5RPnDjRjjzyyLi3kTfnkwCQviseeeQRLxhaUYvrOc9kC4CKalkI963EqH79+tmECRMCm6vVcO666y477LDDIt2WVhd46KGHbODAgWlXzEmu7Oqrr7YhQ4bYpptuGukaHJwfAtn8jE53R2wBkB/9TCsQQAABBBBAAAEEEChvARIAyrsHuD4CCCCAAAIIIJAHAl9++aVpf2ktOx1Uoi7zXrKur776yq688krbcsstvRmPiSWR84BgYxNcgb2KlACQQFG/XXLJJd6+8a5SbPuUkwCQvsdJAHjfOnXqZG+99VZaIBIAXG+Kwvq9VkTRljfptrNJ3Ilm5yuIf9RRR2V0c2G3GGjSpIk9/vjjtscee2R0HU4qXwESAMrXn6sjgAACCCCAAAIIIFBRBEgAqCg9zX0igAACCCCAAAIBAk8++aR16NAh0Kg8lx5WYGTVqlWmbQP0T//95ptvpgRjtE+29lnWzMtmzZrZQQcdlFGCAQkA6YfBunXrvCSAsWPHBo6TbbbZxqZNm2YtWrQo02du/fr13piYM2eOLV682N55552NS3WrTQceeKDttddedvjhh1vLli2tZs2atskmmzjbmA8JANozfMGCBd7MYgUitV+4xrvuQ3uM165d23kfUQ+IugWA2qhnZ+bMmfb88897K30k9jVXWxs3buwFUPV8hlkWPWp7y/p413siHxMA1EefffaZl+gV9B7VeGratKn3T6u1VK5cucx4tRXNU0895Y2jRYsWpR1DCoCXZfLYb7/95r37Ro0aFehw++23W//+/Z3b4gRVomSrnj172uzZswOvVagJOPos/+CDD2zu3LneO03bKSxbtmzjvWpboTp16ljz5s29f/vss0+o93ScAVrW79diSABI9KM+j/Scfvzxx97nbqKU/MzV564+fzfbbLM4XVWQ58pG22Dpmdbnhsa3Pge7detmRxxxROD41upZX3/9tb344ove3zYrVqxIcVZde++9t7cliJ6XQw45xLbaaquCdKLRCCCAAAIIIIAAAtkXIAEg+6bUiAACCCCAAAIIFJSAArt9+/a1Bx98MLDdZb3ssL74VHBAs87vv/9+577LJRuvLQq0nLICcdWrVw/dJ67AXkVcASCBFzY4JXdtE+EXOFTwYMaMGTZ+/PiUIJ/6TEHH3r1724knnhgqkKbxq7GrL9jVd2GLvii/7LLLrF27dilBiaVLl3pL20epy++aClRq/CqIVbKsXr3ahg4d6n2pn9hTXPev8aWfJ85REF3Pnl/ihYIId955Z8qX/np2XnrpJe+cJUuWpCRCKBCv+zvrrLMCgzFhEwB0LQXwtE2EEj9cRe433nijHXPMMaEDe+pjJT9oO4rkIFMm40Xtffrpp+3uu+9OGXtqtxIVlAh1/vnnlwqiKCAt60RSg+s+s/17BYq0aoraGLVoK49Zs2Z5z8jLL78c6XQlfmlrmO7du5u2+IhSwo5x1blmzRq75ZZbvDEbNMtex2YyhqK0u+Sxrs8EHa9kHG0PENUoXbv0eackgKCSLsFEQcKbbrrJtAR8sqGChBo/l19+ue25556RKIKeFwXr1Q4lIbkCu3qGp06d6vXx8uXLQ7dB7b700ks93yiJQ2HHXibv19CN9zmwkBMAtBWG2q/3cZR+FIWSifRu1edP1apVIzEqoezmm29O+TxTBRqDxx57rA0ePDj033l616iu5557LiX5RO86fWarLr1j/IoSgu6991574IEHUs7Xyh/a5korZVWqVMn0d46sBg0alPZzo169ejZlyhSrX79+qUvpuXv77be951mrfYQtSrzo2rWrl7CkJEcKAggggAACCCCAQMUWIAGgYvc/d48AAggggAACCHgzpU899VR77733fDWCvqjMBaFmTF177bVewMAVDHJdX8EPzcxUYFVfyrqKK9hTkRMAZKeZmx07dgzsFwXxH3vsMdMX6unKhx9+aJ07dzYF29MVl3HiHM2Gu/DCC702ZVL0Zbm+XG/duvXG04cNG2ZXXHFFJtWlPcdvpm5QEChxjmb+ad9xBQn8SjqrH374wQvw+80i1j7lkyZN8mYi+pUwCQAaB/fdd59dc801kQLjcr/qqqu8vgsT1HM9k1Fm2ysYrgSVe+65J+2tp7P59ddf7aKLLnKufpG1QeNTUZ8+fbwA6hZbbBHqUgoivfrqq15QSgG0OEXPshI3TjvtNGewN3GdMGNcbdSKEfL1204hXbs1hpQYo750BZ/j3LfOVbKSgnpBRQklGofZKB999JGdfvrpXrDTr2i2r3x33XVX75AwYzSTJD4F0hWwVXJBpu9qrcyiIH6m72ld95xzzrEbbrjBW+UnTAkz9jJ9v4a5ftAxhZgAoFUStFKU3ttxk+P0jtV7TElgYf4mk6Xr80grmmjlpzBFCTJakcCv6G9PPSt+JejzKPFZ9Le//c1uu+02r91Bf8Oma7cSDMaNG+dtl5Xp37/ankZ1RE20COPHMQgggAACCCCAAAKFI0ACQOH0FS1FAAEEEEAAAQRyIuD6MloXTTfLOCeNMfOWBdYMpsSs6GxcJ8rezK5goys4Hff8uPfr6k9X+13XD7tihII9mpmXrmTDSAkrmpUcFCRz3Yt+r6CmZsYmiivQEKbO5GNK1p/4nStAdfLJJ4faciFdf7q2LchGAoBmgGo5ed1fpkWrRCjw6wrgusZLrhMAXEkDmd5/1POi3KdmnyoorWSWTINI6dqn+vQvzDLTrjGuIPfEiRO9JJdMVlZQEoCCbAoOhw0kRjX/888/vWCgEoP8ilbrULJagwYNolaf9vgw4033rnds8ooQstBsY7/SqlUrb0WSHXfcMXQ7NUv6uOOO8z1eiUZjxowxtadkUXKHVgVRm7Lxea4Ar1ZHCEpcKov3a2g8nwNz/RntCnCHef8nN12f+XrPx3nXl6TQeFF9Wu3H9f7Xua7P5XxKAFByw/Tp0717c717S7Zb722dr9WJ4pRGjRp571ZtD0BBAAEEEEAAAQQQqLgCJABU3L7nzhFAAAEEEEAAAQsT3BBTNmc3BrH/5z//8ZY+VjAl2+Xoo4/2gh+77bZbYNWuYKMrgB73/Lj3nevggtrnuoaOufXWW73ZuelKXCPN3FQwVF+yxy3Js/30PGg2ezYDHX6zCYMMNU4VxNfMbVcprwQALXX+5ZdfupoX+HsFgTRLUatBBBXXeIkSGHcFV9MFx3766Sdvm5SHHnoo1v3GPTnsfSqIFGb2aabtCZu44Rrjm2yySaggWVA7ldylzwvtgZ2L4lpNQ9dMrISx7bbbZq0JWqFCAcSgogCfZvomigK/J5xwgm/QUc/bM888E3qmtAL4mnUfNBs66D2fi2Q+rcQgm5122inQxjX24rxf43ay6/PT9TeG6/rZTABQ8F8z0e+44w7XZSP/XuNRf1sqEciVwFNICQBnnHGGnX322aGSXpITAPS8aUWiMIkDLuyoSR6u+vg9AggggAACCCCAQGEKkABQmP1GqxFAAAEEEEAAgawIhAm4p5tpmJWLp6nEFeiLe10tV679ioOKqw2uL+fjnh/3HnMdXFD7tDetgl4rV670bW7QcuVxjPQlufpR+5Jno5QM0LsCDVGvmckKAFpmXSsbhJk1W14JAFEd/I4Pk5jjGi9hA+NqQyYJAK5zsmXhqifsfSowrOfDNfvUdT2/34dN3Ah6F2nmurafyUYbtYqEAtVhtpOIes+u7UpUn1YQ0Xtj0003jVq97/EvvfSSaU/xoFIy+P7tt996W388++yzvqdpdrESs1wBV1Xgqk9JQE899ZQ1bty41PWytUJLuhvRChRDhw4NnDkeNPbivl/jdnKuP6OzlQCghDiNMe0nn6uiBB55uJbvd30u58sKAPo803YJSn4JU5Lb/cUXX3jP7wsvvBDm1MBjSACITUgFCCCAAAIIIIBAUQiQAFAU3chNIIAAAggggAACmQkowKjZSosWLfKtwLWfe2ZXTn+WX7BFAacWLVrYqaeeakceeaTVqFHDKleu7FWyfv160xen2tN85MiRgUtJh5mp6Qo2kgBgFmZWbOvWrb0VF7bffvtSnR3HWNdWEoeWlk5XNFYUKNUsOgUXtLywvpDXecuXL/dmC2uWXWLJ8ZIJAK5ltKOO95KzdBPnu4JAYa9T6AkAuk9XYo5rvIQNjOtarmB+usCJ3jFaklljozxLmPtUUo6CSK6tMTRD9YILLrD999/fqlSpYkqs0TMxZ84cu/322+31118PvNUwiRvZGuMu81wGuxYvXuwtgR+UqJCLFXLCJFkNGTLE9C8RzA8zYz/MZ2DC+7XXXjNtReK30scpp5ziLclf8h3vesZUv5bx1/jr0KGD7bzzzqbVIHSe3tHaUmDChAm+3R5m1YdsjT3X571rbKb7vattca+ZrQQA1dOlS5fARLTE5622bdp33329v8v0efvVV1/ZE0884fWl3t9BRe+i0aNHB+5XXygJAFHHQ3ICwJNPPuk9D37lkEMO8Z73ww8/3BKrjeiZkbWSfvR3zcsvv+ydnst3YtR75HgEEEAAAQQQQACB8hMgAaD87LkyAggggAACCCBQ7gIrVqwwzYbTl+5+Je6X0VFusmRgWV/0a39oBbQU9A8qCn7Mnz/fW3rVL2ChYNfkyZOtbt26vlW5go0uj7jnR/FKd2yugwu65q+//urt3T527Fjf5rZs2dIee+wxq169eqlj4hi5AmNhlif/8ccfvQQCLWuswIKSFRJl6dKlXtDDFbQI009NmjTxkiC0R3jJ4uqnMPXrmHR7cGt5a92DgrnpSpjggCvgklyvgkAKAGnWeb169bykCz3LMlaChWslA79AYuIarvESJjCeqMsVnPSzmTlzpnXr1i2jverD9qXrONd9asauZkar7/yK+krPrRK/FHRNV9asWeM93xq7QcWVuBF1jOvdPXjwYG8MaTa9tvrQtgua3e9aKUDbgbRr185FGPn3M2bMMC07H1T8knwiXyzpBNeY16HpxoNrGwDN2tdY1h7hruJKhvJbTUCfw3qm/fpMCRV33nln2vei2hRmH3RtS6BgqN+qC1HHnp9Fuvery831+2y1zXUdv9+Hef9r6X9te/Lggw/6XkZ/nz3wwAOmZCC/FSWUkKR65s6dG/hO0meFkjz9iuvzKF9WAIjSJ/q7QAmJDRo0cG7Hpb8lxo8f770b/YoSL959911v1Qb9jabEpKpVq0ZpEscigAACCCCAAAIIFJkACQBF1qHcDgIIIIAAAgggEEXANVNMdbmCTlGu5zo2sQeqvtzXl8aa6R3lC8zffvvNW6521KhRvpfS0qxaRcCvuAIvJAD8V871hXxQkCGOcdDS2MlfqLvGWtjfu4LprvHgd50oQSAFbbWlgpJhdt11V/v9999NyTsKmshZAcrkAIyrzWECQK7+TdyXgkBaeUMzF9MFlMPsA+7am9w1XqK8ozJNACjZj9lsU6LuuHV+9NFH3n7aQbP/R4wYYYMGDXIuV69ZpT179rTZs2f7PiquxI2wYzxoDIXdF7vkSh5hn2/XcWHuIUrw0XW9xO9dz7DfZ7Nr2X6dF2bFAtf2QH6JBK7P4DCz99VGBaC1VcG9996blsy1MlGYfktUHPX9GrYPs/Huj3utdOeHef+7Vn8Iuw2Irq/tIPReeuutt3xvp3///qZ3k982Hq7PoyjPoOvvXte7xPWeLnmTbdq0sWuuucYaNmzofUbq3Tpr1iwvSU5/52611Vb2888/24UXXuithpOu5GKbkVyMLepEAAEEEEAAAQQQyC8BEgDyqz9oDQIIIIAAAgggUKYCri9C1ZgowbUybbzPxbR0sGYj+5VHHnnEmx3tV1xf7roCvnHPj2voCny42h/2+sOGDTPtxexXcpUAEHR/xZgA4Aqwp/N3BQ/DBIBcARddV23TDO2gvcoVwFVQQ6sDBJWS+5knH+t6pqK8o4o5AUDLsSto71c0Q14BVddqKonzXUtSu2aTu95FiTF01113WatWrXxnEWvFDiW/BC0LH2UMhH3H6bgw9xAl+Bj22q5n2O+zOcw2AFrJQjPwFXj0K66VVvy2EnjnnXe8rXoU9E1XXDP3k8957rnnvO0X/EpQMl+YfkuMv6AEprD9FeW4sG2LUmeUY13v/zAriUR53jQY7wViAAAgAElEQVQmtZqEVhXxK66EDtfnUZRn0PV3bzYTALR1jP5OUsJEUHE97yQARBnhHIsAAggggAACCCCQECABgLGAAAIIIIAAAghUYIFJkyZZ586dAwWifNGbD5SuoAEJAMd7Qa1q1arF6i5XECNXCQBBKwDohhQo0JfuWoY+G8X1xXymCRUuP7VdQQPN1tXsSb8lltPdo6vNrgBQwlGzFv1KlLZ9/vnn3pLzif2J09WpFQ60pPgWW2xR6tckAPyXJOhdHGbJ7jAzv5PxV69e7SVLvfjii77jIKhO1xiPMobuuece6927t287crFUe5jnQMdECT6GfSe5nuGg8eDaBiDM8+9KJvFL2Anqc9dKHyVttHWI3huLFi1KyxaUNOQae3Her2H70O+4MG2Le42g8139ry2UtB3HvHnzfKvRkv7HHnts6Ga6EkpUUVCdhZgAoM80rWoQlGiTAHStAKA+e/zxxwO3AAjdGRyIAAIIIIAAAgggUGEESACoMF3NjSKAAAIIIIAAAqUFwnwRXWgJAK7ZXSQAZCcBwLXSQq4SAJYuXWpt27Y1BSn8ivYR11YQ1atXj/3YuwJxuUwAyDSZwdVmVwBIaK6AS5S2aUapZv5q1Qi/EuRIAsB/1YLexa5gqWu2frp+Wb9+vZdMo9m7fiVoZqrr80XP6A033BAqWWfx4sXebHC/feUzfQ5dLwjXc6Dz8y0BIMw2AEGfg65VMvzGkmu8NGrUyCZOnGh77723i937ves9FmfsJd5x2UwWC3VTIVeVCFtXJse53v+uz1jXbP10bXJtKaFzgpKJXM9hlGfQ9TdiNlYAaN26tbfyzc477xyqi1zPjipRv2m1ihYtWqTdbifUhTgIAQQQQAABBBBAoEIJkABQobqbm0UAAQQQQAABBFIFinEFANeXuyQAZCcBwPWFfK4SAMLMTtQo1/L0PXr0MM0M1n9HmUGf/JS4glCZBh5dwdGTTjrJNOt5p512ivzacrXZFQBKBMeCVgBwPUclG+161wQFB0kA+K9mUAKA673XsmVLe+yxxyInxcSZee8a465AW/IYco2BTJ9D18Pl2upE50cJPrqul/i96xkOGg9htgEI2nPdZe23/L8ryBu1j1yzooOeB9fYi/N+DduHfse52ha3ftf5rve/q33aZuSOO+6wLbfc0nWpjb8PkwQWlNDh+nsjyjPoele63kuu5yPM1jjp4FyrbiTOadOmjWl1gebNm1uVKlVC9wEHIoAAAggggAACCFQ8ARIAKl6fc8cIIIAAAggggMBGAdcXoUFBhrJk/OOPP0zLiC9btsw0O+3NN9807Qut//WbEerXPlfg0vXlriuIEff8uK6uL+9d7Q97fdcX8vpyWm3ZddddS1UZxyjMfsIlLxjnC3NXIC5TT1c/uYIQQf3karMrAKS6Xf3reo5Kts/1rtl///1t8uTJVrdu3cjjJcoqJa7ZzWFs1EDXGI7SpsQNx6nTNZ4yCdqpXTNmzDAFS/1K0Ph3tSnKGHfZZPocut53rnvQ+VGCj67rJX4fZvsFV0LICSec4Pv5GDSL29Xnfkvvu1ahCHvvYY/TLOuHH37Ytt9++1KnuPotytgL256wx7naFraeTI9zveNc7/4hQ4aY/kVNqtNKIoMGDfJtdtB4drUpyjPo+ixyjY1cvYs++ugjb7ufJUuWhOrabCU5hroYByGAAAIIIIAAAggUpAAJAAXZbTQaAQQQQAABBBDIjoDri1BdxW+2X3Za4F+LAr0KKOgLfs2M0n9no7gCl3G/3I17ftx7dAUXshEocwVRdQ9xlnR3tfHjjz+2M8880zR+o5Q6depYv379rFu3bqH25VXdrmC6q61+7XP1kysIEXTfrja7AkCq2xVwcT1HJdvnei50vF8Qx3VulGC7a+yGsVFbs9mmhFWcOl3BtYEDB9rw4cOtcuXKUR4Z7xk7/PDDfc8JSvTJ5hh32WT6HLowXPeg86dPn27t2rVzVRXp9677VWVB74gw2wCka7drKfKgrSTCtDkSguPgsko+yWabVZdrTMUdy65nNugd5+p/td8vAcTl5LpvrdYzZswY22abbUpV5fo8KoYEAP3NO2rUKBswYICLstTvlThw6aWXWoMGDSInZkS+GCcggAACCCCAAAIIFIwACQAF01U0FAEEEEAAAQQQyL7A22+/7QX4V65c6Vt5pktHx2nt999/byNGjLCxY8dGnuHvuq4rcOkKYri+nI97vqv9rt+7vmR3td9Vv37vCjDrmKCgbDaMXnrpJevVq5cXiI1alAhw/fXXW/v27Z176bruNVNPVz+RAPB/veoaLyQAuBM2Mh1PcYKJ2RzjrjGQ6XPoenc899xzdtxxxwUe9tBDD9nZZ5/tqirS7xcvXuxdN2iFm6A908NsA5BuyXXXygNBCYFh2hwJwXEwCQDpgeI8s64EKV3R9TeUX7e53gdB/VkREgDktm7dOrvyyiu9LRYyKeecc47dcMMNtvPOO2dyOucggAACCCCAAAIIFJkACQBF1qHcDgIIIIAAAgggEEXgww8/tM6dO3vL6vuVffbZx6ZOnerNLCqLopn+F1xwgc2ePTsnl3N9eR030BT3/Lg3HedL9rDXDpM4ErRMcLaM/vWvf5n2so66EoDuU7MMr7rqKrvwwgtt88039711EgDS07ieo5Jnufpcx7MCwPvWqVMne+utt9Kix1kimwSAsG+31OPCBLUztQ1q0aRJk7zP5qDiWnlA78WgbQDSrd7gSngImv3tCjxn1gP+ZxXrFgBxk1lc/RC0AgAJAMEra2g0uj7L4vaf+uCWW27xkmCjbnGl9jVr1szuueceq1+/frYfOepDAAEEEEAAAQQQKDABEgAKrMNoLgIIIIAAAgggkE2BH374wbTsqivY7go0ZKtNX3/9tTdzXNfLVXEFLuN+uRv3/Lj3XRYJANqSQXuKB5WJEyd6wcx0JZtGmjE3btw4b0a/Vo6IWvQlu/Yl3nTTTdOeSgJAelHXc1TyLFef63gSAAovAaBRo0amZ33vvfcuNVBc76IogXPX+IkbdPN7b7iuq/P0LtSM3S233DLq6yft8WFm74dJzHNtA6AkqGnTplmLFi28dvz55582dOhQb/uPdCVo+X8d7wo8ZwUnqZKrr77a24s+3bs7m2Mv2+12tS3uWHb1Q74mAAQldFSUFQASY03vgGXLlnnje9asWZGHYJMmTbzts/SeoCCAAAIIIIAAAghUXAESACpu33PnCCCAAAIIIICAhdnvVUzplgrONl+c/U+jtMUVuHQFfFxfzsc9P8q9pDs218GFH3/80fr162cTJkzwbaorOJULIwXqH3zwQRs9erRpFYmwpVatWt4KFwcffHDaU0gASC/peo5KnuXq86Ax4zqXLQDcWwAMHDjQhg8fbpUrVw77aHjHuYKJZbUMu2sMuN7LkW466eAwSXJNmza1xx57zPQuyUb5z3/+4yUV6L3kV1q1auUF+HbccUffY8IkEiiwqiXHK1WqZK6EgaA92tWIMCvDZMNHdZx22mneDGk/c9fnYJTkk2y1OVGPq21xx7LrmY2bABC0CkSQleu+46xw4pc8lq49Lh/X2CjLd9Fff/1lixYtMpkrWSdKueiii7ztAIJWOIpSH8cigAACCCCAAAIIFJ4ACQCF12e0GAEEEEAAAQQQyKqAlgrt3bt3YJ3plgrOaiPM7Msvv/T2UZ43b15g1aeeeqqdeeaZdtBBB1mNGjVKBbRcX+66Apdxv9yNe35cV9eX7HGDC3PnzjXtAx20NG3QPtG6v1waafncl19+2UsG0My5MEvoBs0kJQEg/Yh0PUclz3I9l0FBKdd4iTID27XEdVA7ku/J1aYoSQmJeuPU6XqPZ9IetWvGjBl20kkn+b6Wgp5117vIFWiL4h33veZ3g2GT5PRePPbYY+O+vr3zX3vtNTv55JO9z0S/EjYpz1VXciKB69i7777bW6HHr7jGb676KF17sjn2stKpSZW42hbXKc67VqtA6PNw2LBhvrcd5blNruS2227zVtvxK0FJSq4VABYsWGBHHnlkqK5y+bjurzzGuZJ5lNg4efJk02fv8uXLnfdar149mzJlClsBOKU4AAEEEEAAAQQQKF4BEgCKt2+5MwQQQAABBBBAIJTA0qVLrW3btoHBBlUUNeAX6uJJB7n2HtZMvzFjxnh7Gm+yySa+1bu+3HXdR9wvd+OeH9Wt5PG5DC6E3aLBNUOwLIz0hflHH31kCjo89NBDgYkAQQkuJACkH5Gu56jkWVoxomvXrr7Du2XLlt4s6urVq5c6JpvjpVgTAFx7xmcaVHQlFgQF7VzvIlegLXkgZHMMRH3HugxUX//+/b0Z6XFn2/7xxx/est833nhjYDPDbsujFQx69OjhO3tYy/o/9dRT1rhxY+9d6Regda3qosauXr3aunTpYi+++GLatgc941H7xHV8Nsee61pRf+9qW6bPaqIdrr+BXElOCv5fccUVvreVSTJRmMSCoL8bXAkAUT6PXD6u91J5vovUKfoMU3LjyJEj7fXXXw8cfq6knahjl+MRQAABBBBAAAEECkuABIDC6i9aiwACCCCAAAIIZF3AFSBIXPDoo4/2lhzebbfdst4GVegKstxyyy2mYJOWKg4qri93XV8Ux/1yN+75cXFzFVxYt26dXXLJJTZ27NjAJoaZdVaWRlpCV4HlPn36+CYBBAW3SABI390aB1o5xPU86uzffvvNGzujRo3yHTtBs/hd4yXKCiUff/yxt4KI3hPpiis4ljjH1aZMgmRx6ly8eLEdd9xxGY1xv04JM/s9KMDkehe5Am3J7XLZxA2aBr3Uwixt79pKJOx7XeNSQfSgbUwUSFdCjYL3rqJEKAX2tRy4X1Hg9ZxzzgncdsC1/L/qdm1dsP/++3szmOvWretqduzfZ3PsxW5MiQpcbYs7ll1/A7neca5koijv28Stu8aGjgtaRcOVABA20B1mqynXe6k830XJQ+mLL76wCy64wJQM5FfCrhSS7TFOfQgggAACCCCAAAL5IUACQH70A61AAAEEEEAAAQTKVeD+++/3vvx3Fc0KGzp0qG222WauQyP/3vUFb9g9Xl1ffpMAcLwpAFGtWrXQffT99997ywK7gv+qMGg5/cQFy/oLdM2q1T7XmqHrV/zGlysBwBVM8bueKwjkCkIEdV422ux6HhXw1MoKRx11lHMcvfPOO6atO9577z3fYzXjWcGKdMU1XhQInTlzpjVq1CiwLWGSWML2p6tNmQTxXHUGJRUoYHzGGWd4+0X7Fde7r+R5WkHj9NNPtyVLlqStcptttrFnnnnGmjVrlvb32RzjLptMvJ0D938P0Ljp27evt61IUNEWNqNHj7aqVauGrTrluLArrIRNhktU7lraX9s49OvXz/sbYOXKlWnbHibAGmaW9xNPPGHt27fPyCfKSdkce1GuG+ZYV9vijmXX30Cud5xrVSjXc5/OwDUGXW1yfR4FrUSS3B5tFaCVaIISbFyfveX5Lippu2zZMuvUqZPvc5tJIlqYMcwxCCCAAAIIIIAAAoUhQAJAYfQTrUQAAQQQQAABBHIq4Ar0JF9cgTotE5zJUsfa0/iOO+7w9jhWMOXvf//7xqpdX/CGTQB46aWXAoOSriBY3C93454ft6OzGVzQzO158+Z5SR+upWbVbteX+Il7Kw8j1xL0mSYAhA0+l+xXVz+5ghBB46QsEgB0/TBJAGGXNA+a/blmzRovuK2x6Ff0XtIqA5tuumnaQ8IE/7M5hps2beqtPCGjsMX1XAQFc1xbG6gNUQPUrsSw5P3j091jNse4yyZu0NTVR08++aR16NDBdZi3dLr+bbXVVs5jkw/QGNcsfa2yE1TCvmOT63Ct8qMVULTCz7hx49JeOszy/4kTXX3erVs3u/POOyP7RMI085LctNKHX4nzfo3alqjv/rhjOW4CwLfffmta8eHZZ5/1vdUoyaBKDNHfEPobz6+4AtWuz+8wz0WY4L/a5xob5f0uKvneCPpsdLnGHcucjwACCCCAAAIIIJDfAiQA5Hf/0DoEEEAAAQQQQKBMBMIsi5rcEAWS9IVu7dq1Q7VPgX8Fk7QUsWaTq5QMuLoSAMLseawvZrXfsd/y3rouCQD+KwBoyW8FizRTe/78+TZlyhSTaZiiWYGaJaoZw65l4eN8gf7GG294y/kPGDDAC8iFSUTR+NZ41b90JWhpalcwXfVFnZGrc3IZoHK1OUywxPU8Jhzr1Kljt99+uyloVbLfw2y/oHpcS0qvXbvWW+o4KDgalIwQZQWLMDZqs2sM65ios51ddbqCOa6AfZRnVO+A7t27+87+DzPusznGXTZxg6aud9w333xj5557rs2YMcN1qPcOVEJKmM9HvZs041rvs6DPrcRF9az179/f+Y5NbmSYbQCCbirM8v+J8139FGUMOqEDDsjm2IvTjnTnutoWdyzHTQAIE7APk/yVuPcwgXfXu/K5557ztjgJKvq7QKv8lEy+0fifM2eO94yF+XumPBIAlGypVYqUCBTlb+sVK1bYaaedZsuXL09LM2TIENM/199k2R7j1IcAAggggAACCCCQHwIkAORHP9AKBBBAAAEEEECg3AW++uorbwng2bNnh2rLDjvs4M0S09Le++23n2233XYbv2TUbFTVpyC/Zk4qmKwgXnIpGdB37TurZYrvuece03VLFn3Bq6WvFSR86623Attf0RMAQnVuBgf5ffmeripXkCgoAJI8E1DHXXrppd6KD5tssolvqxXMVFDOb2wEzWT++eef7cILL7T77rvPt34FQ66//no75ZRTvOCDxr+Cek8//bS3t/bee+9d6lxXEMgVhAjqorJMAFA7FNRTcPr888/3gp4KNqxevdpbDl3bRpR89ku23bVthCuBI1GfkhE0Hk4++WTbfvvtvX54/vnnQ69goXrCJgCEWZVAdSkgdcwxx3jbpmgfbL2n9F7UKiolt+FwPReuBIAwK7lorD7wwAPejG+/oJCWx9a7NOizoEmTJvb444/bHnvs4TsUsznGXTZxg6ZhXnn6zNJnnms8J54JvQ+6dOnijSn1dWLrHK2KoWdUWyvce++9NmvWrDCX994v+gysXr16qOOTD3ItwR5UYZjl/xPnK5CplThGjRoV+L4cOXKkl8AV9N5OrkDJaboHeb366qs2fvx4360ndF42x15kbMcJrrbFHctxEwDU/DDjRe8AfS7+4x//8L1jfQ7qXeK3jYhO1LhW8pLe2X7FFehOnKfk1MGDB1u9evW81WD0LhszZoz33IR5blWP67M3F++i5M8T/Y2rLQ30vg961vUeGT58uLftkl9x/b2b7bFNfQgggAACCCCAAAL5JUACQH71B61BAAEEEEAAAQTKVSDMTK1sNbDkF5OufWd13TZt2tjFF19shx56qFWuXNkUFNAXwwoKaD/yMF/wur4Qjfvlbtzz4/q6ggtx6093fpTgv86PY5RuZvoRRxzhzc5VUHPnnXf2Am2afa4gm4JrN910U+DMv6AAdJh9rYNM/cabq59cQYiga5Z1AkCcMaVAzcSJE61BgwaB1YSZARqnHYlzwyYAhFmVwK89fttGuJ4LVwJA2JVcEgkb2gt733339d6lel6UtKWZuAqYuWbKhpmJns0x7rKJGzQNM3aUUKLgtpawL+uiYKuC3npeMimubQD86oyy/H+iDq3SooS9oH3WE5/nem/r3pITJDQWlSyj8ag9zrUUvZJREqsH6VzX53g2x14m3kHnuNoWdyxnIwEgMSNdq9sEFQWr9TdZ586dbffdd/c+exWYVt/rPrXlU3K/laxL7yKt7HLSSScFXifO+zZq/7k+e3PxLkpXZyLJVkv8K8l266239m5F76GVK1d6Kw8pIdKv6F2hVZzq168flYDjEUAAAQQQQAABBIpEgASAIulIbgMBBBBAAAEEEMiGgAJImtXZu3fvUMH0ONcsuQKA9uju27evPfjgg3GqdZ7rChzE/XI37vnOG3Ac4AouxK2/5PmZ7Hkdxyjs0vRh71MzoqdOnWoHH3yw7yla9tsVoPA7WUuBX3755aV+7eonVxAi6P4KKQFA/XnZZZdtnB3td1/aRkSzO+fNmxe2a32PU8BRs03T7XEdNgFAlWtLE83kz6SU3AJFdbieC1cCgOr4+uuvvZmjer/mqqgftLpD1apVAy+RzTHusokbNA1rVRa+JdsSZbl1v/vIdBuAKMv/J66tALCCk3quc1Vcn+PZHHvZvgdX2+KO5WwkAOiew2wDEtdGfz9oyfvE6hhB9bm2OInSlvbt23vL5iuQXrK4Pntz8S5y1Rnl3hLHXnTRRXbDDTeE2iYpk/o5BwEEEEAAAQQQQCD/BUgAyP8+ooUIIIAAAggggECZCujLe82m1xKkYWbUZ9q4dAGwuXPnejMH4163YcOG3uxBBQ1LFlfgwPVFrOvL+bjnZ+qZOM8VXIhbf+J8LbeuZe/1RXrYZZwT58YxSt4CIBv3oiV09UV5UADi448/tjPPPDPUHt0l2+QXTHD1kysIEXTvuU4AuOuuu7xEnaBlncP0jZIqtDTzTjvtFOZw57LeYSrRuB03bpxptZNrrrmm1ClREgDCznRO165cJQDoWrkM3Gkfbs2A18xwV8nmGI/zznC1M+rvv/jiC29Z81wmWSS/Z7UEv7Y5ibuPd5hl3UtaRFn+P/lcJUr069fPm4Gci+L6HM/m2Mt2+11tc/2N4WpPthIAdJ1crgql5BIlioTd0uKbb77xVvpRQl6coi19dO0ePXqk3RbI9dmbi3dRmC1lotxz3BVDolyLYxFAAAEEEEAAAQTyV4AEgPztG1qGAAIIIIAAAgiUm4BmC86ZM8cGDBjgXAo6k0a2bNnSW7pUS2Enl2zMHNQXxN26dTMtS59uz3dX4CDul7txz8/EM/mcSZMmecvx5qqE3Z826PpxjObPn+/tGRw3SUTtC7t1gZ4H7XXcq1evyKy33nqrl0xTsriCQK4gRFBDcp0AoOD1Flts4dzbOaiNmQQotEqIlmAfO3Zs5H7QCQruK3nhsMMOM7+VJKIkAOh9NWTIENMqD1FLLhMA1Bbtk37++eenfQdGbWvi+NatW3vbA2hGepiSzTEe550Rpq1Rj9Gy5sOGDbObb7456qmhj9d7TvXvueeeoc8JOjDqNgBxlxBXUFPJVVriPdvF9TmezbGX7ba72pZPCQD67Js2bZq30olrS4coTvo7Tcl3+nsiSombkJBYsejzzz+3Tp065U0CQDZXwMrGiiFR+oRjEUAAAQQQQAABBPJXgASA/O0bWoYAAggggAACCJS7wGeffWYjRozwVgTIRsBVN9SmTRsv+HbggQemvT99EaqAWtSgmvaSVTBOQd1PP/3U98tdV+AgbqAp7vlxO33p0qXWtm3btKsfZFq3bFu0aOGZnnjiic6lv13XiWOk8aHAgfYWznRM6n4USFZwqkqVKq7mer/Xda+88krvulFKya0uEue6gkD5ngDQrFkzb/lkbduhlTuiFJ07atQoO+igg6Kc5h2baVBR752RI0da3bp1vXqykQCgejKZ6ey3r7rruQizBUAyqN7fV111VeA+0WE6QM+LZnNrSXf9d9iSzTHusokbNA17T8nHaa/6559/3hRUfP311zOpIu05WqVCq1N06NAhq8t3R90GQIl0Wu1hq622yvje9N5U0o3eZ5m+r0teXMlDSioIWoUim2Mv45v3OdGVpBd3LGdzBYDELbz55pt29dVX26xZs2JxKOCvsdCzZ8+MxnamCQklrxv0PnF99ubqXbR48WLr379/rHdJnM/WWB3LyQgggAACCCCAAAJ5KUACQF52C41CAAEEEEAAAQTyR0BfuH700UdeIODJJ5/MaBaYZiRpqfguXbqYlud3LRkfNbCi4J72kVXdWiZZQQfNnBw/fvzG9ipwpS9HFfgL2u9ds3oVXFAAQUsmJ4IWOr9x48beF9fapsBvyfi458fteV1fe9orgUJ73EYp+pJcM6C33HJLL0Fjv/3280xr164dOlAe5npxjTQ+FJBQMF6zE8MGltSHmlWr2YwNGjSIvKT2L7/8YloSW1sfaAawqwQtca9Atsboc889Z8uWLdtYlZ6Vww8/3AYPHuybJOO6rp7Zp59+2mvrokWLUtp66KGH2umnn+4tpRyU/PCvf/3Le1a04kLCV23TLPB//vOfG5dt1rOmJfXDmGh89e7d20u8iDrzM/meo/SD2qwVGLR6Q/L9Ktiid4aCZYn7U+BV7yiNjyhBT40FJUppZYIwY1FJEzq+pH8iWPrEE0+Y2pcosmratKlnpwScKEvB61nRrFmtRBE1eKfraqlsBaX22GOPSNdV27M5xl3vDCVH6DNm0003dT0eWf+92qYVHfQcyDjMGEjXCH2OKYGtefPmWX3fJl9LY1Wfi3rvKGkh3XtM7wiNN60AVLNmzax4aRuV22+/3ftsDfPuLHnR5CQ0Jbi5ns9sjr2sACRVovvXWFFyWLrnvHv37tauXbvAbWmC2pSoX58B+pxMjMfEeyTT+n/77TdvfOtz9+WXX47Eovew3sG6dsmVnyJV9L8HR0lI0Ge+EmqSk071rtU7UX/nKaCvkvgbUYmkegb8iutd5PobMeh+f/zxR69NSpqJ8vfb/vvv7634cvbZZzufjUy8OQcBBBBAAAEEEECgMAVIACjMfqPVCCCAAAIIIIBAuQisX7/eVq1a5QUVFfDQfyd/waxGKYimL3sVSNYXrgok7L777hl9ma0vWhUcffbZZ71AXXLAQl/QaiuBk08+OVRSQbmAcdGcC2hZa41HBTm1J7u2fUgEmBIJDUr40B7aGovbb7997DZpL2LN/NU2GbpeIoCvAILGvAL42itdM1XDrjAQu1HlXIG2HZDHzJkzPY9EUEXvAyWRKGin57VGjRpZa6mCJbqmAl3J/aBrapl/Bcs1m7Zq1apZu2Vd3EAAACAASURBVKZfRUq60LLSCpBpRYT33ntvo4Heh/Xr1/eCSq1atfI8/BKIctVQtU+rFSipSe9u9ZFWcEhe1lvtUltlp2QpjWVXoDVX7S3UepWc8u6779qSJUu8zyuNiZLOifdEtWrVPGsllunzMhvvpnx3098QCmzqna1/SgxIDoKn+xsiF0lo+e6Uz+1TUpFWF9HfZPqnd13y567arnedEgf1mat/ClBXrlw5q7elduhZUxJg8t+HiWRNfeYr+K9ERlfSaVYbloXK9LfvBx984CXg6TnR52lyoqCeCX3OyVarM+27775l/pmShdukCgQQQAABBBBAAIEcC5AAkGNgqkcAAQQQQAABBBBAAAEEEEAAAQQQQAABBBBAAAEEEEAAAQQQQKAsBEgAKAtlroEAAggggAACCCCAAAIIIIAAAggggAACCCCAAAIIIIAAAggggECOBUgAyDEw1SOAAAIIIIAAAggggAACCCCAAAIIIIAAAggggAACCCCAAAIIIFAWAiQAlIUy10AAAQQQQAABBBBAAAEEEEAAAQQQQAABBBBAAAEEEEAAAQQQQCDHAiQA5BiY6hFAAAEEEEAAAQQQQAABBBBAAAEEEEAAAQQQQAABBBBAAAEEECgLARIAykKZayCAAAIIIIAAAggggAACCCCAAAIIIIAAAggggAACCCCAAAIIIJBjARIAcgxM9QgggAACCCCAAAIIIIAAAggggAACCCCAAAIIIIAAAggggAACCJSFAAkAZaHMNRBAAAEEEEAAAQQQQAABBBBAAAEEEEAAAQQQQAABBBBAAAEEEMixAAkAOQamegQQQAABBBBAAAEEEEAAAQQQQAABBBBAAAEEEEAAAQQQQAABBMpCgASAslDmGggggAACCCCAAAIIIIAAAggggAACCCCAAAIIIIAAAggggAACCORYgASAHANTPQIIIIAAAggggAACCCCAAAIIIIAAAggggAACCCCAAAIIIIAAAmUhQAJAWShzDQQQQAABBBBAAAEEEEAAAQQQQAABBBBAAAEEEEAAAQQQQAABBHIsQAJAjoGpHgEEEEAAAQQQQAABBBBAAAEEEEAAAQQQQAABBBBAAAEEEEAAgbIQIAGgLJS5BgIIIIAAAggggAACCCCAAAIIIIAAAggggAACCCCAAAIIIIBAxgJ//fGn/XvJ/4t8/t7NDoh8TiGfQAJAIfcebUcAAQQQQAABBBBAAAEEEEAAAQQQQAABBBBAAAEEEEAAAQQqgIASAC6t3TrSnba5+lw76rwOkc4p9INJACj0HqT9CCCAAAIIIIAAAggggAACCCCAAAIIIIAAAggggAACCCCAQJELkAAQroNJAAjnxFEIIIAAAggggAACCCCAAAIIIIAAAggggAACCCCAAAIIIIAAAuUkQAJAOHgSAMI5cRQCCCCAAAIIIIAAAggggAACCCCAAAIIIIAAAggggAACCCCAQDkJkAAQDp4EgHBOHIUAAggggAACCCCAAAIIIIAAAggggAACCCCAAAIIIIAAAgggUE4CJACEgycBIJwTRyGAAAIIIIAAAggggAACCCCAAAIIIIAAAggggAACCCCAAAIIlJMACQDh4EkACOfEUQgggAACCCCAAAIIIIAAAggggAACCCCAAAIIIIAAAggggAAC5SSgBIAnLh/tXf27j1fbqlff9v57p33+brUO3i9tq2rsXdOOOq9DObW4fC5LAkD5uHNVBBBAAAEEEEAAAQQQQAABBBBAAAEEEEAAAQQQQAABBBBAAIEMBO7qMNj+veT/eWeeefcVdkCbIzOopThPIQGgOPuVu0IAAQQQQAABBBBAAAEEEEAAAQQQQAABBBBAAAEEEEAAAQSKUuDi3Vt596XZ/72njLCtd9yuKO8zk5siASATNc5BAAEEEEAAAQQQQAABBBBAAAEEEEAAAQQQQAABBBBAAAEEEChzgTenL7BHLxjmXfews1pb+2H9yrwN+XxBEgDyuXdoGwIIIIAAAggggAACCCCAAAIIIIAAAggggAACCCCAAAIIIIDARoF7Ol1mH77ypvf/u4y53A486Sh0kgRIAGA4IIAAAggggAACCCCAAAIIIIAAAggggAACCCCAAAIIIIAAAggUhEBi+f/qe+3uLf9ftcYOBdHusmokCQBlJc11EEAAAQQQQAABBBBAAAEEEEAAAQQQQAABBBBAAAEEEEAAAQQyFlg+e6FNOO967/wmXU6wjjddmHFdxXoiCQDF2rPcFwIIIIAAAggggAACCCCAAAIIIIAAAggggAACCCCAAAIIIFBEAvd2udI+WLDUu6MzRl9qDU85uojuLju3QgJAdhypBQEEEEAAAQQQQAABBBBAAAEEEEAAAQQQQAABBBBAAAEEEEAghwKJ5f933GNX6z15hG27y445vFphVk0CQGH2G61GAAEEEEAAAQQQQAABBBBAAAEEEEAAAQQQQAABBBBAAAEEKozAO3NetQd7DPXut/HprezUkQMqzL1HuVESAKJocSwCCCCAAAIIIIAAAggggAACCCCAAAIIIIAAAggggAACCCCAQJkLPND1Gntv/mvedTvfcbE16tCizNtQCBckAaAQeok2IoAAAggggAACCCCAAAIIIIAAAggggAACCCCAAAIIIIAAAhVYILH8f7W/72K9p9xk2+1WowJr+N86CQAMCwQQQAABBBBAAAEEEEAAAQQQQAABBBBAAAEEEEAAAQQQQACBvBXQzH+tAKBySKfj7LRbBuVtW8u7YSQAlHcPcH0EEEAAAQQQQAABBBBAAAEEEEAAAQQQQAABBBBAAAEEEEAAAV+BB3sMtXfmvOr9vtNtF9nBpx6Llo8ACQAMDQQQQAABBBBAAAEEEEAAAQQQQAABBBBAAAEEEEAAAQQQQACBvBVILP+//e47ecv/71Bz57xta3k3jASA8u4Bro8AAggggAACCCCAAAIIIIAAAggggAACCCCAAAIIIIAAAgggkFbggwVL7d4uV3q/a9SxpXW+fTBSAQIkADA8EEAAAQQQQAABBBBAAAEEEEAAAQQQQAABBBBAAAEEEEAAAQTyUuDh8663t2cv9Np22s0D7ZDOx+dlO/OlUSQA5EtP0A4EEEAAAQQQQAABBBBAAAEEEEAAAQQQQAABBBBAAAEEEEAAgRSBxPL/2+1a3XpPGWHVau2CUIAACQAMDwQQQAABBBBAAAEEEEAAAQQQQAABBBBAAAEEEEAAAQQQQACBvBP48JW37J5Ol3rtOqj9MXb6qEvyro351iASAPKtR2gPAggggAACCCCAAAIIIIAAAggggAACCCCAAAIIIIAAAggggIA9esFwe3P6i55ExxEDrMkZrVBxCJAAwBBBAAEEEEAAAQQQQAABBBBAAAEEEEAAAQQQQAABBBBAAAEEEMg7gcTy/1V32sF6Txlp1ffcLe/amG8NIgEg33qE9iCAAAIIIIAAAggggAACCCCAAAIIIIAAAggggAACCCCAAAIVXOCjJf/PxnYY7Ck0PLm5nXHnZRVcJNztkwAQzomjEEAAAQQQQAABBBBAAAEEEEAAAQQQQAABBBBAAAEEEEAAAQTKSODxC0fav56Y712tw/D+duiZJ5bRlQv7MiQAFHb/0XoEEEAAAQQQQAABBBBAAAEEEEAAAQQQQAABBBBAAAEEEECg6AQuqXmCbdiwwbbcvqpdMO0Wq7F3zaK7x1zcEAkAuVClTgQQQAABBBBAAAEEEEAAAQQQQAABBBBAAAEEEEAAAQQQQACBjAQ+Wfqe3XnSQO/cA9odZWeOvTyjeiriSSQAVMRe554RQAABBBBAAAEEEEAAAQQQQAABBBBAAAEEEEAAAQQQQACBPBWYfNGt9vqkuV7r2t/Y1w47u02etjT/mkUCQP71CS1CAAEEEEAAAQQQQAABBBBAAAEEEEAAAQQQQAABBBBAAAEEKqzAZXu0sT9//8M237qK9Ztxu+20b60KaxH1xkkAiCrG8QgggAACCCCAAAIIIIAAAggggAACCCCAAAIIIIAAAggggAACORH47K0PbFTr/l7dDVofYWfdc2VOrlOslZIAUKw9y30hgAACCCCAAAIIIIAAAggggAACCCCAAAIIIIAAAggggAACBSYw9dI7bMmjz3itPvm6Ptase7sCu4PybS4JAOXrz9URQAABBBBAAAEEEEAAAQQQQAABBBBAAAEEEEAAAQQQQAABBP5X4Iq9T7Lff/3NNqv8N+v/9Cjbpe4e2EQQIAEgAhaHIoAAAggggAACCCCAAAIIIIAAAggggAACCCCAAAIIIIAAAgjkRmD1O6vstuMv8Crf/4Rmdva9V+fmQkVcKwkARdy53BoCCCCAAAIIIIAAAggggAACCCCAAAIIIIAAAggggAACCCBQKALTrrzTFj00y2vuSUN72+E9Ti6UpudNO0kAyJuuoCEIIIAAAggggAACCCCAAAIIIIAAAggggAACCCCAAAIIIIBAxRW4qm57++2nn80qVbKBz46xXevvWXExMrxzEgAyhOO0zAX+/PNPmzNnjk2aNMneeOMN++KLL2z9+vVWvXp1q1Wrlh177LHWvn17q1+/fuiLrFu3ziZPnmwzZsyw5cuX29dff20bNmywnXbayerWrWtt27a1Tp062fbbbx+6znQH9u/f30aPHp3yqwMOOMDefPPNyPV+9tlnNmvWLHvmmWfso48+8tr83Xff2apVq6x27dqR6+MEBBBAAAEEEEAAAQQQQAABBBBAAAEEEEAAAQQQQAABBApV4Kv3P7FbWpznNb/+8YdZt/uHFOqtlGu7SQAoV/6Kd/GlS5dar1697F//+lfgzVeqVMm6du1qN998s1WrVi3w2OnTp1vfvn3t888/Dzxuxx139OpTvZkUBez//ve/lzo1agLAv//9b7viiiu8hAUlKZQsSgYgASCTHuIcBBBAAAEEEEAAAQQQQAABBBBAAAEEEEAAAQQQQACBQhWYPuRuW3j/U17z2w7pZUee275Qb6Vc200CQLnyV6yLP//883biiSfab7/9FvrGDzzwQHvhhRdsu+22S3vOlClTrHPnzvbXX3+FrvOuu+6y3r17hz4+caBWJZg2bVqp86IkAIwdO9YGDhzorXjgV0gAiNw1nIAAAggggAACCCCAAAIIIIAAAggggAACCCCAAAIIIFDgAkP+car9/D9rvbsY8Mydttv+exf4HZVP80kAKB/3CndVzXpXoPynn34qde9alr9q1aq2evVq+/3330v9vkOHDjZ16tRSP//000+tTp069uuvv5b6nZb+33TTTb06Sxb9XEv2/+Mf/wjdD1qmX8kL6UrYBIBLLrnERo4cGXjNKlWq2IoVK9KuNBC6sRyIAAIIIIAAAggggAACCCCAAAIIIIAAAggggAACCCCAQAEJrFn1uY04qqfX4v2ObWLdxw8toNbnV1NJAMiv/ija1vTo0cMeeOCBlPvbZZdd7P7777dWrVqZlvz/8ccf7YYbbrARI0aUcli1apXtueeeKT+/6qqrvOOTS40aNbxkgSOOOML78RtvvGEdO3a0Tz75JOU4rQCglQDCFCUY1K9f35TEkK6ESQDQtfr06VPq9N122837+XHHHWf77befbbnllmGaxDEIIIAAAggggAACCCCAAAIIIIAAAggggAACCCCAAAIIFI3ArOvutQX3POHdT5urz7WjzutQNPdW1jdCAkBZi1fQ61WvXt2+/fbblLtfuHChNWvWrJRIy5Ytbf78+Sk/V6LAOeeck/Kz5s2b24IFC1J+Nn78eOvWrVvKz2bPnm1t2rRJ+Zlm/y9fvjxUb1xzzTV23XXX+R7rSgDQdRo3blxqpYLBgwd7CQyVK1cO1Q4OQgABBBBAAAEEEEAAAQQQQAABBBBAAAEEEEAAAQQQQKAYBYYe2Nl++vZ/vFvrP3uU1Txg32K8zTK5JxIAyoS5Yl/kf/7nf0zL/CcXzXz//PPP08LcfPPNdvHFF6f87tprr7Wrr7465Wf16tXzlstPLh9++KHttddeKT/TDH4trZ9clJDwzTffODtm5cqVtv/++9tvv/3me6wrAaBdu3Y2c+bMlPOHDx9ul156qfP6HIAAAggggAACCCCAAAIIIIAAAggggAACCCCAAAIIIIBAMQt898mXNrxZd+8W6x7T2HpMuLaYbzfn90YCQM6JuUBUAQXHL7/88pTTbrvtNhswYEDKzw4++GBbunRpys8++OAD22effVJ+9vPPP9tWW22V8rPatWvbRx995Gza8ccfb3Pnzt14nFYDUDJCcglKAHjnnXe8BIINGzZsPOXoo4+2559/3nltDkAAAQQQQAABBBBAAAEEEEAAAQQQQAABBBBAAAEEEECg2AWeHvaAvTBmsnebra/sYc3PP7XYbzmn90cCQE55qTwTgSOPPNJefvnllFOXLVtmBx54YMrP+vbta2PGjEn52dixY+38889P+dm0adOsffv2KT/r1KmTTZw4MbB5kydPNh2XKA0bNrSnnnrKatWqlXJeUAKAZvmPGDEi5Xhtb7D55pvbuHHj7KWXXrKvvvrKttxyS9t7772tY8eOXvu33nrrTOg4BwEEEEAAAQQQQAABBBBAAAEEEEAAAQQQQAABBBBAAIGCEriuURf78evvvDb3m3m7/b1h3YJqf741lgSAfOuRCtyedevW2ZVXXml33HFHikLbtm1txowZpWTeffddU/D9jz/+2Pg7bTUwadIkO/bYY72fvf76617wP3m7gUqVKtnChQutadOmvtpr1641bTHwxRdfbDxGSQlaOaBmzZop5wUlABxyyCH2xhtvbDxeWxGcdtpp9tBDD/leWwkGSlpQwgEFAQQQQAABBBBAAAEEEEAAAQQQQAABBBBAAAEEEEAAgWIV+OGLb+zGJmd7t1en+cHW85Hri/VWy+y+SAAoM2ouVFJAS/q/+eab3o8VcH/vvffsl19+STlMy+drufwdd9wxLeADDzxgPXv2TFliXwfWqFHDNttsM1u9enWp82666Sa75JJLAjtk0KBBpm0HEuX000+3xx57zEskCJsA8NNPP9l2221nf/75Z+TOr1atmpc4oIQDCgIIIIAAAggggAACCCCAAAIIIIAAAggggAACCCCAAALFKPDsiIds/qjHvVs74bLudkzf/1uduxjvtyzuiQSAslDmGmkFNBM/qPTo0cNuvfVWq1q1auBxU6ZMsd69e9v3338feNzf/vY3u/POO61Xr16Bxy1fvtwOOuigjSsLaHn+999/33bfffdICQAffPCB1alTx/da2267rZcgoKSCdEkCJ554os2ePZvRgwACCCCAAAIIIIAAAggggAACCCCAAAIIIIAAAggggEBRCmj2v1YBUOn71K1W6+D9ivI+y/KmSAAoS22ulSLgSgDo06ePXXvttabZ8EFFM/O1CkDJ1QNKnqPr3Xfffda9e3fzu/aGDRvsiCOOsFdeeWXj6dddd51dddVV3v+PsgLAokWLrFmzZqWavscee9i4ceOsZcuW3u+++uor071q2f+SRasi1K3LPic8OggggAACCCCAAAIIIIAAAggggAACCCCAAAIIIIAAAsUl8OPX39l1jbp4N7XvkQfZuY/dWFw3WE53QwJAOcFzWbPmzZvbggULAil22mknmzt3rjVo0CDtcVrKf+TIkZE4zz//fBs7dmzac7SlgFYeSBQtwa8g/BZbbOH9KEoCwNNPP22tW7cudZ1PP/201DYCf/zxh9WvX9+0akBySU4+iHSTHIwAAggggAACCCCAAAIIIIAAAggggAACCCCAAAIIIIBAHgs8d+sjNvfWR7wWtrqkq7Xof3oet7ZwmkYCQOH0VVG3dO3ataal90ePHm0TJ05MuddddtnFVqxYUWorgEceecTOOuuslGNr1qxpt912mze7fpNNNrEXX3zRBg4caKtWrUo5bsSIEXbxxRen/ExbCGjJ/m+//Xbjz5944glr3779xv8fJQFg1qxZ1rZt21L9plUG0hWtTnDuueem/KpNmzY2c+bMou57bg4BBBBAAAEEEEAAAQQQQAABBBBAAAEEEEAAAQQQQKDiCQxv1t2+++RL78b7PHmL7dG4fsVDyMEdkwCQA1SqjCegJfoffPDBlEpuvPFGu/zyyzf+7K+//rJatWp5M/ITZfPNN7e3337b9t1335RzP/vsM292vZIMEmWbbbax1atX29Zbb73xZ7169bJ777134/8/5phjbP78+Sl1RUkAmDNnjrVq1Srl/EMOOcRee+21tEBvvfWWHXjggSm/0/9ftmxZPFDORgABBBBAAAEEEEAAAQQQQAABBBBAAAEEEEAAAQQQQCCPBH767j829IBOXov2PvxAO2/i8DxqXWE3hQSAwu6/omy9gvgHHHBAyr01bdrUXnnllY0/W7JkiR166KEpxwTNlu/atatNmDAh5fgZM2ZsnKGv+g477DBLnp2v7Qe22267lHOUALBu3bpS7lo5QKVdu3am1QVUXn/9dWvcuHHKsR06dLCpU6em7bc1a9ZYjRo1Un63zz77lNoWoCg7nZtCAAEEEEAAAQQQQAABBBBAAAEEEEAAAQQQQAABBBCoMALzR020Z0f8d0Lw8YPPspYDulSYe8/1jZIAkGth6o8s8NNPP5lm6CeX3Xff3TSTP1G0TcDpp6fuA9KvXz8bNWpU2usNHTrU/vnPf6b8TlsFDBgwwPvZtddea0OGDInc1pIndOnSxbQ1gcpXX31l2r4guSjJYNGiRWmvk24FgCZNmtjixYtjt4sKEEAAAQQQQAABBBBAAAEEEEAAAQQQQAABBBBAAAEEEMgXgRFH9bQ1q/670vf5U0fanofuny9NK/h2kABQ8F2Y/zfw0EMPWbdu3VIa2qdPHxszZkzaxn/yySdWu3btlN9phv2KFSs2/uzRRx+1M888M+WYTp06mRID0pW+ffuWut4dd9xh/fv39w5XW3RM3JKcAKC6NIP/ww8/3FjtFltsYd98802pBAcdcN9999m5556b0oSzzjqr1MoFcdvI+QgggAACCCCAAAIIIIAAAggggAACCCCAAAIIIIAAAgiUl8Av//nJrqnf0bv8Xoc1sN5T/ru6NiU7AiQAZMeRWgIEFixYYM2bN085QjPjFdCvWrVqqTM1U18z9pNLyeX9NYu+WbNmKceorlWrVtmOO+6Y8vOff/7ZlECg5fuTS/IWAJMnTzYlEMQtJRMALr300o1bAiTqvummm+ySSy5JudTvv/9u9evXt5UrV6b8/OGHHy6V6BC3jZyPAAIIIIAAAggggAACCCCAAAIIIIAAAggggAACCCCAQHkJvDh2is2+8X7v8scOOtOOG5Q66be82lUs1yUBoFh6Mo/v448//rDddtvNm/meXBo3bmxjx461Ro0aeT/W0v933XWXXX755fbnn3+mHDthwgTTbPhEWb9+ve2666723XffpRynJfMfeOAB22+//byfazWB3r1727PPPptynGbia4n+bbfdNpKckghq1qyZcs4BBxxgb775Ztp6Vq9ebXvssYepvYnyt7/9zUaPHm3nnHOO6b/VDrVx+vTpKXXsvPPO9u9//9uqVKkSqY0cjAACCCCAAAIIIIAAAggggAACCCCAAAIIIIAAAggggEC+Ctx8zHn29QefeM07b/JNtnfTA/K1qQXZroJPAJgyZYoXPP3+++8jdYD2mH/88cetdevWzvM2bNjgBZKfeuope+GFF0x7tev/qzRs2NAUAO7YsaMdccQRaWe0B11AQfGZM2favHnzbNmyZfb+++97h2vGuupu27attWzZ0mrUqOFsZ/IBCrovWbLEZs+ebQsXLvQC1GvXrvWWnj/wwAPtqKOOsnbt2nnX2GyzzSLVncnBd955p/Xr1y/tqZqxv9VWW9mXX36ZEihPHKz2vv7666XaOXLkyFIz6RPnKHiu+/riiy9M/VeyXHTRRXbzzTdHvpWoCQC6gK5z8cUXl7rWlltuadWqVTMlCZRMeNDB48ePL7V1QuQGcwICCCCAAAIIIIAAAggggAACCCCAAAIIIIAAAggggAACeSLw27pf7Ko6p3itqX3IftbniZut0iab5EnriqMZBZ0A8Msvv9jAgQPtnnvuyag3brzxRm+2eVBRYsGIESO8meoKoAcVBe2vv/56a9++vW3iGKhq+9133+0d70pe2GGHHezaa6+1nj172uabb+68VwX7r776aps1a5bzWC2tr0B63bp1ncfGPUDtv//+/y7nEbb8/e9/t+eff9722muvUqcosN+tWzfT6gBRyoknnuglc2j2fdSSSQKA2tm9e3d76KGHQl9OyRKjRo0KfTwHIoAAAggggAACCCCAAAIIIIAAAggggAACCCCAAAIIIJDvAi+Ne9JmXjvOa2bLC8+w4y8+O9+bXHDtIwEgIAHg66+/tvPOO6/U0uxBvawZ9kos0KoEfjPr161b581cV1JBlHLFFVeY/mm2vF9ZsGCBde3adeMKBWHq1woGWnr/sMMOC3N4rGPGjBnjJSf88MMPznpOPfVULwiu2fx+RTPnb7rpJs9crkFFAf8BAwbY0KFDM15WP5MEALVJSQDDhw/3Ej5+/vln32aqb5XsMWjQIKcPByCAAAIIIIAAAggggAACCCCAAAIIIIAAAggggAACCCBQSAK3HdfHVr/7b6/JvSYOs30Ob1hIzS+ItlbYBAAF6qdNm2YtWrRI21EKJmt1gXvvvTdyR6ruqVOn2nHHHVfqXC3Nr0CwguCZlHHjxnkrAVSqVKnU6e+9956dfvrp3hYFUcvRRx9tDz/8sO22225RT418/I8//miTJk2yp59+2tv2QNsgKJCvlQ60isLhhx9uZ511lvffYYu2D5C56vzggw9MyRt//fWXt3XCnnvuaa1atTIlFOyxxx5hq0x7XKYJAInKdP6DDz7otXPVqlVeIsT222/vrXBwwgkn2LnnnhuY8BCr8ZyMAAIIYc8b7wAAIABJREFUIIAAAggggAACCCCAAAIIIIAAAggggAACCCCAQDkJ/PHbert8r3be1WsesK9dMP1W27QMtiovp9stt8sWXQKAZuzfdtttGc/wTvTEo48+ameeeWZKxyiwf80111iPHj28oK2SBJREcNVVV5Waca9gs7Ym0HHJ5aWXXrLOnTt7+90nl8GDB3uz03fddVf7/fffvWXvL7vsslLB/GbNmtkjjzxitWvXTjnfbzsEze5XwsExxxzjLXmv/eZvv/12b1/6kkU/79+/f9rkgnIboVwYAQQQQAABBBBAAAEEEEAAAQQQQAABBBBAAAEEEEAAAQQKXmDhA9Nt+jV3effRol9na3Vpt4K/p3y8ARIA0vSKgvNnn322zZs3L+W3CqRfdNFFKUv7a2n3++67z3r16pVybLoVBpQw0LdvX28GeHLp06ePjRgxotTS/nPnzrWOHTva2rVrU47X9ZSEkFzmz59vp5xySsqxtWrV8vadP+qoo1KO1Qx87TE/YcKElJ+3bNnS+9kuu+ySj2OVNiGAAAIIIIAAAggggAACCCCAAAIIIIAAAggggAACCCCAQIEK3HFiP/v87ZVe68999Abb96hGBXon+d1sEgDS9M9zzz1Xavn+Jk2a2OOPP552CXnNqu/SpYu9+OKLKbVdd911duWVV26cUf/22297Af2VK/87sFUUbH/qqaescePGpVqiwP8FF1zgLc2fXEqucqDl87WlwLBhw1KO02x+JRZsvvnmpepOd49KWnjmmWdMqwxQEEAAAQQQQAABBBBAAAEEEEAAAQQQQAABBBBAAAEEEEAAgWwI/PXnn3ZprdZeVbvst6f1n3mHbbb537JRNXWUECABoASIZvTfcMMNXkA9uQRtLbB+/XpvuX5tPZBcFOzXbP1tt93W+3G6bQW0N70C/DvuuGPawak6Bw0alPK7pk2b2mOPPWaa4a/y7bff2llnnWXPPvtsynHaKkCJCenKJ598YmeccYYtWrQo5de33nqrDRw4sMI8KEqe0PYJSpLQFgkUBBBAAAEEEEAAAQQQQAABBBBAAAEEEEAAAQQQQAABBBDIrsCrE2bZk1fc6VV69AWn2YmXn5PdC1DbRgESAEoMhv/85z/Ws2dPmzp1aspvXIFxV6DeL0lAwXZtLVC5cuW0w3LGjBl20kknpfxOqwbMnDnTGjX677IYS5cutbZt25q2LkiUkseUrNzvPl3tKbZnRwkA2hJh6623JgGg2DqX+0EAAQQQQAABBBBAAAEEEEAAAQQQQAABBBBAAAEEEMgLgdHtBtin/1rhtaXHw9db3aMPzot2FWMjSAAo0at+M+ODZtOrikmTJlnnzp1Tattnn328RIIGDRqYX8D92muvLbXaQHIlixcv9rYj0HYAyWXu3Ll27LHHej9KlyRwwAEHeG2qU6dO2nH766+/2kUXXWRjx45N+b1WEhgzZoxpO4CKUEgAqAi9zD0igAACCCCAAAIIIIAAAggggAACCCCAAAIIIIAAAgiUp8DFu7fyLl9j75o24Jk77W9VSm9hXp7tK6ZrkwBQojdXrFhhp512mi1fvjzlNwsXLrRmzZr59v0rr7xihx9+eKnfJ85bs2aNt+T+vHnzUo5xJRa8//771qlTJ3vrrbd8z5swYYJ17do15ffHH3+8t+VAtWrVfNt83XXX2TXXXBP5vGJ6AEgAKKbe5F4QQAABBBBAAAEEEEAAAQQQQAABBBBAAAEEEEAAAQTyTWDJY8/a1Etu95rV/PyO1vrKnvnWxKJqT9ElAGjpe5Xk5fBr1apl9evXt6OOOspbKl+z4jfZZJO0HekK5Pv1vuu8MIH8dHWHOS/TQH6m5xXTE0ACQDH1JveCAAIIIIAAAggggAACCCCAAAIIIIAAAggggAACCCCQbwJjT7nIPnr9Ha9Z5zx0rdVr0TjfmlhU7Sm6BIAwvdOmTRsbOnSoNWzY0CpVqpRyiiuQ71f/0qVLveSC5MQDHZuY4R8mkJ+ubr8tCZK3Dsg0kH/bbbfZoEGDUi7r2jogjG8hHUMCQCH1Fm1FAAEEEEAAAQQQQAABBBBAAAEEEEAAAQQQQAABBBAoNIHE8v/Vau1iA+eOtc23qlJot1BQ7a2QCQDqIa0KcNddd1mrVq1SkgAyTQBwBfhdv/cbNd9995116dLF5syZk3JINhIAtEXAmWeemVIvCQAF9fzSWAQQQAABBBBAAAEEEEAAAQQQQAABBBBAAAEEEEAAAQTyVuCNyc/ZpEG3eO07slcHa3vNuXnb1mJpWEEnAGj2tmbyawZ8JkXB7scff9zq1au38XQSAA6wSZMmedskVITCCgAVoZe5RwQQQAABBBBAAAEEEEAAAQQQQAABBBBAAAEEEEAAgfIQuPvUS2zVq297l+4+/p+237GHlkczKtQ1CzoBQD21fv16W7t2rddpW265pVWp8n9LRvz000/27rvv2pgxY2zChAlpO/bqq6+2IUOG2Kabbur9PtMEgBUrVthpp51my5cvT7nO9OnTrV27dpbpCgBr1qyxM844w+bNm5dS76233moDBw70fpbpFgAy6dq1a0q9TZs2tccee8xbIaEiFBIAKkIvc48IIIAAAggggAACCCCAAAIIIIAAAggggAACCCCAAALlIZBY/n/bXXa0wc/fY1tss1V5NKNCXbPgEwDC9NYff/xh48ePt169epU6vHnz5qal8HfddVfvd5kmALjOyzQBIMx5mSYAZHpeGPNCOYYEgELpKdqJAAIIIIAAAggggAACCCCAAAIIIIAAAggggAACCCBQSAL/evJ5e7z/CK/JR/Q8xdr987xCan7BtrVCJACod3744Qfr0aOHTZs2LaWz9tlnH5s6dao1aNDA+/nixYvtuOOO27iqQOLghQsXWrNmzXw7Ol0CwC677GIzZ860Ro0a2YcffmidO3e2pUuXptTxyCOPWJcuXXzr9UsASKwsoBOHDRtmV1xxRUodxx9/vJfYUK1aNd+60yUAdOzY0e677z7bdtttC3ZQR2k4CQBRtDgWAQQQQACB/8/eXYBJWXUBHD90dwrSIA2iNCICokiHSEg3CEgI0iUNUgJKdyMipTQo3YIKiMTS3Z3fc+5+u847O7s72zOz//s8Puo7973xe4fdYe655yKAAAIIIIAAAggggAACCCCAAAIIIIAAAgg4JzClbg85+fshU7nRtL6Sp3xx526kVogEIk0AwOvXr2XAgAHmH/tiu7jvzI57R+IrV66UqlWrWl7Shf9FixZJ1qxZ5ebNm2ahf926dZY6AwcOFD2GwL+iAQOVK1eWy5cv+1ZJkCCBrF+/XooW9T4jQxf669evb2kif/78snjxYsmePbvDpvXohO7du8uYMWMsr7dt21a+/fZbiR07dojeWO5yMwEA7vKkGCcCCCCAAAIIIIAAAggggAACCCCAAAIIIIAAAggggIA7Cfik/4+fPLF02zpV4iRO4E7Dd9uxRpoAAH1Cjna863XbAIDr169LvXr1ZOPGjZaHOnr0aOnUqZO/D3ry5MnSunVry+sVK1aUuXPnSpIkSeTRo0fy5Zdfmt31tkXbHDZsmMSMGdNh2xs2bDAZCWyLbWCBXv/tt9+kVKlSljq22QccNXz//n354osvzPhsy5AhQ6RHjx5u+4YO6sAJAAiqGPURQAABBBBAAAEEEEAAAQQQQAABBBBAAAEEEEAAAQQQCFjg8MptMr/tUFPpvaZVperANpCFk0CkCQDQhV7daa/p8m2L/U55/xbqA9oZ799uel1I16CDaNGiiX8ZCGyDBBw9c92h37lzZ8tLDRo0kIkTJ4pmAtBy/Phx+eyzz+To0aOWepp9oHbt2g7fSl5eXibQYefOnZbXNbNAuXLlwuntF/HdEAAQ8c+AESCAAAIIIIAAAggggAACCCCAAAIIIIAAAggggAACCHiWwLQGveXElv1mUg2n9Ja8Fd7zrAm68GwiTQCAptBv2LChn539js68d7ToXrx4cVmwYIFkyJDBz+M8c+aM1K1bV/bs2WN57eeff5YqVar4XnN0TEBAO/Vv374tzZo1k59++snSrn02grt370rz5s1l2bJllnoBZRdYvny51KxZ01I/oDm68Hs4REMjACBEfNyMAAIIIIAAAggggAACCCCAAAIIIIAAAggggAACCCCAgB8Bn/T/cRLGl6+3z5B4SROiFE4CbhsAoLvu+/XrJ3HjxjU75OPFi+cv2dOnT0UXzXv27Omnjp53rwvlUaJE8X1t7969Uq1aNdGgAdsyZcoUs9BuW1d39o8fP146duxoqfvhhx/KnDlzRBf4fYp/gQI6rgEDBkj06NEtbWgAge7213T9PiVnzpyydOlSyZ07t+81HYMGLXTp0sVyv9bVLAD58uWzXNfAglatWpl2bItmSFBTzVgQWQoBAJHlSTNPBBBAAAEEEEAAAQQQQAABBBBAAAEEEEAAAQQQQACB8BA4una7zGk5yHRVvHFlqT7oi/Dolj7+L+C2AQC6iK2L42vWrDG78nWnvO7CT58+vcSMGdNM78GDB3L48GGZNGmSLFy40M9DL1GihMybN08yZsxoee3hw4fSrl07mTVrluW69jNo0CCpXr26CTjQMUyfPl0GDhxoWaTXm8aOHSsdOnSwBAvoYrMu9OuxALZFU/n37dvXzCFJkiSi/euu/969e4um6rctusg/ePBgiRUrluX6X3/9JbVq1ZJjx45Zrn/00UdmzAUKFJCoUaPKqVOnzCK/vYfOTTMIFCxYMFL94SAAIFI9biaLAAIIIIAAAggggAACCCCAAAIIIIAAAggggAACCCAQxgIzG/eTvzd6Z05v8EMvyVepZBj3SPO2Am4bAOBf2ntnH68ueM+ePVtKlSrl8JYdO3bI559/7mcB3pn2NUBg8uTJkiJFCj/VT548aQIX7I8LcKbdIkWKyNy5cyVbtmx+qutCtmY56NatmzNN+akzYsQIk0nBk3f/b5++ws+8X716LU+ePpFYMWM6nPt7zaoFy5ObEEAAAQQQQAABBBBAAAEEEEAAAQQQQAABBBBAAAEEEIiMAj7p/2PEiSU9d82W+MkTR0aGCJuz2wYA6IK37oTX3exBLdmzZzc79D/++GPLDn3bdjStvu6Sb926tZ/d/QH1pzvuJ0yY4HCR3ue+bdu2SaNGjYIUXJA/f375/vvvpVixYv52r5kDNABAMx4EpegRBPpPQMcoBKU9V607p8U3cvSXHU4PL32BHNJ+1Vin61MRAQQQQAABBBBAAAEEEEAAAQQQQAABBBBAAAEEEEAAgcgs8Nf63TKraX9DUKxBRakxtH1k5oiQubttAIBqPX36VFavXi3Dhw+Xffv2BQqoqfZ14V3T6Nun/Xd0swYBrF+/Xrp27SpHjx4NsH1tu3HjxtKnTx+HO//tbz548KBZrN+0aVOg4/7ss89k6NChkjlz5kDrPn782AQ3jBo1Sm7duhVgfc2CoEcS1KlTx8+RAoF25IYVCABww4fGkBFAAAEEEEAAAQQQQAABBBBAAAEEEEAAAQQQQAABBNxGYHbzgfLnrzvNeD+f1EPeruI4G7vbTMgNB+rWAQA+3i9evDAp9desWSPbt2+Xw4cP++7aL1q0qOTIkcPs9i9TpoykTJkyyI9JF9V///13kxHgjz/+kEOHDpk2kiZNKoUKFTLt6iK9LqhHiRLF6fZ9xr1kyRLZu3ev7N6929yrwQRvv/22OZ6gdu3akitXLokaNarT7WrFa9euyYoVK4yJjtnLy8vcr9kPChQoIFWrVpUKFSpIwoQJg9SuO1cmAMCdnx5jRwABBBBAAAEEEEAAAQQQQAABBBBAAAEEEEAAAQQQcHWBrzNUkFcvX0nUaNGk1765kjBlUlcfsseNzyMCADzuqTChMBEgACBMWGkUAQQQQAABBBBAAAEEEEAAAQQQQAABBBBAAAEEEEAAATm+eZ9Mb9jHSBT9vILUHN4BlQgQIAAgAtDpMmIECACIGHd6RQABBBBAAAEEEEAAAQQQQAABBBBAAAEEEEAAAQQQ8HyBua0Hy5HVv5uJ1vvuaylQvbTnT9oFZ0gAgAs+FIYUNgIEAISNK60igAACCCCAAAIIIIAAAggggAACCCCAAAIIIIAAAggg0CNLZXnx9LmB6L1/niRKnRyUCBAgACAC0OkyYgQIAIgYd3pFAAEEEEAAAQQQQAABBBBAAAEEEEAAAQQQQAABBBDwbIF/fjsoU+v1NJMsXOdjqTWqk2dP2IVnRwCACz8chha6AgQAhK4nrSGAAAIIIIAAAggggAACCCCAAAIIIIAAAggggAACCCCgAgvaDZNDK7YajDrjusq7NcsCE0ECBABEEDzdhr8AAQDhb06PCCCAAAIIIIAAAggggAACCCCAAAIIIIAAAggggAACni/Q661q8uzREzPRXnvmSOK0KT1/0i46QwIAXPTBMKzQFyAAIPRNaREBBBBAAAEEEEAAAQQQQAABBBBAAAEEEEAAAQQQQCByC5za+Yf88NnXBuGdmmWl7riukRskgmdPAEAEPwC6Dz8BAgDCz5qeEEAAAQQQQAABBBBAAAEEEEAAAQQQQAABBBBAAAEEIofAoi9HyoEfN5nJ1h7TRQrWKhc5Ju6isyQAwEUfDMMKfQECAELflBYRQAABBBBAAAEEEEAAAQQQQAABBBBAAAEEEEAAAQQit0DfXDXl8b2HBqHHrtmSNF2qyA0SwbMnACCCHwDdh5/A8yfPAuxs84TFsnHsfFMnU6Hc0mLhUIkRO2b4DZCeEEAAAQQQQAABBBBAAAEEEEAAAQQQQAABBBBAAAEEEHAjgTN7/5RJNb4yI85f+X2p/31PNxq9Zw6VAADPfK7MKhgCzx49kdHl2shNr8vm7hpD2kmxhpWC0RK3IIAAAggggAACCCCAAAIIIIAAAggggAACCCCAAAIIIOD5Aku6jJZ9i9ebiX72bScpVPtjz5+0i8+QAAAXf0AML3wFds5aJT/1nmg6TZ0jo7T9cZTESRQ/fAdBbwgggAACCCCAAAIIIIAAAggggAACCCCAAAIIIIAAAgi4gUD/fJ/Jw1v3zEi775gpyTK84Qaj9uwhEgDg2c+X2QVDYHylDnL+8D/mzvLdGknZDnWD0Qq3IIAAAggggAACCCCAAAIIIIAAAggggAACCCCAAAIIIOC5Al4Hj8mEKp3MBPOULy6NpvX13Mm60cwIAHCjh8VQw0fg8M9bZf4Xw0xniVInkzY/jiJaKXzo6QUBBBBAAAEEEEAAAQQQQAABBBBAAAEEEEAAAQQQQMBNBJZ9PU72zP/FjPbTER2lSL3ybjJyzx4mAQCe/XyZXTAFptXvLSe27jd3l2pVUyr1aRHMlrgNAQQQQAABBBBAAAEEEEAAAQQQQAABBBBAAAEEEEAAAc8TGPhOXbl/7baZ2Ne/T5fkmdJ63iTdcEYEALjhQ2PIYS9wYtsBmfZ5L9NRjNixpM2PIyVd/rfCvmN6CFWB3bt3y7x582Tx4sXyyy+/SMGCBZ1u//z587Jo0SJZuXKlnD17Vq5duyYJEyaUFClSmHYqVqwoVatWldixYzvdppeXl8ycOVPWrFlj2rx//76kTJlS8uXLJ7Vq1ZJ69epJjBgxnG7v9u3bMmvWLNPen3/+Kbdu3ZI4ceJIqlSp5K233jLjq1mzpiRNmtTpNqmIAAIIIIAAAggggAACCCCAAAIIIIAAAggggAACCAQmcOHISRlXob2plqNMIWk255vAbuH1cBIgACCcoOnG/QQWtBsuh1ZsMQMvVPsj+ezbzu43iUg44pMnT5pF//nz58upU6d8Bfbt2+dUAMCzZ89kyJAhMmzYMHn69GmAghkzZpQxY8ZItWrVAqz3+vVr0+agQYPkyZMn/tbNlSuXzJ07V955551An5wGNbRq1Uru3r0bYN1kyZLJ2LFjpX79+oG2SQUEEEAAAQQQQAABBBBAAAEEEEAAAQQQQAABBBBAwBmBn3pNkJ2zV5uqNYd1kKL1KzhzG3XCQYAAgHBApgv3FDj/xz8yvmIH38G3WDBE3no/8IVZ95yte49ad+frbn1d+NeFfkfFmQCA58+fm8X8tWvXOg0SJUoUmT59ujRp0sTfexo3biyzZ892qk3NMvDrr79KsWLF/K3fs2dPGTp0qFPt+VTSMTZt2jRI91AZAQQQQAABBBBAAAEEEEAAAQQQQAABBBBAAAEEEHAkMKhQfbl7+YZ5qevWqZIyazqgXESAAAAXeRAMwzUFVvSeJDtmrTSDy/1xMWk8vZ9rDjSSjmrTpk3y7bffyoYNG+TFixcBKjgTAPDFF1/IpEmT/LQTLVo0efPNN+XBgwdy8+ZNh6/v379f3n77bT+vaYaAzp39Zo/QVP2amv/SpUuiGQJsS9q0aeXo0aOSJEkSP+1poEPdunUdjiFNmjTmWIE7d+74eT1mzJii2RHSp08fSd8tTBsBBBBAAAEEEEAAAQQQQAABBBBAAAEEEEAAAQRCQ+DS36dlzEdtTVPZShaQlguDtmkxNMZAG/4LEADAuwOBAARuel2WMR+3lacPHptan0/qIW9XKYWZiwgEZWd9YAEAZ8+elSxZssirV68ss2vWrJnZbZ8iRQpzfdeuXSad/unTpy31GjZs6GeXvwYL6DEBGjhgW7766isZMGCAxI0b1xxT0KhRI9mxY4elTvv27WX8+PGWa7q4r+3dunXLcr1evXoyevRoSZUqlQkmWL58uclIoPVtS69evcwxBBQEEEAAAQQQQAABBBBAAAEEEEAAAQQQQAABBBBAILgCP/f9XrbP+NncXmNIOynWsFJwm+K+MBAgACAMUGnSswTWj5orG8bON5PKXDSvtFk20rMm6MazcRQAoGfea7HfqR9YAMCECRNEF91tS7ly5WT9+vV+hLZv3y4lS5a0XE+XLp2cO3fOcm348OHSvXt3y7Xy5cvLL7/8Yrl29+5dyZEjh1y5csX3evz48eXChQuSKFEi32szZswQDUiwLUWKFDFBCXoUgW3R4IEvv/zScq1EiRKiY6cggAACCCCAAAIIIIAAAggggAACCCCAAAIIIIAAAsEVGFqskdw6f9Xc/tXmyZLqrQzBbYr7wkCAAIAwQKVJzxJ48fSZjCjVXG5fuGYmRiST6zxfnwAATZlfrVo1qVGjhpQqVUoqVqwo69atsww0sACAjh07yrhx4yz3TJ06VZo3b+5wwrpA//DhQ9/X9JgA+2MIypQpI1u2bLHcr8cVfPjhh37a1N35Q4YMsVxftmyZ1KxZ0/eaZhmYO3eupY7+v2YksC8XL140xxbYFk3/7+Xl5ToPkJEggAACCCCAAAIIIIAAAggggAACCCCAAAIIIICAWwlc/cdLRpVpZcacuUheafMjG2dd7QESAOBqT4TxuKTA79NXyMp+P5ixpc6RUdqvHCsx48Z2ybFGpkGtXr1akidPLroL3nYHvO6yD2oAQFDcNM2+pu9/8uSJ7226U//OnTuWZlKmTCnXr1+3XHv8+LHEju33vfPrr7/KJ598YqmrO/jHjh3re02DG3777TdLncOHD0v+/Pn9DP/Zs2cSK1Ysy3UNlNCsAhQEEEAAAQQQQAABBBBAAAEEEEAAAQQQQAABBBBAIDgCqwZOkd+mLDe3VhvUVko0rhKcZrgnDAUIAAhDXJr2LIGx5b+Qi3+eMpMq/3VjKdu+jmdN0INmE9YBAJs2bfKzi79q1aqyYsUKi6JmBXj16pXvNT2e4MaNGw6ljx49Kvny5bO8VqVKFfn5Z+8zdIJa/vrrL8mTJ4/lttKlS8vmzZuD2hT1EUAAAQQQQAABBBBAAAEEEEAAAQQQQAABBBBAAAEjMLxkU7lx5pL57y4bfzAbZymuJUAAgGs9D0bjwgIHftwki770TmOSKHVyafvTt5I0XSoXHnHkHVpYBgDs2rVLateuLefPn/cF1oX+nTt3SuHChS3oceLEsWQJiB49uvl/rW9f/v33X8mWLZvl8nvvvSe///57sB5kly5dZPTo0ZZ7R44cKV999VWw2uMmBBBAAAEEEEAAAQQQQAABBBBAAAEEEEAAAQQQiNwC109fkBHvex+dnP6dHCZjNsX1BAgAcL1nwohcWGBKnR5ycvshM8JSrWpKpT4tXHi0kXdooRUAoOn1O3bsaCBfvHhh0ud7eXlZYPXogUmTJknr1q39gGfJkkVOnz5tua4783PlyuWn7okTJyRHjhyW6++++67s378/yA/y5MmTkjdvXnn69KnvvfHjx5czZ86YIxPsy+3bt2Xp0qUyb948SZw4saxcuTLIfdrfsHv3btPe4sWL5ZdffpGCBQs63ebDhw9lyZIlZhyaGeHq1auixy6kSpXKGFWuXNkEYSRJksTpNjVgY+rUqbJhwwbzTHTO8eLFE31GmhmhWbNmfvydbpyKCCCAAAIIIIAAAggggAACCCCAAAIIIIAAAghEAoG1Q6bLlklLzUyrDmgt7zWrFglm7X5TJADA/Z4ZI45AgWOb9sqMRn3NCGLEiSVtfxwlb+az7tqOwOHR9f8FQisAYPr06dK8uXckm6OSMWNG+f7770X7c1Tq1KljFsBtS9u2bWXixIl+qjvasV+oUCHZu3dvkJ6rLvqXKFFCDhw4YLlvyJAh0qNHD99rWm/16tVmkX7t2rXy7Nkz81rFihXN9eAUDTzQ9ubPny+nTnkfl6Fl3759TgcA6JEH7dq1M8EWARUNZBg1apQ0atQo0KHq3AcOHGgJiLC/SbMyaHYErRs1atRA26QCAggggAACCCCAAAIIIIAAAggggAACCCCAAAKRTWBk6RZy7aR3huRO6ydJmlyZIxuBW8yXAAC3eEwM0pUE5rUeIn+s/s0MqVDtj+Szbzu70vAYi4hZkF+3bp3FIiiL0D43Dhs2zLJobo/79ttvS79+/aRaNccRbrqr/rPPPrPcpscAzJ07VzQ4wKc4qqev6c70zZs3B+mZNmhAhHvFAAAgAElEQVTQwCzC2xYNJNAjCrRvzQKg89LAhLt37/ppO6gBANeuXZNFixaZPtXYUXHWXh3U5dWrV07PWQMwHGVf8GlAMziMGzfO6fYaNmwos2fPdro+FRFAAAEEEEAAAQQQQAABBBBAAAEEEEAAAQQQiAwCN89dlmHFm5ipps2TVTr+OiEyTNst50gAgFs+NgYdkQJeB47JhKqdfIfQYsEQeev9dyJySPRtJxBaAQBbt241i/CBlTZt2phd/XocgG3RYwPy5Mkjmt7fvuTOnVsyZ84sZ8+eNWnuHRUNLPjpp58C6973dd3hr4v7tiVlypTmGIF06dKZIIBatWrJpUuX/G3T2QCATZs2ybfffmtS6us8AyrOBACcO3dOsmfPLk+ePPHTlKb+1x36jsat1/WoBnW2L2vWrJFKlSr5uR47dmxznMDFixcdjl0DADQQgIIAAggggAACCCCAAAIIIIAAAggggAACCCCAAALeAr+OmCWbxi8y/12lXysp2aI6NC4qQACAiz4YhuXaAj/2+E52z11jBpmnfHFpNM37WACKawiEVgCA7Wx0kfvy5cvmPHvd9X/lyhXLZEeOHGlSyNuX3bt3myACRwvbgWl16tRJRo8eHVg18/rQoUOlZ8+elroJEyaULVu2yDvvvGMCDerWrSs6noCKswEAjRs3dnqnvDMBAL1795bBgwdbhqbBC8uWLZOSJUua6xrI8Omnn4qXl5elnmYA0EwA9kXnfejQIctlPV5AgyTixYsnjx8/ll69esmYMWMsdfRoBz3OQDMmUBBAAAEEEEAAAQQQQAABBBBAAAEEEEAAAQQQQEBk9Iet5fLxs4ai4y8TJG3erLC4qAABAC76YBiWawvcOn9FRpVuKc+feJ+bXn9SD8lfpZRrDzoSjS4sAgBs+XRHf/78+S1nyuti+9WrV0V3l9sX3S2vi+/Xr193+BQSJUpkUt9PnjzZ8rqzO9EnTZokX3zxheXeOHHimGMQdPFcU+rXrl1bli9f7pteX7MVZM2a1Sx025aQBAAkS5bMNHXz5k1Lm84EAHzwwQeybds2y30zZ84UDTSwLY529evuf/ssChosoEcf2JbChQubAAj7TA0fffSRyWRgWzZu3Chly5aNRH9qmCoCCCCAAAIIIIAAAggggAACCCCAAAIIIIAAAo4F7ly6LoMLNzAvps6eQbpssq5n4OZaAgQAuNbzYDRuJPDL8Fmy+TvvVCeZi+aVNstGutHoPXuoYR0AoHo1atTwk55//fr1Uq5cOYe4t2/flgkTJsjKlSvl1KlTZve57jSvWrWqdO7c2aTTHzFihOVe3bWfIUOGAB/W3LlzpVGjRvL69WvferpzXfv55JNPzLUbN25I6tSpzcL3+++/b8ZevXp10bT7xYoVs7Qf1ACAtGnTih5VoG2WKlVK9H4NPLAtzgQA5MyZU44fP265799//5UsWbJYrmkmBQ1usC0pUqSQa9euWa5pRoZu3bpZrmmghB7XYF8WLVpkAjRsS5cuXWTUqFGe/QeF2SGAAAIIIIAAAggggAACCCCAAAIIIIAAAggg4ITA+m/nyoYx803NSn1aSKlWNZ24iyoRJUAAQETJ06/bC7x6+VKGFGkod69473auMbS9FGtQ0e3n5QkTCI8AAE33r4v2tmXatGnSrFmzIBM+ffrUBAPYHiugu9X37NkTYFs//fST1KpVS16+fOlbTxf5NXNAgwbekXhaNPhgxYoVUqVKFfHZpa/XdTd8cAMAVq9eLcmTJ5ciRYpYdtQH175gwYJy4MABy3z/+ecfyZYtm+Xao0ePTPp+26J2Z86csVzTjAqLFy+2XFNPdbUvem/mzJktlzUrgH0gQ5AfLDcggAACCCCAAAIIIIAAAggggAACCCCAAAIIIOABAmPLt5OLf/5rZtJhzXhJl/8tD5iV506BAADPfbbMLBwEtk3+UVZ/M9X09EaOjPLl2gkSLSbnhocDfYBdBGcROlOmTKI77m2L7irX3eWOSpMmTWTWrFmWlxYuXGhS+Qe16G7z0aNHW24LLP2/pqyvVKmSPHvmfQyFT9EsAl27dnVqCCEJAPCvg+DYa1vt2rWTiRMnWpp1tGNfgx4024Bt0eMNdBe/bXnvvfdkx44dlmsXLlwQzVhgX54/fy4xY8a0XHZ0PIJTqFRCAAEEEEAAAQQQQAABBBBAAAEEEEAAAQQQQMCDBO5dvSXfvFvPzCh5prTy9e/TPWh2njkVAgA887kyq3AUGP1ha7l83HvhuPzXjaVs+6AvAIfjcCNFV8FZhC5durRs3brV4uPfYvqtW7fMznT9t23Rc+ffffddp4118b5Hjx5+Fv81Hb6eaR8tWjSHbenCtu5Q193wtqVTp05+2gpoMK4UAPD3339L/vz55cWLF75DTpIkidnF73Osgh4loIv/upDvUzTjwfbt26V48eKWqebNm1f+/PNPy7WbN29K0qRJHZJoAIAGAviUlClTytWrV51+llREAAEEEEAAAQQQQAABBBBAAAEEEEAAAQQQQMATBTaOWyDrRs4xU6vYq5l80KaWJ07To+ZEAIBHPU4mExEC+xavlyVdvHdvJ3ojubRfNU4SpU4WEUOhz/8LBCcAYNy4cdKxY0eLYfTo0WXo0KHSunVriR8/vnnt4MGD0qpVK9HFftuiKeRPnToV4DPQVP937tyRY8eOmWCDqVOnyqVLlyz3xIoVS3bt2iUFChRw2NahQ4dEgxXu3r1reV3PsJ8/f74lHX9gbwhNua+p921LxYoVRdP7B7cEx96nrxkzZkjz5s3l9evXlu51MV6fhb2VVho+fLh069bNz3AdZXTQoxASJ07scGqxY8cWfT4+RZ/3/fv3g8vAfQgggAACCCCAAAIIIIAAAggggAACCCCAAAIIeITA+EpfyvnDJ8xc2q8aK+kL5PCIeXnyJAgA8OSny9zCTeD7T7vJ6d1HTH+lWtWUSn1ahFvfdORXIDiL0LrYqzvQ7c+S19Z1d3iaNGnMgrDuIndUli5dKp9++qm/j2PFihVSvXr1AB+XLnLPnTvX32MEzp07Zxbsr1+/7qcdDUCIESNGoG8H3SmvC+1aDh8+7CfQICIDAHRM6qgBF/bZFewnpnOdMGGCtGzZ0uGcM2bMKF5eXpbXghIAEC9ePHnw4EGgnlRAAAEEEEAAAQQQQAABBBBAAAEEEEAAAQQQQMBTBR7evCv989c200vyZirpuXu2p07Vo+ZFAIBHPU4mE1ECf63bJbOaDTDdx4gTS9qtGCNpcmeOqOFE+n6DEwCgaLq7/uOPP3a4wB4Qas+ePWXw4MEBugcWAJAsWTKZM2eOVKhQwd92fv31V/nkk09C9HzLli0rGzduNG24YgDAggULTBaAx48fBzhPTf0/bdo0adKkicOsBwQAhOhtws0IIIAAAggggAACCCCAAAIIIIAAAggggAACCMiWiYtl7dCZRqJ8t0ZStkNdVNxAgAAAN3hIDNE9BGa3+Eb+/GWHGWyhOh/LZ6M6ucfAPXCUwQ0AUIrTp09L27ZtZd26dYHKpEqVSsaMGSOafj+w4l8AQJw4caR+/foyZMgQSZ48eYDNeHoAgKbyHzlyZGCUltfbtGkjkyZN8nMPAQBBYqQyAggggAACCCCAAAIIIIAAAggggAACCCCAAAJ+BCZU6yxe+/8219v9PEYyvJsTJTcQIADADR4SQ3QPgbP7/5aJ1Tr7DrblwqGSraTjc9zdY0buO8qQBAD4zHrfvn0yf/582blzp5w6dUru3bsnmhY+derUJg2/psqvUaOGxIoVyykoDQCoXbu2OYNez7R/5513pESJElKrVi1JkiSJU214cgDAvHnzpEGDBhaHdOnSmQCLDz/8UKJGjSpbt26VTp06medhW0aMGCFdu3a1XNMjEeyPcwjKEQAJEiQwz5yCAAIIIIAAAggggAACCCCAAAIIIIAAAggggEBkFHh894H0ze199HHCVEmlz4EFkZHBLedMAIBbPjYG7aoCS7uOlb0LfzXDy1O+uDSa1tdVh8q4EJCDBw/Ku+++a5HQwIbVq1cHWyc4wRevXr2SDBkyyIULF3z71cCKI0eOyFtvvWUZy/nz5yV37txy//593+u6WH/p0iWJHz++7zWt8/ff3lGJPuXmzZuSNGlSh3OLESOGvHjxwve1NGnSyMWLF4PtwI0IIIAAAggggAACCCCAAAIIIIAAAggggAACCLizwLbJy2T1N9PMFMp1+lw+6mLdxOfOc/P0sRMA4OlPmPmFq8CdS9dlWPHG8vLFS9Nv/e97SP7KpcJ1DHSGgLMCe/bskaJFi1qqR0QAgKNxVKpUSVatWuVwKo0aNZI5c+ZYXlu5cqVUrlzZ91qxYsVk9+7dljoaPPDmm2/6afPZs2d+MjnkzJnTTwCBs67UQwABBBBAAAEEEEAAAQQQQAABBBBAAAEEEEDA3QW+r9lVTu85aqbRdvm3kqlwbnefUqQZPwEAkeZRM9HwElgzeLps/X6p6S5z0bzSZlnQzjQPr3HSDwK6QK4L5bYlIgIAFi1aJHXr1rWMo3379jJ+/HiHD2nAgAHSv39/y2t6VEDHjh19r9WvX98c4WBbdL5FihTx06YeKZA1a1bL9Y8//lj0yAUKAggggAACCCCAAAIIIIAAAggggAACCCCAAAKRTeDZw8fSK3t1M+24SRLKgKNLIhuBW8+XAAC3fnwM3lUFBrxdRx7cuGOGV2NoeynWoKKrDpVxhbKAppF/8OCBSUcfPXr0UG49dJtzlQAAXajXBXvbUrt2bdHAAEelXbt2MnHiRMtL48aNkw4dOvheGzFihHz99deWOvZBAj4vLly4UOrVq2ep26dPHxk4cGDogtMaAggggAACCCCAAAIIIIAAAggggAACCCCAAAJuIPD7tBWysv8PZqSlv/hMKvRo6gajZog+AgQA8F5AIAwEtkxcImuHzjAtv5Ezk3ReP0kkSpQw6IkmXU1AAwD0fHo9l54AAO+ns2/fPilYsKC/j2rnzp1SokQJy+sJEyYU3ZmfPHlyy/VHjx5J9uzZ5cKFC5br9kcA/Pnnn5I3b15LnRw5csiRI0ckRowYlusfffSRbNiwwXJty5Yt8sEHH7ja24vxIIAAAggggAACCCCAAAIIIIAAAggggAACCCAQ5gKTa3eXf3ccNv1opmvNeE1xHwECANznWTFSNxMYWbqFXDt53oz6k68bS5n2ddxsBgw3OAIEAJSXdevWWegCCwB49uyZpEmTRm7evGm5T9P1z5gxQ3LlymWue3l5SevWrf2k5o8dO7ZcuXJFEiVKZLm/cOHCJvjAtjRs2FAmTJhgAjSePn0qepzA0KFDLXWyZcsmJ06ckCgE7QTnjwD3IIAAAggggAACCCCAAAIIIIAAAggggAACCLixwIunz6VHlspmBrHix5FBx39y49lEzqETABA5nzuzDgeBPfN/kWVfjzM9JXojuXT8dYLET5Y4HHqmi4gUIAAg6AEA+rxGjhwp3bp1c/joUqdObbIpXLx4UV6/fu2nTpcuXWTUqFF+rm/cuFF0d7/9PdpW2rRp5fr166IZBeyLHj2gRxBQEEAAAQQQQAABBBBAAAEEEEAAAQQQQAABBBCIbAI7Zq2SFb29j+F9v2UNqdy3ZWQjcPv5EgDg9o+QCbiywMTqXeTsvr/MEEu1/lQq9W7uysNlbKEgQABA8AIAdJG+cePGMmfOnCA9hQoVKsiKFSv8pPX3aaR3794yePBgp9ts2rSpTJ8+3en6VEQAAQQQQAABBBBAAAEEEEAAAQQQQAABBBBAwJMEpn7eS/7ZdsBMqfWS4ZKleH5Pml6kmAsBAJHiMTPJiBI4una7zGk5yHQfM04s6bBmvKR6K0NEDYd+w0GAAIDgBQDoo3n58qUMHz5chgwZIg8fPgzwacWIEUM6duxoUvjHiRMnwLojRoyQvn37mpT//hXNCqCZBPQ4AFL/h8MfFLpAAAEEEEAAAQQQQAABBBBAAAEEEEAAAQQQcDmBVy9fydcZKphxRY8ZQ4b8+7NEiRrV5cbJgAIWIACAdwgCYSwws0l/+XvDbtNL4TofS61RncK4R5qPSAECAIIfAODz3C5fvizLli2TtWvXyj///CNXr16VV69eScqUKSVz5sxSvnx5qVWrlmTKlMnpR3327FmZNm2abNq0SU6cOCH379+XRIkSScaMGaVs2bLSvHlzyZYtm9PtUREBBBBAAAEEEEAAAQQQQAABBBBAAAEEEEAAAU8T2D1vrfzYfbyZVonGVaTaoLaeNsVIMR8CACLFY2aSESlw/vAJGV/pS98htFk6QjIXyxeRQ6LvMBRwpwCAMGSgaQQQQAABBBBAAAEEEEAAAQQQQAABBBBAAAEEEHAzgRkN+8qxzXvNqFsuGirZ3ivgZjNguCpAAADvAwTCQWBxp29l/9INpqc85YtLo2l9w6FXuogIAQIAIkKdPhFAAAEEEEAAAQQQQAABBBBAAAEEEEAAAQQQQCCkAl3fLO/dRJQoMuzMaokWPVpIm+T+CBAgACAC0Oky8gncu3ZLvnmnnu/EG0zuJfkqlox8EJFgxgQARIKHzBQRQAABBBBAAAEEEEAAAQQQQAABBBBAAAEEEPAwgb2L1snSr8aYWRX5/BP5dPh/2a09bKoePx0CADz+ETNBVxFYNWCK/DZ1uRmOHgGgRwFQPE+AAADnn+mjR49M5bhx4zp/EzURQAABBBBAAAEEEEAAAQQQQAABBBBAAAEEEEAg1AVmNR0gf63fZdptMX+IvFXqnVDvgwbDR4AAgPBxphcEjEC/vLXk0e375r9rDG0vxRpURMbDBAgAcP6BPnjwQF6/fi0JEiRw/iZqIoAAAggggAACCCCAAAIIIIAAAggggAACCCCAQKgLdEv3ifnOXsvQ06skeswYod4HDYaPAAEA4eNMLwgYgU3jF8qvI2ab/34jZybpvOF7ZDxMgAAA5x8oAQDOW1ETAQQQQAABBBBAAAEEEEAAAQQQQAABBBBAAIGwEti/dKMs7jTKNF+wVjmpPaZLWHVFu+EgQABAOCDTBQK2AsNLNpUbZy6ZS590byxl2tUByIMECABw/mESAOC8FTURQAABBBBAAAEEEEAAAQQQQAABBBBAAAEEEAgrgTktB8nRtdtN883mDpIcpQuGVVe0Gw4CBACEAzJdIGArsGvOalnec4K5lOiN5NJl4w8SJ1F8kDxEgAAA5x8kAQDOW1ETAQQQQAABBBBAAAEEEEAAAQQQQAABBBBAAIGwEuieqZK8fP7CND/k5M8SI06ssOqKdsNBgACAcECmCwTsBb6r3FHOHTpuLpdq/alU6t0cJA8RIADA+QdJAIDzVtREAAEEEEAAAQQQQAABBBBAAAEEEEAAAQQQQCAsBA79tEUWtB9umi5Q7QOpN6F7WHRDm+EoQABAOGLTFQI+An+t2yWzmg0w/xszbmzptG6iJM+UFiAPECAAwPmHSACA81bURAABBBBAAAEEEEAAAQQQQAABBBBAAAEEEEAgLATmtR0qf6zcZppuOnug5CxbOCy6oc1wFCAAIByx6QoBW4HpDfrI8S37zKXCdT6WWqM6AeRmArOaegdx2JbXr1+LBgFEjx5dokSJ4uf1xjP6udksw264BACEnS0tI4AAAggggAACCCCAAAIIIIAAAggggAACCCDgjEDPrFXl+ZOnpuqgEz9JrHhxnLmNOi4sQACACz8chubZAheP/itjP2nnO8kvVoyWjAVzefakPWx2Mxr1lWOb9jo9q8xF8kqbH0c6Xd/TKxIA4OlPmPkhgAACCCCAAAIIIIAAAggggAACCCCAAAIIuLLAH6t+k3lthpgh5q3wnjSc0tuVh8vYnBQgAMBJKKohEBYCC9uPkIM/bTZN5/mkhDSa2icsuqHNMBIgACBksAQAhMyPuxFAAAEEEEAAAQQQQAABBBBAAAEEEEAAAQQQCImA7TpVk5n9JVe5oiFpjntdRIAAABd5EAwjcgo8vHlX+uev7Tt5TQ+f+6NikRPDDWdNAEDIHhoBACHz424EEEAAAQQQQAABBBBAAAEEEEAAAQQQQAABBEIi0DtHDXn64JFp4ptjP0rsBPFC0hz3uogAAQAu8iAYRuQV+Lnv97J9xs8GIEuxfNJ66YjIi+FmMycAIGQPjACAkPlxNwIIIIAAAggggAACCCCAAAIIIIAAAggggAACwRU4+ssOmdPiG3O77vzXDAAUzxAgAMAzniOzcHOBPjlryJP73hFWtUZ2lMJ1y7v5jCLH8IMaAJChYC5pt2J05MBxYpYEADiBRBUEEEAAAQQQQAABBBBAAAEEEEAAAQQQQAABBMJAYHGnb2X/0g2m5UbT+kqe8sXDoBeajAgBAgAiQp0+EbATWD96nmwYPc9cfSNnJum84XuM3EAgqAEAOqWo0aNJisxvSorMaSVFFv23938ny5hGEqRI4gazDr0hEgAQepa0hAACCCCAAAIIIIAAAggggAACCCCAAAIIIIBAUAT65aklj+7cN7cM/GuZxEkUPyi3U9eFBQgAcOGHw9Ail8DQYo3k1vmrZtKfdG8iZdrVjlwAbjjb4AQABDbN5JnS+gkOSJo+tSR5M1Vgt7rd6wQAuN0jY8AIIIAAAggggAACCCCAAAIIIIAAAggggAACHiDw94bdMrOJd8r/7KXelebzB3vArJiCjwABALwXEHARgV1z18jyHt+Z0SROk0K6bp0qMePGdpHRMQxHAkENAIgVL47JAPD47oNggWoQQIosGiDgnTlAswYkTZ9KkqZLLdFjxghWmxF5EwEAEalP3wgggAACCCCAAAIIIIAAAggggAACCCCAAAKRVWBp17Gyd+GvZvoNp/SWvBXei6wUHjlvAgA88rEyKXcVGPdJe7lw9KQZ/getP5WKvZu761QixbiDGgCQuUheafPjSHn68LHcPHtJbpy5JDfOXvT+9xnvf9+/fjtYdglTJfv/kQLeAQKaNcD8ky61xE4QN1hthvVNBACEtTDtI4AAAggggAACCCCAAAIIIIAAAggggAACCCDgV2DA23XkwY075oX+R5ZIvKQJYfIgAQIAPOhhMhX3Fzi2aa/oorIW3f3/1ebJHpn63f2flPcMbI9tcGZOPgEAAdV9/uSZ3Dp3RW56/T9A4P+BARogcPviNWe68VMnXtJEvsEBesRA0nSpfIMD4idPHKw2g3KT14FjcvfyDT+3PHnyRF7La4kTO46f13RcmYvmDUo31EUAAQQQQAABBBBAAAEEEEAAAQQQQAABBBBAAIFABI5v2SfTG/QxtbIUzy+tlwzHzMMECADwsAfKdNxfYGq9nvLPbwfNRArX/Vhqjezk/pPywBms6DNJdsxcGaSZORMAEFCDr168lJvnrsitc5fl5tnL3lkDTCYB7+wBr1+/DtJ4tHLsBPF8gwOSZXjDZAzwOVYgcdqUQW7P0Q0aADChatDex22WjSQAIFT0aQQBBBBAAAEEEEAAAQQQQAABBBBAAAEEEEAAgf8E9DhqPZZaS70J3aVAtQ/g8TABAgA87IEyHfcXuHzsjIwu18Z3Ih3WjJd0+d9y/4l50Ax+6jlBds5Z7Tsj3VUfL1miQGcYLVo0cwRAWBWTOeDcZe8MAj5HDPw/OOD502dB7jZGnFjmOIHkmdL4ZgzwOVZAswhEixHdqTYJAHCKiUoIIIAAAggggAACCCCAAAIIIIAAAggggAACCIS5wDfvfi73rt40/fQ7vEjCI1NwmE+KDiwCBADwhkDABQXmtR0qf6zcZkaW55MS0miqdyoWSsQL/Nh9vOyet9Z3IJ9P6iFvVykV8QMLZAR3Ll73zhxwXjMIXDEZA3yyBzy59zDI448aPZoJDjBZA9Kn9j5WwGQP0P9OLbHi/5fWnwCAIPNyAwIIIIAAAggggAACCCCAAAIIIIAAAggggAACoS5w8veDMqVuT9NuxkK55IufRod6HzQY8QIEAET8M2AECPgReHz3gfTN/anv9WZzvpEcZQohFcECS7uOlb0Lf/UdRYMfekm+SiUjeFQh714j/TQowDuDwP8DBP5/tMCDG3eC1YHJGvD/gICoUaNaMiY40yBHADijRB0EEEAAAQQQQAABBBBAAAEEEEAAAQQQQAABBJwXWNF7kuyY5X28ce0xXaRgrXLO30xNtxEgAMBtHhUDjWwCy3tOkF3/TzOfpVg+ab10RGQjcKn5LukyWvYtXu87poZT+0jeT0q41BjDYjAPbt7xDQ6wBghcFM0qEFaFAICwkqVdBBBAAAEEEEAAAQQQQAABBBBAAAEEEEAAgcgqMKRIQ7l98ZqZft+DCyRByqSRlcKj500AgEc/Xibn7gK9slWVZ4+fmmnUGfuVvPvph+4+Jbcc/6KOo+TAso2+Y288vZ/k/riYW84lNAf96M79/4IDzv+XPcD7iIGLIeqKAIAQ8XEzAggggAACCCCAAAIIIIAAAggggAACCCCAAAIWgVM7j8gPn3Uz19Llf0s6rBmPkIcKEADgoQ+WaXmGwPpv58qGMfPNZN7ImUk6b/jeMybmRrNY2H6EHPxps++Im8waILk+LOJGM4iYoT598Mj3OIFTO/+Q7TN+DtJACAAIEheVEUAAAQQQQAABBBBAAAEEEEAAAQQQQAABBBAIUGBl/8ny+7SfTJ1Ph38pRT7/BDEPFSAAwEMfLNPyHIFBhRrI3cveqdYr9WkhpVrV9JzJufhM5n8xTA7/vNV3lM3mfCM5yhRy8VG73vC8DhyTCVU7BWlgBAAEiYvKCCCAAAIIIIAAAggggAACCCCAAAIIIIAAAggEKDCsRBO56XXZ1Om9f54kSp0cMQ8VIADAQx8s0/IcgT0LfpVl3caaCSVOk0K675gp0WJE95wJuuBMXr96LfPaDpEjq3/3HV3z+YMle6l3XXC0rj+k4AQANJrWV/KUL+76k2OECCCAAAIIIIAAAggggAACCCCAAAIIIOjGsE0AACAASURBVIAAAgi4uMCZvX/JpBpdzCjfyJVZOq+f5OIjZnghESAAICR63ItAOAmM/qitXP77tOmt9BefSYUeTcOp58jXzcsXL2V+2yFydO0O38m3XDhUspUsEPkwQmnGwQkASJbhDak5rAPuofQMaAYBBBBAAAEEEEAAAQQQQAABBBBAAAEEEEAg8gqsHjRNtv2wzABUG9RWSjSuEnkxIsHMCQCIBA+ZKbq/wImtB2Ra/V5mIjHjxpavf5suCVMnc/+JudgMXjx9bnb+/7Vul+/IWi0eLllL5HexkbrXcIITAKAzjBI1ilTu01JKtqjuXhNmtAgggAACCCCAAAIIIIAAAggggAACCCCAAAIIuJDAiFLN5fqpC2ZEvfbMlcRpU7jQ6BhKaAsQABDaorSHQBgJ/PDZ13Jq5x+m9cJ1y0utkR3DqKfI2eyzx09kfpuh8vfGPd4AUaJIm6UjJHPRvJETJBRnHdwAAJ8hFKrzsdQY0k6ix4wRiqMK26b27NkjRYsW9dPJ7du3JXHixJbr5cuXl3Xr1oVoQFmyZJF///3X6Tb++OMPWbVqlWzatEkuXbokV69elSRJksiZM2ecboOKCCCAAAIIIIAAAggggAACCCCAAAIIIIAAAq4vcO7gcfmuiveaUsqs6aTr1qmuP2hGGCIBAgBCxMfNCISfwNV/zsmoMi19O+y0fpKkyZU5/AbgwT09ffBI5rUdKsc37zOzjBotmrReOkIyFc7twbMOv6nd9LocpM40CnHzhEWiZxL5lHRvZ5fKfVpIpiJ5gtRWRFR++fKlFCpUSA4dOuSn+4gOANi2bZt07dpV9u3zfq/blgwZMsjZs2cjgow+EUAAAQQQQAABBBBAAAEEEEAAAQQQQAABBMJI4JdhM2XzhMWm9cp9W8r7LWuEUU806yoCBAC4ypNgHAg4ITCn5SA5una7qZn3kxLScGofJ+6iSkACj+8+MIv//2w7YKpFixnD7PzP8G5O4CJYYGX/yfL7tJ98RxEjdiyp3LeFFGtYKYJHFnD348ePly+//NJhpbAKAMiVK5f89dd/ARP2nT9//lxatWolM2fO9HfwBAC49NuKwSGAAAIIIIAAAggggAACCCCAAAIIIIAAAsESGFWmlVz9x8vc22PXbEmaLlWw2uEm9xEgAMB9nhUjRUB0p3rvHP9FZrVcOFSylSyATDAFHt2+J3PbDJF/tx82LegCs+78T18gezBb5LbQFtiz8FdZNWCKee/7FA0A0CMBXLFcuXJFsmfPLvfu3XM4PEcBAE2bNpXffvvN6encv39frl27Zqnfr18/6d+/v8M2tH61atVk8+bNAfYRWBCB0wOkIgIIIIAAAggggAACCCCAAAIIIIAAAggggIBLCFw4clLGVWhvxpIswxvSfYf/m8RcYsAMIlQECAAIFUYaQSD8BJZ1Gyd7FvxiOsxSLJ9ZsKYEXeDBjTsyt/VgOb37qLk5Vrw40nrpcHkz31tBb4w7wlTA68AxEwTgdfCYbz96FIAeCaBHA7hSqVevnixcuNDfITkKAAjq+Js0aSKzZs3yvS1mzJji5eUlqVOndthUnTp1ZPFi7/ROtqVgwYLSokULKV26tGTMmFFixIgR1KFQHwEEEEAAAQQQQAABBBBAAAEEEEAAAQQQQMCFBdaNnCMbxy0wI6wxpL0Ua1jRhUfL0EJLgACA0JKkHQTCUaB7pkry8vkL0+PnE7rL29U+CMfe3b+re9duydyWg+Ts/r/NZGIniGcW/9Pmyer+k/PgGSztOlb2LvzVd4ZxEsU3QQCF6nzsErPWHfZly5YNcCwhDQC4fPmyWax/9uyZbz/169eXuXPnOux36tSp0rJlS8trcePGlcmTJ4veR0EAAQQQQAABBBBAAAEEEEAAAQQQQAABBBDwXIExH7WVZ4+fSrlOn8s7Ncp47kSZmUWAAADeEAi4ocDGsQtk3ag5ZuRv5MosnddPcjiLKFGi+LmuZ5OPHTs20FkfPHjQ7GTetGmTXLx4Ue7cuSPJkiUzu4xLlSollStXljJlQv7LIiRjDHQSDircvXxD5rT8Rs4dOmFejZs4gbReMtw4Ulxf4Lepy002ANtSskV1qdKvVYQOXhfk8+fPL8ePHw9wHCENAOjevbsMHz7c0sfevXulUKFCfvp98uSJZMiQwXJcgO7y1z/TJUuWjFAvOkcAAQQQQAABBBBAAAEEEEAAAQQQQAABBDxRQI+HTZQokZ+p/fTTT+ao1oDKy5cvZd26dSaj6/79+83ajH73nCJFCvNdb7ly5aRGjRqSO3dup+iuHD8jh1f+JmU71JUYsWOae86fPy+rV6+WX375Rc6cOSNXr16VmzdvyqlTp8zmM4pnCBAA4BnPkVlEQoGB79ST+9dumZlXHdhG3mta1aKwfPlyqVmzph+ZwAIA9Azzjh07OkwZbt+YLiJOnDhR8ubNG6wnENwxBqszEbl94ZrMaTFQLhz91zQRL2kis/M/dXZ+qQXXNCLu+2fbAVk1cIpcOeHl2322kgWkxtD2kjxjmogYkgwZMkR69erl27ceBbBnzx7zocm2hCQA4MGDB5IuXToTjONTihYtKrt27XI450mTJskXX3xheW3AgAHSt2/fCDGiUwQQQAABBBBAAAEEEEAAAQQQQAABBBBAwNMFOnToIN99952faQYWAHDgwAGTzVU3ZwZUdFNlo0aNZNSoUWbTZkDlwpGTJvNxlKhR5PTp09KzZ09ZsmSJvH792s9tGgxAAIDnvDsJAPCcZ8lMIpnA/iUbZHHnb82sE6dJIb32/pcC/OHDh5IzZ04TyWVfAgoAuHTpkpQoUULOnj3rtGbixIlly5Yt8vbbbzt9j1YM7hiD1IlN5VvnrsisZgPk8rEz5mqCFEnMzv+U2dIHt0nui0CBpw8ey9KuY+SPVb/5jkKfaeW+LaVA9dLhOjIvLy/JlSuXPHr0yPQbL148OXHihMmUEZoBAGPGjJHOnTtb5qZZOurUqeNwvkWKFBHNDuBT4sePL+fOnZNff/1V5s+fL/qB8tatW5I0aVKTvUA/NGpbjrJyhCsonSGAAAIIIIAAAggggAACCCCAAAIIIIAAAm4ocOjQIZOtVXfy25eAAgD0eNkKFSrI06dPnZ61rsno2oyu0QRWdLNYp06dLEfL2t9DAEBgiu71OgEA7vW8GC0CFoFRZVrJ1X+8d0F/9m1nKVT7I/Pf3bp1k5EjRzrU8i8A4MWLF1KwYEH5448//NwXJ04ck/r/2rVrZuHevuiuZE19rmeLO1uCM0Zn27avd+PMRbP4f/Wfc+alhKmSmZ3/KTK/Gdwmuc9FBDaMmS/rv/0v+EWHVfqL2lKhR5NwG2GVKlVk1apVvv0NGjTIZAPImjVrqAUA6J/PLFmymAV8n5ImTRoTrKNp/e2LppnShX3bD5rvvPOORI8e3RIUYH+fBi3oB9EkSZKEmx8dIYAAAggggAACCCCAAAIIIIAAAggggAAC7i6gu+qLFStmMsM6Kv4FAOjOfN2gpRlg7Yt+T5swYULRzZvPnz/387pmgV62bFmAdAGtxfjcqGtAusaTPj0bJt39fegzfgIAPOVJMo9IKXBy+yGZUqeHxE2SUOqM/Upyli0sf//9t9mN7+iXgSL5FwAwd+5cadiwocVRFwtHjx4tLVq0kNixY4suQi5atMikoXn8+LGl7owZM6RJE+cWXYM7xuA85GunzsusJv3l+umL5nbNlqA7/5NFUKr44MyBewIWOLp2u6wcMEXuXLzmWzHnh0Wk7riuEidR/DDl04V/DQDwKZkyZTJ/BvXPS2gGACxYsEA+//xzy1x8Ag0cTVDPb9KI0eAUzRywfft2EyxAQQABBBBAAAEEEEAAAQQQQAABBBBAAAEEEAhcYMqUKdKqVSt/K/oXANCsWTPR9RXb8sYbb8j06dOlfPnyJmOrbvgaPHiwjBgxwk/7moU2c+bMDvv9/vvvpW3btn5eS5s2rbn+0Ucfmey2QdncGbgENVxBgAAAV3gKjAGBEAh8/2k3SZUtnVQZ0Fqix4whH3zwgWzbts3fFv0LAPj000/lxx9/tNynv1D0TBj7oguPffr0sVxu0KCBzJkzx6mZBHeMTjVuU0mzI8xs3F9unrtsriZ5M5XZ+Z80XeqgNkV9Fxe4d/WWLP1qjBzfss93pPq8K/dtIXkrvBcmo9cgGP1wZHtkxvLly6V69eqmv9AMANDd+5o+yqfEihXLHPGRIkUKh3ML7MNmqlSpJGrUqHL5svefDfuiHyS7du0aJm40igACCCCAAAIIIIAAAggggAACCCCAAAIIeJLAjRs3JHv27ObIVf+KfwEA+h2v3m9bdIOWHtdsXz788EPZtGmT5bIGCjRt2tRP3aNHj0rhwoXlyZMnlte++uorE0wQM2ZMT3oEzMVOgAAA3hIIuLnArfNX5MXT55IyazqzAK/neAdU/AsA0KwB9un/T548aRYx7cv+/fvNOTa2pUyZMn5+8TgaR0jGGJRHdfnYGZnRuJ/vrvBkGd4wO/8Tp00ZlGao62YCqwdNk20/WFMeletcXz7qXD/UZ6LBMUOHDvVtt2zZsrJx40bf/w+tAAD9QKcf7GxL48aNZebMmf7OaciQIeYYAvtSrlw5GT9+vOTIkcO8dPDgQdHgHc1aYFs0AtTLy0uiRYsW6m40iAACCCCAAAIIIIAAAggggAACCCCAAAIIeJKALsAH9H2tztVRAMCdO3f8HMeq381euHDBIc+oUaP8bNwaOHCgnw2berP90bV6bdiwYfL11197Ej1z8UeAAADeGgh4iID+otAIs2vXvNOga/pu3cFru0Cp1/0LAAgKw+7du81ZNralatWqsmLFigCbCa8xXvrrlExv2FfuXb1pxpM8c1ppvXi4JHojeVCmSV03Fdi3ZL2sGjBFHt/978wkzQLQcErvUJvRiRMnJF++fPLs2TPfP2+HDx+W3Llz+/YRWgEAmuZp3bp1lrHrwn2BAgX8nY9/5zrp0SD2qf31jCn92aFHfNiW33//Xd57L2yyJ4Tag6AhBBBAAAEEEEAAAQQQQAABBBBAAAEEEAhVgZcvX5rvIxcvXiy6GfDixYvme1DdqZ4hQwbRTUY1atSwfBca2ABev34tmj11yZIlsnfvXrl69apoltN06dLJxx9/bHaw58yZM7BmAn1d1y7mzZtnxq7HpBYsWDDQe0JaYefOneZ7VJ2jFk3HX7x4cTMO2+JfBoCg9K8L+D169LDcMmbMGOnYsaPl2l9//SV58+b1HZO+WLp0adm8eXNQuqOuGwsQAODGD4+hI2AroOe16HkuPkUX+vWXm+7utS2hEQCg6f/1GADb4uiXjP0TCo8xXjhyUqY36CMPbt4x3WtmhFZLhkvClEl5w0QigeunL5gjAc7s/ct31imyvCk1h7aXLMXzh1hCd/vbflhq37692VlvW0IjAEDTNGmggW0pWbKk/PbbbwHOQdM4ffvtt5Y6+qHc/pgPnwr169eX+fPnW+prNGmXLl1CbEUDCCCAAAIIIIAAAggggAACCCCAAAIIIOAeAgcOHJCWLVuazKEBFT2XXrMR63eIyZIlC7Du8ePHzTqFBhP4V3TTUufOnUUzmwY1K6lmMtbFdv1+89SpU75d7Nu3L8wDAHRT1bvvvitHjhzx7VcX+levXi2amt+2hEYAwPvvvy+6ccu26NGxmuHZtugufz3m1bZoplkNutDjY/X75StXrkjcuHFNFmg9IrpNmzYSP35893ijMspABQgACJSICgi4voD+4ixSpIi8evXKDDZ58uSiv/T0l0xoBgBo5J/+Em3RooXvzmft78033xSNKEuYMKG/WOExxnOHTsj0Br3l0Z37Zhyps2eQVouHS/zkiV3/ITLCMBH4sft42T1vraXtCj2aSOkvage7vwULFsjnn3/ue79+wNU/b0mSJLG0GRoBAPohWo/NsC1Lly41H8gCKhoFqtGgtmX06NHSqVMnh7eNGzfOT5SoRo1qYA8FAQQQQAABBBBAAAEEEEAAAQQQQAABBDxfQDc8VahQQZ4+fer0ZHXhecuWLZI4sePv4DWg4KOPPpJbt2451Wbt2rVFv3+NGjVqgPU1E/KiRYvMwr8u9Dsq4REAoN+52m6i0qNcN2zYIM2bNw/VAICHDx+aI1/1e1zbUrlyZVm5cqWf6esRzrYBF3HixJHPPvtMZs+e7a+rZnfQIIWAMs869RCp5BICBAC4xGNgEAgEX0AX/XXx3/aH+eTJk02Unv7yC0kAwKxZs0T/0fLkyRMTPXfjxg3LYBMlSiTr16+XwoUL+zuJsByjT6deB47J1M97ydMHj8ylN3JmMjv/4yXxPygh+Orc6U4C22f8LKsGTpFXL176DrtA9dJS77ugn3V07949yZEjh1y+fNm3rQQJEkiaNGn8kOgxAfYlVapU5sNw6tSpZevWrQEyamqtTJkyiabt9ynp06cXTdkfWBTsyJEjRY8BsC3fffedtGvXzmGfGlSgHwBtiwb6aDQoBQEEEEAAAQQQQAABBBBAAAEEEEAAAQQ8W0C/c8yfP788ePDfsao+M9aNT7r579KlS5bvKn1er1mzpixbtswPkB4JrAECXl5efl5744035P79+w77053reryxo6K72DXzqS6y2x9pal8/rAMA1EO/K9Z5aNEsBj7HxIY0AEA3Z2lbWrT9Y8eOyePHjy1T1BT/GrShG0Jtiz5D/Q5aN3QGtehmN11rypgxY1Bvpb6LCRAA4GIPhOEgEFSBSZMmyRdffOF7m/5C1ag6jZALaQCAnlOza9cuf4ek6WamTp0qb731VoDDDssxasea5n1qvZ7y/Il3ZGLaPFnMzv84iUhXE9T3k6fW16Mh9EiAS3+f9p2iBonUHd/NBIs4WzQ1UqlSpZyt7m+9tGnTyoULFwJsRxfwdSHftuiufk3fFFjR6Ne6detaqmlWAE2h5ag4ygCg/dhnEQisX15HAAEEEEAAAQQQQAABBBBAAAEEEEAAAfcTaNasmcyYMcMycF2k1zT25cuXF035r5ujBg8e7Ce1vN6kmwczZ87s5/tI++8XdZe5Bgvo8cW6gK/t66Yl28V8TVN/5swZ0f7tS+PGjQPcxW5bP6wDAHRDlW6s8ikdOnTw3aEf0gAA9Q6o6PPS7AOOsjL/888/kj17dn9v102dGiCg3087ChLQLBBr1qxxvzcxI7YIEADAGwIBNxbQNDf6g1wj6XyKLlDqGeFaQhoAoL8E7t6966+QppfRX/gaaeZfCesxnt59VKbU7SEvn78wQ3gzXzaz8z92/Lhu/GQZelgJLGg3XA6t2OLbfJSoUaRyn5ZSskV1p7rUoy7y5MnjVN2AKgUWAKBRnenSpbP8+dM0TfqhLGnSpIH2r9Gn2odtKVGihGzfvt3hvfXr1zfHe9gW/fDdtGnTQPuiAgIIIIAAAggggAACCCCAAAIIIIAAAgi4t0CKFCn8ZP/V7xL1O0X7omnudSd+QN8lPnv2TLRNDRqwLbt37zYZjW3L8OHDpXv37pZrffr0kYEDB/rp21EAgO5a13Lz5k1L/bAMANAMBHq0gU/RXfi68O5zTGxYBwC0bdvW+PjM3XbiO3fudPjcNNusZnzV56flypUrou1o2n/7ohkHNLsBxX0FCABw32fHyBGQhg0byty5c30l6tSpIwsXLvT9/5AGAPTv318GDBgQoHSMGDFMlJ79UQM+N4XlGP/dcVim1Okhr1+/Nt2lL5Dd7PyPGTc27w4E/BXY9N0i+XW499EWPqVQnY/ls1GdAlXTgBZN4x/SElgAgKax+uqrryzdBDUlv36Q3rt3r28bGjWqGT3sP2D/+++/kjNnTj8ps86dO2eCECgIIIAAAggggAACCCCAAAIIIIAAAggg4LkCusHQZ+HaZ5YBfX85atQoPyn6dTFaF+19iqNMqv5tUNLNUClTpjTHEPsU3YR19OhRP+g+AQA6vmrVqkmNGjVMxtaKFSvKunXrLPXDKgDg6dOnZlPkyZMnffv74YcfpFWrVr7/H9IAgA8++EC2bdsW4JtOv6fW45nz5ctnqbd27VrjYV8cfd+rmRdy585tghdsyzfffCO9e/f23Dd9JJgZAQCR4CEzRc8UsP8FGjduXDl+/LhlwS6kAQC2cvrLV9Pu6C5h/QWvv+R8ih43oAuLhQsXtmCH5Rj/+e2gSfvvUzK8m9Ms/seIHdMzHzizClWBU7uOyNIuY+Tmucu+7aZ7O7s0ntZXEqb2jhgNacmaNatJfWVbbt++bdIrBVT0Q5emyzp//rylmn7gDUr2gR9//FE+/fRTSxtp0qQxmUFKly5trh86dEjq1atnfnbYlipVqsjPP/8cUgLuRwABBBBAAAEEEEAAAQQQQAABBBBAAAEPE9C0/nrcqG0ZM2aM6Ln1PsX+WGC9rrv8hw4d6lCjaNGismfPHt/XdDOT7ui3D0xYvXq1OfNeNznZpsnXYwrCKwBAgx369evnO1bbY5l9LoY0AMAWSQMk9Lvh7777TvToV9uixyTod7u2RwGokWZvti8+Gyntr0+bNk1085ltqVSpkqxatcrD3rmRazoEAESu581sPUTg+fPnUqBAAdF05D7FPsJOr4dmAIAt3ezZs0Uj7WyLprux/QUblmM8sXW/TKv/X/RZpsK5zeJ/tBjRPeQJM43wEpjZpJ/8veG/D5YxYseSmsPay7ufeqdBCkkJbgCAoz+3umC/efPmIA9HP+jpBz77oh+c9SwtTfNkXzSYSKNjc+XKFeT+uAEBBBBAAAEEEEAAAQQQQAABBAIW0POW9Tu0xYsXy/79++XixYvikypbz8YuV66c2dGqOzJDUjTttp7zbF801bPumg2s6MaEqVOniqa5Pn36tOimhnjx4kmWLFnMxgI9f5r00IEp8joCninw/vvvy++//26ZnG400oVwn2K/SK7XdQG7Xbt2DlFq1qwpy5cvt7x28OBBsw7iTAmvAAD9eag/n22zFehOfTWxLaEZAGDbbpMmTWTWLGt22yFDhpiAjNevXkmUqFHN7xj1sC2FChWyZIu1fe2PP/6wPDt9TZ+lPlOK+woQAOC+z46RR2KBESNGyNdff20R0PNbYsa07n4/ceKEQ6Xs2bOb64MGDfKzQ9gZVv2LSurUqS1nAkWPHt2cV66Lh1rCaozHNu2VGY36+g4zc9G8ZvE/arSozgydOgj4EVg7dIZsmbjEcr1Yw0pSY4jjD6POEgY3AEA/XOmHLtuyYsUKqVq1qrNd+9bTKFn94sDZD2v651gDEGrXrh3kvrgBAQQQQAABBBBAAAEEEEAAAQQCFjhw4IC0bNlSdFEroKK7Whs1amSycDo639kZ5w4dOpjFNvviTACALibp4p1tBlD7dqJFi2aOL9S6mh2UggACni/w8OFD6dWrl4wbN84yWd2EtHLlSsu14cOHmx3/tkWPG+7b97/v9m1fK1mypGzfvt1Sf+PGjVK2bFmnYMMrAEBT62uKfZ+iPwv1e2D7EtjajKbuT58+vVNzs6105MgRyZ8/v+W+4sWLy44dO+TF0+cSLUY02X/ggJ9szRpgsWzZMof9Xb9+3RzBYFuyZcvm51iAIA+WGyJUgACACOWncwSCJ1CmTBnZsmVL8G62uUujeDUSLTilYMGCon9psS16lrhGAWsJizEe37xXpjf87wNC1hJvS6vFw4IzfO5BwCLw98Y9sqTLaHl4867v9UxF8kjLhUMleswYwdIKTgCARtVrNg3bosE9+mcruH+Z1hRRbdu2Ncd3+JfmSftLly6dzJgxQz78MOTZD4IFxk0IIIAAAggggAACCCCAAAIIeLCAZvarUKFCgIvq9tPXTQL6HWBgxwna36cbAXS3p27isS+BBQBoCm/7xb2AHkvDhg1Fs4VSEEDA8wT058Hhw4fNxPQ7xmPHjsnjx48tE82bN6/JXKpp+W3L3LlzRX8+2JZatWrJkiXWjVg+r9um8/e5pinoNRW9MyU8AgD0u9UYMWI4/NnqzBht65w8edJh4EBg7Tx48EASJEhgqfbmm2+a42SfPX4q0aJHk+s3b4geDWBbihUrJjt37nTYvKMMAHrEwu7duwMbDq+7sAABAC78cBgaAv4J6C9K/6K1gqLmEwDg5eUlGTNmtNyq6b9tjxiwb1cXJc+ePWu5fPnyZZMZQEtoj/HOxWsy4oMW8vzxU9N+tpLvSMuFQ4IyXeoiEKDAi2fPZdrnveTUriO+9eIkii91x3eTnGULB1kvOAEAuvivQQC2RaP9u3TpEuT+7W/QtIK6u3/Tpk1y4cIF82FdP5hrxGiVKlXMzoLYsWOHuB8aQAABBBBAAAEEEEAAAQQQQAABq4CmjNa/f+vCjX3RY/r07OZLly6JHqlpXwLatenIWReodKHH9ixt23oBBQCsWbPG4WKbfl+QKlUqc1zBixcv/HSrAQD2C328BxBAwP0FHC3K285KjwIZPXq05fx5n9f1XPqcOXNaEHTx/MyZM5I2bVrLdf2e0iezsO0L+jNJA6ecKeERAKDjSJEihSUzsjNjc1THJwDA0XHLuplr4sSJDpt2tJajGZ/V+/Fd798x+p227uDXTWU+RX+OX7t2zU/wgL4+bdo0adGihaW/Bg0ayJw5c4I7Pe5zAQECAFzgITAEBIIqoL8Avv/++6De5qe+TwCA/uVCz/Cy/0vG3r17TbSwfdm6das568u26Jlit27d8t2lHNpj3L90gyzvOcEEAGT/oKA0nzcoxPOnAQQcCfzUa6LsnL3K8tL7LWpI5X4tAUMAAQQQQAABBBBAAAEEEEAAAQSCLKCLZJp1z7bo7szp06ebc5p1ke3evXsyePBgc6ymfTl16pRkzpzZqX6nTJkirVq18rduQAEA77zzjp9jBPW87mHDhpnvDnWRTtN/jxkzxtK+bizSxSw9WpAS/gKa6UHP/F68eLHoBhAN1Hj27JlZqMyQIYM5HrJGjRrmM9e7QwAAIABJREFU3HJny+3bt80547oA++eff5rvfePEiWMCQd566y1zVKUGpyRNmtSpJsNijE51TKUQCQQWAKBrAHpciH9HleTJk8fPJsNSpUrJjz/+6HuPHmGqAUS2afV9Br1t2zZ5//33nZpDeAUA6MZJzYQQ0uITAKBz/OCDD/z8ftAFfQ0Osy/9+/cXPUrBtmiWBM2WcNPrijx79FjeyJnJHCFt//tEj2Xo1q2b5V5dE9KfDToe26IZHOrXrx/SaXJ/BAoQABCB+HSNQFgL6G5fjdSyLV9++aWMHTvWT9fVq1cXPWfctuhu/kmTJpndwXqWjX5Q018k+pcIjRazLU2bNjV/aQlqcXaMWyYulnUj58pbpd6RprMHBrUb6iMQJIHDK7bK4i6j5cXTZ773ZStZwBwJQEEAAQQQQAABBBBAAAEEEEAAAQSCIuBox6iedV2iRAk/zejRfJq9z7bod2763Vtg5caNG6I7QXWx1r/iXwCALhzbbwQqXLiwSQFtvwjoKINhUM7qDmwevO68gB7R2rJlSzl48GCAN+kz1OyPmmnSv8VanwY0kEC//71797+jMh01ru3o98yBLRKGxRidF6JmSAR0YVoXqAMqGhSi59nny5fPTzVHxwBoJQ0o8vn5t2vXLnO8gKOixw/Yn3fv31jCKwDAWU89etl+vcTRz1/NqqIZEezXW/Tnr67NvPvuu6ZLzSCjm0J79Ojh5wgC3amv60DHN++T66cuSMkW1U1WGc3irMFAPkUzMHz33Xfm94n+95UrV6R169by888/W6al60KauUaDfijuK0AAgPs+O0aOQKACzi6ua0P6IbFo0aIOU43Fjx/fRIxev37dYaoy/YWtxwVoRGlQizNjvPTXKVnQfoQky/CGNJnZP6hdUB+BYAk8vHXPHAlw4eh/0Y8JUiSRxjP6SfoCOYLVJjchgAACCCCAAAIIIIAAAggggEDkErhz545omn/boos9ejyfo6ILtF27drW8pDts+/TpEyicLurMnDkzwHr+BQCMHDnSz85QXXxq06aNn/YWLVokdevWtVzX4wt17JTwE9Bz1zU9+tOn3kemOlPefvtt2bJliyROnNhh9Z49e8rQoUHbABNQgEpYjNGZeVIn9AV0kf7o0aNmAVl/BtgWzWji3451RxsPnR2d/vzUzMPOFHcNANC5TZgwQdq3b+9wmnqEq66/6PHLtov5PpX1z/S+ffskiois7D9Zzh86IR3WjDcvO/p9otf1uAUN4NEgAd30aV/090jjxo2dYaeOCwsQAODCD4ehIRBSAWcW12370LROGpnm6Ie+f2OJFSuWLF26VCpXrhys4QY0Rl34/7nvD+J14Jjk/LCwNJrWN1h9cBMCIRFY1HGkHFhmjbwv362RlO1g/YtuSPoI6F6NAtW/yOmfNVLphZUy7SKAAAIIIIAAAggggAACCCDgGgKabl93eNoWTbnfsWPHAAe4c+dOee+99+T169emnh4ZULx4cdHv3myLfwEAderUMSnkbcuePXtEd6HaFz3D2/5IAs0KoGnoKeEjoLtzdWe07gq2LxpwoqnDdXHP/shXraup+5ctW+bnPkeBHVpJM8OmSZPG7NLWBVn7EjNmTJM+PH369JaXwmKM4aNLL4EJNGnSxBwRYVuGDBni52eXvq7fa+pisn3QgO291apVM2n1T5w44XtZd6/re8jZ4s4BADpHRxkDApu7/pnTIJssWbLIvzsOy4J2wyVrifxSb0J3c6v+PtBnNXv27MCa8n1dAxHGj/cOIKC4twABAO79/Bg9AgEKBDUAQBvTXxh6do/tL1v/OtFzwSZPniwFCxYM9pMIaIz//HZQ5rUeIlnfe1saTukd7D64EYGQCuyZ/4ss+3qcpZmcHxaRprOs5y2FtB9H92sAgP4FK0GCBAQAhAUwbSKAAAIIIIAAAggggAACCCDgQgJ63vXvv/9uGdGhQ4dEd3n6V/S7A00TfeTIEd8qutC/evVqp1JQ600aPLBjxw5LF5qlQLMV2BddVNZFX9uSNWtWP2dIuxCrxw2lWbNmMmPGDMu8dBe27sbXhVBN+X/v3j0ZPHiwn3PA/8femcDNVP1//KSfXWSvLJFsiSwhyZK1lCJbWlRE0q5SoRDak0qpkPbtnwhRorK12rckUfqJREm2Nr//630ed5x7587MvTN3nmdmnu/39XpeZebcs3zOmXPvPd/P9/Plou+++85G4uDsqVKlSmHpIy655BI1ZswYhcw7zsR33nlHOxSdku1DhgxRo0aNsvUn6D5m3CSm8YDYa5zS/BCOnHuIOcQPP/xQr1nKIHfPWScEI9JNnH322VopxQxMZJ0513g0yNKdAMDYnnrqKa328ttvv8VcHd26ddOOeuT69//2h3qx771q0+erdQpbUtlaxu8WYhm/z/3790esF5UB1GYGDhwYs20pkB4ICAEgPeZJeikIxIVAPAQAGuKlYfbs2ZoJinwMD/sHDhzQcjvI/JMqgBsMOYAStVgEAHKxdx8jN51EcZbrE0fg1x9/VhMvHax+2bQ1VFnx8mVVvzfuV6UqnZB4AxFqEAJA0qCVigUBQUAQEAQEAUFAEBAEBAFBQBAQBASBlEFg3759Cifq44/bAxBQ3Zw+fXrUfuKgRYLfsjZt2iicbV5zUHNd7dq11Zo1a2zt7Nq1S5UoUcK1bQgAZnR5mTJl1M8//5wyeGZ6R0jXunPnTtswFy1aFMqrbn7Bepg3z65u6ZTtx9GKw960xo0bK/KzQyYwDafjTTfdZPuMfO60b1rQfcz0OU2n8aE8gQPftPLly6sff/wxrmGw7zlVTmbNmqXOPfdcz/VlAgGAwULcQY2F8UP+giwBMYK9uHr16pqsdfnll+v/x3DwT7p8qNowf5n+/4f/+74rZvh4UG2gXghAkAwgXaAeAM59+/bVZAKxzEFACACZM5cyEkHAFwI7vt2iylS1yzL5qiAbCiP9f2KDmtnQkjQhCHhH4MWr71Vr3v/UdkGXB25QZ1x2nvdKfJQUAoAPsKSoICAICAKCgCAgCAgCgoAgIAgIAoKAIJAmCODsWrFihe4t0dTIXxOAYxpOedQ6yQEdyZB5r1GjRigim/SB1FurVi1fBADktr///ntbMziIIuWKL1CggC33fJEiRcKiwtNkKtKum8jw47gzDaUGHHxu5pYHnEhfIo0t69Wrl3r55Zdtl/Pvyy67LKzKrVu3Kpy9piFF/sMPP4Q+SkYf026i0qjDSMQ7c76jEkxEupsx1yhGmIZDev369b5Hzb6DwjCEI8uqVq2q1q1b50sNNdUIAL6BiPMCzqk5r8ZOPedMSaMcJ46ZeJkQADJxVmVMgkAMBH777w41dfA4ddmzg1W+ggVSEq99v+5RhUsUTcm+SacEgQXPvaNm3PucDYg65zVTlz87JHBwhAAQOKRSoSAgCAgCgoAgIAgIAoKAICAICAKCgCCQ4wg4o6qdHSIam8h+crlHs+7du6v/+7//CxW58cYbQyoCfhQAcOaZDlwq9EMAQD7aLR99jgMtHdDy33fddZcNiccee8wWcd2iRQu1YMECWxmIJE6Zdwr89ddfKn/+/Lay0QgIXqbASx+91CNl4kNg/vz5YWq/pJTAoe+2Bw0fPlyNGGFPjXr++eerGTNm+OrAkiVLFHvY5s2bbde9/vrr6uKLL/ZVV24lALzcf7RaNTMrbUyfl0aqGq0a+sJNCmcuAkIAyNy5lZEJAq4IvHXrGLXi3U/U3wf/Us37XaQ63tMvx5FaPWuR+uzl97L68b//qcqNaqu2Ay/N8X5JBwSBaAhsW79ZTbhkiPpjx6+hYqWrlFc3TB+rChYrEhh4QgAIDEqpSBAQBAQBQUAQEAQEAUFAEBAEBAFBQBBIGQRiEQCIviVKu2TJkhH7jMx/u3btQt+jFLBhw4ZQdLgQAFJmunO0I82bN1cLF2Y5CC1DWrxu3bpx9Wvt2rXq1FNPtV1LDnfUKuK1oPsYbz9y63WcP0LiQG7etEaNGqmnn35aNWjQQH8MyWf8+PGaUIIsvWkvvfSSlqaPZMjTI2+/fft29eWXX+r0wxAG+Nw0CAFI4Pu1TCYAHDp0SON09NFH22D556+/1d01L1L//Pm3/jyS/L9fLKV8ZiAgBIAI87hx40YtebJ48WLfMz1o0CA1cuRIRR6kWMaGyiY3d+5cnc/jm2++0Zcgl1KvXj1Fjidy9JBDyY+xYX/xxRfqvffe07l3YOshJUVeFm7sMPouuOAC3QayUGK5B4Hftu5Q9zXuFRrw4M9fVOQxj2Xc3LnJOHP7xLou1vefPPO2em/UxFCxhj3aqe6PDox1mXwvCKQMAs9dfJf6dtFyW39QAkARIAgTAkAQKEodgoAgIAgIAoKAICAICAKCgCAgCMSPAJGRr7zyivr000/Vli1btOw5jlZy5eL06tKlizrzzDM9N0Cu97feekvndV+9erXOm86ZS9myZbWUO+eBPXr0CJP4jtYAeZcnTJig875v2rRJR24TkU1uX/pINDl1i6UOAi1btlSsrWjGmpgzZ46qU6dOWDHWISkCvv3229B3zzzzjLrmmmtC/xYCQOrMd070hL1myJAhIUUIqw/sMew/8dqtt96q1SlMe/jhh9Vtt93mu8pk9dF3R+QCNW7cOHXDDTe4IsE9j3vKtm3btAKE0/A5ffXVV1F9TZRZuXJlVKS5l77//vtx+SAymQDAPb1gwYKK1CumEej56nUP6I+I/EcBQEwQsBAQAkCEtfDqq6+65rfxsnTOO+88nS/HmYfHvJZ8TjyQjRo1Sv3665HoUbf6S5QoodmePLA5pXXcyuPsJ3/PzJkzY3YXWRZuzvICEBOqjCrw0jWj1Or3FukxNejaWl089vaY40sGAeCjcW+q2Q9MDrXdqOc5qtvDN8fsixQQBFINgQ/HvKLmjHnF1q0zLjtPdXnA/aHZT/+FAOAHLSkrCAgCgoAgIAgIAoKAICAICAKCQHAI7Ny5U1111VWeztg6deqkoyIhBUSzd999V11//fURc3Vb1+JsIW/3FVdcEXNA9913nz47xCEcyYgaxDlH2Tx58sSsUwpkLwIEbkEGefLJJ9Ubb7xhazySDDdzPmzYsFBZnGtLly61za8fAsBJJ50UJsPtJwUAQUNE94rlHAI333yzDgTEWFNff/21wg9hGqQRIvXZY+IxCCfUYe43RYoU0WvHS53Z0cd4xiXXZCHgtmfEwqZixYp6TUE4i2axCACQ6VARKFSoUKwmXb/PjQSA165/QC2f9onG44qJ96hTz/FORowLZLkorRAQAkCE6UomAQBWGyoBSKf4scGDByv+YFpFMlijvBg48zVFa4c8PrygNGnSxE93pGwaIwCrfFCFc0MjuOm9J1T506pFHVHQBIC5Y19THzzyUqjNMy7roLo8cGMaoypdz+0IfL9knZpwyWD11/6DISiOr1lZDfxwfELQCAEgIfjkYkFAEBAEBAFBQBAQBAQBQUAQEATiQgBn1llnnaV++uknz9fXqlVLffbZZxEjF8nTTk5jpHy9Gmd2/fv3j1gcZ9rjjz/utTrVq1cv9eKLL3ouLwWzHwFIJy+88IKtYYgbZg53VB5YbwcPHjmD4FwYGXXT/BAAqG/dunW263ft2qUITnOzvHnzKs4sLDvhhBPU1q1bsx8waTGEQKy0EiiBELnvltPdC4w4/Zs2baqJJqY512e0upLdRy/jkDLREXjqqad0gCkEoFjWrVs39cQTT8Qkv1FPJAIAew+K2p07d47VXNTvcxsB4H+HDqmhNS4KnUWL/H9CyycjLxYCQIRpTYQAwOYI+9KZj4OmeCh64IEH9AYajz333HOaheV2o4TR17Nnz5gyKm7tIgWGagF5XsRyBwLTRzyrFk6Yqgdb4+zTVZ+XR0UdeJAEgDmPvqw+fOzVUHtn9jpfdb7v+twBvIwy4xF4suNNasvyrHQu2FF5jlLXvPGAqnLmaXGNXQgAccEmFwkCgoAgIAgIAoKAICAICAKCgCAQNwI4VQmUsSJpzYqKFSum+MPR6cx/TDnk11H9dBqpA0j5aTpsrTLIvHOO6EY24HP64cy3zbWk/kTd02lIBFMnfTQdtFY5CAAQAcRSE4FVq1YpArZMQxbbTFWLAu2sWbNCRVgnJ598ctiArHSzzi9YixjpBYjexVjzn3/+ua0oqSXKly8fVi8S4E6l2po1a4YRCFIT4cztVSzn+oABA7RaSMmSJeMCgfzupEMxrWHDhjo9itc0w8nuY1wDk4vCEEDN480339T7DKmrSWXNPQ9CEPsHBDnWg7WXeIGwfv366rvvvtPK2exXjRs3Vh06dNCkkiAstxEAVr23UL18zWgNXdVm9VS/1+8PAkapI4MQEAJAhMl0EgB46GLD87OhuVW9YMECzfQlV4ppSHDB2IUp+ffff2vJlDvvvDPMmc9myE22UqVKtuuR8rnlllvUs88+a/ucfkM4aNWqlYKVyYvE2LFjtYSY0/j8xhtvdCUXZNCal6EYCNxe/pzQv/q8PFLVOLthRHyCIgDMfvAF9dGTR6TMml51geo0coDMiyCQUQjMHDlBzX92im1MrW/sqc4ZFFu60QmEEAAyamnIYAQBQUAQEAQEAUFAEBAEBAFBIA0QGD16tBo6dKitpzg9Jk+erMidjQPr559/1pH506ZNs5VDupjzN0gCplEf9ZpWpkwZ9fbbb6tmzZrpj5csWaK6du0apuxJOygBOA1nCo4Z00gvwFkgCqKcF5L/+7HHHrOV4VwRGW+vDrs0mLKM6iJncMjpm4YTHmc8hrIn57xuBBS/QLAOLOLAZZddpjgTNw1CAE46p+HEcxIO2rdvr3N3i+UcAi1btlQoQUQzyEEQP+rUqeOroyhQsLc49zD2rQoVKniuK5l99NIJotpR2IBAtWbNGp2emdzq4FKtWjV14YUXKqToIylfxGoD387ChQvVjBkztCIM9wr+unfvHqbsEasu83v6jYoMvqFjjz1WTZ8+3c/lUjbNEWD+WacQ/Cx746aH1dIp8/Q/Lxs/WJ3W0a4Ak+ZDlu4HgIAQACKAmAwCANL/PIQ7JZxg3j300ENh0v7ciHnoJ1+PaRMnTlTI9Zg2b948LZFilj3xxBO1pFeLFi1sZWFv3XDDDTqfimlt2rTRn5FXSix3ILDguXfUjHuf04MtX6equmnWkxEHHgQB4L3Rk9Qn4/8v1EazPp3UBSMiy9jljlmQUWYqAhvmL1UTLh1iG17FejXUDTPG+hqyEAB8wSWFBQFBQBAQBAQBQUAQEAQEAUFAEEgYAc7UiNg3jSjIc889kk6R73Cw4wR1Ru5/+OGHinM209ycXhAKrrzySls5t6h+ov/JD28aTjcib01r1KiRjuB2Rti2a9dO0SfT5s6dq1q3bp0wVlJBbAQ4n3XOM+fByGy7GaldncFfBKWtX78+VLx06dJq586dsRuPUcIkAHA+fccdd9iugDxC0JrTXn/9dXXJJZfYPkbxluhysdRAAD8B+8aTTz6p3njjSDAWveP8n/XkNRXA/fffr1MTm8a1H3/8sYKIFK8F2UcvfSDAE5WW33//PWpxFBIIloQU49VI7YLf55577nFNhUHaZqdfKFbdpFyYOXOmdvpzD0J5A0MBhM/Fcg8CbgSAe07pog7s2adBEPn/3LMW/IxUCAAR0EoGAQD5Jhz6PFhZxs0WpjAP6E7jBnjddddpaX7TuEnx8AXjB4PtyQMWN2LTiObnwc0px0QZHvp5+DcNZuns2bMDk1zxsxClbM4hMKR6Z/XXvgO6AxePvU016Gp/QbV6ligBAKIBhAPLmve7SHW8p1/ODVxaFgSyAQFY+Y+2ukb9/O2Rg6O8BfJrEsDxNSt76oEQADzBJIUEAUFAEBAEBAFBQBAQBASBEAJEP3JYjiQxTlwO0EuVKqXz05ICkcg+5LRjGXLbSNz6NdQY3aTjY9XzxRdfqDPOOCOsGIe+RPuJZQ8C5FavUqWKrTH+vXHjRtcO9O3bVxGsY9rzzz+vyONuGvLopgOX76jT2RYpAqwzP+t6nL3IL5v28MMPq0GDBtk+e/rpp9W1114b1k+cf6QNNe3WW291VQjNHpRzVyvsSRBATIvmgB0+fLgaMWKErTypHogotuyUU05RpINN1EwCANHQtWvXtlVZo0YNxZk2igOmuZFKcAY7x5lo/+T6YBBgP3I6n++77z5FVH8sY1/BR2Eae9QHH3wQUi+JVYeX7xPpo5f6ITA4/Sexrps0aZLq3bt3rGJa7RnlgK+++ipiWa8EAM4SrecYFGLcyAqZQgCwCA358uWLiXFuL+AkAKx5/1P14tVZhKuTGtdW1055OLdDJON3QUAIABGWRTIIAM46aZq8JDj4eRF1Mxz9AwcOtH3FS+prr72mYCNjsD3Jt+KUWOJl99JLL3WtFyYpLE1ehk0bM2aMTiUglnsQWDVzoXq5f5YEXfHyZdTgz+3KEBYSiRAA3r1nvFr0/LshUFv276rOG3p17gFZRprrEZhy5xPq81eO5OYDkI7D+qnmfS+KiY0QAGJCJAUEAUFAEBAEBAFBQBAQBASB0PkIDgQvUXGdOnXSkuqQAiKZW4SrF6jjIQAQ3EE0t1POnfaEAOAF9eDK4MQklaZprJepU6e6NuLmVJowYYK6+mr7ucfpp5+uli5daqtjw4YNqmrVqrbP9u/fH6YSSjT45s2bbeVIMUo0q2mQSNyCjLj2pJNOspXFgYsDTyz5CPBeX65cuTASB3OFc7VBgwa6E5y9sS/hlHXK+6PayvmvX2Md4sQ0jbXMmnYz+uR0Yvbq1UuNGzdOpyWAUAU5welIZR1/8803klrW7wRlU3lIHNybTMPHANEtmuG3wHGNU9oyUocgP+9UREl0KPH20Uu7biQorjv66KN1SmYCMXfv3h1WFY5pSDIVK1aM2AxEHHw8TtUY84I8efKofv36uaZyscqx9/Pbwu/z3//+N+qwMoUAAOENJZ3ixYt7mcZcXcZJAHjr1jHqqzfnaEx6Pn67qt9FFH1y9QKJMHghAEQAJmgCAGymO++8MyznFs52cudEYjlxM4U9ZhoMURif1sMhLw/kH4NpZpmzjHOYMMd4AIRFZlqs/siPKDMRGN24l9q9NYtJ3vGevqp5vy5hA42XAPDO4HHqs5eOSBKdfV131eGu2MzJzERaRpWbEVg9a5F6qd8oGwQ1WzdSvV+MLo8nBIDcvGpk7IKAICAICAKCgCAgCAgCXhHAwUm0vlOKPdr1tWrV0vl5nbm2rWsefPBBfZbj1+IhADzxxBPqpptucm1KCAB+ZyB7y3fr1i3sfI3ozebN7bl4SQvqlHx3i9jHOXvRRXayeI8ePcIkvFnvTucdTiMczU4jJ7Xz7JHUBaZKafailvtaw4FOSlY3IzCscOHC+mzXiog1y9WtW1c75XG8+jW/BABSQ0AOMR2+tEnbrK1ffvlF4ah0Gg5W1qlYaiLAua7zXle+fHn1448/RuwwexH7m0lGIb0IKS3iIaPEQiaePsaqk+9x7kOi+vXXX23FCY4kGLJs2bJ6vb/zzjtaucWZjnnIkCFq1Cj7eZ5VEWVJgeBUiAEn0jXzm2jWrJluAxJANPv+++9V5cre1EKFAOBl5jOrjJMAMLxOd7Xv1z16kA9tma2OynNUZg1YRhMIAkIAiABj0ASASA538iIh3x/JyNvFQ5fzxjNnzhzVtm1bfZkbSYCXTVjA5IdyM9hVSH3xomEaN29eRiK9/Aay6qSSlENgy7L16skLsvJ55S9cUI1Y83/q6Lz2l4p4CABv3/G4+uLV2aHxtr7xYnXOIHtuu5QDQzokCCQRgYN796tHzu6nft92JE9fwWJF1G3znlVFjyvp2rIQAJI4IVK1ICAICAKCgCAgCAgCgkBGIMAZR5MmTVxl94sVK6b427p1a1hELYMnzeIzzzzjigOSx85zE6IFYxnOOvKze7Xt27fr85s9e7IOcp0mBACvSGZ/OWT5cSwRwWgZkYzMqdPhvm7dOh2ByzueWZbzO+uMDycvzn8z+hNH0qJFi8LSViDVjmS7abt27VIlSpRwBYL+QASwrEyZMurnn3/OftBycYtuzvhYcBB5/NFHH4Wlioh1nfW9XwIA1w0dOlSNHp2lFurFkEh3qgx4uU7KxI8ATvgrr7SfsQ4YMCCMZGS1gBowe5Vp3HecaUms70kfTNoJJyGFdMO33367p44nu4+eOqGUIiVLnz59bMUbN26sCYDsr6a5kfGaNm2q92A3Q32ZiH3TcOL/3//9Xyh402s/3QgA9M+NrCUEAK+oZk45kwDw9dwv1PNXDtODq1i/hrph+tjMGaiMJFAEhAAQAc6gCQCwI2GVwaI0LZpMP+WQToIptnLlyojXIQGFFI9p7du3V4yhZEl3hxJlR44cqe655x7f1wW6AqWylEHgqU4D1fdL1un+uEXp+yUAmDI01Nnm5ktU+9t6pcx4pSOCQE4i8Nr1D6rl0z62deHisbepBl3bhHVLCAA5OVPStiAgCAgCgoAgIAgIAoJAOiCAowqHlWk4QSdPnqwVEzlAx9HZv39/NW3aNFu5QoUKadUASAJO41ozncCpp56qVq9eHTgknBeRbiCSCQEgcMgDqxDHJ+vMtDvuuEOrfboZjigcss7oapzxRFi7KVigRDFo0KCw6nAy4TAyLdpaKVCggJZvt6xIkSJhAUeBASMVRUSAwCuCwZirWEb0NQ7JaKlKYtURDwGAOnH0cm5srhlnW6xZAsxIB+B0pMbql3yfGAKojLRs2dJWCYrAOPSLFi0aVvnw4cO1vLxpOPhRGXYayiIEJDqVHlAOJmLeqyWzj177QDlSWJDKwDT+fdlll4VVA1kQZQTTIOFAoHDasmXLwpz8lIXIxZ7u1ywCAL8rFGQgg6EiQGoBSI6mCQHAL7rpX94kAJhBl90euUU1urh9+g9QRpAUBIQAEAFWJwGAiPj4zC78AAAgAElEQVTSpUurTZs2ha7gM1jd9erV05sxzLGCBQu61ujFke92oZfr4nXkx3tdUlaiVJrjCPy+fZcadfqloX7cvfRVVbTsEQKJHwLAGzc9rJZOmReqq92tl6u2txypO8cHKx0QBFIAgSVvfajeHPiorScnNqgZ9tD277+H1ME/D6oC+Quoo48Olwtr1POcFBiNdEEQEAQEAUFAEBAEBAFBQBDIOQROPPHEsNy7s2bNCstPTJQ2kXROJyuRjm3ahJNxOfMxAzIiOUsSGTmRva1bR8/bKgSARBBO3rVTpkxRXbt2tTWA04ezvGOPPTZiw0SGQkZxylE7L8ibN6/Ou07eaDcjmtfplPJDAEBynrMesexHALUPlB/Yp5YvX65QkkBmHeISUdmkd0ClNZKyq58ex0sAoA0ckhMnTlTz5s3T6xqFWshSrD32LequWrWqn+5I2YAQIFiElAysHdMaNWqklWus1MH8xsePH6/uuuuuMBUcggqdUv6sx7PPPluhZmxaz549dbChH6JHsvroF8IWLVqoBQsW2C5bsWKFVmRxGooH+fPnt30MzqYqi/Vl9+7ddaS/aW7pX7z2l/0bkuIFF1xgC+pEIVoIAF5RzNxyJgHg3vo91R87skhkD37/nsrzn9jqVJmLjIwsGgJCAIiAjpMA4GUZ8VAGM7JLly5hNwovjny3NniQhwn+6aef2r42UwfE68h/7LHH1MCBA231xkod4AUHKZO+CLw64H61Yvp8PQCYYzDILPNKAHj1ugfUinc/CV3X/vYrVJubeqYvKNJzQSCJCOzZvks93KqfOrhnX1ytVG1WX/V7/b64rpWLBAFBQBAQBAQBQUAQEAQEgUxAgECNKlWq2IbCv535eK0Cffv21Q4t04jKJu+v03DGmVG65HB/8sknA4MNRwPnMJEkmK2GhAAQGOSBVYTziLzOTgc6zpsLL7wwajvIReM4NdMGuF2Ao421ytp0c7oJASCw6ZSKBIG0RACC0A033ODa91KlSilIPtu2bQuT8ecCCG5EqhNtbhmR5qeffrpCydhpJ510koKUFMvOPPNMLblvWdB9jNV+ot+vXbtWofZjGoQIyHqmQYbhGcFM6cI94b333tNphaZOnapJM/v27dMKHkT0k3KIdAJ+TQgAfhHLzPIWAeCHz9eoiZdlqV6VO/VkdfP74zJzwDKqQBAQAkAEGOMhAFhVIamDNJepBhAvAYDcXeSS+eCDD2w9DYIA4DZGIQAE8rtK60puL38kmviWOU+rE045SY/HCwHg5f6j1aqZC0PjP/fOq1Sr63ukNR7SeUEgOxCYfNVwte7Dz303JQQA35DJBYKAICAICAKCgCAgCAgCGYbAxx9/rFq1amUbVadOnfThu5sNHjxYy1WbNmHCBO2QNY1DeyTSTXvkkUe03HVQdt9996khQ4aEqiMA5IsvvlDfffedrQkhAASFeDD1QDrB0eNUkiDCljmNZpwXPvzww746cu211+qIXqcJAcAXjFJYEMhIBNwUHmINFJl6HNpO8tz7778fppwTqy7n9yhDOFMgB9lHv/3xW557vDPNAXv2bbfdZqsKRz+qQKbx7IGzfvv27a7NQuSCsDF27FhfSgpCAPA7i5lZ3iIAzB45UX364kw9yIvuu0E16XVeZg5YRhUIAkIAiAAj0kbI+sPmisfII4Pj3mLoCgEgHhTlmpxAYOaoiWr+M2/rpmu1O0Nd+fxw/f+xCAAvXn2vWvP+EaWK8wb3US0HdMuJIUibgkBaIrB48nQ17e7wQ51ogxECQFpOtXRaEBAEBAFBQBAQBAQBQSAHESCn9ttvZ73zWuYm2btu3TpVq1YtW7nRo0ernTt3qjlz5ugUkZz5ENmHXDe5hNu2bet5ZCg+nnLKKaEcy0RqcnaEVLEQADzDmO0Fcfoz35s3b7a1jYz2iy++GNWp88orr4TJbVeoUEGh0EkKijx58qhPPvlEkWfbuQbIx3777bfb2iQi19kPPykASG2KFL2YICAIpDcCTz31lLr77rttijWRRsQ98IknntD3LqcliwBAO0H1MZkz9e2336ratWurP//8M9QMRED2WRQVTLvjjjsU+3I8hiLzo4/aU4JGq0cIAPGgnHnXWASAR5pdrX7ftlMP8P5NM9R/8sVW5sg8NGREXhEQAkAEpA4dOqRz3fBfpHCKFi0aeohHom3r1q06VxMMMLecXTy4k0fn+OOP1y3ESwBAcgcGuJM5BxONFwIs3hQA9O+KK66wIYBMD1Jk5M8Ty70ImCoA/V6/X1VtVi8qAWDylcPUurlfhAA7/+6+qsU1XXIvgDJyQSBOBMZdeIv6YenXnq8WAoBnqKSgICAICAKCgCAgCKQwAjhfcYyR+g75WQ5eOWjlcBrZVdLs8a6aiHFoRp5W2iE39/Tp031V9+OPP6o33nhD52vG8UvO3QIFCqiyZcuqhg0baslvIr9MKV1fDUjhbEGAeSNq2pReL168uI7Wy5cvn60P8ThCOnbsqHMk41iNZeT4nTFjRqjYqFGjtBrAySefLASAWODl0PeQP5Bx/vpr+zsbv31IJUcfHTkHL+eLnLWZeaTJM71q1SpVrVo124jYbyCfmEFJrCnIB6YqBWUgqpiGkiiy1G6GfLcpV33CCSfo802xzESAe+m///6rFWr95G1PNTS4f7/wwgtaWn3NmjX6HJ4xcf/lt8P9l+eESOvebTxBP3f873//U++8846aMmWKjgDnXsNvrUyZMqp+/fqqa9euinzxzvtMkFhD5sFXwXPK8uXLdR+Yf3AhbTHEJYhK/H8ki+e+56zLTQHAKhNEH4PEzKyL3wvy/EuXLrU1gaoL6i5Ow1/z+uuvu3aHewH7K3v47t27w8rwe2SdNGrUyNNwhADgCaaML8Re+NPyDeqFXsP0WI+rfqK6dd6zGT9uGWBiCAgBIDH8dK4c8setXLkyrCYY4Rb7O14CgJfr4iUAxHtdgpDJ5WmAwKLn31Xv3jNe9/TEBjXV9e8+FpEAMPHyoeqbj5eERnXBsGtUs76d02CU0kVBIPUQeK7nXerbhcs9d0wIAJ6hkoKCgCAgCAgCgoAgkIII4Ewjt/XMmVkyltEMB9v48eNdI9YiXcdhLnXj9OdAHDI/dt5553lqk7Ic6iMXj3M2Vr5ucsaSr7tx48axhiPf5xACvXv3VpMnT7a1ThTfAw88ENYj0gL069fPd08hq+BcikYGwfEPAcCyypUra0cupBIhAPiGPFsuwHEFIWnZsmW29kg/wf6CMz+akdrhjDPOsBVBPtokgZhfErBD4I5pEJcgmVjWpEkT7UQyDfJA+fLlw7rC/ufsY82aNcMIBNkCpjSSLQhwD9y/f78mvaUrAQCHNnnTCdKLZiVLltSy6iixRLNkPHds3LhREVW/YsWKqG3zeyPorm7dutky/9KIPwQgR/C8aBoET8ipbvfzdu3aqQ8//DCskZtvvlmT+SCyQvwiHRHPuk6V6R49emhiqRcTAoAXlDK/DASAjx55VX1+WP7/whH91Vl9OmX+wGWECSEgBICE4Ms6DECqyy0H3DPPPKMfUjAeBi6++OIwFhk3FlIFRLJIBIB333039LLIYQQ57Exr3769Zp3zABTJ3AgAMBI5sChWrFiCyMjl6YrA1tUb1eevzlJfvv6+OvTvIT2MqmfVVUXLldb/D2Pcsq/nfRmSnOGzC++9Vp3V+8J0Hbr0WxDIcQSEAJDjUyAdEAQEAUFAEBAEBIFsQgA5VaLRnDm0ozVPtOtnn30WNbqad3Qrso+IXDengR8CwI033qiefPJJz6gQnUteXQ6NxVILASIzOfMwjehMzl1wkDkNOWWIH6YR1YeDHwcrUX0LFixQ+/btC7sWQgHEAjeDSIL0//fffx/6mshR0lBiQgBIrXVDb3Cics62aNEiW+fq1aun9xsvig84enr27Gm7nlzQSHG72YgRI9Tw4VkpGS3j/BHnkmU4Ozn7Mw1HkRsJiZQCrC3TGBMRv2KZiUC6EwA46+bM249NmjRJQfRys2Q8dyAZT9Q4Cr5eDIVh9gwhAXhBK/vKEOHvJALyfLBkyRJFmhY3I3qfwFDTUKOYNm1aWHE3FWZULHhGNc/ZI41YCADZtxZSoaU5Y15RX73xQVhXIJTs/eW3kL+m2PGlQuSuIV++nApdlz6kIAJCAAhgUnjhI0eb0+69916dfwdDggtH/wcf2H+8Zhm3riA7A7t327Ztoa95sUBdwGIO87DvZDiedtppWvYnkqwPzN8777xTkxdMGzBggM5BA+tcLHciAAFg7LnX+x5851HXqTOvPMJE912BXCAICAJKCACyCAQBQUAQEAQEAUEgNyBw8OBBReSqW7QcZHT+kKVGutZpkOwh2zsNBx0OM6LrTIltNzy9EgDeeustRYSW08jTjQOYiGA3adeKFStqp7K8V6fOamatNWvWTCvbmcZBPQf2boZD5+OPP9ZO/oULF+pIPtJI1KhRI1QcKWoitZ0qFqSD/OGHH1wP9p1OLadcshAAUmfd0BPOz1BrcJ7nnXTSSToyFBlyL+Z2dhctAvT666/XObNNe/zxxxWkJMvIP+0kmjhJAlZZpKqRrDaNM0vOJcUyE4F0JgC4EWaYpVjS6kjs45TnPmxaMp47uCfg/HeqcNAuKYz+/vtv7Q9wGmf1q1ev9uT4TbWVaaUQyaR0R26BlRA1uP+TviGSnX766WGBnhAC+NxpPM9WqVJFPxeYBsGgQYMGMadZCAAxIcqoAhAAPhxjV6OINsC8BfKp+zb6S22WUYDJYKIiIASAABbI4sWLdeSC00znPocRN910k46uN+2WW27RDLNIOYCQkkFSxjRuDDwIWcxdNwICL5vIiEW6iSA7c91116mXX7azgyLltQkAJqkiTRCIhwBA1D/R/2KCgCCQGAJCAEgMP7laEBAEBAFBQBAQBNIDgdGjR6uhQ4faOkuOWqTZIcAjVfzzzz+r/v37h0VSFSpUSKsGOFXriKZGRt2LeSUA8J7P+75pEPF5HyeXN2oD/P+VV14ZSi9gleVzN/KAl/5JmWAR2LRpk3b+O9UmiPjjDCRRg1SAQ8dZP6QB51kRxJA6deqE1gtOFMgJqFtYJgSARGckuOtx2vA7Rj3CtNKlS2vnvzOiPlrLlMdZaBpOJiLzkYo2jTNE1pSTzORMAUA+9Nq1a9uuhaCyatWqMOeim1w1Dq6WLVsGB5jUlFIIpCsBgDPrSpUqKQhWpkFgGTNmjCbdcP9FOcVNWh35dad6SzKeO1DnJT2RaeR9R30IkiOGahEBgagPmIZ/oE+fPim1Xrx0BiIFKjbFixf3Ujzlyzz99NPaP2IakfkQvnhuiGZuKVggn0S6L6Dy41QHiEZCNNsWAkDKL6VAOygEgEDhzPWVCQEggCXg5qSnWlPenwcTohH4M42DB5zwkW6cMHcHDhxou4acNLCALYmx9evXq+7du2v2oGnRDhxgnPHgxAuIaSgLtG3bNgBUpIp0RSAeAkDf1+5T1ZpHZkWmKxbSb0EguxEQAkB2Iy7tCQKCgCAgCAgCgkBOIIDzfMuWLbamyaF97rnn2j7jkJmDVKdjlXfwNm3a2Mq6EQAgEnA9B7LO93BnxLYTByL3ChcurCP4LKM+0vsR+Wva7bffrh555BHbZ0Tv+kkdkBPzkBvaZO3ghHc6XzhXefHFFwPLi40sO9HZpj388MPqtttus31GtD8pIixzk4AXAkBqrEzO8XAusk5MI80HjnO3KM9oPUdJAOegMyIYuf7nn39ep4XAOK+D/OSU5kdRZPv27WHkJzcZ6l69eqlx48bpc0OcwJxFOqXUq1atqpVKgs4NT47iF154Qb333nsKggJOXBxqOG2rVaumFTe6dOmiIH15tR9//FFNmDBB59uG0EMb7M9E1J599tnakWoqc8Sql/o4M4VQwb1jx44dCjIGxA7mlbNa+pnuKi7pSgDg9+B0jvM7wZnuXK+k0CDgzjSINs50Hcl47jj//PP1OjeNf3fo0MH2mRv5h/sSJLF0s0wiAOCPQcGHvd4ySHnsC87nUbd5Yp/g2dU0fDOnnnqq67RCNIBwYBrKME5lFreLhQCQbr+UxPorBIDE8JOr7QgIASDBFQEbmAfpkSNH2mpyi8DnBuKUlosWqc8DLQ88U6dOtdUN2xHlAMvIF3P11VdrhqFp0dQFYEnywG0aeeyQS+ShSCz3IiAEgNw79zLynEdACAA5PwfSA0FAEBAEBIH4EOBgCgI0achmz57t2zHyxRdfaGI0jjGk35EY5V2JA1LSnTmdvbF6SU5uosmJrPn666/Vzp07NekaZwHRWjh1nBGXseqU74NBAOcN82Aa/8ax7mZ9+/YNU9LDOcAcmmYRADi8bd68ubrooot0TnWIBlYknlXeiwIACgRI+JqG7D+OI6fhqHMeFnfr1k2RQkAs5xDgd89aYA8wjT2A8xOkpIMytyhCzmQ4v7GM8xYiQS0rWbKkJqc4A0KEABDUrCRWD9L6SOw7DUcx9ycvxpybEtKQQgYNGuR6KfsN+xf3QNMhZRW+9dZbw4hGfDd37lytHOq8hrrKlSunc5OjKOC0ZKiU8AxAmhbOKaMZa3/s2LFh6UzdrkGlA4VVnNmRjN8yZBvKkqIlkkHCoAxKrNHq43oi0AnKckZ4e5n3VCmTrgQACCxOxVr+7Ux/C878Xrg3m4b8vym1noznDuT/jz32WIVagWXkjIek40aqgaAC4cYy1ixkIKeaUaqsnUj9yBQCAL4WntPMVFPMG4QvCIJeDKLWs88+ayuKcoBTydkq4KYAwDvTOeecE7M5IQDEhCijCggBIKOmM8cHIwQAlymArceBAg/mTma/WZyHa1i/vXv3DsvhwqY+adIk24scjPOePXsqDrdMI/8bJAJn/hykhLjpmA8TNWvW1DnnTHk4+sFDKS8DplGWB3rk5UyDWMADOfWYRu6vYcOGBfoSnOMrXDrgGwEhAPiGTC4QBAJDwC8B4Oi8/1EPbJ4ZWPtSkSAgCOQeBFLFWesmx+llFoj04eBYLGcRwHGF05/oFSSMLYuU/9Ktt7zr8G5CbuJoRpQVDn0vTntSoXEo54waN+sn8pCoMdMZl7No5p7WeYdu1aqVbcA4WJzEd6uAM186nxMJCgne+Z4L4YNc3TiXLIv30BRZd0t1z6qL6F2cDU4jAgxSgWmkBWDNiuUMAnv27NGRwcuWLbN1gLXHfOXPnz/Qjrnlq2aNslYx+oMDaNu2baF2WV+sKaeZTiLrO6KncTbhJP7kk08C7btU5o4A6T6c53d+sXKmgeD8jr3hpZde8lUVEcXsb3nz5nW9jpQqPFN5Nc4xObMM0tz26lj10wf6EsnclDWi1Ynj2KnYYJVHzYV7jTNiN1p9OATpo5NwFmtcqfJ9uhIAWrRooUh3axqpUk477bQwaCF1OPdziC9m+oxkPHegxsu5u2kQASOtLyLNnb97lAGcBMVUWTuR+pEJBACURHivYO2YBuELRSevxvuPk5Tiln6C+iAaQHY1iSl8zvtTNN+T1Zd4n2W9jiUny2XCmooXv/8dOqT27vxd7d21W+3defhv1261etYitfnLtZ6rzVsgn7pv43TP5aVg7kJACAAu840sFg+uvIzhyCfioG7dugqZL4wbBFEEMHmReHPmJOI6mInOaP9IagGUv+eee3S0P8xvolU4/OAB3nljwMnPQ73z4Wbt2rWaueZktsM6I+9RvXr1NAuWGwtOfucBG1H/MOD9Spjlrp9L7hitEAByxzzLKFMTAb8EAEZRqnI5dcfCYA9vUhMd6ZUgIAgkikAqOmtx/D733HO+hyYEAN+QBXYBMrk4unD84+h3M68EAIjJOOM41PVikKBRCCDCKpJxUN+vXz9FZFYs42AfiXZn7s9Y18n32YsA77lOtbv58+fryG4vlsihKTKuvGubxr8tqW7rc/YkCCWmjR8/XhNRxLIfAaKd27dvHyYBzbkIa8dJ7Aiih27pG82IbZxZOLUSNadjK9H65PrICCSDAEBrnA0++OCDOhKd879ohsMfJzhBQ8joRzOcV5wtRotsJ/CIdcm5Z5DS/24EGPpKlDMkF8h+u3fvDut+vnz5tAoGEdtOIzgLJ53TkOWHEGOpBTm/hwAAEcBpbvLbVh+JIIf05UzPYH2/ZMkSfS6cbpauBAA/OHNPdkquQ/4yU634qY+yXp47UN5wptA1SV/ONt1IOmbqYL99zKny6e6sXbx4sY7Qd6qiOBV7vODLflGhQgVFuirL2Js2bNigU4qYRloUJ5EomvqVs/1EnmW9jCW7yhzcG65G8+fBg+rAgYPq2OLHunajQJFC2dW9wNrZtyvcqa8d/Tj5Dzv7/+D/f/lN/bnvyPqJtwNCAIgXudxxnRAAXObZ7cXNz3JASooHamdEP3XwYEtUfzwsYvIdQSwgT5fTeIFAWi6SlFis/vOiMHDgQIn+jwVULvheCAC5YJJliCmLwP7f9njq27cLl6tXBtwfKluhbjV140z7obOniqRQ2iCQKtHaFmAcVqKWRIQDee6Q2OWAkkNpohh41nFGd6YN2BnW0VR31hIp48xx62UKhADgBaVgy8ybN089+uijOv8u8vzRzCsBAMI0adKcRpQrewqyxU6LJt3+5Zdf6pQBZs52rscBQdQs9TmjffiOCM10i8AKdnZTtzb2MGSYzcNVSPNI7OI48mKJHJpCUIKoZBoRiBASkGknmpcIMCJYzXVHHmne/bND2hciDep+OBL47bj9pqLhRNABSgU420ijgKMOkg1KgjhByE0bKeo4Ur1WSg8i1XHS8dxA33DSsO8nMwUHv3FUIJDhNY0IO6ItOZz3YkThO3OKk2s90lkOzz7MgWmkBbj22mv1R25OKi/9cJYRAkA8qMV3TbIIAFZvUINgL+F5GocRaUcgr/H7Y70iC81vsHLlyp4HwG944sSJins2a5jfM/sQ+2jr1q21corbmaLnBlwK0gb1O4Oj2Ds4p+Q3x15JKlJ++6bKKdVFipgldcLy5cttLV5//fVavr9w4cL6vsC1nOGaRl/Yf80zWXDB2eYkBxKIBRmCPRsjxzwRvUjGmxZNWSAR7JJ9bW4gAHD+bqZaAVMUfUkJEY95fe6YMmWK6tq1q62JG264IYwMaBWA8MN6jXSPiKevOXFNOhMA2E8ghzhTlKDWzLNcPKQo5nzcuHG2qeBdhOcq6zkx0t7nTPEcbT4TeZbNiXUSqc07TuygDv0bm6RtXX/OoCtV6xsvTokh7N/9x2Hnvd2RH4rc3/mb+uMX/narP12IDskchBAAkolu+tctBACXOUQaiJu48+E11nTDIscBz8NHNGYujHOkf5zR/dHq55CBCIJoB1O8VNM+L5l+DLUD/niAFhMEhAAga0AQSA8EVrw7X7163RESQLXm9VXf1+5Lj85LLz0hkIrR2nQcBwGHZRxSRjOcdMgcIrMtlv0IpIOzFlSI6F63bl0IIA5eouVutQpCAMAZLZZ9CCBZHElW19kLLwQAnHPOnJeonBHBj9OAtcB7GQfxTil/Dl3J7+60M888Ux/em9amTRu9F5GvmQM/cjo783Xi6Fy5cmX2gSkteUYAx7pTRp85xAHk1RI5NMVphcPKufZZn1bEKA540zgLwKHXsmVLr130XQ6nzsyZM7XDmbYsYks0goyzEcaGQwLFQA70IxlqBwQimHnMI5XlTIJnBPKARzNIHJxbXHxxsIe6BEb06NFDsUeYhnMP5z+H8V4NTIngM6OpuT+xVzijTTk7Yj2YRBXaQaHRIhHgVPJKPojWRyEAeJ1BKZddCEAK5ndvGgFM3I+dDjWUUniGM61p06Zhah1E3Dds2NBWDgIO+7mzTqJ5ISeaRnQ2hAfLcNDhqDON6O05c+aEwbRo0SLVrFkz2+dE+aIEm26W6QQA3pdr165t26dR7yUFr5eUUW7z6fW5g+cCno1Ni0ZQ5rnlrrvuspV/5JFHwtL5pvoaS1cCAL9fVI/dyMUQrrwQHXnPYL8zjWdAfDY//vhj2NTx7sFzgZv6Cekjli5dGlPZxao0kWfZVFpTqUYAOPjHfltUvhWhjyN/7y+7sxz6O/n/3xRlg7a8BfKrY8oUV8eUOlYVKVVcFSl9rP7//67aqNZ/7K6059YHIQAEPTOZVZ8QAFzmkxfhVatWaUmuWLkorcuRl+MgAkk3L4eW5KHDWc/hbCzr3r27ZqR6yQnDjYV8qDxExCIwIPuPjBgv3UHnv4s1Jvk+dREQAkDqzo30TBBwIvD5q7PUlDuORP7XOb+ZuvwZO6tcUEsvBFI9WpsoJZ4bOGD3YhyQc+CeDKldL+3n5jLp4KxlfnCumJFgRHYhyS6Wegi4rSkrz7pTMtcLAcBN/YHDUd6pTOPAiwM33tEs42DemRuWqFyiNU3D6UcUn5XKzfqOXMqzZ8+2leW9TJRLUmvduUXXERlLVCvR5F4t0UNT7nn33nuv/otlOJg5HHY6j2Jd5+V7fgMEE+D0537sjGCjDj8EAD/3CfZq1FqiBSTgaOI8xKvaIU48IpWj5f/2gotVJhJZg98/ZKJ40h1CRnKeCXEuAyGCfQkjzzTR/6gdmObm1PQ6HtYR6RtNw8ngZ917bUvKCQKJIkB0PL8J0/i3Mzc236MIAlnGNOT/nQFSRHA7FU5NRQ3zerf0A2b6DcqSRoEUrqZNmDBBKyK4GfuGmZ4BtaBY6keJ4piM6zOZAMDY2GdxopoGsc3paPeKrZ/nDjdJd78EgESUCryOKehy6UoA4BmGd49EDFIR5CKn8d4DqTmWH8a6jmdZnhkgAXi1RJ9lvbaT7HLZQQD4a/9Bu9T+L1lS+zjysxz7WVH6/P/BP6Kn4YkHj6Py5Mly6pc+/IdjHwf/Yee+dvRrh/+xuoybzRnzivpwjF1VKlpfhAAQz0zlnmuEABBlrnmB5CF02rRp+oURprf1UFq9enW9UfOCi/Off3tx/LxcBYgAACAASURBVJvN8fDIy/Fbb72lkKtkM8c4JCe3FHXDXodx77duHAj0myg9Z7/Je4fcJgdfzpw0uWfpy0gjISAEAFkbgkB6ITD/mbfVzFETQ51ufMm5qutD9qiK9BpR7uxtOkRrc2CHQ9/JYOcZhagY2PTOXHrMJpGTTqZ87pzl7B11qjtrQYO1RBSoaekYCZO9M5tzrVlriujTTp066Qh83ldwODqltmMRADi0Ze7NaFnUyNhn3CTTOeCFTGQae44Z3YVzdtiwYbYykWSFiRQkYtA0IZ/k3Npya3nFihXaiU5OZtN4x+Vd1o8lemjKeiVKnr9YxhkBaQOQfw3KuLdC3H/ttde0szmaeSUAREp7iHoByj2obpikG9rkt0/aH+e+bfXn9ttv14EITuM3jTON37fTyOXNXHOekqhBHiK1odM48yAKz4uBsal0QHQpZzNuzzfsP+xbRP05ZcV5NuIMqXnz5l6aDSsjBIC4YEv7iywlDyJR45GizikAeBZwkvL4XRMV6zTG6AxAclO1gHDsVBLh/BQVAKcR7e0MmOIe73w28YoPe1+hQoVsyijsY25RvF7rzKlymUwAcEu7gmoEz4tuKXljzYHf5w4hALg7LmPhnFPfJ5MAwJjWr1+vFSFikSAhUvKsQaoSP5bos6yftpJZNl4CwD9//qWd+n/wF3LiZzny94ak97Oi9g/ssb87BDWewsWLGo79Eocd+qZz/4hj/+i8/0moWSEAJASfXOxAQAgAsiQEAUHAhoAQAGRBCALph8AHj7yk5o59LdTxlv27qvOGukczpN/ockeP/UThxXKsgVgypLVvueUWrTJkGs4Z8uVBAOCwjGgfciWbUsIcgiOBW61atdwxmSkyylR31gITilvOw2GiWrt06ZIiKEo3TASQG8fhhayv6Zgg4sUvAYC0D6R/MI3ofad8v/X9nXfeqdXZTJs6daomIliGahp50E3jsA+yttNw5kG6Np12rEUOf8VyHgFUG7i/OFM/ENFHZJ9fS+TQlAjQ888/Pyy6O1ofuO9xbwxK3p7c1V5zgHshAKDYwcGzk1xBvmSIBji+iD4nbeHixYttQ42U3xhCDlG9lgOTi3DAEGGLk4boWcgLkAKd0XNECTujh/3OMeWTla8d0gmBGebYYvUPBUf2rXhNCADxIpfe12Wys9aambVr14al0CAn90cffWSbPEhUzv2HPQSygNP+/vtvlS9fPtvH/IYg8MRjELNJH2QaxDP2gnSzTF1TPA84UwERVU3qCN5L/Vo8zx1CABACgHOdcR4yffp0/T7Cs+f27dv1Gclxxx2nVYN4V+nYsaPf5anLJ/IsG1eDSbrILwGgcMli6tA//6oDvyfHqZ+/cMHDTv0SWRH7hyP3idLXsvylsyL1+Xe+gvmThEp4tUIAyDaoc0VDQgDIFdMsgxQEvCMAAeCla2JHt5g1dnngRkX+cTFBQBDIOQTeHfaMWjTpyKHEOYOuVK1vDDavas6NLvNbTvVobQ69eXE18xwT9UbEDRLbpuGcIerWtKFDh6qRI0dm/kSm0AhT3VkLVPTReQjCwV2DBg1SCEnpSiwE4iEAEClIxKDtebJLFy1r7makhbjxxhttX40ZM0ZBTLIM+X4ibk0jWtmZq9v6nvQFplQnUcJukuqxxi/fB4sATn8cP9xfTMOJTL7deKJiEzk0RR560qRJtr4Q1Y2DF2U9Upig6IczwnSo4/xmnUeTzPeKnBsBABzcHFxeCACQaZzOaX7HzrQY/B7IX88BtmVE8uOEcyp1EPmPAoBp/NsZkQ9ekBnMtCFEA/NvnisSsWQRAOgTa6hv375qzZo1UbsILmARSVbc6/hymgDA8x4ODNJNkHYAh0Ykc8tr7XWcZjmUFJzS8DhOUInwQ76w6kzHlAmZ6qw15xlpfu7fprnJoJPX3fl7Y59AocTNIABABLAMZ/DPP//seylCRITwY+bzhsBEVLmb+oDvBrL5gkxcU9x/Bw8ebEOSZzieAU0FF69Qx/vc8dJLL2minGl+UwA8+uijauDAgV67mhLl0jUFQEqAJ51QfgkA8UBG9H2WI/+wU99w7OPkN537BY5J7Nkznv55uQYCwP5f93gpGirTadQAX+WlcO5BQAgAuWeuZaSCgCAgCAgCGY7AW7eOUV+9OSc0ys6jr1NnXhEfwzjDoUq54aV6tDaqA85DLxjsTmlOgMVR4JTaxaGLY1cs5xFIFWctSJDL9brrrrOBgiNtxowZOs81a4lIVBwCRGL1798/EJnonJ+FzOpBPGsKeUycdaa5RQBa3z/11FMKiX7TnMQi8noS8W8a6yiSBLebIxnnQTyysZk1ozk3mp07d+r5QjXGNJQeIIfghInH4iUAbNiwIWzPwSG+fPly7ZQ0jcjQzp072z5r2bJlGCklnv5bBADWJviQfoO2tmzZEkYw8EIAcCPLkBbDGfFKXyH0OVUX3JRaaHfWrFm24aH04Zbflr382WeftZVl30dpIRFLJgGAfqEYwhitFI6kNMAxjTIKKkfsQb1797alJol3PDlBAMBRCDEPpz/jtJzusdZUMgkA27ZtUyeccEJcMAoBIC7YknoREfk49llrlkEqgvBlpvThO4hC7H2mRZtT9mRnvRCOohmqPzfffLMuQopWyE1W2lfrOp4VeF5l30pHyzQCgNu7A6lrUKJCOcivJfLcAUmK92HTIqnkUGb06NGKZ1fTSBkEuSydTAgA6TRbqdVXZPwHV71Q/e/Q/+LqmHbe48y3/g5H6x9x9GdF6hcuUTSu+uUiQSBTERACQKbOrIxLEBAEBAFBIFci8FK/UWr1rEWhsV/y5CBVr3OrXIlFOg061aO1n3nmGXXttdfaICWCcNCgQa4wn3jiidoxYRmHcsgoI4sslrMIpIqzFhTcZN2joYPziyhbcr2LpQ4C8awpIusqVqxoGwQqIxy+uzl5ORydOHGirTxRhGa+8T59+qjnn3/eVgbiwIAB7tEQbgQAnAU4I8SyH4E9e/YoSCDLli2zNY6zGmekM2e0nx7GSwBwi5RnzbH23AxZfdN5xBrDYeWMlvfTd8pSBwSDCy64QKFcYVm84yIyFsl+0w4cOBBGauB7t5y5bhGO/H7NaFvIW9z33Wzy5MnaUW4aJAP2d7HsRYAIe4hSOP0hdripoGQXAYD1w9o0zY0s5hUhIQB4RSp7yuGIbtq0qVq6dKmn375zP7X2QhQp3MxJAEBRxJnmxHkd6i7R1Drow/jx4xXPOelqmUQAIFUMEffsW5bxboBCCQQsv5boc4dbyj2eRZ3Pq1a/UC1AvcA0yPROEoHfcWR3eSEAZDfi6d3e/w4dUiumL1Arp89Xa+d85nswTa/sqFrf2FM79o/Kc5Tv6+UCQUAQUEoIALIKBAFBQBAQBASBDENgwiWD1YYFRw7Qe794r6rZulGGjTJ3DCcex1oypLWJViBqwTQOiy+99FLXifCTtzN3zGTqjDKeNZUMZy2IsH5ee+013+BAPHHmg/ddiVwQGALxrCkaRynElBbnMyJru3XrFtY3N2e9U17cjahUq1YtRRoA5/V8VqdOnbB2cFjiuBTLXgT279+v2rdvrxYtOkJgpAdI7OOcPOaYYxLqULyOcrdI9SlTpugIfDeDwPDJJ5/YvkItoG7dugn1P9LF8Y4Lkg3R7JZBKiAK0s3cfisQEd59991QcSJn8+bNa7s8Wv7tuXPnqrZt29rK44SbMGFCUnCSSsMR4Dc3YsQIfQ+GeBXNYhEAUHNAwt2rsV6cUdakhHH+dqjPLcLWqxIIcvGJkm+8jimocpnkrHViQhoX3h1Ma9iwoZbWd1PeyQ4CQCz1CvbuYcOGKVRo0sHWf/RVWDdRNmJdQYhwe5aq0aphOgxNTZ06VT8f/vvvv6H+Mh5SA7G2/FoQzx0bN25UVatWtTXtlk7HKuD2GyDlhFMRy+9Ysru8EAC8Iw4RDYUKp2qU9xrStyRBSSumz1erZi5MaBCS2jQh+ORiQUAjIAQAWQiCgCAgCAgCgkAGIvBkx5vVluXrQyO7buqjqlLDWhk40sweUjyOtWRIayNnOG7cOBvY0Zwg7dq1U8gJmxZJCjizZzD1RhfPmmIUQTtrqROpTqfDj+hrPifCC+IBB2PmYZ9+gTnqKLV48eJAcmun3gylX4/iXVOkf0DK1TTWGRHHlnOeub/nnnvCJMi5BucV31mGVDTqI2YOYL4jWpmobcvBsGrVKtW1a1eFFLFpKJTgmIonx3z6zVrq9BiZcRzKRNKZdtJJJ2nHUNmyZRPubLyOcjflCaJBI0lBn3rqqWrt2rW2/q5cudKVbJLwoA7npW/SpImtqljOWgpzGM0BvmX8Nvi3m2PVzcEByW/hwiMHujhanfLdyHzzW3Mz5pVIYNMipRUKAqdk1cF+gbF3pJvCkZVWwgs2XtaUl3qsMjjsSH1lWqRnSvJj33bbbbaykFVMJQw/bad62UwlAKDugbPdNNQeSA9WoUIF12nJDgIApBOIW7EMFTQUhVL9+WDYqd3U/t3R0x6YYz17QHfVYbBdjSUWFjnxPe+UpIix0pJYfXjooYcUZFC/FtRzB8+ovK+YShPsTaiZuN1Pq1evrkgtZBnEOVQI0s05LAQA7ysutxEA1n34uVo5fYF2/B8yyDo2xAji95EBQAgA3teblBQEIiEgBABZG4KAICAICAKCQIYi8HDLvmrHxh9Do7vlg6fUCbWqZOhoM3NY8TjWkhGtfdVVV6kXXnjBBjKRGJEiYtz6zSFfgwYNMnOi0mhU8awphhe0s5Y6ccB+/PHH2pGEckX9+vX1OjMj9sgF3rFjR/Xdd9/ZUO7SpYuWKxbLeQTiXVM4FnGYmjl7GQ2ONKKhSpQoocjPGyk6dezYsdq5b5pbGgC+J4c00eS7d+9WkKQsx515LYe4HNSJZR8CHJ736NFD4fwzrXTp0tr5TxR5EBYvAQBZ+iFDhti6gPOb/crpCMLZfdppp9nKBpUCIBIG8Y6rSpUqatOmTbZqIS6ccsopYU198803qkaNGrbPuZdzT7eMaG6cdaaBBb9fN3PrN86dGTNmBDHd2VYHTiRUQ7hnZQIBgPXqptwQNAEAghfKEpZB3OIe7+YwIz/7448/HioLSTBWXvdsWwBJaCgTCQBIniN9blrRokX18x/PfZEMEtjmzZttX0dL6+BMAYByDM5Vr8ZzAUTC2bNn66h/p0IRKhdOMorXurOrXCYSACD8QiwnYt+0W265RY0ZM8Y3tEE/d0AodT7DkKrgsssus/XNjfgWSfnE96Cy+QIhAHgHPDcQAL75ZKlaOWO+dvr/feBPV3Aq1K2uTuvYXP/d3+QKdejfIypUsdAUAkAshOR7QSA2AkIAiI2RlBAEBAFBQBAQBNIWgVGnX6p+374r1P9BCyaq0ieVT9vx5LaOx+tYCzpam0gtIrZM80sA+Oqrr9Tpp5+e26Yw5cYb75pKhrPWKzjkBHeSR4hgJVexU3baa51SLjgE4l1T9AAnPoe48RgS5ESOm8ZBG2vF6TTwUj8EAWf+eS/XSZn4ECCHL+Qy570FBx+OoSDvF/E6yt32HkZL/nqiWSEqYBzs9+rVK4yoBJEFFZNkWbzjuvjiixV5h00bMGCAjnB12q233hrmZEG2+8svvwwVdYsm90sACNrJnCzMzXozgQCA+kPz5s11WovOnTurLVu2hKnrBDk3KLw4c3VHi+KlXzxvWgZpzCQPZMc8Z2cbmUYAQOUHAqlpPL+h+ILaUzQjhQ/qYaahNgI50M14HjTJfRD/tm7dGtf0QXxiDzMJipAWiOxO5WjtTCMAkEIHhQae903r2bOnevXVV30rMiTjuWPWrFmKPdI0FHHeeOMN1bp1a/0xSkDsr85n02jp9OJauEm4yE1Rgt/FgQMHtPqBmxU6NrG0TUkYRo5VmakEgO8+Xakd/kT7H9iz1xXfcrVPDjn9S1Q4LlTmjhM7CAEgx1akNJxbERACQG6deRm3ICAICAKCQK5A4N9//lHDanVTf+47EBrvkC9fVseekHVoLZbaCMTrWAs6WlsIAKm9Tvz0Lt41RRtBO2v99Js8rBygmSakEj8IJq9sImuKXiHPT3SgU7rf6nHNmjV1jtXp06fbBkHUccWKFcMGhgMLYoBzvVgFiTKFdEC7puGMfv7555MHlNRsQ+COO+5QOP6chpMFEpsXI395tAhSq454HeVcz8E+B/xOYx2VK1dORyUiSe5mRLQT2Z4si3dcbnnVcQQTtQg5wDK3cnyHQ+ajjz4KlRMCQPopAOCUmDZtmt4rTTn9eNeU1zWOQ8xcO4UKFdIqL8WLF3etAiLQ0qVLQ9+lo1KEV2wol0kEAPaTK664QuF0tYx9hnu5kwTihhHpTViPpqFyVr58OJEdMk7+/PltZXl2cBII/MyFk3zCtXPmzFFt27b1U022ls0kAgDPcvz+f/nllzAMUYfwQgA+88wzbc91yXrucEtpRqchq0B4cSOioISCko6XcWTrInI0NqRaJ/XX/iMpg2L1pc3Nl6r2t10eq1iu+T6TCADff7VWrZi+QEf7792523UOjz/lpJDTv1SlE1zLfPbSe77nv0kvO8nGdwVygSCQyxEQAkAuXwAyfEFAEBAEBIHMR+Dgnn3q7lO62AY6fPVbqnDxopk/+DQfYbyOtaCjtYUAkOYLyeh+vGvKqiJoZ61XZMkPjTPKNLcIcK/1SbngEEh0TdGT9evX6+hj8rziDEJOGznySy+9VF1zzTU6UtCMOK5cuXKYhLk5IqIAiSwnAotoUQ7gyDeM8wnn/08//aQ6dOhgA4HyRHEn2+gLa5nIL6KnnMSGSO3jdJg7d67v7kVSa8EpQySjM6eulwaiyTB7uZ4yRMeTjiERI30IkvyxLBGnJmNt2bJlxHz2kdoeNWpUWPqAWP30+3284+L3QSQ1Ua5OI+oW5wpO/UiR1qT/MaOyhQCQfgSASGst3jXlZe0Szesk7LC/P/PMMxEvZ982HYCXXHKJwnHG/Z+0FUhRE22LggupgS6//HKFkzldLVMIAOwP3bp1U8itW0aKCe6zzJEXQ0KdKG/TWJ+NGzcOu5wUEs6UMe3bt1coTsRryP0/+uijtssnTpyoSDWUqpZJBAA3tRC/uPPMZz43Jeu5A7ICdZNCwovx7Ecqodq1a3spnqNlhACQGPzpTgD4ceUGtXJ6lrz/79vcya7HVT9RO/3rdGyhylQRpdHEVoxcLQgkBwEhACQHV6lVEBAEBAFBQBBIKQT2/LxLjWxwaahP+QsXVMNWvKHyFrRHS6RUp6UzKhHHWpDR2sgdT5482TYjflMAEMHlJVJTpj25CCSypqyeBe2s9TLi/v37q2effdZWNB2kM72MLd3LBLGmomFAJD8KEKYNGjRIPfjgg3FDhxQr0a+W5cuXT0v7RpIzjbuhwxfi1Jk5c6Z2+hNNbjnd/UhrV69eXW3YsMF3VyLt1RxUI5Ecj+UmAgD4EOGPM+ill16yRbO6YUdaANIDcN9MtiXirOVaIvlxoPo1Z+5lnB/kcTfNbwqAjh07eibD+O1vssqncwqASJgksqZi4Yzz/vXXX7cVW7NmjYJ04masTaJn/ViNGjX03s5+mY6WCQQAiHwoNTjJZdFSPbjNFeWJ2DbtscceUzfffHNYcdYV68u0u+++W917772hjyAOQlYybceOHaFULs5KUQV64YUXbB/TjqmSkmprTAgA9hnJLgIArUJC6dGjh02xxG19sEdBAoWElw4mBIDEZikdCQA/rduknf7I++/a4k5qKXNyhVCkf9lq9ue/xBCTqwUBQSAZCAgBIBmoSp2CgCAgCAgCgkAKIrBz80/qwWZHDqSLHV9KDf3qlRTsqXTJQiBRx1pQ0dpuKQWmTJmic8a6mVukKo4rZLzFchaBRNdUrN4nw1lLmxdeeGGYcyjZ8tqxxirfZyGQzDWFA4HoazOPOtGdkFCqVKkS1xQQcU8EsylLnAz5f+qfP3++dvq//fbbYTls6bwfAgBS2eRc9WuRCABE3xOxFo/lNgKAhRER8dz7cHDh9CYyGdlpopSJ5GM+iUJOFpHEOVeJOmvnzZunyKXsJrFMW8WKFdPOLif5yqmWwfVgYBp4rFq1ynV5LV68OEy5AeedM9o3nrWZndcIAcA72vxe2LPNHO1t2rTRv6VI9u2336pq1ap5b+RwSVIaoDZQoUIF39fm9AXpTgDgt92uXTudGsU0J2nIC86QQ5wR0jhP2Vecsum06VxLH3/8sX5+sAzC0yeffGJrOhIp4ddff9XvLPzXNCTbGzRo4KX7OVLm7hoXqYN77dhH60iVJnXUJU/dqYqWKZEj/Y3WaDopAFjjQPECAhLqU6yV7du366+4P5LOgGdP7nWkEEoXEwJAYjOVLgSAHd9uUStmLNCO/x0bf3QddKnKJxx2+rdQx9esnBgwcrUgIAhkKwJCAMhWuKUxQUAQEAQEAUEgZxGA0ftYuwGhThxXvZK6dV5k6c2c7a20HoRjLYho7bvuuktHNJpGbk/kOd2MnIumw44yRNc6HQQyw9mPQBBrKlKv/ThrcSgR1W9apKhuHKmVKlXSDjfTyO1KjlexnEUgWWuKPYM9xil7H0syOhoa7FusO9M5gQOXfZI1FoRR94gRIxT56UlnEM28EgDcHKykSUBSOZa98847Os+309zyu3s9lN61a5d2DovlLAKJEgDoPYfT48aN0wQrIhghmfBbgHQ1cOBALYGNk8w0omjNiH+clqSTMA1nL+mI3Iw82shzm3bttdeqp59+OmcB9dm6EAC8A4YDGGUq01hzKD9EMggqkASchlOYez9kAp413WS3uS/Nnj3bewdTpGQ6EwAgXeBk//33321oQjKC3OPlfuWchkaNGqmvvvrK9jGpetizjjnmGAVe3G/vv/9+Wxmc96Q4Mdt8/PHHw9QDIBRyLc8FRYoU0XUsW7ZMpx7CgWsaqVHYI1PRlr3zkVo4aZr670r/KkGMp2qzeqpBlzaqQdfWqTg86VMOIiAEgMTAT2UCwK4ftoXk/bd9vdl1oCUqHheK9C936smJgSFXCwKCQI4hIASAHINeGhYEBAFBQBAQBHIGgR+WrlPjLhwYarxyo1pqwDv2HIc50zNp1YlAshxrVjteo7XJedm3b19b9yAEOKU5rQJEXZmOr8KFC+sDQa/OJVkJyUMgWWvKr7OWyGgzMosR41D6+uuvwyR/3aKAypYtG4qsSR5aUrMXBIJaU/v27dPRdjgRcNwgt+6MIiTHL+lEihYtGrNrRGLt3r1b/fDDD+rTTz9Vzz//vK7baTgdcT4GZW750CPV7ZUAwJiJHjMNVQGizeM1HLvI2puG1D3Rs2LpgUAQBIBoI8W5BhnAimKkLA451COcVr58ebV169bQxyhW/PHHHwqiitMmTZqkrr76atvHOOHuvPPO9AD+cC+FAOBtutiHK1asqNeDZThTifB3Wx9WGcgo5Mnmb+HChToFCuRByCmWQQIYOXKkTerd+g7FjnSR2bb6nK4EAAia3KPc1ESYa2fEvtvKgTzMfdo0CIBE95uKPXyP475cuXK6PedzAt8TgY0cu2msP1KTbN4c7ugiDRApcSgDwc3NIM117drV26LPhlJ/7T+oFk6cqhZOnKb2/WonXSTSfIMurTURoGqz+olUI9dmCAJ+CQBNr7xAdRp1JNgkQ2CIexipRgDY/dMvWU7/GQsiEoaOLVdandaxhXb8VzjNvwpP3GDJhYKAIJA0BIQAkDRopWJBQBAQBAQBQSB1Efh24XL1XM+7Qh2s2aax6v3CiNTtcC7tWVCONTf4/ERrf/nll6px48a2ajiANXNoW1+65ZVu1qyZPsAVy3kEglpTiTprcc7iWHJGSHPQ+9xzz4WiS4nu6969e1i5IUOGqFGjRuU8oNKDQFIAkNOX6Lxodtxxx2k1gEj5os1rcTgVL1485uzccMMN6oknnohZzk8BNwIAUYiQF3B4meaVAMBe27lzZ9u1iUoROzEn+tF00PkZs5TNGQSSTQC49dZb1ZgxY2yDc8r/W1926NAhLOIawk3dunXDwCG6ln3eNKK9W7VqlTNAxtmqEAC8AQdhFCUp0yLlcvdWY3gptzRBEAOGDh0ab5U5cl26EgCSIdduTQBzOHr0aM/z0bt3bwXJyM3Yk1AfiZT2JFIjgwcP9tUHz52No+D2b35QiyZNVV+89n4cV9svKVnpBLXr+59c6zmmTAllkQFQDMwNxrsJJoT1rNnes+NXdd8ZV6h///rb1/TnLZBPHV+jsjquZmV1fI1Kh/9bWRUuEZu866uhNCicCgSAvTt3qxXT52vH//dL1rmiVrRsyVCk/4kNRF0vDZaWdFEQ8IWAEAB8wSWFBQFBQBAQBASBzEFg7ZzP1Au9jzj961/USvV8YlDmDDADRhKUs9YJhd9o7UOHDqnjjz9e7dixI1QVstnk58SpZRqHdM4D12HDhqnhw4dnwIyk/xCCWFNBOWuRhHVLI4GzlMguIvvMyFMLfRzBRPaVKlUq6RPCwQ1RX+RxJ683ksWJWqTc6/HmVccJRcQ8fSS/rd+D7UTHkx1riihOnODIinuxWAQAogfZkyCSBG0WAYA2mjdvri666CLtvCdCskmTJrbmvBIAICncdNNNtmsTjdanX1OnTg3VCcb8rjLV+J3wR2R6tKjjdBp/sggA4ITD1un8R3adNeLmHEGSG0KNaX369FEoCJkGyQTyl5lbG5Ug9npLgjtd5kAIALFnCowqV66sfvrpiJOReYb8F2QaETeSlNf9NfYosq+EEADmuoJNGpJ77rlHS/5HMu65kJZQE4mWbmDTpk1qwIAB6oMPPog5sahNQVYhjUFO29fzvtQR/5D4nZa3QH51Vp8L1ecvz1IH9uz13NWzB3RXLQd0U0unzFNL356rtq52T9uC9DeqABACChXPXCcuz4683xYsWNAzhplWcOf3P6k1sxerNbM/MEYJGQAAIABJREFUVT8s+zrQ4RUtUyJECiCH/HE1Kqvja1ZSeY4+OtB2UqmynCIAHPh9b8jp/91nq1whKVLq2FCkP4qgYoKAIJC5CAgBIHPnVkYmCAgCgoAgIAjERIAX/jduejhUTmTbYkKWrQWCcKzR4USjtamD/OwPP3xkrfAZcp/IbOKUQ55zypQp2qFrHtDhaEFuE/lXsZxHIIg1FYsA4MdZSxoJZ37paChxKDdz5sykRoqyfmkDh/qsWbO00xALwplAdFHDhg1dpej9EAD4vS1evFj3EYKC5UzDkbZ3r/fD3yBWZDLXVJkyZRS5oznU9yIhbI0nEgEAp0Dbtm3VI488osgjnQxjHnFGXXDBBTY5/USctUj1I9lvGbmP9+zZk1D32b9JLWDZ+eefr2bMmJFQnal8sThrI88Oex6/GVKwQCKaMGGCzWHLlThFUGSpV6+ea0UQUkjjYspx83sj7/v111+vSReQCMnf7XS8kQ6ANtPNZE3FnrHJkycrIrJNu+6663QO9yBt3bp1YeowrFXyuaeqIcXsNNYUqQ9Ic+PmxD72hNIpOZxkKgBYA4ZcB6EItZBvvvlGK9ZAIoFQ1Lp1a51WpGrVqp7x+eqrrxREVFIEfffdd/qeyjMUJFPujzzzQZRj78tJ+/TFGdrxv3NzeKT+cdVPVGf16aQaX3Ku7uKwU7up/buPpNqI1W8IAB0GH/l9oi6wdMpctfTteeqPHb+6Xl6jVSNNBqh7QYtY1afd97mVAPDTuk0hp/+29e654L1OZvk6VdV/8uVV1EmaCi9WtmpFdVyNSsokBZSocJyXS1O+THYSAMB75Yz5asX0BWrD/CPP9yZIhYsX1ZH+dTo2V1Wa1El5/KSDgoAgEAwCQgAIBkepRRAQBAQBQUAQSFsEPn1hhpo69KlQ/1vf2FOdM+iKpI8n0ahVDvVef/11fRBE3lle2sldzMFNixYtVMeOHT05CXGkFShQIOTk8zNwPw47P/VaZZPpWDP740Vam4N7ov/MqD2rDqK1ObB0+65///5q/Pjx8QxfrkkCAslcU/E6a5GUxsEbKe+qBQNqE+SFd0ZRBwET+8D8+fO1Q53c6r//Hp5PNQgCgFskt9V/L/sJDjr6+NprrykOw52WrgQAnPzkdka2n1zi5Bk/++yz9T7ux/Fv4cH9AIUInAMlSpTQeaDPOOMMnb/Xq4pAEOvKrCMRAgBpMCB6WFa9enWtXgABCycG40WhAucH65R9l3FHM36vplrEJZdcourUqaPeffddtXbtWnXw4EGNIU60Ll26qMsvv1znXU5XE2et+8y5RU47SzLvL7/8srr44oujTv/dd9/tmpoF4haRtER9o+xiGnvWqlWrFHnC081kTUWfMe6rEK3YTyzDqc19jD0sSENBAqUq09zSrgTZZqJ1jax/iZbY9mrNru6kLhje32txKZfGCPy+fZdaNHGqWjhxmvrXsWcyrFPanaGa9e6kTj7LnmJl+/rw58JYMOB4dbMNC5ZpZYBlU+a5fn903v8cVgVoo046IzmEylh9D/r73EQAQAreivTftWWbK5SVTj9F/bhyg/r3b/t9OxrubW6+VLW/7XJdZNcP29S2dZvUT19vVtv4W7dJf+bF8hcuGFIIyEonUEmnFShYrIiXy1OmTLIJAP/+86+W9udv3dwvXMddsGiRkLy/c89IGaCkI4KAIJBUBIQAkFR4pXJBQBAQBAQBQSA9EPho3Jtq9gOTQ509f+jVqkX/roF3PoioVQ75iEB+8803Y/aP3PNPPfVU1EhPt5z1MSs+XMCLw85rXW7lkumstdrzE61NNHSnTp3U3397ywWIM4nIGg74xVIDgSDWVNDOWpAhah2n9nvvvaej43FMEjGKkxIHJNHUl156aVzO4GjIE606YsQI3TbOqWiWKAGAvQunR6TI7Wj7CSQaIt9iRTPmBAEgNVZ26vciEQIA5AVSR3g1yABE3rJfuxnOfb8StzVq1NDKBkE77ryOKdFy4qx1RzAWAQBiJcSrDh06xJwCng3atWunVQS8GM5g1ukVVySfdOqlP37LyJqKjhjPjNw3TeMZhJQ1QRvPDfXr17dV26BBA7VkyZKgmwqsPiEABAZlxlSEU5Zo/1UzF4aN6ag8R6mzenfSEf8lKpTNtjHz7o4iACkCNi5e4dpu8XJlNBmgfpc2qvRJ5bKtb0E3lOkEAEgdOP1Xz/5U7d35myt8J595mqrd4SxVu0NTdUyZEmpItU6eI/mp0CQAuDVAlDrqABYhgP/6UQtABUWrBRikAJQDUtWSRQBYOWOBjvZfPWux69AhUBDpz1+1Fg1SFR7plyAgCGQTAkIAyCagpRlBQBAQBAQBQSDVEZh1/2T18VNHnOrdHr5ZNep5TiDdDipqlRyiTZs2dY18jdRRHCEff/yxqlvXHiVhlY+Uj9vLwNOZABBvtDbSvVdeeaVrbnYTMw59rbzpXrAMokyi+dqDUpWwxkKkI1G7pEZAahsHMA4PsK9QoYJ2qHTr1k0RpSaWMwhY+dq9tJ4oAYAIa1RLIlm0/QSJ2x9++CFmN4UAEBOiHCuQCAEAlRUzh7aXQUCgIZofaX+nffvtt6patWpeqrGVwRmMo439K91MnLXuMxaJAABBhJQ+9913n1aC8GqQqvr27atJVdEMtY9nnnlGoW6RriZrKvrMoeLiJINACjj33Cy58lhGRD/PTZaxp6HOU6RIeATopEmTtAS8aawtL2ThWP1I1vdCAEgMWVIqYUdnQP7w5VM/1o5/oq2dVqrSCdrp3/SqCxIDLICrf9++M0QG2LHxR9caK9avoRp0aa0adGmj8hcpGECr2VdFJhIA1rz/aZbT//3F6q997pL81VueHnL6Fzr2GBvgQRMAIs1mImoB1GmRArLSCGSlE0iFlClBEgDWfvCplvcn2h9ijtPyFsgfcvrXaNUw+3440pIgIAikPAJCAEj5KZIOCgKCgCAgCAgC2YfA1CHj1Kcvzgw1eMmTd6h6nc+OuwNBRq3iTCUn48qVK8P6w0E1MvbI1JPv3mk4K9avX68KFSoU9h0OWucBtNfDJCTLkZhOlqVqtDYRzMi2ky8a6V6k/0mjcMIJJ6izzjpLR2pz8JsdFkS+9qBVJRj3ihUrtFwyeUqjGdLKt99+uxo+fLjKly9fdkAmbRgIuBEAIGm4SQcnQgD46KOPdI7aaOaXAEAfN23apA4dOhSqVggAqbu84yUAEFXN/mrOM6OEFMA9ke+Q2F6zZk3Y4EuXLq1zGx9zjP1Al9Q5bdq0CSuPXDepXrjfku8dhRynJSuCN9kzJ85ad4QhAPTo0UOnkICcRhQ1REvIaTjp4zXWO9H9ixcv1uQl7tUQSFhfrKF+/frpNtPZZE1Fnj1Ij+xPpkE64lncLbe9W01uBIKnn35aXXvttWHFSQ3EmjONdxDSoaSqCQEgsZlJd2ftXwcOaol/pP737gpPO0XU7lm9L1Q1WzdKDKgkXQ1ZAVUA1AEO/hH+7k2zp55zpiYDnHpu0yT1Ithq031NgQbras3sI05/Fe4n1qDVat8ky+l/blOVr1CBiEB+8Zp/xZbGl3gjecWavUTVAgoWLayOq1lZqwUcX6PS4f+vpPIXCT8PitWXeL9PlACw/qOv1Aok/mfMV//8Ga7ASCoOK9L/lLZnxNtNuU4QEAQyHAEhAGT4BMvwBAFBQBAQBAQBvwi8fuNDatk7H4Uuu2LiPfoFPh4LMmqV/LO9evWydQPn6ZgxY3S0GU4QnBbkROZgmZz0pj3//PPqqquuChvGo48+qm677Tbb5zt37tQH1WKpiUCQ+dqToSoxffp0TSrB4eHVWNuQKsSyFwGLAMBe0rx5c3XRRRepzp07qy1btigcCqbFSwDASXTaaadpx0c080IAwEFLH/kjxQb7nrnOMoUAgNMbMheOa6+ErOxdOf5bi5cAwH6HUs3ChQvVggULtGP+hhtuUORbJyLWMqL9e/bsGXbve/LJJ9X1119v6zD3R+rij3o3bNignn32WXXhhReGynE/HTlypLr33nvDBrt69WpF+ph0skx01qYT/pnY10xcU/HuU875hQDpjL5324uirYvnnntOXXPNNbYiEH7Zq9jruG9znxgyZIh6/PHHbeW4F5LWJ5VJJkIASGxXSFdn7c8bftCO/0iO1SaXn6cj/sucnD5KO2vnfKaJAKtnLXKd1HyFC2hFAMgAJzaomdjEJ/HqdF1Te3ftDjn9v5m/1BWhPEfnORzlnyXvnyeNlTMSVQsoXqGsgxRQWZWtVjGhlUU6TVJ4OI33maPz5HHFu/cLI1zb/HbRch3lT7T/n3v3h5U5Kk+ekNM/3jO6hAYrFwsCgkDaISAEgLSbMumwICAICAKCgCCQfAQm9x6u1s05Eklz9SujVfWW/vOHuREA4o1a7dq1q5ZSN2306NFq8ODBYYCMGjVKO0dMu/zyy3UeW6fdfPPNtoNDpEX/+OOP5IMsLfhGIOh87clQlcCR1rBhQ9c870RX4sx0i6oFDOThOTRPN+NwAyc0B/Pp5qzF6U4E7AUXXGAj/QTlBGEukdDGQWEZqQBw6BKZbVo0AgAEphYtWqgqVarYrslkAsDevXtV0aJF025NRfr9BrmmIrXx2GOPqYEDB9q+Rnli7ty5cW8rkAIgNZkGMWDo0KFx15kTF2aiszYncJQ2jyCQiWsqiH0KYh3P+pZEO4ixl2/dutVVvj/SmuK5AhUBN3UTntVROOF56uDBcFnrdNijhACQ2G6Sbs5aInmR+ScPu9OKHV9KNevTSTv+iehNVyNie+mUeVoZ4IelX7sOo1TlE7LIAF1bq+Lly6bUUNNpTf364/aQ03/zV2tdccxbML92+tfp0FTVah9fMEdKTVCUziSqFgBB4jiUAmpW0uQA6/+LlvUWEAIBYPYDkz3DdVSeo9RDW46oK2z6Yo12+vO377c9rvXUOb+ZOq1jC1XnvLM8tyMFBQFBQBAAASEAyDoQBAQBQUAQEAQEAVcEnuk2SH332arQd9dOeUSd1NhfxJ9FAAgiarVu3bph8v/kMXbLn75kyRLthDWtVatWCtljpxFJO3Xq1NDHRDUS3ZipZuaM8yrDmipYBJ2vPRmqEm3btg1ztrF2IZ/wO8BIY4Gj3xkRjuzyokXu0TOpMgdu/YAAIM5a9xlC+vqUU05RkFcwohJJC4Ez3w8BINL8CwEglX8Z9r4F4ViLNVoOr52y7YmS2txyxMerhhGr/8n8PhOdtcnCy3pOSLdnhGThQb33nXGF+u2/P3tuokmv89RF993guXyqFAxin7rpppvUE088YRsSZFsISn4NUiUkJqL5vVqHDh00aSnVCYnDa3eP6OhxG2uRkseqhj3aqqrN66uqZ9XzCkfGlksXZy2p9RZOmqp2btoaNhcnnVFbO/2RYc8027n5J7V0SlaKgEh7Z+XGp4bIAP/JlzfHIUj1NbX9m++103/17MXqp7V2ErEFXsFiRQ5H+jdVNc6WPPCJqgUUKl40jBQAQQByhWnxEACun/aYWjEjy+m/5+dfXdc/e0Odjs11xL88k+X4FiEdEATSFgEhAKTt1EnHBQFBQBAQBASB5CMw9tzr1dbVG0MN3TTrCVW+TjXPDedU1KrbASZRjDgynEZ0EblKLTv//PN1bvtMtXR21gadrz1oVQnysTsjtIl6w+F73HHH2ZbUqlWrtCy8abzYE8mWL1++tFp+6bymIgEdhBOEulEWMPcT1ElQA4C4JASAyMtc1lT8WwBKI7/88outgt9//11H4MZj69atU7Vq1bJdWq9ePbVsWXgUYzz1Z9c1QgDwjjTrJW/evKpQoezLk+u9dzlTUggAMz0Bj5JNxYoVNSnQMlKV4Mh3Ph95qlAprRxw3XXXKdKcRDMc/tdee61ODcb6TUX7++BfWvr9i1dnK5x58RrPixABqh3+O75m5XirStvrUtlZu+fnXVrmn4j/f//+Jwzjht3bqbP6XKhOqGVXdUrbyYjR8U2frw4pA7jhweU4OFEGqNmmUY7BkIprasvy9SGn/87N4SQSwDqmdPGQ0//kpnVzDL90aThRtQDGWbLSCer4GofVAmpW0ooXC557JxAIarU7Q0f685vI85+jA6lTKhEEBIHcjYAQAHL3/MvoBQFBQBAQBASBqAj889ff6pFW16hd3/8UKnfbR8+qstVOTAi5ZEetIv+Po800Io+IQHKa01mCPDe5tTloXLt2rXbIlipVSuHw6NKliyKVAHlH09XS2bEWdL72oFUlILz06dPHtjT498SJE12XS9WqVdXGjUcINhSCRFC5cnod5Kbzmor0Ow6CAIDjHwKAZcwrzlT2PyEARN9BZU3Ff4epUaOGJh2ZRvRsuXLl4qp0+/bt6vjjj7ddy/pFgSedTAgA3mdLCADhWAkBwBsBwJnyBiSDItZCOnrxxRe1UhLPSpAMUDypUKGCatOmjerVq1cYWcn7qk9uyU1frNZO/2XvfJSUhoqUOjZEBoAYULRMiaS0k0qVpqKz9ocl69TCSdPUyhkLwqAqXKKYdvoj9Z+/SO4lV6149xNNBiAlgpsVOvYY1aBLa1W/a2tVvnbVbF1yqbKmNi5ekeX0f3+x2rN9lysGxcuVCTn9KzW0kzSzFbQMaixRtYBEoKjZupF2+PP3n/zpFQiQyLjlWkFAEMgeBIQAkD04SyuCgCAgCAgCgkDaIrB/9x/q4RZ91d5du/UYyJF2x6LnVYkK9ohmPwNMFgGAfKOvvvqq6tu3r+Kw37Ly5ctrZ74zAhLnPnnL/RjOFZQEqlev7ueylCmbzo617MjXHmmivKhKDBs2TN177722KsaOHauQw3WzM888U3322We2ryKltUiZBeTSkXReU37m24/s+YEDB7T0P6QVy9555x3VuXNn/U8hAERf0bKm4v/FFytWTO3ZY88f+scff/jKvW22vnz5clW/fn1bhxo0aKBItZNOJgQA77MlBIBwrHILAcD7KpGSsRA4+Mf+rGj/12arX74LT2FwVJ486n+HDsWqJvT9Ke3OUMdVr6S2LFuviAomijWSUQ51gCyVgHoqz9GZF0WaKs5a5mD5tI91xP+PK+zkO76rWK+GdvzX63S257nODQX3/fq7Tg9AmoCf1m5yHTIBB5ABGnRtrbzmYk8Eu5xcU+s+/Dzk9D+4Z5/rMEpVLqdqd2iqHf8VTvOuyJgIJrn92iDUAiJhWL3l6SGnf75CBXI71DJ+QUAQSCICQgBIIrhStSAgCAgCgoAgkCkI/L5tp3rgrN7qnz+znOrkQ0MJAMm5eCwoAsALL7yg+MNw5iOpvXPnTluXcIbMmTNHNWoULimIs7VaNf8v0CVLllQ4RYg6SjcTx1p8M+ZHVcJLC+RYJi3Ajh07QsX5XViHT17qSJUysqbCZ2Lw4MHq/vvvD31BDuO5c+eG/i0EgOirV9bUEXx69uyp3njjDRtgs2bNUueee24YiNwDWVumlS1bVhHFbxoR/eZnSHTj9C1SpEhYnZMmTVJXX3217fPu3burN998M1W2IE/9EAKAJ5h0ISEAhGMlBADv6ye3l/x20Qrt9Cevs5tVbVZPnXrOmerDx15Ve3dmkau9WLOrO6kLhvfXRXds/FGTACAD/LBsfcR84Fa9Jzc9TVVtlpUyoHyd7I2q9jK2eMrkpLOW/v594E+1cNJU7fh3m8d6nVqqs3p3UhXr14hneLnqmm1fb1ZL356rlQEi/SaqnlVPEwHqd2mdtFzo2bmmUFlcM3txyOl/6J9/XeccMo/l9M+NqT5S9YfgVAvY9NkqRdCMVzsqz1HqoS2zvRaXcoKAICAIJISAEAASgk8uFgQEAUFAEBAEcg8CRK881OKIE6DkicerWz54Ki4Zw6AIAG4R1OaMNG/eXE2YMCGik3/evHlaNtRptWvXVjVr1lT//POPjtDetm1bWJlzzjlHzZ6dfi9u4ljz95v1qyrhtXanPDzX+Ykw99pOdpSTNWVHGfl10ohYKiSkDFmxYoVNmlgIANFXpqypI/iMGDFCDR8+3AZYJAf8nXfeqR588EFb2R49eoQRCM4++2z1ySef2Mo9/fTTOn+205o0aaJQQDFt/Pjxqn//LEdUupgQALzPlBAAwrESAoD39ZMbS+7/bY/6nGj/V2erX7fYCVfgUey4Uqr2eWdpx3+VJnU0RCPrX6L27PjVM1wmAcB50fdL1oUIARADfvvvEXKpsywS61oZoFk9TQg4tlwZz31IpYLZ6aw1x/3zt1vUoonT1OevzgqDI3/hguqsPp30X5GSxVIJrrTpyzefLNHKAKgqRLL6F2WpArB+g7RkrykcxDj9V8/+VK3/6MuIXSf1geX0L12lfJBDlLqShMBH495Usx+Y7Ll2IQB4hkoKCgKCQAAICAEgABClCkFAEBAEBAFBILcgsHXNRjX2/9k7D3ApinQN/xxyFpAgOadDzjlIEEHEsKbFFdE1r2Fds645rHHNXjGBaxYjqKAIKojkDJIkowgSBQQk3Oerwwxz5nScru7pnvPV85zLXae6uuqtv7ur6k8D/hEfLjaoV495UrIKuQstqcsA4LjjjlOeamZl8ODB8sADDwgU+kYFYbq/++479Td58mRZvny5vPjiizJkyJB4dRgB3HfffXlCu6PCwoULpVmzZpGafirWrKfLa1QJJ8IARVTLli1l6dKluarDoASGJVErlKncMwZv/4kTj+X5vfrqq+Xpp5/OVYkGANZSTpk6xgcGJUg9k1xuvPFGueOOO1Rqm8OHD8sbb7yhPPXBLrF89dVXeQzdRowYIZdddlmuekiHg+8fIg7AaGXPnj1y++23y1NPPZWrXsmSJWXDhg2C72+UCg0AnM8WDQByWO3fvVdWTVsoyN8+5ZVPBB6bTkv9rq1k2Mv/lmKlSzq9JKPrZapMLZs0S3n7L/zie8P5Q4hnKP2bndxFSlXI/c6c+5G5gtNMGFqfbh9GHiGrf5o6XxkEIDoA/t2/+w9T+YKCEYrUht1zUgYULhaN/NN+K2uTgS2dNFN5+y//dnYellWb1lVK//bn9M/o5zjIwR0+dCgnRcDoCfLTDwsMb41IhDAEaHtmX6nSuLbn7vkhUzt+3hJX+q+aZjwOdLxW26ZK6d9iYDcpV6Oy57GwgWAJ0AAgWN68GwmQgDsCNABwx4u1SYAESIAESCDfE1g9c7E8f/q/4hzqd2sll73zH1dcdBkAwCsS3pFWpXDhwoIQxn/7299c9TG5MowCPv3001z/GYYBUMBEqVCxZj1bXqNKOJEFKISfffbZXFX79eunUlVEsVCmjs3aW2+9JUOHDo3/B6QLQaqRcuVyp0uhAYC1pFOmcvO55JJL5OWXX84DrUiRIlK1alXZvn27oTEcItzAACC57N+/X9q1ayeLFi3K8xvSAFSsWFFFvkFqneQSxe8exkADAOdfl0xV1toR2LN9l1L4rz6q9N+46Ce7S2x/r9elpVIAZ5/UWcpF1NPadpAOKmSSTP2+eZtMf2ucUvxDuZdcyp5wvMrr3GxAV6nTIdsBHX+rbN+4WVb9sDAeIWDDwhWWN6zToZk07NFapQyo1baJv53z0Lofylqj7vzw+lil+N+yakOen5ud3FW6XTQkHtXBw3B4qQUBPGcqRcDorw3nAZdWza4XNwYoWb5MSjx1yRRSdMQ8/TcsWG7al3pdWkjzgd3UX5lK5VPqMy8KBwEaAIRjHtgLEiABYwI0AKBkkAAJkAAJkAAJuCYA74eXht4evw4W6xeM+LfjdnQZACTeEIqK1atXy5tvvimPPfaYQMERK8hvjFD+HTp0cNzH5Ioff/yxnH766bn+cxRDtlOxZi0CXqNK2AkYlHhQ5iWWsmXLyoIFC6RmzZp2l4fyd8pUzrTs2rVLeWonpgwpXbq0UtAmF3h1Jxfkaof8ValSJU94drOJ9+NdGgYho0zlngV44yOizaRJzj1G69SpI1OmTDGUP7SOiDeIVgFvfqdl4MCByhCuYEF3UX+ctu9nPRoAOKebScpaq1Hv+nWb8u5XXv7TFsqvy9c6h5RCzWrN6kuzAZ0l+6Qukt9yOWeCTC35apoK8b9kwnTD2W/St2OOt/+ALoIw+2EtiOa2avoiWYfoAHOWyrb1eVMWxPqOkPaIDqBSBvRoI0j/FpaiS1lrNB6kZpj88kcq1H9y5I+ChQsppT88/o+rWjEsOPJNPyCzsz/IiQywf49xZIvGJ7aXtmf2kVZDerni4kWmNixYkaP0H/e9bF6x3vS+jXq1jSv9w/yecAWOlYUGABQCEiCBMBOgAUCYZ4d9IwESIAESIIEQE1g0bqqM+vu98R52OPckOeuxfzrqsd9Kq1GjRsmFF16Yqy/9+/eX8ePHO+qfUaUlS5bkyuGNOq1bt5Y5c+ak3GY6LqRizZq6n1Elxo4dq4xIkFYiVmCcgv9+8sknp0MctNyTMpWDEalEevbs6ZlptWrVHCtl/X6Xeh5Mig1QpvKCg1HbnXfeKU888USud4gRYij2kRIAxiRWZePGjXLVVVfJJ598YlkPCv8rrrhC3RtRdcJepr4+Nk8XDx08KPsPHJDixYoLcq8mly4XnBL2YQXWv0xQ1hrB2r7h16Mh/Repf39bvdGSaZnK5aVupxZSt1NzmfDUW7Jr01bHc3BctYqyY2Ne7/BYA1CkIipAs5O6SJ2O0Uol5RhCQsWoyhQ8j6H0h7f/71u25xk6FMCtT+ulvP1rtsmbqiUVVkFfs2LyXFk9Y1FOuoA5S2Xf73tMu1C+ZpWcdAFHjQKKlSoRdHfj9/OirDXr9NrZPyrF//wx3+WpglQJ3S8+TTrzW5G2OU++MRTuMAbAmYRRKViokIoK0ObMPrmiNHw34kP57IG8UZWOHBEpkHd5oJp+8KdPBe0lFnxHYkp/q/d9dv9OcaV/kRLFQsOPHdFHgAYA+liyJRIgAf0EaACgnylbJAESIAESIIF8Q2DOhxPl7WseiY8YeWSNAAAgAElEQVS3xyWny+C7cucVNoLht9Lq0KFDSvHx22+/xW+PnMY4gCxRIrXDqk2bNskJJ+T2fEEYb4T3jlKhYs35bOmMKgHPXXjPJofUfumll1Te7igXylTO7C1evFiaNfOuyKEBgKg89rt371b57aPobW70PE+bNk06d+6c66dUosjAY/+1116TiRMnCgzTEP6/ZMmSgggS3bt3l7POOktg8OamwJANhnOIGLBq1SrFHmkratSoIUgjcMEFF+QxgHPTftB1H+n5d9nyk/PIBsjbfPbj1wfdzdDeL6rK2mSgUPDHvPvh6b99w2ZL5lDm1u2co/Cv16m5HF+nWrz+g52GCQwInJbOFwySU++6XBaNnyqLx01VCqpkT+JYWyXKlVaGAIgM0LRfR6e3iFS9qMnUws+nqDD/y76ZZcg55umPf4umUQmuWwj27vhdVnw3R5DuDcYA6+ebhy/HvWu2bhw3BqgbsCGLTgOAeZ98oxT/6+bmjc4Eb/JuF50m8NxmCSeB/bv3qvQAsz+YYDiH6DWMstqe2VdFBvjx6xky5t4RrgbznzVjlQHA0okzZeEX38uicd/L3u2/G7ZRICtLEB0xFt6/YKHoRU1yBYeVVQQAyIabcuWHj7mpzrokQAIkkDIBGgCkjI4XkgAJkAAJkAAJgMC0Nz+XD25+Og6jz9XnyoCbc3vfJ5Py2wAA90N+49mzZ+e69cqVK6VevXopTdzcuXOlTZs2ua5t27atzJplfDiY0k0CuIiKtdQge4kqMX36dKVEg1ItsSBVxb/+9a/UOhSiqyhTOZOxefNmpYT1WmgAkJkGAF7lgtc7J0ADAOesjGpGTVkbG8OmZWtVSP/VR0P6I4y3VYE3c72jHv5Q+uN/m5VUDADOePDqXM0tnTRTGQIsHveD7N66w/BWWQWzlCEAFMuIEIAQ7JlQoiBTW9f+ojz94fEPRXhyOa5aJWl75onK2796iwaZMC22Y4ARzfLJc2XNUYMAMDIrhYoWlobdj6ULqFS/hm37Xip4NQD4c9+BnDD/r3xsGN2h64WnSreLh+QyBPLSX14bDAEY/yE9ACIDIIKHUSlXrZJs32htEJZ8XcvBPWXxl1Pl4P4/DdssXKxIXOGP9zcLCZAACZAACYSFAA0AwjIT7AcJkAAJkAAJRJjA5Jc+kk/veTE+ggE3DZM+15xnOiK3BgBr166V2rVr52qvadOmyuPWrCD/8Zo1a3L9jNzciSGR4dEPz/5YQTh2HFKWKlUqT7OvvPJKHk/ts88+W959991IzRyVtalNV6pRJRYuXKjCwsNLN7Hcfvvtcv/996fWmZBdRZlyPyGIHvLTTz/luhAyctxxx7lqzO271FXjaayciTKVRpz57tY0APA25VFQ1mKEKpf5tEVK6Q9P/73bd1kOvGLd6sq7P/bnJn/3pOffcw2195Vnm16zZtaSo8YAU+W3NT+b1mvQrbVkD8hJFVD2hONd9yEsF4RZpuZ9+q1S+q/8fp4hrmYnd5UWg7opo4zCxYqGBWla+oE0ASsmz5G1s5aolAF/7Mxt2JrYKTxfDZAuoHtrFSWgRLkyWvucqgHA5pXrleJ/2huf5+lPueqVldIfof7hxc0SbQI/TZ0fjwxw+NBh7YMpXqZkXOmPSBEsJEACJEACJBBGAjQACOOssE8kQAIkQAIkEEECXz/9tox7ZFS854PvulR6XHKG4UjcKq2gDEKIY/ybWGbMmCHt2+fdcH/zzTfSu3fvXHXLli0r27ZtEyj5YwV1UDexPP/88yrXcXJB6GaEcE4sL7zwglx++eWRmq1MVKzpCq1tN5Fuo0ogPQRCcv/6a+6wwRdffLG8/HLe3JN29w/r75Qp9zNDAwBrZpkoU+6lxNkVBw8eVBWR5oYlhwANALxJQliVtevmLs0V0n//7j8sB1q5Ya24sh8h/UtXKu8NjE9Xb1q2Jm4MsGHhStO7VG/ZUJqd1FlFCKjSqJZPvfGn2bDJFJTAytv/rXGC8OHJpVz1StLurH7K279qdl1/oES8VaS0WDF5rvpbO/tHwfNpVao1r68MARAloH63Vp5H79YAYNmkWTL5lY9k2Te5o8OhI/W7tlKK/+z+udP0eO4kGwgNgbkfTVKRAZZ9m3f+3XSy1PHHKaV/i4HdtMixm3uzLgmQAAmQAAmkQoAGAKlQ4zUkQAIkQAIkQAKGBL54eKRMfOad+G9nPHS1dP7boDx13RoAoIHTTz9dPv7441xtwZsfCvtTTz1V5YmGl/aYMWPksssuU+G4E8tFF10k8OJPLCNGjFB1E0vx4sXlxRdflPPOO08pVPbs2SPw1n7qqady1YNBAnIxu/XYTbfoZKJiLRUDAL+iSsTmd/369dKtWzdZt25drikfPHiwfPTRRxmT1xyDo0y5f6ppAGDNLBNlyr2UOLti165d6n2CbxJLDgG3BgDtzu4n5zwR/XQsuuY/LMra1dOPeffDwx8KR6tStWndXB7+JcuX1YUksHZ2bNwii8ZPVQYB8F41K8fXqaqiAmQP6CK12zUNrH+p3igsMoWw4FD8Q7aMSvOTu0rLU3sqb/+ChWlU5Wa+d/26TUUHUAYBc5YK0geYFXjXK2OAHq2lQfc2ckKTOqZ1p44aI1/8Z2Se348cOSIFCuA/q/+Tq9wx8w0pWionfcYP//tMefwjNHxy6fjXAdLtotOkSuPcUebcjJt1o0Vg92875P0b/ytLvpruquPdLhoiLU7pIXU6ZLu6jpVJgARIgARIIN0EaACQ7hng/UmABEiABEggwwh8ctf/qXyKsXLukzdI27/0zTXKVAwA5syZI506dcoTBQANI2R/xYoVZcuWLXnyrON3KEaQLqBWrdweU/v37xd4dS9alPcgMNYm0gbs27cvzyzdd999cscdd0Ru9jJRsZaKAYBfUSUgEDA+gef/8uXLc8lHly5dZMKECQIjk0wqlCn3s0kDgGPMXht+dx6AONiHZ3uhwoWkQNLhPnJi//XZm91Dz9AraACQd2L/0224bF1jnqvaSBTKVK4gx1WrKMgNfFzVSsf+/2oVBbm/S2oOXx1mcUyHsvbQwYM54fynLZTVR0P64z1gVZCH/VhI/xaCcMyZVPbt2hM3Blg8/gfToZWqUFZFBYDSOqxhqNMhUzFgm5aukWnw9n/zCzm4/0Aejgj73uG8k5S3f9QiK4RZ3hHZYsV3c2XFlByDAKsUHaUrllMGATkpA9pI6Url4kODAcBHtz/naqi3THlVpr89Tin+k3O2417dLj5N/RUpnr9TOriCmkGVvxvxoYy5d4SrEf1nzVgpyEhLrpixMgmQAAmQQDgI0AAgHPPAXpAACZAACZBARhEYfdOTKqxmrPzt/26XFqd0j//vVAwAcPHIkSPl73//u/L0d1qKFi0q77//vsDz2qhASdunTx/lze+0DBw4UD799NNIenFTWXtslv2IKoGQpL169ZL583N77jVt2lSmTJki5codO9R0Km9hqvf9yE/zdAfP44H9BwTPdYGsvJ5YXS88NUxDcNSXVIxKHDV8tBINAI7ReqLfFfLLj6sd42t9Wm8aACTQogFADgyEoF46caYsnThDrMKoOxa0pIpFihdTRgEwBiiHf5WRwNH/H0YD1SpmjHIgCGXtgb37ZNVRRT+U/pg/u1KzTWOl8Ec4/7qdWkiREsXsLsmc34/IMWOAcVNln0HYegwWXuswBMg+qbOKEFA4JArOIGQqebJnvjNeeftD+WxUEMa79em9Fa8COa7kLD4SwHO+fPIcWTllnqybs1SsDHxOaFw7xxigRxv5bc3P8vEdz3vuGSJlQOnfcnAPz22xgWgToAFAtOePvScBEiABEnBHgAYA7nixNgmQAAmQAAmQgEMCb1z5kMz/9Nt47WvGPiU1WjVS/ztVAwBcO3HiRLnyyitl2bJltj1p06aNCucPL3+rsnHjRrnqqqvkk08+sayHMMtXXHGFPPHEE1K4cGHb+4exAg0Ajs2K7qgShw8flq5duwqUx8kF6SrKlrUPR4y0E0YRKcIiS08PukbWz88d2cCqbzhgv2BE9CJlhIV3fugHDQC8zXJ+NQDYu+P3owr/mbJ00kz5Y+fulEFmFSoohw86Nyw0u1GZSuWVUYBZJIGohKT3Q1mL+YECMKb037Bghe181WmffdTDv4X6t1DRaK67bAeaQoWV389TaQLwt/OX30xbaNizrTQ7qbNKFQD5TFfxQ6aMxrJx4Uql9Mff4UOH81QpX6OydBw6UBDqv2K96unCke/vu3/3Xlk+ea5KFwBZNgrPrwtSmzP7SPeLhkj1lg11Ncl2Ik6ABgARn0B2nwRIgARIwBUBGgC4wsXKJEACJEACJEACbgi88rd/q4N5lMa928vwkfdIVsEsTwYAaAuhob/44gsZPXq0zJw5U3nv//HHH0rBijD/SBVw1llnKU9sNwUK4VGjRilP7VWrVql0AvDYrlGjhvTt21cuuOACyc6OTu6/58+4IU+4U3jcHDp8WAoWzMoTWrtUxXJy0ch73CALRV0v3to6o0ogVYTX8P4wMoF8h7XQACCsMxPdftEAwNvc5ScDgA3zl8uPk+DlP1N5kJoWOPNaR4/PdWn7c/rLafddKds3bJbtG39V/+7YuDnnf2/4VbZv3GypZHU6g/DGLnc0vYBZJIEg847P+XBirpRNsXEgqgs8orOysvIMbdgrd0nZKhVsh4w8y0rhf1TpbxflA/dLDOeP/x/rRRZ7AjCmiBkD/Lp8rekFNVs3iqcKqFS/hn3DGmv4aQBw5PBhFXUMSn8zw5IWg7pL27/0kab9OmkcFZvSRWD7+l9VdAAYBPw0db7s3rrTU9NIBxIL81/iuNKe2uLFmUeABgCZN6ccEQmQAAmQgMXW+IhdYjXSIwESIAESIAESIIEUCfy5b7+MOO82WTNzsdRs3VgufPUuQe5FlmAIwABg9YxFjm/WpG/HfGcAADi6okrQACCvqDECQG4mBw7k5B8uUqSI4+cy0yvSAMDbDGeyAcD+PX8c8/KfOMNSKVSxbnVp0KO1NOzeWsbe/4r8tnqjY7AwADj78ett6+/c9Jvs2LjFwFAgx2gA/fVakPsa6QXKHY0kkGwogHzvugoMAN6+5hFXzd0x601DA4AdP2/JFdLfzqMXhg4xhX+9Ti2kTsdmrvrBysYEIPcxYwCrtArwfs9JFdBFarVp7DtOPwwA1s1dKtPf/EJmvDPesP/la1aRTkMHCpT/FWqf4PsYeQN9BGDIAWOAFUgZMHW+HDnswqJLRO5f+pEULVVcX4fYUkYRoAFARk0nB0MCJEACJGBDgBEAKCIkQAIkQAIkQAK+EtizbZf839k3ydY1P0ufa/8qva88S7IKFvT1nmw8hwANAMY6FgUdUSVoAJAXNw0AcjPJZGWt44ctqSINAFIll3NdpsnUz0tWxZX+dgZsjXq2VXmiG3RvLVWb1o2DfKTn312FlHZqAGA3UzAAUJEDNm45GkEgJ3pALKIAlOReS+FiRXLSDCgjgYqGKQcKFXEWKt+LAcDWtb/kCum/bd0my6Eh+kG9Ts2lbqeccP612jbxioLX2xBAFIaYMcCyb2aZ1oZhbo4xQGdp1Ms6ZVaq0HUZABzc/2c8xL9ZVIkWp3SX9mf3l8Yntk+1u7wuRAS+HzlGPr7jOVc9ogGAK1z5rjINAPLdlHPAJEACJJCvCdAAIF9PPwdPAiRAAiRAAsEQwAH4C2feoA7BETq2ZpsmMuTey6VsleOD6UA+vUt+MQDIp9OblmEzBYA37JmmrPVGQwR5gB/vc7lSkjotx1WtKF2GDZYarRtJzVaNpEiJYk4vzch6UZepg/sP5Cj8J82UHyfOlF2btprOEzx6kdMcXv4NureRYqVLGNZNlwGAEwFDvnbIOwwFVDQBZSBwzFAAz4TXAoXucTAOMIkkUOr449QtUjEAgKJ4/fzltikRMDc5Hv45Cv8azL/tdVo9Xf/n/gOyeNzUHIOA8VPl0AHjVEOFixaR7AFdpNlJndW/To1J7Drn1QAAxkAI8z979ATDW1WodYJ0HHqytDq1l5SrXsmuO/w9QgSmjhojH91OA4AITVnouwoDgD/35UTkclp6XfkXKViokNPqrEcCJEACJEACoSFAA4DQTAU7QgIkQAIkQAKZTWDzinXy7GnXyx87d6uBVm5QUy55+0FtRgB79uxR7ZYsWTKzQboYHQ0AXMBiVUcE3BoANOnTQS4ada+jtvNDpagra3XMkRsPbyf3q9ywljIEqIG/1g2levMGTi7LmDpRlKlfV6yLe/mv/H6e5VzAux9/Dbu3kWrN6zuat/273YfiD0u4aBgAxCIIqGgCP8eiCeQYCuiIIlCoaBEVPQBh+DctM88Z7wj20UolypWOK/vh6V81u56by1k3YAIwuolFB9izzTzfeuPe7VVkABh+xAxHUulqKgYAiKgx/a0vVJj/zSvXG9625eAe0uG8AdKwR5tUusVrIkCABgARmCR2kQRIgARIgARIILQEaAAQ2qlhx0iABEiABEgg8wggp+PTp1wrRw4fVoNDCFgoB0scV9rzYH///XcpUKCAlCpVynNbmdIADQC8zeShQ4dUAwWZskJ5qS78bIqMf/x1ObBnnyuwJzStK416tlGeu/AGLVgo/6YAiaKy1tVkG1SGhzc8u6FwQhhqeED7WbIKZiljgGNGAY3k+NpV/bxlWtuOgkzhmx+TAcgBFNlmBREeGvVqqzz8ofjXsT5I6wT5cHMYASB6wI6fkW7gWCQBZTCwYbPs+z3HINLPAmVwvaPe/fDwr9K4tp+3Y9s+Elgzc3HcGACpHcwK1uw5qQK6SMW61QyrzXh7nKyavijPb38eOCAFsrKkkIEH7eA7L5WS5cvEr1n5/Xyl+J/3yTeG94C3f6ehA6X1Gb21GRH7iJdNeyRAAwCPAHk5CZAACZAACZBAviZAA4B8Pf0cPAmQAAmQAAkET2DV9IXywpk3xm8MpeDwV+8SeKR5KTQAyEvv8b6Xy6alaxxjxSH+FaMfdVw/0yvmd5lCTucFn02WBZ9NkfXzlmmZ7qysrJwQ3uqvjYoEkp9KFJS1Oubj1+Vr42HdV01bKIcP5Rh9GRWE8D+w17lRSf2uLaV+t9ayfu4yJZe7Nm+z7TKUyCpCQMwwoHVDKVUhJwx61EtYZeq31RvjMrDsm9mWmPHtadQTSv/Wao5YvBHY9/venBQDykDgaASBo4YCykjARcqN5J4MvO0iye7fWSrVr+Gtk7w6lAR+Wbomnipg46KVpn3EtzuWKiDxmYUBwPs3PulqbHcveE8KZBXI8fZ/a5xsXfOz4fXw9ofiv363Vq7aZ+VoE6ABQLTnj70nARIgARIgARJILwEaAKSXP+9OAiRAAiRAAvmSwNJJs+SVv90RHzs8ioa9fKcnFvldWQt4ONhXXpbIpfzVdDly5IhrpvCswuF+0/6dpF7nFq6vz6QL8qNMQWkHhT8U/xsXmh/+65pnePvCGADKvzodmwlyV2dyCauy1itzKPjx3oF394rJcwVyZFZKli8rSA3R+MT26t9nh/xTfvlxteMutD6tt/z12Zvj9eENDUOAdfOWxY0CDvyx37a98jUqJxkFNNKW79r25horhEmmoOiPyYGVDOA5x/zDy79h99ZSskJZjUTYlBMCeG6gcJ3w5FtOqsfr3DHrTSlbpYKra1g5mgRgKLJ43FQVHeCnHxaYDqJMlQrS7CREBuis1qFuDQCa9Ouo1qxGBdFbOg49Wdr9pa+UyvD1QTSlxP9e0wDAf8a8AwmQAAmQAAmQQOYSoAFA5s4tR0YCJEACJEACoSaw8PMp8vql98f7mKzUcdv5/KisBaOfps6Pe1nqyuUbY1+0VAnJ7t9JmvbrpP71GqXB7Zymu35+kSnk1o15+v+yZJUpdoT/Rfh2NzmoG/Vqp0IGL/9ujvpDfmurUqtNY2UQAMVgzTaNMy5dQJiUtV6fr0QP79Uzl8iBPeZ516u3bChNjir8kz28n+h3hScDAKNx4F2YaBRg5cmaeH3VpnUTjAIaCtJXhL2kU6YQyh9GH/iD8VksvY8Rs1rtmkrjXu2Ulz/eJSzpJzDnw4ny9jWPuOoIDQBc4cqYyn/s2i2Lx/2gjAEWf/mD6bgKFSksBw/86XncrU7tqRT/9bvS298zzIg3AAOAnZu2uhrFiVedI0VLFXd1DSuTAAmQAAmQAAmQQCYSoAFAJs4qx0QCJEACJEACESEwe/QEeee6x+K97XDeADnr0etS6n1+Udbu+nVrXOGyaPxUOXLY3Mu/RNnSsnfn7455Fi1ZXPZbKPGgmM3u10lFB4DndqaXTJapTcvWKE//hZ9NFivDEYTmbj6wm7QY2E3g5ff0oGtk/fzljqce114w4li0j3VzlsaNAVbPyJsnOLFhyGMsVUCdDs0yIl1AOpW1jifNouKyb2ap9w+8Qa289gsXK5rj5d+nvTQ5sYMgX7hZee706111rVy1yrkiADi5+PDBQzkRAo7+rZu7TKxyXcfaLFS08LG0AUgf0LqRlKte2cktA6sTtEyt/H5e/Bv064p1puNE2gV4+eeE9m8jpStldnSPwCZc441oAKARZj5qCtGllCEAogOMnyr7d5sbf7nBcnydatJp6MnS/pz+UqJcGTeXsi4JkAAJkAAJkAAJkAAJkIABARoAUCxIgARIgARIgATSSuCH/30mH976TLwPXYcPkdPuu8J1nzJZWQtFqfKwnDBDfllqHir7+DpVpXHv9tKodzv17/Nn3CB2StZE0E36dpQh91yuvLuWfDnNMuRrtWb1VGSApv07S/Xm9V3PVxQuyDSZ+nnJKuXpv/CzKQKvf7MCD10o/JsP6iYI155YvBoAJLb1574DsuJoZABEB9iyaoOlWFSsV10pE5H/t2brxpFMFxC0stbrc7Z9/a/y46SZap5Wz1wse7buNG2yUoOacS//el1aer2179fv3b5L1s1bnssoYM828/HFOgRjBkQxqNmqUc6/rRtK8bKlfe+v2Q38lqldm7bGU8vgO3Rw/wHTsdZo2TAe2r9Oh+y0MeGNnRGgAYAzTqxlTWDFlHlxYwBECXJbmp3cVboNP1Wi8N1wOzbWJwESIAESIAESIAESIIF0EqABQDrp894kQAIkQAIkQAKKwLcvfiBj73spTqP3lWfJwNsudkUnk5S1u7fuiHtYIlUC8mublUSFPwwAEksqBgAXjbwn3gTCtS/+cpos+Wqa+tdM8VO2yvEqKgDSBCDke6aUTJCpDQtWCGQIiv/fVv9sOjXw1oa3fvOBXaVY6ZKm9Q7s3ed6eouUKObomu0bNqvoACsm56QL+GPnbsvr6ndtKQ17tJXa7bMjky7Ab2WtI9A2lWIe3qtnLJZ1c5da1m4MY6M+HZSXf/maVXTcPq1tbFu3KU+kgEN/HrTtE969iUYBNVo3kqysLNvrdFTwQ6ZiRmdQ+MNwyKwgTQy8/FVo/x6tBd8ClugQoAFAdOYqKj0d98go+frpt1119+4F70nJ8vT4dwWNlUmABEiABEiABEiABEjAAQEaADiAxCokQAIkQAIkQAL+E5jw5Fsy/rHX4zfqf/350u/68x3fOOrK2rVzflRK/8Xjf7AMrV2+RhVp2q9j3MvfCtDrl97vmF+sYmK49uSLl387WxZ/NU1FBzDLA1+wcCHJ7t85xyCgXycpVsZcmey6cwFfEFWZQnhzhPZHiP9t6zeZUms2oMtRpX83KVysSMB07W+HVAPKIOC7OZbRKNBSqQrHScOebVS+4JptGoc2XYAfylp7ktY1kFt36cQZ8tPU+QKlv9mzjVaOq1ZJefnHlP4Fsgp4vX3or/958U+5IgVYpT5IHEz1Fg1yGQVUbljT01jNDBHsZArvZLuye+tOJQP4BuHPKhVM1aZ1c0L792ordTu1sGuav4eYAAwAEMrdTRly7xVStkoFN5ewbj4iMOPtcfL+jU+6GjENAFzhYmUSIAESIAESIAESIAEScEyABgCOUbEiCZAACZAACZCA3wQ+f+hVmfTce/HbDLr9Yul1xVmObhs1ZS28m1VY/6+ny/yxkwU5qs2KlZe/Izg+VNq46CcVGWDJlz/IhoUrTe+AHPJIFYDoAMjvGqUSJZlaO2uJUvjD099MgZtVMCuu8G8xqJsUCMhDWcecQ/kJY4DY32aL3OO4X9XseipdQK12TUKVLsBOWauDlZM2Vk9fJMu+nS1rZi5Wof2t3j91OzaLK/yrNK7tpPmMroPUFevnLVN/647+i+gVdqVIyWLH0gYcTR9Q9gTnHvMLxk6W/13+gN1tcv1+69SRppEZ1s1ZmvMNmjRTNsxfbtpuoaJFcow+TmwvDXq0kXLVKrnqAyuTAAnkHwI0AMg/c82RkgAJkAAJkAAJkAAJhJ8ADQDCP0fsIQmQAAmQAAnkKwIf//t5+f61T+NjPu3+K6XrhafaMoiCshbh2KFwQUh2q7DKx1WtKPDOboTw2r3b24493RV2bvpNRQVAmoBl38wy7Q5yhCMqAKID1G7XNN3dtr1/2GUKSlwo/KH43/XrVsPxFC5WVJoP6iYtBnaT7JM62445KhWQZzjRIAD53M1KVqGCyhigXucWUrNNk7SmC0iXAcDu33bI0kkzZdX0RbJmxmLZsmqDKa8S5coc8/Lv00GKliweFbFIWz9/37L9qFHA8rhRgF0KC3S2TJUKeYwCipYy5u3VAEAZnU3K8fDH394dv5vyqtywVk5o/97tVFQNFhIgARJwQoAGAE4osQ4JkAAJkAAJkAAJkAAJBEOABgDBcOZdSIAESIAESIAEXBB474b/ysx3xsevOOuxf0qHc0+ybCGMytr9u/9QCpfFX/4gC8ZMlkMHzXNJN+zRRpr07agU/sgnHdUCT22MVxkEfDVN9u3aYzgU5HvNiQzQWf0bxlDiYZQphGmPefpDqWtUkHYBCv/mA7spJV5+KIhCgVQBMApADnurUu1BqeIAACAASURBVK56JWmI6ABHjQEqN/AWmt0N3yANANbOWSorp8w96uW/RPbv3mva1erN68e9/JFCgcU7gS2rNuaJFHDk8BHbhis1qBE3CqiBSAEtG6prUjEAuPC1u+WXJauUwn/t7B9N743oIPj25IT2b2caNcC286xAAiSQrwnQACBfTz8HTwIkQAIkQAIkQAIkEDICNAAI2YSwOyRAAiRAAiRAAjkE3rzyIZn36bdxHEOfu0VaDelliicsytqfF0PZMkOF9UfuaLNSplJ5aXFK98h4+acql6umLVSpAhAd4LfVG02badq3o4oMAGOA0hXLpXo7rdeFRaZWTJ6rPP0XfjZF9ph4upeqUDYnvP+gbtKgW2utHKLW2OFDh5UhQI5BwGzZtGyt5RBqtWsq9To1V5EBarZu7Kv8+WkAAA9vROBASH94+VtFGYmHde/TQZr06eDrmKMmP372F6H2c9IG5Pxrl8oCfSlQoIDUaN1ISpQtrQzKdBWkZIHCH+H9Edof92EhARIgAS8EaADghR6vJQESIAESIAESIAESIAG9BGgAoJcnWyMBEiABEiABEtBE4MiRIzLyonuU8jhWLnzlLtMw5ulS1iIfNJQyi774XuaP+U7gAW9W6ndtKdkndYm8l3+qUwxlF6ICIDrAmllLTJuBEhbGAEgXkM6c4+mSKYCBIhee/gs/myx/mERRKFvleKXwh+IfedpZjAkgPUIsXQCMAnZv3WmKqlipEtKgZxup1bqxL+kCdBsAIK0IjGzWzFysFP9mUSEw4Ir1qitlf5MTO0j9bgzrHobnZf+eP2T93GXxtAEwCti1yTidh47+wrs/FtofBgAsJEACJKCTAAwAvnvpI1dNXjH6UUFUKBYSIAESIAESIAESIAESIAG9BGgAoJcnWyMBEiABEiABEtBI4MDeffLa8LuPhfQuIHLJmw8KwuUnlyCVtfAohmHCgrHfycZF5l7+JSuUlZan9JAmfTsopT/LMQJ7tu06GhngB/WvWWjs8jWrKEMAGAQEnYs6SJkCmR+/nhH39Idi0KiABxT+CPHPUO2pPVGIzBE3CJg817KRSvVrSN2OR6MDtGksTtMFmCnif9/9uxTMKiglSpQwvG+p44+z7A/eiYgIEfPyXzvHPKw7GmrUq600PjHHy79CrRNSA8arAiWwc9NvCUYBy1UaAbP3gV3Hyp5wvHp/xkL7ZxUqaHcJfycBEiABEiABEiABEiABEiABEiABEsgAAjQAyIBJ5BBIgARIgARIIJMJQJH22kV3y7o5S9Uwi5ctJcNfu0fqdMjONWw/lbWHDx5SOZQR1h9K/4MH/jRFDmUhvLKh8D++TtVMnhqtY1syYbqKDABjgN+3bDdsu2jJ4ipFgIoO0L+TFC5WVGsfkhvzU6Zi90JqBHj5I8Q/okkYFXhuQ+EPuarWrL6vY853jR85EjcGgFHALz+utkRQr0tLqYVUATbpAiDHMF5yU26c9JIg/3tyQZ9iHv74d/uGzabNQuEb8/Jv3KeDILc7S/QJ/LpinUwdOUamjhrjajC3Th0pMBpiIQESIAESIAESIAESIAESIAESIAESyF8EaACQv+aboyUBEiABEiCBSBLYtn6TSgcQU85ByTX81bulWvNjylDdytotP22QReOmynx4+S9cacoNBgktB/dQqQno5a9HvNbNXaqMAZAuYNPSNaaNNujeWrL7d1ZGAeWqV9Jz84RWdMtUrOmFX3wvCz+bopT+ZikjTmhSR3n6469Ko1rax8YGjQnA+ARpAmIRAsyMUXB16YrlpHaHbMN0AV4MAGBg9NMPC5TSf82MnND+VqlFYAwV8/KH3LBkJoEFYyfL/y5/wNXgaADgChcrkwAJkAAJkAAJkAAJkAAJkAAJkEDGEKABQMZMJQdCAiRAAiRAAplNAGH3R150t2xd+4saaOlK5aTHJWdImcoV1P/et2+f+rdYsWJ5QMATH3nl7cqSr6YrD394+h/cb+yNjTZqtWuaE9q/Twd6+dtB9fj7tnWblCEADAJWfj/PtLWqTevmRAbo10mqt2zo8a45l+syADhy5Ehc4b/gsyly5PBhw/5Vb9EgrvSvWJf5ubVMosdGYHQEY4AVk3OMAsxSVeA2UL7XatNERQf4c99++ej251zd/eSbh8vWdb8oxf/mletNr4XREd49OUr/9lKsdElX92HlaBKgAUA05429JgESIAESIAESIAESIAESIAESIIF0EKABQDqo854kQAIkQAIkQAIpEUAu5JfPv0P27vjd1fVXj3nS0AAAxgTwwoZiZcOCFaZtFi1VXCn8Y6H9Xd2clbURQB5seFar6ABfTlNKVqMCo5CYMQByX6davBgAHDp46Gho/ymy8PMppl2o1baJUvq3GNRNylWvnGpXeV1ABFZMmZtjEPDdHNm46CfTuyLXOlKH6CrVmtWLe/lDZljyHwEaAOS/OeeISYAESIAESIAESIAESIAESIAESCBVAjQASJUcryMBEiABEiABEkgLgckvfyyf3v1/ru6daADw44TpysMfyhQzBTIar9GqUU5o//6d6eXvinZwlVdMniuLv/xBGQWY5UWHIhZRAZRBQP/OAu/p5LLs29nyv8vuz/PfjxzJ+U8FCuQd05UfPC5Vs+vm+gFRI+DhD6OSxeN/MAVRr3OLo57+XeMRLIKjxjvpIrBn2854qgAYBezatFVX01KwcKFcXv6xSCfabsCGIkeABgCRmzJ2mARIgARIgARIgARIgARIgARIgATSRoAGAGlDzxuTAAmQAAmQAAmkQgC5sf/vrJtcXdp1+Kmyds5S2TB/uel1hYsVUQr/FkdD+7u6ASunncDPS1blRAb4aprlPNfp0Eyy++cYBFSsW131GwYALw+93dUY/jn+eWUAcGDvvpwoEp9NERiXmJWGPdrEw/uXLF/G1b1YORoEfl2+Nm4QAJk6csg41YPZaMrXqCzZJ3VRiv8G3VtHY9DsZWAEaAAQGGreiARIgARIgARIgARIgARIgARIgAQiT4AGAJGfQg6ABEiABEiABPIXgVQMAMwIVWtePye0/8Bu9PLPIDHa9evWuDHA0okzTUdWsV51FRWgdMVyMubeEa4I9Lv+fFk3d6ksmzTL9DoocpE2osXAblK0VAlX7bNytAkgKsVrw+92NYgbJ70klRrUcHUNK+cfAjAA2PnLb64GnH1SZylfs4qra1iZBEiABEiABEiABEiABEiABEiABEgg+gRoABD9OeQISIAESIAESCBfEfBiAFCwUCFpMbh7PLR/vgKXTweLPOyICqCiA3z5g/yxc7evJJqd3FUp/JsP7CqFihbx9V5sPLwEaAAQ3rlhz0iABEiABEiABEiABEiABEiABEiABEgg0wnQACDTZ5jjIwESIAESIIEMI5CKAUDnvw2S7pecIRXrVsswGhyOWwKrZyySxV/mGARsWbXB7eV56mcVKnhU4Q+lfzcpkFXAc5tsIPoEaAAQ/TnkCEiABEiABEiABEiABEiABEiABEiABEggqgRoABDVmWO/SYAESIAESCCfEkjFAODqMU9KzdaN8ykxDtuMwJafNqioALNHT5BNy9a6AoXw/h2HnqxSCLCQQDIBGgBQJkiABEiABEiABEiABEiABEiABEiABEiABNJFgAYA6SLP+5IACZAACZAACaREAAYAW9f+kufaHRs3S8nyZaRw8WJ5fqvSqBYNAFKinT8uWvbtbNm+/lfZu2OX7N3+u/o7Ikfk8OHDCkBWVpYULFhQSpQvIyXLlZXix5WS6s0bSNXsuvkDEEfpmgAMAHZv3enqutptm0qlBjVcXcPKJEACJEACJEACJEACJEACJEACJEACJEACJJBMgAYAlAk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shwArt27ZLJkyfL559/LnPmzJFp06bFR9ypUydp3LixnHTSSXLiiSdKpUqVUqZx4MABmTdvnowfP17dY/HixbJ27VrVXq1atSQ7O1twvwEDBkjr1q2lUKFCKd/LjwsPHz4sy5YtU/2fNGmSzJ8/37f+//HHHzJ9+nT58ssvZcqUKYrb77//roYFNo0aNZJevXrJwIEDpXr16lKgQAE/hpxym0HJVModDMmFQcoUhrx582YZM2aMTJgwQcny3LlzFYnSpUtLq1atpHnz5jJkyBDp3r27FC9ePCSUgu3GkSNH5Ndff5VvvvlGPet4zmOc0BO8o9q0aaOePXAqU6ZMsB0M0d3wnsI3Y+LEiXne6cnvKrzXa9SoIVlZWSEaAbsSZgKx78i3334rs2bNUs/itm3bVJfLly8vLVu2lHbt2knPnj3z/bMY5nlk36JBIOpr9CApR32NHiQr3ssZAaw9sSf++OOPBd+8H3/8Ua3TE793WH8OGjRIOnbsGLo9srNR5q6V+M75/vvvZebMmfFvPM4F8I3v3bu3OoPAvje/rh8hGxs2bFBnNV999ZUsXbo011lNbD0E+ejfv7+0b99eSpYsmcqU8Jp8SCB2FoGzgalTp+Y6H0jcy3Xp0kX69u2br5/FfCgeHLJmAnje1q9fL+PGjVNnTWbncTxnEgn6nFTzVLO5kBLAHg7rqU8++UQWLlxoqGfBt27w4MGedF8hHb5tt2gAYIuIFUggegSwmcQG8tFHH5XRo0fHlctWI4GS8Morr5R//etfUrFiRceD3rp1q4wcOVKeeeaZuMLc7mJsXh988EFldJDuDf+ePXsUo8cff1x9JJyUVPu/bt06ef755+Wll16KH4LY3e+CCy6Qe+65R2rXrm1X1dffg5Qpo4FgkQhF5L333qs+6rECuT333HPlscceC42yNkiZAoctW7Yo+YVsxQxJrIQBB2133nmnnHnmmVK0aFFf5SaVxtesWaPmOfndhUPRESNGSIsWLVJpVszaNWsMh2533HGHXH755aE0mNi/f798+OGH8tBDD+V6d6Hf11xzjdx6661SpEgR16wgv+D81FNPOX6n4yann3664gUjprAZLemSqVGjRsnVV1/t6DlzCh7zhW8oNiLpLn7JVOK48L568skn5f/+7/8cfwehLHjzzTela9eu6Uak7q/7e4TNKt7JL774oifZAp833ngj7esFJ/ON7xDeMVD+6CwwIsH7C0avicaVuEfMGA4Hb5deeqkyNAlL0S1TsXFFfY1uND9m7xCvMhXlNXq6181BfDv8fFb9kin0GeuPu+66S15//XVHQ0h1j+mo8QAqmcmC1a1POeUUue+++5Sxcn4p2FfDAPn++++Xjz76yPGwsR669tpr1TcsUw0BYKh94YUXKiWazjJ06FB1XlWuXDmdzYayLbM1hV1n//GPf8gjjzwSyn2vXd+d/P7DDz/IZZdd5vjMz6xN7GOw1w7bftcJAx11Dh48KJ9++qlgX5zoNBVrG2cBbdu2VYzggJLpBd89GNk8/PDDuc4prcYdO2fK5He50fiDPifNNNnTdaaVaVzwDH7wwQfqDDlmYGs1xlR1X1HnRgOAqM8g+08CSQRw+ImFu1NlYDJAWOS/8MIL0rlzZ0u22Fh88cUXymDAyUs2uTG8dKEswiY2HUpIbLzh6X/LLbcor4RUym233Sb4s9uA43Afyg5s8mMejm7uh83+E088oRRs6dhoBCVTZkzsDs+gQIByqEKFCm6waq8bpEzFOo+N7BVXXKE2X24LDH5w4BYWJUhM8Wz1nCBihlslIN5VWBDeeOONrhTaMZ5/+9vflIGFG8Mot3Phpn7s0BAHymPHjjW8FIcb//3vf10f4KxYsUJw+IPoJKkUyBLeVThkC0OUF50ytW/fPvW9w7dVd8Fm5d///rfuZh2356dMxTqB5xAGK/jup7JmSDej2Dj8+B6BxznnnJPSezx5kuFd2qNHD8dz71dFJxtxGCvgXaGrHDp0SK1/sS6zK6l8S+zaTPV3P2Qq6mt0I5Z+yVTU1+hGrPyQKaP7BPHtSPW5cnKdXzKFe4MNFLvXX3+967Un9sg33XSTWnNEKWLXpk2bVL//97//OcGfq06697quO+zhAijPcC6Ab5UTw22jW+FMAOt8cMu0gkiSiHaQKhszHjjjevfdd5WXeyYXPIe33367vPrqq66HmemMcO4Bg1uv5e9//7syYi1RooTXpiJ5/XfffacccH755RfL/odl7+Yn5FWrVskNN9zgypArsT9nnXWWepdXq1bNz26mve10nJOmfdAaO6DzTEtjt0LRFIx4sV5OZe2Jc+Wnn35aRYDND4UGAPlhljnGfEMACxAoA1NV3sRAwdP2tddekyZNmhiywyErFr133323580ZPLWwiA5SsY3+474333yz5/7/5z//UR8cM2UXvK/wOyxkvRRs8NEGwiEHWYKSKaMxOVno4LowGAAEKVMxVlD0DBs2zPXBYiJrGAFAYWJnxOKnzMW8FHAQZmeM41Zpg83G22+/rbz4vRwkhYET5sBptIdUDAAQknb48OEqPYmXgoNrLMCRbiJdxQ+ZgpLon//8p/LS1l0g+zgkKViwoO6mbdvzU6ZiN8dhNw43cPCW6nOY7kMkP79HOg0AdCvVbQUoqYIThWDsEt19XbBggTqQxLvMrrj9lti1l8rvfslU1NfoySz9lKmor9GTWfklU0byHcS3I5Xnysk1fsoU7q9r7Wm3x3Qy1qDqwGsba0+EXU21pGuvm2p/U7kO6yEYFcMBwWuB4ghr0kzzaEfKiG7dunnFk+d6nGu999570qxZM+1th6VBrCcvvvhiAcNUCg0AnFELw9mTs57qr4UUboiG5ySqTbr3bvpHn7tFPGd43lIxbE9sCRFfEZ0kU1NPpuOc1O+5D6p9P860gup7EPfRsfa0030FMY6g7kEDgKBI8z4kEAABHLDD00BHsVIg4cAMXlvIoe21pGOjgTyMf/3rX1UuNK/lhBNOkHfeecfU4w7hsXQpwk499VSVPqBSpUpeu+34+qBkKrFDbhY6uC4Mm7AgZQpjhnU/DGc+++wzx3NpVhHKWjzPQRrhxPpi56WW3Ge3ShtszDA2zI/Xkg5jpVifnXipJY7PrQEAlNvw2nr22We9YlLXI7cWDgbwfgy6+CVTfhoApOOAxG+Zis27LkVIOhhhDEF8j3QaAKQzAoBThWBMNnQaAECe4fEGxYqT4vZb4qRNp3X8lqmor9ETOfotU1Ffo8dY+S1TiXMS1LfD6fPktp7fMoX+wAjpvPPO8xzVBWsovCeRMi/MRecasnfv3sqINFO9IXXuSyATL7/8slJAZVLxywAgHWdOQc6LDkVIpjNiBADvEgkjL0RHdGLQna69m/dROmtBlzzhbjr3RM56H1ytoM9JgxuZv3fy60zL314H1zoMKmEoqyOK5iWXXKKcVdLpFBcEORoABEGZ9yCBgAjoXITg0GHMmDEqf1NyMTpchBIWXrIIoxILKY6NCDbxeDFbhb5HGDworIIqOg/b0Wd4hWKMRvm2EZr+/PPP1zY0LLphCBBUCUqmYuNZv369ChHtxKo4dk0YDACClCm7MMfIJYboFrVr11aINm7cqEIbPfbYY4Zikw5lbaohd90obbZv367eK++//77huPHcItw9OMH4Ae8rRNl44IEHDDe16cqvjTzWWNiahfs3GpxbA4AZM2bIaaedZhjKD/lokW4A3jhly5ZVnm1O3u2IRNOvX7+gXlUShEzB2AvPl5NDDzcDD/obGIRMxcY/a9Ys+ctf/mJohINoEfgNETqQIzIW6hgbOhg5zZkzR0aPHq0MnfAO0xku3sn8BPU90vX9SNc7CvOF9+w999zjygtG52EX3jeQJafPpptviRNZcVonCJmK+hodLIOSqaiv0cEqCJmKyXeQ3w6nz5TTekHJlJWxIL55WHsiWl/lypUF63lEWkNEPUSrMirIhQ7jzDAfSlophKBQxF4SRgwYw4EDBwQh3rHWNotYmKn5tWE8A2NbrGeSC2QDa3eshxAJAZEFY6weffRR0z0AFHHPPfec4PpMKTDSAQuk0NBZevXqpVIGVq1aVWezoWjLzggSa2yk3Tz55JOlSpUqkpWVpfq9e/dutW77+uuvVZouRJPA2d3xxx8finHp7oSuc61MfUfZ8caZEt45SKPqpOQ3AwCkF8G7Cylaqlevrt7jiMz0zTffqD2SVaTLTHyXx2RE1z431p7V2bsTuQx7nSDOtMLOwEn/rFKR4EwE73v8Cx3Nzp07lW4LegYjxzCsobDm6NOnj5NbR7YODQAiO3XsOAnkJZC8qDVa7DtdhKB1M6VE4uEilEMPPvig2tjHNhPJPbMLVR50Hq3kRYiREgLeNLC6e+GFF1R4PatDZasNZfLhIjb1MJQ4++yz4wtDJxv8GNNbb71VfcyCChUdlExhfPgwQxag8HFTwmgA4KdMrV69WnkWGYVqNwtVj4NPKHHxrBqVDz74QM444ww32D3VTTWyhBulDQ4zsAEzenbNwqriuUd6E7NIKkF72qRqMe3GAAAKfRzEGlnP4uAWh9JG6WBw3bhx41TuciPGkDW8r4IqQchUqmOxCpcItlCeZmdnp9q8q+uCkKlYh6wUIfgW4vs6YMCAtEQfsYMW5PfI7GBEp4Lcbrxefk/Vi1rX+IyMvfANRqQns5Qdbr4lXtgkXhuUTEV9jQ5mQclU1NfoQckU5iTIb4euZy6xnaBkysqg0mztabVGgEH+xx9/LB06dPADi+c2ca4AY9qRI0fmAwId0QAAIABJREFUacsqrOrKlSsFxg1GocrTYZjsGYSDBqyUINhvIy2AUUrBHTt2yDXXXGOY3xaOGjBOrV+/voMeZH4VK2NA7HOwFw7qDCVI2laKEHg24t0Tc9AJsl9hu5eRAUAYzpHCxsmoP9j3w3jpuuuuy/UzzjSxPjA6l8ovBgB4tqBYhJOAmbGeXYQOnNsjRUnjxo2jIA6u+hjk2burjoW0cpjPtMKCzMqg0mrtabVGwDoLqXGLFi0almFq7wcNALQjZYMkkD4CsUUtFiGwFoeSMOZRl9wrJ/mezazrsNnHCxIWxNis2lmdW72g0a+gF96JixAoCB9++GG1cTYKge4kV59VtITY4SIY3Xjjjcr62iy/k93CEKzg4QYlJDxxgyhByRTGYnYw0r17d7nhhhuU1R7GnlyClh8j7kHK1CuvvKIMJZKLXdi+xYsXC/JFGuVHdqMw9ip3ZkpBKATxfJQoUUJ5wBgVp0obeFXhoOehhx7K04xdeNFffvlFkIttwoQJea4N2hPLLAwm3ltghPe8UT/dzOfevXsVd6Nny87gyEr5AGMUhOMuVqyYV5GxvT4ImbLthEUFK2OUoDcbQchUDIXZgWQUwhoH+T2KugGA0YEq1qF4R0E5ceaZZxo+HToMAHAgiXUWPGcSC97hME4aNGiQp2+Jl+c++dqgZCrqa3RwC0qmor5GD0qmMCdBfjt0PnextoKQKaw94eWHeyUXuzRuVusEtIcUJ+lI1WU3FwsWLFB70xUrVuSpapc6y2w/k6meWFgT9ezZMw+nBg0aKOP3Fi1amOI2M2ABKxxod+rUyW6qMv53K2OUsBvSeJkcK2Pb/BLW2Ck/GgA4JZW3nlFqGxixI3c9ziOMUsNmugEAvmEw0MP4nSjuEWXDbE8E4k7PuVKfxfRcGeQ5aXpGqO+uYT/T0jdSby1ZnWtbnS9YrRPsztK99TgcV9MAIBzzwF6QgBYCCJOLzTYU2naLEByawrrsX//6l+m93SiR7Abw7rvvyrnnnmtYLWgFLjwtoJzq3LmzUqTaWXlZeVzHBmS2YEO4TFjKwhsW97M7vLFbGAbNKkiZSj7IRBitO++8Uy2U4ZkNgxQjb76gmRgJcVAyBU/rq666ytALxC4cltUBQZcuXeStt95SYSf9Lsn9wOEVnke8iypWrKiUOWZpM5xujOARCoUQ5De52Cm1rTzig+SEficfuCdGXMEYERLdaMPt5t1tlS/aLjS9lUy56YNXmQtCplLto13I16DDjQUhU2CFyDYwEMQ6I7ncdtttSkli5OmWKmfd1wX5Pco0AwAo3zG/SK9ilctXhwEAIjXhe5HoRYqDfnhEwssPqUuMitNviU65ClKm3PY7TGt09D35kN4vmYr6Gj1ImQrq2+FWdp3WD0Kmfv75Z7UuQ7jf5PLEE0+ofYxZ+e2339S6FZGVkkvQxt9OmaKe2bvDiVLbyiPejpebPoalrtn+xkloeqtvaTq+Z2FhmtgPq+gbQRtwB8ln9uzZMnjw4Dxp3KCcxVrIyrAkyH6G4V40AEhtFsxSTOB88+KLL1aOE/nRAMAtTUS+wXk4ntmw7E3cjiGV+kGdk6bSt7BdE+YzrTCxgk7AyGHMyVmt1Vlz0OmWg2ZKA4CgifN+JBAiAmaW6LEu6lTgWG1cw6DAtZoWKw/Z2HW6Nt9Lly5V6QEWLlxo2KWws/IiU8j5h5C9yPuMMFrYUMSiJVgpGsPOxGgiU5Upq8MyJ8oUs8VSkB4kULBDOYQ/bBgRjrFOnTpx4xgdBgBeOX311VfSv3//PFMXJCfcPPY+gDIVzwSMYWJRXawU927e3Vbt2IXxt3ouMa/4szN60vFJDEKmUu3nrFmzlHecUb4xRHKA9wBybgZVgpApjMUsXHRUvLCC/B5F3QDg9ddfl2HDhskpp5yinvk2bdrEU0L5aQAAb1uE6oNBSWKBMRnSmuDZC5MBQJAy5fZ9ErY1erpkyo5b2NboQcpUUN8OuzlI9fcgZArPEXJsJ6dFwtrxiy++ULlIzYpV5Kowh3k3y6ntZG9mZdQcZBSpVGXK7XVm+xsn82v2js7ksNFu+JopKGNtBJ3qzk3fvdY1CxcddIQxr+MI4noaAKRG2SiiG75nOHvC983MISHTIwC4pWl15oK2dJ0nu+1X2Oqnek4atnGk0p8wn2mlMh4/rvHqgGQVucru7NOP8QTZJg0AgqTNe5FAyAhYHfihq3aesm6GY5V7ER4Pzz33nG0qATf301nX6iOD+zjxcnDaHyvFJdoIOysvMoUFz/Lly6VSpUp5FGKZZgCQqkyZGVg4VUybKbYhW04MCJzKsV09pLvYt2+f1KhRI64oil2jwwBg2rRpSoFvlJv+22+/lR49elh20WphGCQnpCBBWNWaNWvmySmnywDA6gAWG3q8m81SjlilSwj6sM1vmbKTaaPfrcIBoz7SLsDQKcgShExhPGbvmrB/w2JzEeT3KOoGAEgFsnnzZmXIlRzVwU8DALyn4UmTmNYm0eMtbB6TQcqU23dK2Nbo6ZIpO25hW6MHKVNBfTvs5iDV34OQqZiRQXIfnSh4cY2ZkS5+C6NiAOt4GFw9//zzeaYFEfaeeuopldbLrFgZPTgxIEhVFtJ1ndUe7PPPP1fGI2bFLF1COgxJ08XP6r5W4YD79u0reDZhgJppxWoPh9QQ/fr1y7QhexoPDQDc44P39tVXX62eocQSS/Gybds2GgA4xGpmHI/LdZ4nO+xOaKulek4a2gG57FgYz7RcDsHX6jHjZ6M0qE4U+FbRutw4Ufk6SJ8apwGAT2DZLAlEgYCdt7aTF6iTcdopQcKc2xDjs7NCdHqw44SVnXdR2D0i/JKpTDMASFWmzA4HneYsioLFow4DAK+KH6sNWljCkuoyALBKeQDDEqQBOO+88/J48uM6KLAvvfTSPK+2mFcAQoCHoeiQqVTGYaUs6tixo7z99ttKaRqWokumMJ6HHnooj2c2/nuQkSH84qr7exR1AwArzn4ZAJjNAdatN910kwr/7/U74Jf8GLWrW6bc9D1qa3S/ZMoJsyit0YOUKZ3fDifzoLuODpnSocy2UhAjlPc555yje+ie2vPqhYWbm3kvOwnj6qnzabjYak04ZMgQZQBSuXLlPD3buHGjcgCYNGlSnt+efPJJgad3ENG20oDM0S3NogHFLn788cdV+o1MZGQWUpyRIYxFhwYAjh6pXJWM9tCnnnqqvPTSS8ppx+r7zwgAuXl//fXXAqMtIweVAQMGqBSfxx9/vPtJyrArUj0nzTAMhsNJ15lWmNh6ddSyMpwbNGiQeg6DjM4ZJFsaAARJm/cigZARsPI0QFd15UCBdxYUSPPnz89DAAqmoHMgu50GKysxtKUzN6PV4Q/uFRbloxlDv2QqyINMt/KRSv1UZcos1Ca8G9566y2pWLGiZXesDp/CopjTsbC1Osx18l6LwmZW54G7Vd5MvKMRThuK/qJFiyr5gvIf7+3rr7/eMLR9zCsgLIdtOmTK7XMORjjYhnecUQnjgaQumbJ6XwcZQcPtnDmtr/t7RAMAp+SP1YNnG9ZeiYdoyYZHNABwxjVqa3QdylpnZPLWitIaXfd7yoqZrm9HqvPi9TodMmXF24k3PMZg1Y9Ro0aptFlhKlZjdro3NlufOTVsDhMPu74gTD0M1J5++mnDqohchqgJjRs3jv8OTzesI3EgnVx69+6t/nu1atXsbp3Rv69evVqdM02fPj3POMNobKtzMszeGZkYQUMHNxoAuKNoZHyEcwG8d2C0hBKFMxN3o/an9p49e5QhEgwnjMq///1vZSQPA+b8XlI9J80P3NJxphU2rlZrZSeRXq3Wrk7P1MPGxGl/aADglBTrkUCGEbALraNrw4SFIxY777//viHBKIRZMcvpGBuQLkWOlScu7hX23Ml+ylSQB5lBPOqpyJQOBlYhk8LyLOpY2Fp56cGjHWO1KlabWbzP/vOf/0iRIkWCEBXTe+g8cLfLnYlOIL/3Pffcow4mX3jhBfX/G1mwI0oJ8nKXLFkyrXwSb65DptwOxio9AsKU45uYnZ3ttllf6+uSKat2YmGMETJ+4sSJMn78eGUcOHfuXDW28uXLS/v27VWuZHhJNG3aNE+aEF8hOGhcx7s48TY0AHAAPaEKvmN4h8MIKbEkGx7RAMCeaxTX6DqUtfZk8taI2hpd93sq1TVTWNaWVv3XIVM6vp9Wa9cwelIm5qpN5turVy/B2qtq1aqWj5vZ+gx73jFjxgii7GVSmTVrljJeQ6Qxo4I10B133KGMbpEC7OabbxYYvCWXWrVqCYxCevbsmUl4UhqLWXoENJbpSjWz5yf23i1cuLBaX48bN04ZGM2cOVMQsh2ldevWAkObgQMHCgwGypQpkxL/KF1EAwDns4XIGnA8gtFSYoEh2jPPPBOXFxoA2DPFOQuMu+6//37Ds5NMNHizp2JeI5VzUi/3i9K16TjTChsfrwys1q6Z/izSACBs0sz+kEBABIxypybe2suGCXkiN23apA5nkT8ah9tGBUYGr732mkAZEtaCscAaE2FljYpORY5ViD/c+8ILL5Rnn302VIq1RCZ+ylSQB5l+y2KqMmUVDstpuCIdB5R+8/G6qEP/rEL4O3mOosBJdx+RbwwHRoiQYFZg9Y8oE6tWrTKscskllyjjCBxghqnokCm347E6kES4VhhJxCIquG3br/q6ZMrq+cOBNQ4g8a+RAUny2GAEgO9vokecX+N32q7u75GZAQBCuCL3ZqKiAM9gq1atpF69eurAFkoWhAwOS7SNZIY6FGuJbZqlHkkMRxqrTwMAY4mO+hpdt0w5fe6jtkbX/Z6y4qTr2+F0LnTX0yFTVga2TtO3WUXpCqMBAObBLIS/0wh/6Vif6ZYfN+3hG4b0T5dffrnlGqhGjRoCj9GYsjbxHlD+wxAXIaPD+u13w8RLXStj27A7TngZd+xas+cPKSP69OmjzuGw5rYrkCkYm1x00UWh25vY9d3N70YGANizIh3b7NmzczXVqFEjqV+/vuC8EuttrL3TbfzvZqxe6xqd6+GZQjqaHj16xJunAYAxabzrd+zYIdOmTVPKfxi8GxWrdIte5zCK16d6ThrFsabS5/y2ZjJi9Prrr8uwYcPy/IRnCQaTnTp1skVrFlWXBgC26FiBBEggagTsvD2h1MbirkWLFrZD+/zzz1VeOqMNqtXF8CaFVWmDBg1s75HOCnaW+rfddpvyhC1UqJCnbmKRiJCA1113nenicPTo0YLwgGEsOmXKaHxBHmT6zTdVmdJxwGrVhtMQpX7z0bGwtcrthM0rwpCfeOKJhkM5fPiwTJgwQT2LCI2cXMLizaZDHpLHBsMtWPobhRq1mncsuHEdwpQWL17cbxFx3b4OmXJz0+3bt8vFF1+cx0MZbTg9FHdzP111dcmUlRIjlb7iEA7e3YkHTqm0o+sa3d8jr7wQ+hYHt1izhU0ZoEOxljhva9askfPPP195ssVKcjjS2H+nAYBIJq7RdcuUk/dCFNfout9TVpx0fTuczIUfdXTIlA7lfRTSdCXzt0qLAaNQKCjNIkLBaAIGfshjb1RiEYP8mPN0tol9xgcffCA33nijaSQAs/4hOhLOC9q0aZPOIYTm3h9++KGceeaZhv1xYvAdmoGk2BEzJUaKzcm1116r0r6FKYpbqmMxus4LL+xFrr76auWQk6l8YszMzvWwz4d8JBqw0wBAZP369TJ8+HD5+uuvXYkrZOqhhx6S0047LXT7N1cD0Vg51XNSjV0IdVNBn2mFEYYO5b1ZG3C+eO+990LleKJzDhgBQCdNtkUCESGAsLs4QIXVtNni+JZbbnGk1HazkMYhLayRoUBD3rqweT8ms7DL1QQLMVjx64hgYJWDFf2yO0RJt+jplCmjsQR5kOknSy8ypeOA1aqNsOQL1LGwtcu/jg0XFGbYcJUrV07ltI9ZaT///PMyduxYUzHIZAMADBrPGtIkIEydE8OuSpUqCbzdEYUibMrH2CTqkCk37wWj/OSx6+HRDl6Qu7AVHe8YjAleIwhxi/C1ukpyfndd7abSju7vkVcDAIwBHkwwqhw6dKijtVsq407lGh2Ktdh9zbxCksORxurTAEAkE9foOmXKqUxHcY2u+z1lxUrXt8PpfOiup0Om/DYACMvaM5m9Vf511MX7+YYbblB7ZRjLHzhwQNatW6f2z1gLmYXCx7WZagAQYzhv3jwVot5qz5HIGw4X8CQN4/pR9zPppD1ESIJCFt6ARgVGFmeccYaTpiJZByHaIT9QIOosMMhBpLKw7um8jNXNmsjsPtjHwbAJURMytRjtY80cxGgAIMoouVu3bo7FAVElcBYPA+4KFSo4vi7TK3o5J810NrHxBX2mFUaufhoAZPrakwYAYZRo9okEfCRgF+YZSpyXX35ZqlSp4qgXbhfSULxB0YjFc+fOnUNrBOAkRB+8ZHHY7nWDhMUOvGeheDQqOg0NHE2qy0q6Zcro9kEeZLocvuPqXmVKxwFrfjEAwKQsXrxYzjrrLEMvfseTZlAxLIewOuTBjAOeN3hcm0UkSb4uMWdpGL0igtws4X3+j3/8Q0aOHGmIF99XRAcIY9ElU24PQpyygKcgvpUFCxZ0eokv9XR/j3QYAGCgYQwjqUOxFptEI68Qo3Cksfo0AHBnAABuUVij65QpJy+IqK7Rdb+nrFjp+nY4mQ8/6uiQqfxqAAAlJCLh4TxAd8l0AwDsC5cuXSpIEfHNN984wocIiuCN/O1ezx8c3TDEleBti/Mko3RSffv2VYYBWCNkarF6x3sZcyaHQHZ7bmnGcciQIfLiiy+qFFyZVhDFDmcd77//fq6hme3BaADg3gAA5yZwioMjCs7FaQQgyhnHLj2OrrP3KD+zQZ5phZUTDQBSnxkaAKTOjleSQOQIwHsK+ZlhLWxUYMmKvLw9e/Z0PDYvC+n27dursH8wBAjbJtbO2webdeRw9qrswmIHH3JY9RuVMB7oJ/bTD5ky4hDkQaZj4XdZ0atM6ThgtWoDxj9YWKfbs0TXwhaHkvCIhcJQZ7nrrrsEf+l+Z+mQh2QueB/NnTtXbr31VpVDy23BweSjjz4aurBZumTKCY8ZM2aoDb1RhB1Y/GNzi1yTYSy6ZMrOAAAHH/jmIdco0gAhbQS+JXhHwpMJjIxKly5d5K233kq7143u75FVDlu3chK2g1sdijUwMGMOLzWsxYwiStEAwL0BQKK8hXWNrkumnDxbUV6j635PWfHS9e1wMid+1NEhU34bAGDf+fjjj0uxYsX8QOCpTUT7wTd9+vTpntpJvDjTw7DCsOiFF16Qe++911CBbQUSayhch9RtYY+mqE0gkhpCiHLs75AOwajgWfnnP/+Z9r2aX+O3Whcl3rN79+5y+eWXS79+/ZSSMSsrS6Dg/eijj5QMmUXgwP4Z/DKtIOoInhsdJSxGyTrGktiG0Z7Zav9KAwD3BgCJvPk+z6Hh9ZxU93MQ1vaCPNMKKwM/DQCge8EZaKdOncI6fE/9ogGAJ3y8mASiQ8CJVV0qIb9SzS8aI4dFz3PPPSfnnHNOaDZpdh7tOkMRf/vttzJs2DDTDZhRrq2wSJ1fMmU0viAPMv3gq0OmdByw6mjDDz52G8/Y7269gew891IZCw5MzIyoUmkv1Wt0zyUUsNhUXH/99aah/+FJY5Y6JjYOHBLgnd62bdtUh6b9uqA2S3YHkpAbGI+k24PdDLAumbJSpiDcIQ7NateubdgNu5Cu+Gb26NFDu4y4adCP79Hu3bsF8oOCA9qyZcuqf1HwrQUXKJhgpAVDTSOPt9gYwiRnOhRrGNcnn3yiFEyJ44bR6ujRo6Vdu3aG00cDAJFMXKPrkiknz3yU1+h+vKf8/nY4mRM/6uiQKb8NAMKy9jTjb/esuJ23sBmzue2/VX0oXaFchRLWqOAAGoaRmzdvtrzt3XffrZTgqJvfipWxLUKVw3s5Ozs7o7FYveOxPkIqN0TCMzMSsUpXBiU50k2UKFEioxhir4t15OHDh9W4ML7E5wcpSvDcTZo0SZ555hmZOXOm6fgzUc7WrFmjQtPjm5hYrM6IaQAgsn79ehk+fLggKkmq5dprr5UHHnjAs3NZqvdP53U6zknT2f8g7x3UmVaQY3J7Lz8NADJ57QnONABwK22sTwIRJIDDYyxk4W1nZumry6MdeBIPq3Foi3zSVrmksUnBxwyK9XQXbAqQGxxW+UYllSgJZmNatGiRskI285gIc3ixoGUqyINM3TKoS6ZgsQ8FyGeffZaniwgfhmfILoSYLgWfbkaJ7ele2EKphrDrd955p6Oc9giBjBDt8IQ38kTG+wyh8dJddM4lDkTgLXPLLbcYDgtM8DvkbNq0afLwww9b5izVaSSlg7NumTLrk1XaiSgcFOmSKa/KlK+++kr69+9viDkMz186v0f49k6dOlWuuuoqmT9/viGjMIW+9SoLGCC+fXgnJytLbrvtNhUKGXmljQoNAIzfVFFeo2NEOmTKyXclymt0jC/I95Sub4eTefGjjg6ZWrlypZx77rkye/bsPF10mjpKhxGBH3yctolw9jfeeKPjnPYwCEQUQERySS69evVS+5qqVas6vX0k6sHLEYois70/zmOg2IcB4KuvvqoiN1qdoaTivBEJUBadtEs7ESYjSD9Ze33H43wCa0kYluaX58/NfIAPDJbxDJqVMKd1czNW1MXa8L///a/A+Six9O7dW8lItWrVDJukAYA5aTyjmzZtknHjxslrr71maVCCVhDRDI4YYXUUcCtTTurrOid1cq9MqBPUmVaYWSFaJM4AjIpTZzEdRgRhZmTWNxoARHHW2GcScEnAziof1sGwcvUrj9WqVavkhhtuMLV0x3AuvPBCefbZZ9Nq9WjnLawzWoHdAQAUaAhTBsVbGEvQMuV1k5suhjplSgcDq00awr5jMZTuTYdfC1t40I4fP155ROKQEopsFHjatGrVSrp166aUjvBgR4F3DvL7JZd33nlHRSxJd9F54I4xXXrppYZexfg+4EAgcePvxKgiTNFL/JKpRBnAgSQ27mYbEqtQ5emWpdj9dckUFCCDBw82jBbxxhtvyNChQy2HbKVICYMXpI53sdc5t5JpROoYM2ZMKKJw6FCsoY2TTz451/vJiYU+DQCcSVlU1uix0eiQKTsyUV+jY3xBvqd0fTvs5sWv33XIlA4GVgYAYTB+c8IfnrVLlixRe36ss2EYGXM+wJ4Wueuh3B84cKBUr15dGbRh/Z1cwpKWzMmYndbZsmWLMiA28vzHGQPOYmBEEov+g3btjCrsIuE47VuU6lk9J1j/fPzxx9KhQ4coDSmlvsJbHYbb2KMlF6eOAWaKFCdrrJQ6HbGLEA3gkksukU8//dSw5zgrgIFAkSJFIjayvN397bfflKMJlNWJxW7fRgMAZ1OPM0Gk1kCqRLMoblFwFnA2Wme1dJ6TOrtj9GsFcaYVdko6GJgZAGSq8WlsTmkAEHbpZv9IwCMBHMTDujfdXuYbN25Ui0pEIjAqyAOMUK4tWrTwOOLULsdBGZQ3sLo3KlAS4vAF3gpec3/jIARzYuTJjXtDAQkrUSwCw1jSIVNBHmTqYq5bpvbt26essp9//vk8XYTHJ3JjV6xY0bL7YVesofM6FnVe59BsMxsmxZqOw2Zwsno3W0UhgacADgmuuOIKw8gyYdrEBiFTq1evVt8Ho28tvh848O3Tp49X0fT1el0yZXU4a3eQhAGG/TApDN+jn3/+WRlSfPPNN4YyEYZUCeiYDsWa1fOr44GAkROMvcqVK6ejuZTaSLdMhX2NnghVh0xZTVLU1+ixsQUpU7q+HSk9PBou0iFTVlG6nIbThsIchqhGygEn304NKAJvwuz9nkmKNUDFmhnewjC2TS52ZwyIAABF70svvWQ4P/nF4z3G0chLOQYmDA4lQT5EZkoMpwYAZs8fDQCOzSLWh5dffrnhtDp9twcpE6ney2rvlmqbidflR2OlZG6IuIhUgIgsYVaiYuznVSZ0n5N67U9Urg/iTCvsLN59911lLGlUnJx/WJ2pO/12hp2RWf9oABDVmWO/ScABgbB5sFgtoDGcdHnW2oW/xsYcm2scRpiFmnUwHaqKXY4jeEeMGDEi7TmOzcaTLpkK8iDT6Vxa1fNLpryGK4Inydlnny0LFy7M0/2wHC6GYWFrxilMVqG6DtzNeDvxosGB5tNPPy3XXXed4eMQlk1sEDKFiC04CDIqp59+uorokk4Fo5P3mi6ZsjI0gvcDvqVWhQYA9rNl9U3E1WF5n+tQrPltABAGw64wrHHCukZPfhp0yJTZExb1NXriuIKUKV3fDvs3nz81dMiUDt7fffed9OzZ03CQTsOa+kPIn1axhkQaF/wll7CsH3WN3My7Fu07iRBllpsb14dpb6KLl1k7v/zyi1xwwQUyYcIEwyoffPCBnHHGGX53IzTtm3nwd+nSRTkGQOlqVWgAYD+VVt+HTFIW+W0AANJO9oD2MxLtGgsWLJC//OUvsmLFCsOBIA0M0i4WK1Ys2gO16L1f56QZCyxhYEGcaYWdo9c1+969e+Xaa69VRpnJxWnKrrAzMusfDQCiOnPsNwnYEMAiDjlT8YI0KunwMrc62EAf03FgjQUILMmhWDULx4TQXvC81qH8v/rqq+X99983nBNs0kaNGmV6+JNuoU+nTOk4WAuKn58y9frrr8uwYcPyDAVGKl9++aV06tTJcphmz6DT64NgGIaF7YcffihnnnlmqBeFOg7crcJHImLLc889p1IkWJUo5Kz1W6bsDiSjkiNSh0xBVqzagecD/qwi6dAAwP5Na2cAgO9Bv3797BvyuYbXTTq657cBAO6RbuVaGNY4YVyjG4mnDpkyahfK/yiv0ZPHFKRM6fp2+Pw6Mm1eh0xZKbPbtm2rjNzr169vOUSzNb7T69PFL9X7ImoCziqSQ+Jj3fnFF18I0uE288o+AAAXlElEQVRlSrFKjeTkew35euCBB5RDQnLJT97aVsa2iIaHZwhGffmlmK2PmjdvLu+99540btzYEgUNAOwlxer74HSvbH+X9NcIwgAgDGnc0k0aqWD++te/mhoxZboC0s9z0nTPbRD39/tMK4gxeL2HlUMbomsgra1VsXoGnVzvtf/pvJ4GAOmkz3uTgE8EEMoTIeY/+eQTwzukQ/mPjlgtoPF70AYAyFMI62hYWvqt/Ef7N998s7zwwguGcxJ25X+6ZSrIg0wvj6XfMmV1QO8kgoaZh59TTwEvbJxem+6FLfLb33TTTcqzPbmESZGr48Ad7yV8K/73v//lGavTDWjYlbUYmN8yZWYwgnvje/v2229LnTp1nD4CaaunQ6bQeSvLaieHZQjBjcMR5AZOLmHwCgzD98jq2QWzdCu0Y/OmQ7HmtwEAIwDkzFbY1uhmL0IdMpXcdtTX6EasgnxP6fp2pOvjp0umvBjpHjp0SCl34dGbXOAtiPVn2bJl04XIl/vOmDFDTjvtNIERZWLJREXuV199pdI7GBWn3+v8rqw1MxiJMYXXLCJMeU3V6Iuw+9So1bmAE8MSOMFcf/31eXqXn6JK2E2N1bPrdK9sd48w/B6EAQAjAFgbyUMOMkmmkuXa73PSMDxHfvfB7zMtv/uvo30rBb6TCBpWUTigPzv11FN1dDOUbdAAIJTTwk6RQOoE7MJXQhmBQ4RmzZqlfpMUr7TK14Img3zhwpIeShnk9DJT/sMCDJuiokWLpjjinMv27NmjFIpGudvxO5T/r776qvTu3TuUm9YwyFSQB5mpTnYQMmUVWhvWjohkUbBgQcMhWDEM02Yj3QtbHKYgr1TygWTYPGx0HLjraMNqER4WS38/ZQoHknh+zCK7RCk3qw55iL18zMKSOjGIgDLm5JNPNvw2O8ntluo73Ol1YfgerV69Ws477zyZPn16nm6HyVtUh2IN3z3k9TWLaOV03szqnXXWWQLjuHSm6AiDTIVpjW41pzpkKrH9qK/RzVgFKVM6vx1en+dUrtclU9OmTVNKXqN9pZ3xmlWIeKztb7/99lDuEVPhjWus5DMTx6tjHWpmYBK2/UmqMmF3Hc6JYERq9Hw1adJErcOzs7Ptmsmo363OBewMIqyewUzKbe9lwnG2AyMJRAI1KpnkLQp5uO222+TJJ5/0gsz0Wpx3jh49Wtq1a+dL+1Fp1OqZxRhgxITos0WKFInKkBz1M4hzUkcdiXglHWuJiCOQffv2qXeykW7FifFafjampAFA1KWf/SeBBAJQxOBlaOTNiWo4eEdIZxwOB11wwIYFzUsvvWR46wYNGqhFYYsWLXzvGhYgCDcI5T48DY3K3XffrZT2xYsX99QfjBubA/wZFSyGERVgwIABoTzYCYtMBXmQmcqEByVTkKd//OMfMnLkyDzdtFOswdoRiu0ff/wxz7Vh8mxP58LWytgFm2LkKfWaCiQV+TK6RseBu9Vz5dQDy8yDC322O/DWxcKuHT9l6uuvv5bTTz/d8EAyaocdOmQqNhdWHjNWOVoRGhApAoy+mU42dXayoOP3dH+P8L1BhJLrrrvOcDhQlj/77LNSsmRJHcP11IYuxVoqnbC6t1OPy1Tum8o16ZapMK3R7fjplKmor9GtWAUpUzq/HXbz78fvumTKKh0Q1gkIX25maARvXXj6Jys3EQ4fe9Y+ffr4MfS0tGmlCIAiFxHNgjgPCHLwVjLmZA9mFZ0sLGsjP3la7X9xX5x/IUWCV6cNP8fgR9tW0aDs3jlW5wJh2b/5wcxNm2vWrJHzzz/f0AA1E9/NbtjE6kYhEmAq4/LjGnz7cCYBQyazkonPXlDnpH7MWdja9PNMK2xjteqPVTogq3OmXbt2qXRvMKhMLmE6P/FrLmgA4BdZtksCAROwOjRHV2AdDkVz586dPfcMB8tjx46Va6+9VrDptFOSY9M6YsQI5b1g5m0f5AvXasMDOFD04c/r4TkWO9jUX3rppYbMoRxCKCxs0MIYri5ImbITyiAPMu36YvR7UDKFe1steGAxjEOQZCW1lYebneFAKjy8XKNzYbt7925lQe3EihrGQDBSSs5FirGEUZGr48DdKmctxm0mT7H5tQqbjLDaH3/8sXTo0MGLOGi5VqdMJXbI6kAW9a655hp55JFHInMgqUOmYnyswvgPGjRIfRurVKmSZ37h4T9s2DBD47ywRFPQ+T2aN2+eSsOBP6wF7NZTCJ+I3Miob2bAaLXx1fJAuWhEl2LNxS3jVfOrAUDU1+h2c61LpqK+RrfjpPM9ZXcvnd8Ou3v58bsumUIYfxiKwoM9uUBZhIN9RG5J3vNZGZ/aKfH84OG2TewXIW+lSpWy3c+iLtZkMMLftm1bnltlqiLXKmetXWpGvKsmTZokF110keF3P2prTbfyhfpWxsZh2m+kMjav15iF8Ue7cAoaOnRonufS6lwgE6MpHDhwQBkX4117xx13qLRsdmdvcILB2aWZ81IU3s1eZcvJ9fnVAAD7N5zxQpl/zjnnSKVKlSxx4T2O1HbYv82fP9+wbiY+exhokOekTmQ2ynX8OtOKGpPFixcLIvgZObYNGTJERfarXLlyrmHZRaEI0/mJX/NBAwC/yLJdEgiYgF95m2655RaBN3zMojr5QAmKMeRJOeOMM6R58+bKsyErK0vwgt2xY4fMmTNHhZKCwYBZwaEIvP/NcuPpRIl+wUIcigSdpVGjRupAIzG6glU4Ry/3xkbumWee8T1cbVAyFWOBzRkOzsyiJbhlhgMVbHwRXcLPEqRMYRx21ujIfQTLxqpVq6rn8KeffpL777/f0NIR7eH5xOGR3UZYJ8PPP/9cbZiMDv/c3gfvDxgYIbpBYtm5c6cghOHEiRMFCkdE2YABFJSOMSUbZG7jxo0qbCTCSJkp1KDExWGlWXoFt312Wh9Wqoj4YBbVxWk7sXo4rMCCuGLFivFLrTzYUemCCy5QRiV4jmLcwHbWrFmW7/agw2oHIVPJvK0OJMPqGRKETIGTlSIEv+N7DyVJq1atlIEOUinA+AZpI4yew6C9AoP6HiVu5LGegqcR1lRYU5QpU0a9l2PrKRwYvfbaa4qTmTFl0M8d5hKHYHj/Ys2go+h634bNACAImYr6Gj0mP0HIVNTX6GAVhEzF5iSob4eOd4hRG0HIFO6LtRE8+Y2+Y+XLl1fKJxi9Y78MZfjcuXPVd89on4x1BNZ/OMwMc/n0009VH7Hvwnr7xBNPlMaNGxueCSASoZGhLcYX1L4tHSztPNjxzb/55pvllFNOkQoVKqizFMjHhg0bVESERx991HDPFBUZ8cLcztg2SCcSL+Pw61orRQjk484775Thw4cL3j9Ym0NhgjRdSIVpVMIW8U4Ht2QlNZ4zGGP16NFDKW5jjgKxcwG80+BwsXDhQsPb54fnzin3/GoAkLh/gzwgSg/2YMkyhXU5zuJGjRqlzmDM9m/gnYnPXtDnpE7lNsz10nGmFWYeRn3DugAGWkh1Y1Twjse3r3Xr1soxDudMiKCLM3Gj8+d0nJ+kgzkNANJBnfckAR8IWB10erldly5d5K233lIesChWHiWp3ifIxY4f/Y+NG9788CCOFb8U6LB0HzNmjO+pHIKSqRgvqw1EqrKFQxNY5fpZgpQpjMPOa83NWM0sJN20kUpdKP6wKNNVYPSABWCxYsXiTeqSJyOlua5+27Wj+x2CDSrCzHbq1Cl+a7sc9nZ9NPo9SKOu2P2DkKnEsdopuMPqGRKETPnxDQzaUEnX+yNRZoy+R1aW/G6fPazT0F7Xrl3dXuqpvs4xoCNQIEHpZRYq22lnw2YAEIRM+bEeCXKNHpvbIGRK97sw1veg1ui4XxAy5cf7HG0arUecPtup1AtCptAvu+hpbvqOtS0MorxGpHNzz1Tq6mBrZsybSn/Ceo1VDvtU+wwjXTgFwGAwU4uVghtjzg9ee1Zzi/0I3hP4VnstWD++8cYbUrt2ba9Nhep63d9KGOeDuV3UrlBB8KkzNADQA7Z3795q71OtWjU9DYakFT/2JbGhJZ+9h2TInrsR9JmW5w6nqQG7yBJOu4XzExjo9OzZ0+klka1HA4DITh07TgK5CfilrEXqgHfffVd5o6FgkwHveVgO6yhXXHGFPPzww+ogKIji5yIEHhyJkQX8OlwEpyDy1wYlU7F51705Q7vYxCJigp8lSJmKjcMqdJ/TseLZRli79u3bO71EWz3dC9vLLrtMEAIxcSOuQ55gDYqDteQQUtpA2DT0/+3dz8sNXxwH8FmxtPMHIKUoZKuEUso/YCulbKSwUfgXZM0fwJaIEOX3zxQLbFDK0h+gb++pq+t+n+eZuc+998zc+7ymbDxz75x5nXPPnDnzmc+ZRR+yVN+xUtr11Zxr09IBq/nOps+UaFPDZWiqmzZrujad0yz+3lTu1RxzuetRU6q1tsfKckPJ3FPyIcg0+o/R81vqepTx1Wj2krYuw/vl5jXLPCXTSclsLinDNB7+DJ/LoUOH6u/MW5CTbGshAGC0Tc37GH1Q3yXa1Cz6wkH5S4zRc6xS/VSONQuvUk6l+6mVUvq37dOSJSd9+qZNm9p+pLP9Jv295s3kZAZIwHbp61dJtGncuw2Xt2npgJLnNqtjNT3cPnjwYJ3hLoFXa3mbRp+Tub5k1MsbzIu2Jdg9mQdv3rw58akdP368XiIv/ZZt5XHI6NzoInndvXt3atlr05dn3mD79u2LRFSfSxfzpPOOWHpOa169pjHPlGdQeRaV5TxKZ3rtwl0AQBfqjklgBgKvX7+ujhw5Uv38+XOq3z6aASBfnknVPFRdLl12mwKksz179mydWrpk9GxSe2VZgzwsnPY2GoW40hrIkxy71NtFJdtUPGYxkVkiA0DJNjXcbrI2XX4/q0kPn4f/mVhMSvwutmkPbJfKADDJzX76p3xn+qgub/CnPeG+3Bt3GUAnCODEiRMTpfGOVVJrZXIk6bZKbiXa1PD5rLTmZm7kk1oza0z2bSvVpgbnnbchs+5x3kxaKe3hUk5djRNKXo8+f/5cT0o+f/581U0lb2xdvny52r1796q/Y5IPTvrwZ/TYMgC0r42lxjjzPEYfnHmJNjXvY/SS/VSOVfra0f5X0G7PEm1quCTp2/OWaLIujbvl4f+VK1dmvoTZuOVabv9JAtkShJyHaXn7cZEf/g/sMg5K2toEF0+yJb1t5h1mvczdJGWcxmeb+ulkf0v2xbXQdpo8J+lzuh5HNp3bpH9PIEl+L7mvX+3W5T3Jastc4nNrNQNA5uHyAspyS9q0tU/GwMwpDLLttv3cvOzX1TzpvPgsVc7Sc1rzbDXpPFOWHs78Z+l5y67MBQB0Je+4BKYskKjypNTOG73jTrKvVJTlUlx9+/atXjM7xxtnHe8MnrM24pkzZ+r1Abu4YXv8+HF18uTJZdf1Wk3VLJV6NxekTMrnzcVxjJqOXyoleek2lZuzWF24cKGJoNXfS64lWapNjZ541j+6evVqHbnYJiBn8GA7gQPD68C3Ap3iTg8ePKj7gWn8LpZLG5qH2tevX69v9tvYDE4vv688rMzDtKzB2eWW32AmttLPTmNr6jtyM5tU63lgO07d9KFfL9Gmhusg60Omf3/x4sU/19ykDzt16lS9Hm4X17emdlK6TaU8+S2mfi5evFilr2yzZXI7v8MsV9GFY8nrUSbPsi5dHgiM01ft2LGjDgJLX1oyO8Jo/X38+LE6evRo9f79+zZV27hP0qqePn164kj8uKbNZcmkgWvGagkwyP+XvgaWbFPzPEZPAynRpuZ9jB6nkm2qi2tHY2cxxg4l2tRocXI/nrXb83Z7mzFVgijPnz9fv4nUZZ8+Bmu9a94+zrUoQRZtt/TFye5z7NixhU5fv5THnz9/qvv371d5O7btmGjwPX257ret50n3y3X80qVLdSBNgpAGW5fX8knPaZafTz+ToIi293Hpc/JiTPqcDRs2zLJonX93fndPnjypAwHGeWjbh3vczvFWKEDGIdeuXavnhd++fVvvGbMElWROb3jZwT6fx2rKlnHRjRs36t/chw8fxvqKvXv3VufOnauSxWT9+vVjfXbedu5qnnTenAblLT2nNa9Og3Jnnunp06f1taztmCrzTBlb7Nq1q5N5pq7MBQB0Je+4BBZEIFF9GfBkQJ1/uTkbDP5yikkntmXLlmrPnj3Vvn376nTj8zSpsSDV5DQWXOD379/1gOfWrVvVmzdvqmfPnv094wxs8sZ/0irv37+/2rhx44Jr/Ht6ST0Wk7wVmcHhp0+f/k4i5QZ1586d1ebNm2uf9FFJ99/FA8c+VUpuaF++fFk9fPiwevXqVfXly5f/TbzlraO0rTzwTqaYSdfr7tP5K8tsBPLALeOD27dv17/HtLHBQ5FM5qafyluA+S1m7NB1AM5sFJb/1vhkPbtHjx7VGTmG+6p8KpNoWZc1/VT+pd9aKxHrpetiUY5njL4oNek85lng169f9QPfO3fu1IFSw/fJ6dcTcHr48OEqDwTmdS33TMD++PGjvhfJ9T1zA+/evfsbIDmYD0hwdq7xGXuvW7dunqt14rLngeT379+re/fu1Uv7ff369R+z4et+xtkHDhyotm7d6ro/sfzif8Fa6HMmqcX4ZK4kffJoX5X7kdzjZs5yMHfpHncS7cX/7KAvz7VvqetfAm1yj7tt27b6Om++afHbhDMsL2CeqdlcAECzkT0IECBAgAABAgQIECBAgAABAgQIECBAgAABAgQIECBAgEDvBQQA9L6KFJAAAQIECBAgQIAAAQIECBAgQIAAAQIECBAgQIAAAQIECDQLCABoNrIHAQIECBAgQIAAAQIECBAgQIAAAQIECBAgQIAAAQIECBDovYAAgN5XkQISIECAAAECBAgQIECAAAECBAgQIECAAAECBAgQIECAAIFmAQEAzUb2IECAAAECBAgQIECAAAECBAgQIECAAAECBAgQIECAAAECvRcQAND7KlJAAgQIECBAgAABAgQIECBAgAABAgQIECBAgAABAgQIECDQLCAAoNnIHgQIECBAgAABAgQIECBAgAABAgQIECBAgAABAgQIECBAoPcCAgB6X0UKSIAAAQIECBAgQIAAAQIECBAgQIAAAQIECBAgQIAAAQIEmgUEADQb2YMAAQIECBAgQIAAAQIECBAgQIAAAQIECBAgQIAAAQIECPReQABA76tIAQkQIECAAAECBAgQIECAAAECBAgQIECAAAECBAgQIECAQLOAAIBmI3sQIECAAAECBAgQIECAAAECBAgQIECAAAECBAgQIECAAIHeCwgA6H0VKSABAgQIECBAgAABAgQIECBAgAABAgQIECBAgAABAgQIEGgWEADQbGQPAgQIECBAgAABAgQIECBAgAABAgQIECBAgAABAgQIECDQewEBAL2vIgUkQIAAAQIECBAgQIAAAQIECBAgQIAAAQIECBAgQIAAAQLNAgIAmo3sQYAAAQIECBAgQIAAAQIECBAgQIAAAQIECBAgQIAAAQIEei8gAKD3VaSABAgQIECAAAECBAgQIECAAAECBAgQIECAAAECBAgQIECgWUAAQLORPQgQIECAAAECBAgQIECAAAECBAgQIECAAAECBAgQIECAQO8FBAD0vooUkAABAgQIECBAgAABAgQIECBAgAABAgQIECBAgAABAgQINAsIAGg2sgcBAgQIECBAgAABAgQIECBAgAABAgQIECBAgAABAgQIEOi9gACA3leRAhIgQIAAAQIECBAgQIAAAQIECBAgQIAAAQIECBAgQIAAgWYBAQDNRvYgQIAAAQIECBAgQIAAAQIECBAgQIAAAQIECBAgQIAAAQK9FxAA0PsqUkACBAgQIECAAAECBAgQIECAAAECBAgQIECAAAECBAgQINAsIACg2cgeBAgQIECAAAECBAgQIECAAAECBAgQIECAAAECBAgQIECg9wICAHpfRQpIgAABAgQIECBAgAABAgQIECBAgAABAgQIECBAgAABAgSaBQQANBvZgwABAgQIECBAgAABAgQIECBAgAABAgQIECBAgAABAgQI9F7gPzsCnsnZl8uD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35" name="AutoShape 35" descr="data:image/png;base64,iVBORw0KGgoAAAANSUhEUgAACAAAAAHhCAYAAAD6J17EAAAAAXNSR0IArs4c6QAAIABJREFUeF7s3Qn8VdP+//FPuJEhQ8rYLWOlKxJFGaIQDagoQqUkqVQyD91MpYylkCEyNZEmlEIkhW7oj0jXnCHD70qGDP0f731/p9853+/Ze+199jnf7znn+1qPR4/rfr97r732c629z/dxPp+1VqUNGzZsMAoCCCCAAAIIIIAAAggggAACCCCAAAIIIIAAAggggAACCCCAAAIIFLRAJRIACrr/aDwCCCCAAAIIIIAAAggggAACCCCAAAIIIIAAAggggAACCCCAAAKeAAkADAQEEEAAAQQQQAABBBBAAAEEEEAAAQQQQAABBBBAAAEEEEAAAQSKQIAEgCLoRG4BAQQQQAABBBBAAAEEEEAAAQQQQAABBBBAAAEEEEAAAQQQQAABEgAYAwgggAACCCCAAAIIIIAAAggggAACCCCAAAIIIIAAAggggAACCBSBAAkARdCJ3AICCCCAAAIIIIAAAggggAACCCCAAAIIIIAAAggggAACCCCAAAIkADAGEEAAAQQQQAABBBBAAAEEEEAAAQQQQAABBBBAAAEEEEAAAQQQKAIBEgCKoBO5BQQQQAABBBBAAAEEEEAAAQQQQAABBBBAAAEEEEAAAQQQQAABBEgAYAwggAACCCCAAAIIIIAAAggggAACCCCAAAIIIIAAAggggAACCCBQBAIkABRBJ3ILCCCAAAIIIIAAAggggAACCCCAAAIIIIAAAggggAACCCCAAAIIkADAGEAAAQQQQAABBBBAAAEEEEAAAQQQQAABBBBAAAEEEEAAAQQQQKAIBEgAKIJO5BYQQAABBBBAAAEEEEAAAQQQQAABBBBAAAEEEEAAAQQQQAABBBAgAYAxgAACCCCAAAIIIIAAAggggAACCCCAAAIIIIAAAggggAACCCCAQBEIkABQBJ3ILSCAAAIIIIAAAggggAACCCCAAAIIIIAAAggggAACCCCAAAIIIEACAGMAAQQQQAABBBBAAAEEEEAAAQQQQAABBBBAAAEEEEAAAQQQQACBIhAgAaAIOpFbQAABBBBAAAEEEEAAAQQQQAABBBBAAAEEEEAAAQQQQAABBBBAgAQAxgACCCCAAAIIIIAAAggggAACCCCAAAIIIIAAAggggAACCCCAAAJFIEACQBF0IreAAAIIIIAAAggggAACCCCAAAIIIIAAAggggAACCCCAAAIIIIAACQCMAQQQQAABBBBAAAEEEEAAAQQQQAABBBBAAAEEEEAAAQQQQAABBIpAgASAIuhEbgEBBBBAAAEEEEAAAQQQQAABBBBAAAEEEEAAAQQQQAABBBBAAAESABgDCCCAAAIIIIAAAggggAACCCCAAAIIIIAAAggggAACCCCAAAIIFIEACQBF0IncAgIIIIAAAggggAACCCCAAAIIIIAAAggggAACCCCAAAIIIIAAAiQAMAYQQAABBBBAAAEEEEAAAQQQQAABBBBAAAEEEEAAAQQQQAABBBAoAgESAIqgE7kFBBBAAAEEEEAAAQQQQAABBBBAAAEEEEAAAQQQQAABBBBAAAEESABgDCCAAAIIIIAAAgggkCTwxx9/2IwZM2z8+PG2aNEi+/77773f7rDDDta0aVPr3bu3nXjiiVapUqW0bnHPpzMQyAeBzz77zG6//XZ74YUXbNmyZRub1LBhQzv22GNt8ODBVr169XxoKm1AAAEEEEAAAQQQQAABBBBAAAEEEEgSIAGA4YAAAggggAACCCCAQJLAhx9+aJ07d7alS5emdTn++OPt0UcftWrVqqX9fdzzK0pnfPzxxzZ69OiUALOCy0cffbT169fPateuXVEocnKfa9assfvvv9+mT59uixcv9q5Rp04dO+KII6xv377WoEED3yQWHTts2DC74oorfNv2yCOPWJcuXXLS9opa6YYNG+ztt9+2O++8015++WV7//33PQo9F6eddpr16NGDpIuKOji4bwQQQAABBBBAAAEEEEAAAQQiCJAAEAGLQxFAAAEEEEAAAQTM1q9fb8uXL/dmx+ufArmJAKN8atWqZfXr17dDDjnEmjdv7v3vVlttVTB0Crp16tTJ3nrrrbRtdiUAxD2/YKBiNFRj5swzz7RXXnklbS1KAnj44Ydtt912i3GVinvqDz/8YOedd55NmTIlLUK9evVs4sSJXhKAX7nuuuvsmmuu8f09CQDZH18K/iv56L333ktb+amnnmr33HOPbb/99tm/ODVmTUCfkatWrfI+HxcuXGiff/65rVy50j755JON19hmm23swAMP9N5xBx98sDVq1MgOOOAA+jZrvUBFCCCAAAIIIIAAAggggEDFFiABoGL3P3ePAAIIIIAAAgiEEtDM1BUrVnjBJwVmE8vihzlZgY5TTjnFLrzwQi/gsckmm4Q5rdyOiRvAj3t+3BvXFgRTp061G2+80UvUiFo0S1xJHLvuuqsXINbs4/3339/bAsFv24Oo19AKCkoACCqaud6uXbuoVXO8mZdYccIJJ9jatWt9PW699VYbOHCg7+9JACj7oXTbbbfZoEGDfC+sd+ncuXPt0EMPLfvGccVAgb/++sveffddu++++yJ/RiZX3KJFCzvnnHOsTZs2VrVqVdSLUEB/P40bNy5ldRbdpj53lQTStWtX77Nvs802y+ju161bZ3fddZe3ldGbb7658XMgsY1R9+7dY9WfUaM4CQEEEEAAAQQQQAABBMpcgASAMifngggggAACCCCAQGEJaLb2kCFDbMKECbEbfvbZZ9v1119vNWvWjF1XriqIG8CPe37c+9LWBW3btrUvv/wyblUp5zdp0sTat2/vLUWuQEWcZABXcFkXVgLD5ZdfntV7qCiVhUmw6NOnj91yyy22xRZbpGVx9RErAGR3NP3yyy9eQoaSrIIK7tl1j1ubkuOWLVvmfa5NmzYtbnUbz1cillbg6NChg22++eZZq5eKyl9g0qRJ3koffsW1ypDrDpQAdvjhh/sepiQDtUFjjIIAAggggAACCCCAAALFK0ACQPH2LXeGAAIIIIAAAgjEEtBM8smTJ3v7gCcvXRyrUjNvhptmpx122GFxq8rJ+XED+HHPj3tTruBC3Po1C7ljx45ecKp27doZVecKLqvSa6+91q6++uqM6q/oJ4VJANAWAZpxXqVKlbRcrj4iEJ3dUUYCQHY9y6I2zbTWShojR44MXG0jTlu0EoDqr1u3bpxqODePBFzvZxIA8qizaAoCCCCAAAIIIIAAAgUsQAJAAXceTUcAAQQQQAABBHIloGDUiBEj7J///GdOLpHPe1nHDeDHPT8uuCu4ELf+xPlaTviqq66y3r17+waR/a7lCi7rPNcS9dm6D1c9iS0VtLT3a6+9tjHQp0SIZs2a2bnnnpt3yymHGQOabT58+HCrXLlyWgJXH1X0BAC9I++99157/PHHbfHixRsN9VxoGfcLLrjAjjzyyNArZZAA4HoS8+v3X3zxhbdiw5QpU3LesHxPmss5QJFdwPV+JgGgyDqc20EAAQQQQAABBBBAoJwESAAoJ3guiwACCCCAAAII5KuAZjVq+XX9y1XRnvJaXSAfZzXGDeDHPT+uuSu4ELf+kuefddZZXrLIzjvvHLpqLXOuxIGgMn36dC+wXt7lu+++sy5duticOXPSNiVusCYX9/fcc8/ZcccdF1i1K8GCBIDgnnE9564VFtLVPmzYMG/FFb+yyy672MyZM61Ro0a5GDbUGVLg66+/NvWv3lFlVbQFy/jx461evXpldUmukyMB12d03M8UtgDIUcdRLQIIIIAAAggggAACBSZAAkCBdRjNRQABBBBAAAEEcimg2c7aF/yyyy7L5WW8uhcuXOjNoM634grsub6cj3t+XA9XcCFu/enOb926tY0ZM8Zq1aoVqvqVK1eaEgeWLFmS9vhTTjnF2wu9evXqoerL5UGFmACwZs0aL0Dptye5gokPP/yw7bPPPr50JAAEjyrXc55JAsAbb7zhba/ht+XK2WefbaNHj7aqVavmcshTd4DADz/84D1bZTHzv2QzTjrpJO+9uNNOO9FHBSzg+ox2/Y3hunUSAFxC/B4BBBBAAAEEEEAAgYohQAJAxehn7hIBBBBAAAEEEAglsGDBAuvatatvACq5Ei2BrkBt9+7dTUsUb7fddt5y13/99ZcpSLJ8+XJvxqKCkGvXri11fRIAqoXqk6gHuYILUesLe3zU4JTGx6hRo+zll182BVNVGjZsaEom6NWrl9WsWTPspXN6XCEmAAjks88+s9tvv91eeOEFW7ZsmWdUp04dU3CpZ8+eplU4ggoJAMHDKhcJABs2bPC2mdDWAvPmzdv4Hj700ENNz1ePHj3yIikmpw9cHlceNUFOz5j6TCuZaIWUKlWqeHeX+IxcsWKFPf3003b33Xfb999/H+rO9VwqQW+zzTYLdTwH5Z+A6zOaBID86zNahAACCCCAAAIIIIBAIQqQAFCIvUabEUAAAQQQQACBHAh888033n7mM2bMcNau5cW1XLUCtgr6B5VPP/3Um7WqmYvJiQAkAJRPAkBQcEH7kP/444/23nvv2fz5871ZrongvHNQmFkxBqcKNQEgTH8FHUMCQLBgLhIA4vYZ5+dWQDOrtR2I3woNiavvsMMOdvPNN9sZZ5xhm2++ubNRWrFD26joHFfRKitTp061gw8+2HUov89TARIA8rRjaBYCCCCAAAIIIIAAAkUmQAJAkXUot4MAAggggAACCGQioJmn9913nzfz2lWUJDB8+HBTkCNsUf2vvvqqDRgwwF5//XVv9vHkyZOtbt26Yasos+NcgT3X7Ly458e90WwGF5QQ8MQTT9j1118fKhFAe5RPnDjRjjzyyLi3kTfnkwCQviseeeQRLxhaUYvrOc9kC4CKalkI963EqH79+tmECRMCm6vVcO666y477LDDIt2WVhd46KGHbODAgWlXzEmu7Oqrr7YhQ4bYpptuGukaHJwfAtn8jE53R2wBkB/9TCsQQAABBBBAAAEEEChvARIAyrsHuD4CCCCAAAIIIJAHAl9++aVpf2ktOx1Uoi7zXrKur776yq688krbcsstvRmPiSWR84BgYxNcgb2KlACQQFG/XXLJJd6+8a5SbPuUkwCQvsdJAHjfOnXqZG+99VZaIBIAXG+Kwvq9VkTRljfptrNJ3Ilm5yuIf9RRR2V0c2G3GGjSpIk9/vjjtscee2R0HU4qXwESAMrXn6sjgAACCCCAAAIIIFBRBEgAqCg9zX0igAACCCCAAAIBAk8++aR16NAh0Kg8lx5WYGTVqlWmbQP0T//95ptvpgRjtE+29lnWzMtmzZrZQQcdlFGCAQkA6YfBunXrvCSAsWPHBo6TbbbZxqZNm2YtWrQo02du/fr13piYM2eOLV682N55552NS3WrTQceeKDttddedvjhh1vLli2tZs2atskmmzjbmA8JANozfMGCBd7MYgUitV+4xrvuQ3uM165d23kfUQ+IugWA2qhnZ+bMmfb88897K30k9jVXWxs3buwFUPV8hlkWPWp7y/p413siHxMA1EefffaZl+gV9B7VeGratKn3T6u1VK5cucx4tRXNU0895Y2jRYsWpR1DCoCXZfLYb7/95r37Ro0aFehw++23W//+/Z3b4gRVomSrnj172uzZswOvVagJOPos/+CDD2zu3LneO03bKSxbtmzjvWpboTp16ljz5s29f/vss0+o93ScAVrW79diSABI9KM+j/Scfvzxx97nbqKU/MzV564+fzfbbLM4XVWQ58pG22Dpmdbnhsa3Pge7detmRxxxROD41upZX3/9tb344ove3zYrVqxIcVZde++9t7cliJ6XQw45xLbaaquCdKLRCCCAAAIIIIAAAtkXIAEg+6bUiAACCCCAAAIIFJSAArt9+/a1Bx98MLDdZb3ssL74VHBAs87vv/9+577LJRuvLQq0nLICcdWrVw/dJ67AXkVcASCBFzY4JXdtE+EXOFTwYMaMGTZ+/PiUIJ/6TEHH3r1724knnhgqkKbxq7GrL9jVd2GLvii/7LLLrF27dilBiaVLl3pL20epy++aClRq/CqIVbKsXr3ahg4d6n2pn9hTXPev8aWfJ85REF3Pnl/ihYIId955Z8qX/np2XnrpJe+cJUuWpCRCKBCv+zvrrLMCgzFhEwB0LQXwtE2EEj9cRe433nijHXPMMaEDe+pjJT9oO4rkIFMm40Xtffrpp+3uu+9OGXtqtxIVlAh1/vnnlwqiKCAt60RSg+s+s/17BYq0aoraGLVoK49Zs2Z5z8jLL78c6XQlfmlrmO7du5u2+IhSwo5x1blmzRq75ZZbvDEbNMtex2YyhqK0u+Sxrs8EHa9kHG0PENUoXbv0eackgKCSLsFEQcKbbrrJtAR8sqGChBo/l19+ue25556RKIKeFwXr1Q4lIbkCu3qGp06d6vXx8uXLQ7dB7b700ks93yiJQ2HHXibv19CN9zmwkBMAtBWG2q/3cZR+FIWSifRu1edP1apVIzEqoezmm29O+TxTBRqDxx57rA0ePDj033l616iu5557LiX5RO86fWarLr1j/IoSgu6991574IEHUs7Xyh/a5korZVWqVMn0d46sBg0alPZzo169ejZlyhSrX79+qUvpuXv77be951mrfYQtSrzo2rWrl7CkJEcKAggggAACCCCAQMUWIAGgYvc/d48AAggggAACCHgzpU899VR77733fDWCvqjMBaFmTF177bVewMAVDHJdX8EPzcxUYFVfyrqKK9hTkRMAZKeZmx07dgzsFwXxH3vsMdMX6unKhx9+aJ07dzYF29MVl3HiHM2Gu/DCC702ZVL0Zbm+XG/duvXG04cNG2ZXXHFFJtWlPcdvpm5QEChxjmb+ad9xBQn8SjqrH374wQvw+80i1j7lkyZN8mYi+pUwCQAaB/fdd59dc801kQLjcr/qqqu8vgsT1HM9k1Fm2ysYrgSVe+65J+2tp7P59ddf7aKLLnKufpG1QeNTUZ8+fbwA6hZbbBHqUgoivfrqq15QSgG0OEXPshI3TjvtNGewN3GdMGNcbdSKEfL1204hXbs1hpQYo750BZ/j3LfOVbKSgnpBRQklGofZKB999JGdfvrpXrDTr2i2r3x33XVX75AwYzSTJD4F0hWwVXJBpu9qrcyiIH6m72ld95xzzrEbbrjBW+UnTAkz9jJ9v4a5ftAxhZgAoFUStFKU3ttxk+P0jtV7TElgYf4mk6Xr80grmmjlpzBFCTJakcCv6G9PPSt+JejzKPFZ9Le//c1uu+02r91Bf8Oma7cSDMaNG+dtl5Xp37/ankZ1RE20COPHMQgggAACCCCAAAKFI0ACQOH0FS1FAAEEEEAAAQRyIuD6MloXTTfLOCeNMfOWBdYMpsSs6GxcJ8rezK5goys4Hff8uPfr6k9X+13XD7tihII9mpmXrmTDSAkrmpUcFCRz3Yt+r6CmZsYmiivQEKbO5GNK1p/4nStAdfLJJ4faciFdf7q2LchGAoBmgGo5ed1fpkWrRCjw6wrgusZLrhMAXEkDmd5/1POi3KdmnyoorWSWTINI6dqn+vQvzDLTrjGuIPfEiRO9JJdMVlZQEoCCbAoOhw0kRjX/888/vWCgEoP8ilbrULJagwYNolaf9vgw4033rnds8ooQstBsY7/SqlUrb0WSHXfcMXQ7NUv6uOOO8z1eiUZjxowxtadkUXKHVgVRm7Lxea4Ar1ZHCEpcKov3a2g8nwNz/RntCnCHef8nN12f+XrPx3nXl6TQeFF9Wu3H9f7Xua7P5XxKAFByw/Tp0717c717S7Zb722dr9WJ4pRGjRp571ZtD0BBAAEEEEAAAQQQqLgCJABU3L7nzhFAAAEEEEAAAQsT3BBTNmc3BrH/5z//8ZY+VjAl2+Xoo4/2gh+77bZbYNWuYKMrgB73/Lj3nevggtrnuoaOufXWW73ZuelKXCPN3FQwVF+yxy3Js/30PGg2ezYDHX6zCYMMNU4VxNfMbVcprwQALXX+5ZdfupoX+HsFgTRLUatBBBXXeIkSGHcFV9MFx3766Sdvm5SHHnoo1v3GPTnsfSqIFGb2aabtCZu44Rrjm2yySaggWVA7ldylzwvtgZ2L4lpNQ9dMrISx7bbbZq0JWqFCAcSgogCfZvomigK/J5xwgm/QUc/bM888E3qmtAL4mnUfNBs66D2fi2Q+rcQgm5122inQxjX24rxf43ay6/PT9TeG6/rZTABQ8F8z0e+44w7XZSP/XuNRf1sqEciVwFNICQBnnHGGnX322aGSXpITAPS8aUWiMIkDLuyoSR6u+vg9AggggAACCCCAQGEKkABQmP1GqxFAAAEEEEAAgawIhAm4p5tpmJWLp6nEFeiLe10tV679ioOKqw2uL+fjnh/3HnMdXFD7tDetgl4rV670bW7QcuVxjPQlufpR+5Jno5QM0LsCDVGvmckKAFpmXSsbhJk1W14JAFEd/I4Pk5jjGi9hA+NqQyYJAK5zsmXhqifsfSowrOfDNfvUdT2/34dN3Ah6F2nmurafyUYbtYqEAtVhtpOIes+u7UpUn1YQ0Xtj0003jVq97/EvvfSSaU/xoFIy+P7tt996W388++yzvqdpdrESs1wBV1Xgqk9JQE899ZQ1bty41PWytUJLuhvRChRDhw4NnDkeNPbivl/jdnKuP6OzlQCghDiNMe0nn6uiBB55uJbvd30u58sKAPo803YJSn4JU5Lb/cUXX3jP7wsvvBDm1MBjSACITUgFCCCAAAIIIIBAUQiQAFAU3chNIIAAAggggAACmQkowKjZSosWLfKtwLWfe2ZXTn+WX7BFAacWLVrYqaeeakceeaTVqFHDKleu7FWyfv160xen2tN85MiRgUtJh5mp6Qo2kgBgFmZWbOvWrb0VF7bffvtSnR3HWNdWEoeWlk5XNFYUKNUsOgUXtLywvpDXecuXL/dmC2uWXWLJ8ZIJAK5ltKOO95KzdBPnu4JAYa9T6AkAuk9XYo5rvIQNjOtarmB+usCJ3jFaklljozxLmPtUUo6CSK6tMTRD9YILLrD999/fqlSpYkqs0TMxZ84cu/322+31118PvNUwiRvZGuMu81wGuxYvXuwtgR+UqJCLFXLCJFkNGTLE9C8RzA8zYz/MZ2DC+7XXXjNtReK30scpp5ziLclf8h3vesZUv5bx1/jr0KGD7bzzzqbVIHSe3tHaUmDChAm+3R5m1YdsjT3X571rbKb7vattca+ZrQQA1dOlS5fARLTE5622bdp33329v8v0efvVV1/ZE0884fWl3t9BRe+i0aNHB+5XXygJAFHHQ3ICwJNPPuk9D37lkEMO8Z73ww8/3BKrjeiZkbWSfvR3zcsvv+ydnst3YtR75HgEEEAAAQQQQACB8hMgAaD87LkyAggggAACCCBQ7gIrVqwwzYbTl+5+Je6X0VFusmRgWV/0a39oBbQU9A8qCn7Mnz/fW3rVL2ChYNfkyZOtbt26vlW5go0uj7jnR/FKd2yugwu65q+//urt3T527Fjf5rZs2dIee+wxq169eqlj4hi5AmNhlif/8ccfvQQCLWuswIKSFRJl6dKlXtDDFbQI009NmjTxkiC0R3jJ4uqnMPXrmHR7cGt5a92DgrnpSpjggCvgklyvgkAKAGnWeb169bykCz3LMlaChWslA79AYuIarvESJjCeqMsVnPSzmTlzpnXr1i2jverD9qXrONd9asauZkar7/yK+krPrRK/FHRNV9asWeM93xq7QcWVuBF1jOvdPXjwYG8MaTa9tvrQtgua3e9aKUDbgbRr185FGPn3M2bMMC07H1T8knwiXyzpBNeY16HpxoNrGwDN2tdY1h7hruJKhvJbTUCfw3qm/fpMCRV33nln2vei2hRmH3RtS6BgqN+qC1HHnp9Fuvery831+2y1zXUdv9+Hef9r6X9te/Lggw/6XkZ/nz3wwAOmZCC/FSWUkKR65s6dG/hO0meFkjz9iuvzKF9WAIjSJ/q7QAmJDRo0cG7Hpb8lxo8f770b/YoSL959911v1Qb9jabEpKpVq0ZpEscigAACCCCAAAIIFJkACQBF1qHcDgIIIIAAAgggEEXANVNMdbmCTlGu5zo2sQeqvtzXl8aa6R3lC8zffvvNW6521KhRvpfS0qxaRcCvuAIvJAD8V871hXxQkCGOcdDS2MlfqLvGWtjfu4LprvHgd50oQSAFbbWlgpJhdt11V/v9999NyTsKmshZAcrkAIyrzWECQK7+TdyXgkBaeUMzF9MFlMPsA+7am9w1XqK8ozJNACjZj9lsU6LuuHV+9NFH3n7aQbP/R4wYYYMGDXIuV69ZpT179rTZs2f7PiquxI2wYzxoDIXdF7vkSh5hn2/XcWHuIUrw0XW9xO9dz7DfZ7Nr2X6dF2bFAtf2QH6JBK7P4DCz99VGBaC1VcG9996blsy1MlGYfktUHPX9GrYPs/Huj3utdOeHef+7Vn8Iuw2Irq/tIPReeuutt3xvp3///qZ3k982Hq7PoyjPoOvvXte7xPWeLnmTbdq0sWuuucYaNmzofUbq3Tpr1iwvSU5/52611Vb2888/24UXXuithpOu5GKbkVyMLepEAAEEEEAAAQQQyC8BEgDyqz9oDQIIIIAAAgggUKYCri9C1ZgowbUybbzPxbR0sGYj+5VHHnnEmx3tV1xf7roCvnHPj2voCny42h/2+sOGDTPtxexXcpUAEHR/xZgA4Aqwp/N3BQ/DBIBcARddV23TDO2gvcoVwFVQQ6sDBJWS+5knH+t6pqK8o4o5AUDLsSto71c0Q14BVddqKonzXUtSu2aTu95FiTF01113WatWrXxnEWvFDiW/BC0LH2UMhH3H6bgw9xAl+Bj22q5n2O+zOcw2AFrJQjPwFXj0K66VVvy2EnjnnXe8rXoU9E1XXDP3k8957rnnvO0X/EpQMl+YfkuMv6AEprD9FeW4sG2LUmeUY13v/zAriUR53jQY7wViAAAgAElEQVQmtZqEVhXxK66EDtfnUZRn0PV3bzYTALR1jP5OUsJEUHE97yQARBnhHIsAAggggAACCCCQECABgLGAAAIIIIAAAghUYIFJkyZZ586dAwWifNGbD5SuoAEJAMd7Qa1q1arF6i5XECNXCQBBKwDohhQo0JfuWoY+G8X1xXymCRUuP7VdQQPN1tXsSb8lltPdo6vNrgBQwlGzFv1KlLZ9/vnn3pLzif2J09WpFQ60pPgWW2xR6tckAPyXJOhdHGbJ7jAzv5PxV69e7SVLvfjii77jIKhO1xiPMobuuece6927t287crFUe5jnQMdECT6GfSe5nuGg8eDaBiDM8+9KJvFL2Anqc9dKHyVttHWI3huLFi1KyxaUNOQae3Her2H70O+4MG2Le42g8139ry2UtB3HvHnzfKvRkv7HHnts6Ga6EkpUUVCdhZgAoM80rWoQlGiTAHStAKA+e/zxxwO3AAjdGRyIAAIIIIAAAgggUGEESACoMF3NjSKAAAIIIIAAAqUFwnwRXWgJAK7ZXSQAZCcBwLXSQq4SAJYuXWpt27Y1BSn8ivYR11YQ1atXj/3YuwJxuUwAyDSZwdVmVwBIaK6AS5S2aUapZv5q1Qi/EuRIAsB/1YLexa5gqWu2frp+Wb9+vZdMo9m7fiVoZqrr80XP6A033BAqWWfx4sXebHC/feUzfQ5dLwjXc6Dz8y0BIMw2AEGfg65VMvzGkmu8NGrUyCZOnGh77723i937ves9FmfsJd5x2UwWC3VTIVeVCFtXJse53v+uz1jXbP10bXJtKaFzgpKJXM9hlGfQ9TdiNlYAaN26tbfyzc477xyqi1zPjipRv2m1ihYtWqTdbifUhTgIAQQQQAABBBBAoEIJkABQobqbm0UAAQQQQAABBFIFinEFANeXuyQAZCcBwPWFfK4SAMLMTtQo1/L0PXr0MM0M1n9HmUGf/JS4glCZBh5dwdGTTjrJNOt5p512ivzacrXZFQBKBMeCVgBwPUclG+161wQFB0kA+K9mUAKA673XsmVLe+yxxyInxcSZee8a465AW/IYco2BTJ9D18Pl2upE50cJPrqul/i96xkOGg9htgEI2nPdZe23/L8ryBu1j1yzooOeB9fYi/N+DduHfse52ha3ftf5rve/q33aZuSOO+6wLbfc0nWpjb8PkwQWlNDh+nsjyjPoele63kuu5yPM1jjp4FyrbiTOadOmjWl1gebNm1uVKlVC9wEHIoAAAggggAACCFQ8ARIAKl6fc8cIIIAAAggggMBGAdcXoUFBhrJk/OOPP0zLiC9btsw0O+3NN9807Qut//WbEerXPlfg0vXlriuIEff8uK6uL+9d7Q97fdcX8vpyWm3ZddddS1UZxyjMfsIlLxjnC3NXIC5TT1c/uYIQQf3karMrAKS6Xf3reo5Kts/1rtl///1t8uTJVrdu3cjjJcoqJa7ZzWFs1EDXGI7SpsQNx6nTNZ4yCdqpXTNmzDAFS/1K0Ph3tSnKGHfZZPocut53rnvQ+VGCj67rJX4fZvsFV0LICSec4Pv5GDSL29Xnfkvvu1ahCHvvYY/TLOuHH37Ytt9++1KnuPotytgL256wx7naFraeTI9zveNc7/4hQ4aY/kVNqtNKIoMGDfJtdtB4drUpyjPo+ixyjY1cvYs++ugjb7ufJUuWhOrabCU5hroYByGAAAIIIIAAAggUpAAJAAXZbTQaAQQQQAABBBDIjoDri1BdxW+2X3Za4F+LAr0KKOgLfs2M0n9no7gCl3G/3I17ftx7dAUXshEocwVRdQ9xlnR3tfHjjz+2M8880zR+o5Q6depYv379rFu3bqH25VXdrmC6q61+7XP1kysIEXTfrja7AkCq2xVwcT1HJdvnei50vF8Qx3VulGC7a+yGsVFbs9mmhFWcOl3BtYEDB9rw4cOtcuXKUR4Z7xk7/PDDfc8JSvTJ5hh32WT6HLowXPeg86dPn27t2rVzVRXp9677VWVB74gw2wCka7drKfKgrSTCtDkSguPgsko+yWabVZdrTMUdy65nNugd5+p/td8vAcTl5LpvrdYzZswY22abbUpV5fo8KoYEAP3NO2rUKBswYICLstTvlThw6aWXWoMGDSInZkS+GCcggAACCCCAAAIIFIwACQAF01U0FAEEEEAAAQQQyL7A22+/7QX4V65c6Vt5pktHx2nt999/byNGjLCxY8dGnuHvuq4rcOkKYri+nI97vqv9rt+7vmR3td9Vv37vCjDrmKCgbDaMXnrpJevVq5cXiI1alAhw/fXXW/v27Z176bruNVNPVz+RAPB/veoaLyQAuBM2Mh1PcYKJ2RzjrjGQ6XPoenc899xzdtxxxwUe9tBDD9nZZ5/tqirS7xcvXuxdN2iFm6A908NsA5BuyXXXygNBCYFh2hwJwXEwCQDpgeI8s64EKV3R9TeUX7e53gdB/VkREgDktm7dOrvyyiu9LRYyKeecc47dcMMNtvPOO2dyOucggAACCCCAAAIIFJkACQBF1qHcDgIIIIAAAgggEEXgww8/tM6dO3vL6vuVffbZx6ZOnerNLCqLopn+F1xwgc2ePTsnl3N9eR030BT3/Lg3HedL9rDXDpM4ErRMcLaM/vWvf5n2so66EoDuU7MMr7rqKrvwwgtt88039711EgDS07ieo5Jnufpcx7MCwPvWqVMne+utt9Kix1kimwSAsG+31OPCBLUztQ1q0aRJk7zP5qDiWnlA78WgbQDSrd7gSngImv3tCjxn1gP+ZxXrFgBxk1lc/RC0AgAJAMEra2g0uj7L4vaf+uCWW27xkmCjbnGl9jVr1szuueceq1+/frYfOepDAAEEEEAAAQQQKDABEgAKrMNoLgIIIIAAAgggkE2BH374wbTsqivY7go0ZKtNX3/9tTdzXNfLVXEFLuN+uRv3/Lj3XRYJANqSQXuKB5WJEyd6wcx0JZtGmjE3btw4b0a/Vo6IWvQlu/Yl3nTTTdOeSgJAelHXc1TyLFef63gSAAovAaBRo0amZ33vvfcuNVBc76IogXPX+IkbdPN7b7iuq/P0LtSM3S233DLq6yft8WFm74dJzHNtA6AkqGnTplmLFi28dvz55582dOhQb/uPdCVo+X8d7wo8ZwUnqZKrr77a24s+3bs7m2Mv2+12tS3uWHb1Q74mAAQldFSUFQASY03vgGXLlnnje9asWZGHYJMmTbzts/SeoCCAAAIIIIAAAghUXAESACpu33PnCCCAAAIIIICAhdnvVUzplgrONl+c/U+jtMUVuHQFfFxfzsc9P8q9pDs218GFH3/80fr162cTJkzwbaorOJULIwXqH3zwQRs9erRpFYmwpVatWt4KFwcffHDaU0gASC/peo5KnuXq86Ax4zqXLQDcWwAMHDjQhg8fbpUrVw77aHjHuYKJZbUMu2sMuN7LkW466eAwSXJNmza1xx57zPQuyUb5z3/+4yUV6L3kV1q1auUF+HbccUffY8IkEiiwqiXHK1WqZK6EgaA92tWIMCvDZMNHdZx22mneDGk/c9fnYJTkk2y1OVGPq21xx7LrmY2bABC0CkSQleu+46xw4pc8lq49Lh/X2CjLd9Fff/1lixYtMpkrWSdKueiii7ztAIJWOIpSH8cigAACCCCAAAIIFJ4ACQCF12e0GAEEEEAAAQQQyKqAlgrt3bt3YJ3plgrOaiPM7Msvv/T2UZ43b15g1aeeeqqdeeaZdtBBB1mNGjVKBbRcX+66Apdxv9yNe35cV9eX7HGDC3PnzjXtAx20NG3QPtG6v1waafncl19+2UsG0My5MEvoBs0kJQEg/Yh0PUclz3I9l0FBKdd4iTID27XEdVA7ku/J1aYoSQmJeuPU6XqPZ9IetWvGjBl20kkn+b6Wgp5117vIFWiL4h33veZ3g2GT5PRePPbYY+O+vr3zX3vtNTv55JO9z0S/EjYpz1VXciKB69i7777bW6HHr7jGb676KF17sjn2stKpSZW42hbXKc67VqtA6PNw2LBhvrcd5blNruS2227zVtvxK0FJSq4VABYsWGBHHnlkqK5y+bjurzzGuZJ5lNg4efJk02fv8uXLnfdar149mzJlClsBOKU4AAEEEEAAAQQQKF4BEgCKt2+5MwQQQAABBBBAIJTA0qVLrW3btoHBBlUUNeAX6uJJB7n2HtZMvzFjxnh7Gm+yySa+1bu+3HXdR9wvd+OeH9Wt5PG5DC6E3aLBNUOwLIz0hflHH31kCjo89NBDgYkAQQkuJACkH5Gu56jkWVoxomvXrr7Du2XLlt4s6urVq5c6JpvjpVgTAFx7xmcaVHQlFgQF7VzvIlegLXkgZHMMRH3HugxUX//+/b0Z6XFn2/7xxx/est833nhjYDPDbsujFQx69OjhO3tYy/o/9dRT1rhxY+9d6Regda3qosauXr3aunTpYi+++GLatgc941H7xHV8Nsee61pRf+9qW6bPaqIdrr+BXElOCv5fccUVvreVSTJRmMSCoL8bXAkAUT6PXD6u91J5vovUKfoMU3LjyJEj7fXXXw8cfq6knahjl+MRQAABBBBAAAEECkuABIDC6i9aiwACCCCAAAIIZF3AFSBIXPDoo4/2lhzebbfdst4GVegKstxyyy2mYJOWKg4qri93XV8Ux/1yN+75cXFzFVxYt26dXXLJJTZ27NjAJoaZdVaWRlpCV4HlPn36+CYBBAW3SABI390aB1o5xPU86uzffvvNGzujRo3yHTtBs/hd4yXKCiUff/yxt4KI3hPpiis4ljjH1aZMgmRx6ly8eLEdd9xxGY1xv04JM/s9KMDkehe5Am3J7XLZxA2aBr3Uwixt79pKJOx7XeNSQfSgbUwUSFdCjYL3rqJEKAX2tRy4X1Hg9ZxzzgncdsC1/L/qdm1dsP/++3szmOvWretqduzfZ3PsxW5MiQpcbYs7ll1/A7neca5koijv28Stu8aGjgtaRcOVABA20B1mqynXe6k830XJQ+mLL76wCy64wJQM5FfCrhSS7TFOfQgggAACCCCAAAL5IUACQH70A61AAAEEEEAAAQTKVeD+++/3vvx3Fc0KGzp0qG222WauQyP/3vUFb9g9Xl1ffpMAcLwpAFGtWrXQffT99997ywK7gv+qMGg5/cQFy/oLdM2q1T7XmqHrV/zGlysBwBVM8bueKwjkCkIEdV422ux6HhXw1MoKRx11lHMcvfPOO6atO9577z3fYzXjWcGKdMU1XhQInTlzpjVq1CiwLWGSWML2p6tNmQTxXHUGJRUoYHzGGWd4+0X7Fde7r+R5WkHj9NNPtyVLlqStcptttrFnnnnGmjVrlvb32RzjLptMvJ0D938P0Ljp27evt61IUNEWNqNHj7aqVauGrTrluLArrIRNhktU7lraX9s49OvXz/sbYOXKlWnbHibAGmaW9xNPPGHt27fPyCfKSdkce1GuG+ZYV9vijmXX30Cud5xrVSjXc5/OwDUGXW1yfR4FrUSS3B5tFaCVaIISbFyfveX5Lippu2zZMuvUqZPvc5tJIlqYMcwxCCCAAAIIIIAAAoUhQAJAYfQTrUQAAQQQQAABBHIq4Ar0JF9cgTotE5zJUsfa0/iOO+7w9jhWMOXvf//7xqpdX/CGTQB46aWXAoOSriBY3C93454ft6OzGVzQzO158+Z5SR+upWbVbteX+Il7Kw8j1xL0mSYAhA0+l+xXVz+5ghBB46QsEgB0/TBJAGGXNA+a/blmzRovuK2x6Ff0XtIqA5tuumnaQ8IE/7M5hps2beqtPCGjsMX1XAQFc1xbG6gNUQPUrsSw5P3j091jNse4yyZu0NTVR08++aR16NDBdZi3dLr+bbXVVs5jkw/QGNcsfa2yE1TCvmOT63Ct8qMVULTCz7hx49JeOszy/4kTXX3erVs3u/POOyP7RMI085LctNKHX4nzfo3alqjv/rhjOW4CwLfffmta8eHZZ5/1vdUoyaBKDNHfEPobz6+4AtWuz+8wz0WY4L/a5xob5f0uKvneCPpsdLnGHcucjwACCCCAAAIIIJDfAiQA5Hf/0DoEEEAAAQQQQKBMBMIsi5rcEAWS9IVu7dq1Q7VPgX8Fk7QUsWaTq5QMuLoSAMLseawvZrXfsd/y3rouCQD+KwBoyW8FizRTe/78+TZlyhSTaZiiWYGaJaoZw65l4eN8gf7GG294y/kPGDDAC8iFSUTR+NZ41b90JWhpalcwXfVFnZGrc3IZoHK1OUywxPU8Jhzr1Kljt99+uyloVbLfw2y/oHpcS0qvXbvWW+o4KDgalIwQZQWLMDZqs2sM65ios51ddbqCOa6AfZRnVO+A7t27+87+DzPusznGXTZxg6aud9w333xj5557rs2YMcN1qPcOVEJKmM9HvZs041rvs6DPrcRF9az179/f+Y5NbmSYbQCCbirM8v+J8139FGUMOqEDDsjm2IvTjnTnutoWdyzHTQAIE7APk/yVuPcwgXfXu/K5557ztjgJKvq7QKv8lEy+0fifM2eO94yF+XumPBIAlGypVYqUCBTlb+sVK1bYaaedZsuXL09LM2TIENM/199k2R7j1IcAAggggAACCCCQHwIkAORHP9AKBBBAAAEEEECg3AW++uorbwng2bNnh2rLDjvs4M0S09Le++23n2233XYbv2TUbFTVpyC/Zk4qmKwgXnIpGdB37TurZYrvuece03VLFn3Bq6WvFSR86623Attf0RMAQnVuBgf5ffmeripXkCgoAJI8E1DHXXrppd6KD5tssolvqxXMVFDOb2wEzWT++eef7cILL7T77rvPt34FQ66//no75ZRTvOCDxr+Cek8//bS3t/bee+9d6lxXEMgVhAjqorJMAFA7FNRTcPr888/3gp4KNqxevdpbDl3bRpR89ku23bVthCuBI1GfkhE0Hk4++WTbfvvtvX54/vnnQ69goXrCJgCEWZVAdSkgdcwxx3jbpmgfbL2n9F7UKiolt+FwPReuBIAwK7lorD7wwAPejG+/oJCWx9a7NOizoEmTJvb444/bHnvs4TsUsznGXTZxg6ZhXnn6zNJnnms8J54JvQ+6dOnijSn1dWLrHK2KoWdUWyvce++9NmvWrDCX994v+gysXr16qOOTD3ItwR5UYZjl/xPnK5CplThGjRoV+L4cOXKkl8AV9N5OrkDJaboHeb366qs2fvx4360ndF42x15kbMcJrrbFHctxEwDU/DDjRe8AfS7+4x//8L1jfQ7qXeK3jYhO1LhW8pLe2X7FFehOnKfk1MGDB1u9evW81WD0LhszZoz33IR5blWP67M3F++i5M8T/Y2rLQ30vg961vUeGT58uLftkl9x/b2b7bFNfQgggAACCCCAAAL5JUACQH71B61BAAEEEEAAAQTKVSDMTK1sNbDkF5OufWd13TZt2tjFF19shx56qFWuXNkUFNAXwwoKaD/yMF/wur4Qjfvlbtzz4/q6ggtx6093fpTgv86PY5RuZvoRRxzhzc5VUHPnnXf2Am2afa4gm4JrN910U+DMv6AAdJh9rYNM/cabq59cQYiga5Z1AkCcMaVAzcSJE61BgwaB1YSZARqnHYlzwyYAhFmVwK89fttGuJ4LVwJA2JVcEgkb2gt733339d6lel6UtKWZuAqYuWbKhpmJns0x7rKJGzQNM3aUUKLgtpawL+uiYKuC3npeMimubQD86oyy/H+iDq3SooS9oH3WE5/nem/r3pITJDQWlSyj8ag9zrUUvZJREqsH6VzX53g2x14m3kHnuNoWdyxnIwEgMSNdq9sEFQWr9TdZ586dbffdd/c+exWYVt/rPrXlU3K/laxL7yKt7HLSSScFXifO+zZq/7k+e3PxLkpXZyLJVkv8K8l266239m5F76GVK1d6Kw8pIdKv6F2hVZzq168flYDjEUAAAQQQQAABBIpEgASAIulIbgMBBBBAAAEEEMiGgAJImtXZu3fvUMH0ONcsuQKA9uju27evPfjgg3GqdZ7rChzE/XI37vnOG3Ac4AouxK2/5PmZ7Hkdxyjs0vRh71MzoqdOnWoHH3yw7yla9tsVoPA7WUuBX3755aV+7eonVxAi6P4KKQFA/XnZZZdtnB3td1/aRkSzO+fNmxe2a32PU8BRs03T7XEdNgFAlWtLE83kz6SU3AJFdbieC1cCgOr4+uuvvZmjer/mqqgftLpD1apVAy+RzTHusokbNA1rVRa+JdsSZbl1v/vIdBuAKMv/J66tALCCk3quc1Vcn+PZHHvZvgdX2+KO5WwkAOiew2wDEtdGfz9oyfvE6hhB9bm2OInSlvbt23vL5iuQXrK4Pntz8S5y1Rnl3hLHXnTRRXbDDTeE2iYpk/o5BwEEEEAAAQQQQCD/BUgAyP8+ooUIIIAAAggggECZCujLe82m1xKkYWbUZ9q4dAGwuXPnejMH4163YcOG3uxBBQ1LFlfgwPVFrOvL+bjnZ+qZOM8VXIhbf+J8LbeuZe/1RXrYZZwT58YxSt4CIBv3oiV09UV5UADi448/tjPPPDPUHt0l2+QXTHD1kysIEXTvuU4AuOuuu7xEnaBlncP0jZIqtDTzTjvtFOZw57LeYSrRuB03bpxptZNrrrmm1ClREgDCznRO165cJQDoWrkM3Gkfbs2A18xwV8nmGI/zznC1M+rvv/jiC29Z81wmWSS/Z7UEv7Y5ibuPd5hl3UtaRFn+P/lcJUr069fPm4Gci+L6HM/m2Mt2+11tc/2N4WpPthIAdJ1crgql5BIlioTd0uKbb77xVvpRQl6coi19dO0ePXqk3RbI9dmbi3dRmC1lotxz3BVDolyLYxFAAAEEEEAAAQTyV4AEgPztG1qGAAIIIIAAAgiUm4BmC86ZM8cGDBjgXAo6k0a2bNnSW7pUS2Enl2zMHNQXxN26dTMtS59uz3dX4CDul7txz8/EM/mcSZMmecvx5qqE3Z826PpxjObPn+/tGRw3SUTtC7t1gZ4H7XXcq1evyKy33nqrl0xTsriCQK4gRFBDcp0AoOD1Flts4dzbOaiNmQQotEqIlmAfO3Zs5H7QCQruK3nhsMMOM7+VJKIkAOh9NWTIENMqD1FLLhMA1Bbtk37++eenfQdGbWvi+NatW3vbA2hGepiSzTEe550Rpq1Rj9Gy5sOGDbObb7456qmhj9d7TvXvueeeoc8JOjDqNgBxlxBXUFPJVVriPdvF9TmezbGX7ba72pZPCQD67Js2bZq30olrS4coTvo7Tcl3+nsiSombkJBYsejzzz+3Tp065U0CQDZXwMrGiiFR+oRjEUAAAQQQQAABBPJXgASA/O0bWoYAAggggAACCJS7wGeffWYjRozwVgTIRsBVN9SmTRsv+HbggQemvT99EaqAWtSgmvaSVTBOQd1PP/3U98tdV+AgbqAp7vlxO33p0qXWtm3btKsfZFq3bFu0aOGZnnjiic6lv13XiWOk8aHAgfYWznRM6n4USFZwqkqVKq7mer/Xda+88krvulFKya0uEue6gkD5ngDQrFkzb/lkbduhlTuiFJ07atQoO+igg6Kc5h2baVBR752RI0da3bp1vXqykQCgejKZ6ey3r7rruQizBUAyqN7fV111VeA+0WE6QM+LZnNrSXf9d9iSzTHusokbNA17T8nHaa/6559/3hRUfP311zOpIu05WqVCq1N06NAhq8t3R90GQIl0Wu1hq622yvje9N5U0o3eZ5m+r0teXMlDSioIWoUim2Mv45v3OdGVpBd3LGdzBYDELbz55pt29dVX26xZs2JxKOCvsdCzZ8+MxnamCQklrxv0PnF99ubqXbR48WLr379/rHdJnM/WWB3LyQgggAACCCCAAAJ5KUACQF52C41CAAEEEEAAAQTyR0BfuH700UdeIODJJ5/MaBaYZiRpqfguXbqYlud3LRkfNbCi4J72kVXdWiZZQQfNnBw/fvzG9ipwpS9HFfgL2u9ds3oVXFAAQUsmJ4IWOr9x48beF9fapsBvyfi458fteV1fe9orgUJ73EYp+pJcM6C33HJLL0Fjv/3280xr164dOlAe5npxjTQ+FJBQMF6zE8MGltSHmlWr2YwNGjSIvKT2L7/8YloSW1sfaAawqwQtca9Atsboc889Z8uWLdtYlZ6Vww8/3AYPHuybJOO6rp7Zp59+2mvrokWLUtp66KGH2umnn+4tpRyU/PCvf/3Le1a04kLCV23TLPB//vOfG5dt1rOmJfXDmGh89e7d20u8iDrzM/meo/SD2qwVGLR6Q/L9Ktiid4aCZYn7U+BV7yiNjyhBT40FJUppZYIwY1FJEzq+pH8iWPrEE0+Y2pcosmratKlnpwScKEvB61nRrFmtRBE1eKfraqlsBaX22GOPSNdV27M5xl3vDCVH6DNm0003dT0eWf+92qYVHfQcyDjMGEjXCH2OKYGtefPmWX3fJl9LY1Wfi3rvKGkh3XtM7wiNN60AVLNmzax4aRuV22+/3ftsDfPuLHnR5CQ0Jbi5ns9sjr2sACRVovvXWFFyWLrnvHv37tauXbvAbWmC2pSoX58B+pxMjMfEeyTT+n/77TdvfOtz9+WXX47Eovew3sG6dsmVnyJV9L8HR0lI0Ge+EmqSk071rtU7UX/nKaCvkvgbUYmkegb8iutd5PobMeh+f/zxR69NSpqJ8vfb/vvv7634cvbZZzufjUy8OQcBBBBAAAEEEECgMAVIACjMfqPVCCCAAAIIIIBAuQisX7/eVq1a5QUVFfDQfyd/waxGKYimL3sVSNYXrgok7L777hl9ma0vWhUcffbZZ71AXXLAQl/QaiuBk08+OVRSQbmAcdGcC2hZa41HBTm1J7u2fUgEmBIJDUr40B7aGovbb7997DZpL2LN/NU2GbpeIoCvAILGvAL42itdM1XDrjAQu1HlXIG2HZDHzJkzPY9EUEXvAyWRKGin57VGjRpZa6mCJbqmAl3J/aBrapl/Bcs1m7Zq1apZu2Vd3EAAACAASURBVKZfRUq60LLSCpBpRYT33ntvo4Heh/Xr1/eCSq1atfI8/BKIctVQtU+rFSipSe9u9ZFWcEhe1lvtUltlp2QpjWVXoDVX7S3UepWc8u6779qSJUu8zyuNiZLOifdEtWrVPGsllunzMhvvpnx3098QCmzqna1/SgxIDoKn+xsiF0lo+e6Uz+1TUpFWF9HfZPqnd13y567arnedEgf1mat/ClBXrlw5q7elduhZUxJg8t+HiWRNfeYr+K9ERlfSaVYbloXK9LfvBx984CXg6TnR52lyoqCeCX3OyVarM+27775l/pmShdukCgQQQAABBBBAAIEcC5AAkGNgqkcAAQQQQAABBBBAAAEEEEAAAQQQQAABBBBAAAEEEEAAAQQQQKAsBEgAKAtlroEAAggggAACCCCAAAIIIIAAAggggAACCCCAAAIIIIAAAggggECOBUgAyDEw1SOAAAIIIIAAAggggAACCCCAAAIIIIAAAggggAACCCCAAAIIIFAWAiQAlIUy10AAAQQQQAABBBBAAAEEEEAAAQQQQAABBBBAAAEEEEAAAQQQQCDHAiQA5BiY6hFAAAEEEEAAAQQQQAABBBBAAAEEEEAAAQQQQAABBBBAAAEEECgLARIAykKZayCAAAIIIIAAAggggAACCCCAAAIIIIAAAggggAACCCCAAAIIIJBjARIAcgxM9QgggAACCCCAAAIIIIAAAggggAACCCCAAAIIIIAAAggggAACCJSFAAkAZaHMNRBAAAEEEEAAAQQQQAABBBBAAAEEEEAAAQQQQAABBBBAAAEEEMixAAkAOQamegQQQAABBBBAAAEEEEAAAQQQQAABBBBAAAEEEEAAAQQQQAABBMpCgASAslDmGggggAACCCCAAAIIIIAAAggggAACCCCAAAIIIIAAAggggAACCORYgASAHANTPQIIIIAAAggggAACCCCAAAIIIIAAAggggAACCCCAAAIIIIAAAmUhQAJAWShzDQQQQAABBBBAAAEEEEAAAQQQQAABBBBAAAEEEEAAAQQQQAABBHIsQAJAjoGpHgEEEEAAAQQQQAABBBBAAAEEEEAAAQQQQAABBBBAAAEEEEAAgbIQIAGgLJS5BgIIIIAAAggggAACCCCAAAIIIIAAAggggAACCCCAAAIIIIBAxgJ//fGn/XvJ/4t8/t7NDoh8TiGfQAJAIfcebUcAAQQQQAABBBBAAAEEEEAAAQQQQAABBBBAAAEEEEAAAQQqgIASAC6t3TrSnba5+lw76rwOkc4p9INJACj0HqT9CCCAAAIIIIAAAggggAACCCCAAAIIIIAAAggggAACCCCAQJELkAAQroNJAAjnxFEIIIAAAggggAACCCCAAAIIIIAAAggggAACCCCAAAIIIIAAAuUkQAJAOHgSAMI5cRQCCCCAAAIIIIAAAggggAACCCCAAAIIIIAAAggggAACCCCAQDkJkAAQDp4EgHBOHIUAAggggAACCCCAAAIIIIAAAggggAACCCCAAAIIIIAAAgggUE4CJACEgycBIJwTRyGAAAIIIIAAAggggAACCCCAAAIIIIAAAggggAACCCCAAAIIlJMACQDh4EkACOfEUQgggAACCCCAAAIIIIAAAggggAACCCCAAAIIIIAAAggggAAC5SSgBIAnLh/tXf27j1fbqlff9v57p33+brUO3i9tq2rsXdOOOq9DObW4fC5LAkD5uHNVBBBAAAEEEEAAAQQQQAABBBBAAAEEEEAAAQQQQAABBBBAAIEMBO7qMNj+veT/eWeeefcVdkCbIzOopThPIQGgOPuVu0IAAQQQQAABBBBAAAEEEEAAAQQQQAABBBBAAAEEEEAAAQSKUuDi3Vt596XZ/72njLCtd9yuKO8zk5siASATNc5BAAEEEEAAAQQQQAABBBBAAAEEEEAAAQQQQAABBBBAAAEEEChzgTenL7BHLxjmXfews1pb+2H9yrwN+XxBEgDyuXdoGwIIIIAAAggggAACCCCAAAIIIIAAAggggAACCCCAAAIIIIDARoF7Ol1mH77ypvf/u4y53A486Sh0kgRIAGA4IIAAAggggAACCCCAAAIIIIAAAggggAACCCCAAAIIIIAAAggUhEBi+f/qe+3uLf9ftcYOBdHusmokCQBlJc11EEAAAQQQQAABBBBAAAEEEEAAAQQQQAABBBBAAAEEEEAAAQQyFlg+e6FNOO967/wmXU6wjjddmHFdxXoiCQDF2rPcFwIIIIAAAggggAACCCCAAAIIIIAAAggggAACCCCAAAIIIFBEAvd2udI+WLDUu6MzRl9qDU85uojuLju3QgJAdhypBQEEEEAAAQQQQAABBBBAAAEEEEAAAQQQQAABBBBAAAEEEEAghwKJ5f933GNX6z15hG27y445vFphVk0CQGH2G61GAAEEEEAAAQQQQAABBBBAAAEEEEAAAQQQQAABBBBAAAEEKozAO3NetQd7DPXut/HprezUkQMqzL1HuVESAKJocSwCCCCAAAIIIIAAAggggAACCCCAAAIIIIAAAggggAACCCCAQJkLPND1Gntv/mvedTvfcbE16tCizNtQCBckAaAQeok2IoAAAggggAACCCCAAAIIIIAAAggggAACCCCAAAIIIIAAAhVYILH8f7W/72K9p9xk2+1WowJr+N86CQAMCwQQQAABBBBAAAEEEEAAAQQQQAABBBBAAAEEEEAAAQQQQACBvBXQzH+tAKBySKfj7LRbBuVtW8u7YSQAlHcPcH0EEEAAAQQQQAABBBBAAAEEEEAAAQQQQAABBBBAAAEEEEAAAV+BB3sMtXfmvOr9vtNtF9nBpx6Llo8ACQAMDQQQQAABBBBAAAEEEEAAAQQQQAABBBBAAAEEEEAAAQQQQACBvBVILP+//e47ecv/71Bz57xta3k3jASA8u4Bro8AAggggAACCCCAAAIIIIAAAggggAACCCCAAAIIIIAAAgggkFbggwVL7d4uV3q/a9SxpXW+fTBSAQIkADA8EEAAAQQQQAABBBBAAAEEEEAAAQQQQAABBBBAAAEEEEAAAQTyUuDh8663t2cv9Np22s0D7ZDOx+dlO/OlUSQA5EtP0A4EEEAAAQQQQAABBBBAAAEEEEAAAQQQQAABBBBAAAEEEEAAgRSBxPL/2+1a3XpPGWHVau2CUIAACQAMDwQQQAABBBBAAAEEEEAAAQQQQAABBBBAAAEEEEAAAQQQQACBvBP48JW37J5Ol3rtOqj9MXb6qEvyro351iASAPKtR2gPAggggAACCCCAAAIIIIAAAggggAACCCCAAAIIIIAAAggggIA9esFwe3P6i55ExxEDrMkZrVBxCJAAwBBBAAEEEEAAAQQQQAABBBBAAAEEEEAAAQQQQAABBBBAAAEEEMg7gcTy/1V32sF6Txlp1ffcLe/amG8NIgEg33qE9iCAAAIIIIAAAggggAACCCCAAAIIIIAAAggggAACCCCAAAIVXOCjJf/PxnYY7Ck0PLm5nXHnZRVcJNztkwAQzomjEEAAAQQQQAABBBBAAAEEEEAAAQQQQAABBBBAAAEEEEAAAQTKSODxC0fav56Y712tw/D+duiZJ5bRlQv7MiQAFHb/0XoEEEAAAQQQQAABBBBAAAEEEEAAAQQQQAABBBBAAAEEEECg6AQuqXmCbdiwwbbcvqpdMO0Wq7F3zaK7x1zcEAkAuVClTgQQQAABBBBAAAEEEEAAAQQQQAABBBBAAAEEEEAAAQQQQACBjAQ+Wfqe3XnSQO/cA9odZWeOvTyjeiriSSQAVMRe554RQAABBBBAAAEEEEAAAQQQQAABBBBAAAEEEEAAAQQQQACBPBWYfNGt9vqkuV7r2t/Y1w47u02etjT/mkUCQP71CS1CAAEEEEAAAQQQQAABBBBAAAEEEEAAAQQQQAABBBBAAAEEKqzAZXu0sT9//8M237qK9Ztxu+20b60KaxH1xkkAiCrG8QgggAACCCCAAAIIIIAAAggggAACCCCAAAIIIIAAAggggAACORH47K0PbFTr/l7dDVofYWfdc2VOrlOslZIAUKw9y30hgAACCCCAAAIIIIAAAggggAACCCCAAAIIIIAAAggggAACBSYw9dI7bMmjz3itPvm6Ptase7sCu4PybS4JAOXrz9URQAABBBBAAAEEEEAAAQQQQAABBBBAAAEEEEAAAQQQQAABBP5X4Iq9T7Lff/3NNqv8N+v/9Cjbpe4e2EQQIAEgAhaHIoAAAggggAACCCCAAAIIIIAAAggggAACCCCAAAIIIIAAAgjkRmD1O6vstuMv8Crf/4Rmdva9V+fmQkVcKwkARdy53BoCCCCAAAIIIIAAAggggAACCCCAAAIIIIAAAggggAACCCBQKALTrrzTFj00y2vuSUN72+E9Ti6UpudNO0kAyJuuoCEIIIAAAggggAACCCCAAAIIIIAAAggggAACCCCAAAIIIIBAxRW4qm57++2nn80qVbKBz46xXevvWXExMrxzEgAyhOO0zAX+/PNPmzNnjk2aNMneeOMN++KLL2z9+vVWvXp1q1Wrlh177LHWvn17q1+/fuiLrFu3ziZPnmwzZsyw5cuX29dff20bNmywnXbayerWrWtt27a1Tp062fbbbx+6znQH9u/f30aPHp3yqwMOOMDefPPNyPV+9tlnNmvWLHvmmWfso48+8tr83Xff2apVq6x27dqR6+MEBBBAAAEEEEAAAQQQQAABBBBAAAEEEEAAAQQQQAABBApV4Kv3P7FbWpznNb/+8YdZt/uHFOqtlGu7SQAoV/6Kd/GlS5dar1697F//+lfgzVeqVMm6du1qN998s1WrVi3w2OnTp1vfvn3t888/Dzxuxx139OpTvZkUBez//ve/lzo1agLAv//9b7viiiu8hAUlKZQsSgYgASCTHuIcBBBAAAEEEEAAAQQQQAABBBBAAAEEEEAAAQQQQACBQhWYPuRuW3j/U17z2w7pZUee275Qb6Vc200CQLnyV6yLP//883biiSfab7/9FvrGDzzwQHvhhRdsu+22S3vOlClTrHPnzvbXX3+FrvOuu+6y3r17hz4+caBWJZg2bVqp86IkAIwdO9YGDhzorXjgV0gAiNw1nIAAAggggAACCCCAAAIIIIAAAggggAACCCCAAAIIIFDgAkP+car9/D9rvbsY8Mydttv+exf4HZVP80kAKB/3CndVzXpXoPynn34qde9alr9q1aq2evVq+/3330v9vkOHDjZ16tRSP//000+tTp069uuvv5b6nZb+33TTTb06Sxb9XEv2/+Mf/wjdD1qmX8kL6UrYBIBLLrnERo4cGXjNKlWq2IoVK9KuNBC6sRyIAAIIIIAAAggggAACCCCAAAIIIIAAAggggAACCCCAQAEJrFn1uY04qqfX4v2ObWLdxw8toNbnV1NJAMiv/ija1vTo0cMeeOCBlPvbZZdd7P7777dWrVqZlvz/8ccf7YYbbrARI0aUcli1apXtueeeKT+/6qqrvOOTS40aNbxkgSOOOML78RtvvGEdO3a0Tz75JOU4rQCglQDCFCUY1K9f35TEkK6ESQDQtfr06VPq9N122837+XHHHWf77befbbnllmGaxDEIIIAAAggggAACCCCAAAIIIIAAAggggAACCCCAAAIIFI3ArOvutQX3POHdT5urz7WjzutQNPdW1jdCAkBZi1fQ61WvXt2+/fbblLtfuHChNWvWrJRIy5Ytbf78+Sk/V6LAOeeck/Kz5s2b24IFC1J+Nn78eOvWrVvKz2bPnm1t2rRJ+Zlm/y9fvjxUb1xzzTV23XXX+R7rSgDQdRo3blxqpYLBgwd7CQyVK1cO1Q4OQgABBBBAAAEEEEAAAQQQQAABBBBAAAEEEEAAAQQQQKAYBYYe2Nl++vZ/vFvrP3uU1Txg32K8zTK5JxIAyoS5Yl/kf/7nf0zL/CcXzXz//PPP08LcfPPNdvHFF6f87tprr7Wrr7465Wf16tXzlstPLh9++KHttddeKT/TDH4trZ9clJDwzTffODtm5cqVtv/++9tvv/3me6wrAaBdu3Y2c+bMlPOHDx9ul156qfP6HIAAAggggAACCCCAAAIIIIAAAggggAACCCCAAAIIIIBAMQt898mXNrxZd+8W6x7T2HpMuLaYbzfn90YCQM6JuUBUAQXHL7/88pTTbrvtNhswYEDKzw4++GBbunRpys8++OAD22effVJ+9vPPP9tWW22V8rPatWvbRx995Gza8ccfb3Pnzt14nFYDUDJCcglKAHjnnXe8BIINGzZsPOXoo4+2559/3nltDkAAAQQQQAABBBBAAAEEEEAAAQQQQAABBBBAAAEEEECg2AWeHvaAvTBmsnebra/sYc3PP7XYbzmn90cCQE55qTwTgSOPPNJefvnllFOXLVtmBx54YMrP+vbta2PGjEn52dixY+38889P+dm0adOsffv2KT/r1KmTTZw4MbB5kydPNh2XKA0bNrSnnnrKatWqlXJeUAKAZvmPGDEi5Xhtb7D55pvbuHHj7KWXXrKvvvrKttxyS9t7772tY8eOXvu33nrrTOg4BwEEEEAAAQQQQAABBBBAAAEEEEAAAQQQQAABBBBAAIGCEriuURf78evvvDb3m3m7/b1h3YJqf741lgSAfOuRCtyedevW2ZVXXml33HFHikLbtm1txowZpWTeffddU/D9jz/+2Pg7bTUwadIkO/bYY72fvf76617wP3m7gUqVKtnChQutadOmvtpr1641bTHwxRdfbDxGSQlaOaBmzZop5wUlABxyyCH2xhtvbDxeWxGcdtpp9tBDD/leWwkGSlpQwgEFAQQQQAABBBBAAAEEEEAAAQQQQAABBBBAAAEEEEAAgWIV+OGLb+zGJmd7t1en+cHW85Hri/VWy+y+SAAoM2ouVFJAS/q/+eab3o8VcH/vvffsl19+STlMy+drufwdd9wxLeADDzxgPXv2TFliXwfWqFHDNttsM1u9enWp82666Sa75JJLAjtk0KBBpm0HEuX000+3xx57zEskCJsA8NNPP9l2221nf/75Z+TOr1atmpc4oIQDCgIIIIAAAggggAACCCCAAAIIIIAAAggggAACCCCAAALFKPDsiIds/qjHvVs74bLudkzf/1uduxjvtyzuiQSAslDmGmkFNBM/qPTo0cNuvfVWq1q1auBxU6ZMsd69e9v3338feNzf/vY3u/POO61Xr16Bxy1fvtwOOuigjSsLaHn+999/33bfffdICQAffPCB1alTx/da2267rZcgoKSCdEkCJ554os2ePZvRgwACCCCAAAIIIIAAAggggAACCCCAAAIIIIAAAggggEBRCmj2v1YBUOn71K1W6+D9ivI+y/KmSAAoS22ulSLgSgDo06ePXXvttabZ8EFFM/O1CkDJ1QNKnqPr3Xfffda9e3fzu/aGDRvsiCOOsFdeeWXj6dddd51dddVV3v+PsgLAokWLrFmzZqWavscee9i4ceOsZcuW3u+++uor071q2f+SRasi1K3LPic8OggggAACCCCAAAIIIIAAAggggAACCCCAAAIIIIAAAsUl8OPX39l1jbp4N7XvkQfZuY/dWFw3WE53QwJAOcFzWbPmzZvbggULAil22mknmzt3rjVo0CDtcVrKf+TIkZE4zz//fBs7dmzac7SlgFYeSBQtwa8g/BZbbOH9KEoCwNNPP22tW7cudZ1PP/201DYCf/zxh9WvX9+0akBySU4+iHSTHIwAAggggAACCCCAAAIIIIAAAggggAACCCCAAAIIIIBAHgs8d+sjNvfWR7wWtrqkq7Xof3oet7ZwmkYCQOH0VVG3dO3ataal90ePHm0TJ05MuddddtnFVqxYUWorgEceecTOOuuslGNr1qxpt912mze7fpNNNrEXX3zRBg4caKtWrUo5bsSIEXbxxRen/ExbCGjJ/m+//Xbjz5944glr3779xv8fJQFg1qxZ1rZt21L9plUG0hWtTnDuueem/KpNmzY2c+bMou57bg4BBBBAAAEEEEAAAQQQQAABBBBAAAEEEEAAAQQQQKDiCQxv1t2+++RL78b7PHmL7dG4fsVDyMEdkwCQA1SqjCegJfoffPDBlEpuvPFGu/zyyzf+7K+//rJatWp5M/ITZfPNN7e3337b9t1335RzP/vsM292vZIMEmWbbbax1atX29Zbb73xZ7169bJ777134/8/5phjbP78+Sl1RUkAmDNnjrVq1Srl/EMOOcRee+21tEBvvfWWHXjggSm/0/9ftmxZPFDORgABBBBAAAEEEEAAAQQQQAABBBBAAAEEEEAAAQQQQCCPBH767j829IBOXov2PvxAO2/i8DxqXWE3hQSAwu6/omy9gvgHHHBAyr01bdrUXnnllY0/W7JkiR166KEpxwTNlu/atatNmDAh5fgZM2ZsnKGv+g477DBLnp2v7Qe22267lHOUALBu3bpS7lo5QKVdu3am1QVUXn/9dWvcuHHKsR06dLCpU6em7bc1a9ZYjRo1Un63zz77lNoWoCg7nZtCAAEEEEAAAQQQQAABBBBAAAEEEEAAAQQQQAABBBCoMALzR020Z0f8d0Lw8YPPspYDulSYe8/1jZIAkGth6o8s8NNPP5lm6CeX3Xff3TSTP1G0TcDpp6fuA9KvXz8bNWpU2usNHTrU/vnPf6b8TlsFDBgwwPvZtddea0OGDInc1pIndOnSxbQ1gcpXX31l2r4guSjJYNGiRWmvk24FgCZNmtjixYtjt4sKEEAAAQQQQAABBBBAAAEEEEAAAQQQQAABBBBAAAEEEMgXgRFH9bQ1q/670vf5U0fanofuny9NK/h2kABQ8F2Y/zfw0EMPWbdu3VIa2qdPHxszZkzaxn/yySdWu3btlN9phv2KFSs2/uzRRx+1M888M+WYTp06mRID0pW+ffuWut4dd9xh/fv39w5XW3RM3JKcAKC6NIP/ww8/3FjtFltsYd98802pBAcdcN9999m5556b0oSzzjqr1MoFcdvI+QgggAACCCCAAAIIIIAAAggggAACCCCAAAIIIIAAAgiUl8Av//nJrqnf0bv8Xoc1sN5T/ru6NiU7AiQAZMeRWgIEFixYYM2bN085QjPjFdCvWrVqqTM1U18z9pNLyeX9NYu+WbNmKceorlWrVtmOO+6Y8vOff/7ZlECg5fuTS/IWAJMnTzYlEMQtJRMALr300o1bAiTqvummm+ySSy5JudTvv/9u9evXt5UrV6b8/OGHHy6V6BC3jZyPAAIIIIAAAggggAACCCCAAAIIIIAAAggggAACCCCAQHkJvDh2is2+8X7v8scOOtOOG5Q66be82lUs1yUBoFh6Mo/v448//rDddtvNm/meXBo3bmxjx461Ro0aeT/W0v933XWXXX755fbnn3+mHDthwgTTbPhEWb9+ve2666723XffpRynJfMfeOAB22+//byfazWB3r1727PPPptynGbia4n+bbfdNpKckghq1qyZcs4BBxxgb775Ztp6Vq9ebXvssYepvYnyt7/9zUaPHm3nnHOO6b/VDrVx+vTpKXXsvPPO9u9//9uqVKkSqY0cjAACCCCAAAIIIIAAAggggAACCCCAAAIIIIAAAggggEC+Ctx8zHn29QefeM07b/JNtnfTA/K1qQXZroJPAJgyZYoXPP3+++8jdYD2mH/88cetdevWzvM2bNjgBZKfeuope+GFF0x7tev/qzRs2NAUAO7YsaMdccQRaWe0B11AQfGZM2favHnzbNmyZfb+++97h2vGuupu27attWzZ0mrUqOFsZ/IBCrovWbLEZs+ebQsXLvQC1GvXrvWWnj/wwAPtqKOOsnbt2nnX2GyzzSLVncnBd955p/Xr1y/tqZqxv9VWW9mXX36ZEihPHKz2vv7666XaOXLkyFIz6RPnKHiu+/riiy9M/VeyXHTRRXbzzTdHvpWoCQC6gK5z8cUXl7rWlltuadWqVTMlCZRMeNDB48ePL7V1QuQGcwICCCCAAAIIIIAAAggggAACCCCAAAIIIIAAAggggAACeSLw27pf7Ko6p3itqX3IftbniZut0iab5EnriqMZBZ0A8Msvv9jAgQPtnnvuyag3brzxRm+2eVBRYsGIESO8meoKoAcVBe2vv/56a9++vW3iGKhq+9133+0d70pe2GGHHezaa6+1nj172uabb+68VwX7r776aps1a5bzWC2tr0B63bp1ncfGPUDtv//+/y7nEbb8/e9/t+eff9722muvUqcosN+tWzfT6gBRyoknnuglc2j2fdSSSQKA2tm9e3d76KGHQl9OyRKjRo0KfTwHIoAAAggggAACCCCAAAIIIIAAAggggAACCCCAAAIIIJDvAi+Ne9JmXjvOa2bLC8+w4y8+O9+bXHDtIwEgIAHg66+/tvPOO6/U0uxBvawZ9kos0KoEfjPr161b581cV1JBlHLFFVeY/mm2vF9ZsGCBde3adeMKBWHq1woGWnr/sMMOC3N4rGPGjBnjJSf88MMPznpOPfVULwiu2fx+RTPnb7rpJs9crkFFAf8BAwbY0KFDM15WP5MEALVJSQDDhw/3Ej5+/vln32aqb5XsMWjQIKcPByCAAAIIIIAAAggggAACCCCAAAIIIIAAAggggAACCCBQSAK3HdfHVr/7b6/JvSYOs30Ob1hIzS+ItlbYBAAF6qdNm2YtWrRI21EKJmt1gXvvvTdyR6ruqVOn2nHHHVfqXC3Nr0CwguCZlHHjxnkrAVSqVKnU6e+9956dfvrp3hYFUcvRRx9tDz/8sO22225RT418/I8//miTJk2yp59+2tv2QNsgKJCvlQ60isLhhx9uZ511lvffYYu2D5C56vzggw9MyRt//fWXt3XCnnvuaa1atTIlFOyxxx5hq0x7XKYJAInKdP6DDz7otXPVqlVeIsT222/vrXBwwgkn2LnnnhuY8BCr8ZyMAAIIYc8b7wAAIABJREFUIIAAAggggAACCCCAAAIIIIAAAggggAACCCCAQDkJ/PHbert8r3be1WsesK9dMP1W27QMtiovp9stt8sWXQKAZuzfdtttGc/wTvTEo48+ameeeWZKxyiwf80111iPHj28oK2SBJREcNVVV5Waca9gs7Ym0HHJ5aWXXrLOnTt7+90nl8GDB3uz03fddVf7/fffvWXvL7vsslLB/GbNmtkjjzxitWvXTjnfbzsEze5XwsExxxzjLXmv/eZvv/12b1/6kkU/79+/f9rkgnIboVwYAQQQQAABBBBAAAEEEEAAAQQQQAABBBBAAAEEEEAAAQQKXmDhA9Nt+jV3effRol9na3Vpt4K/p3y8ARIA0vSKgvNnn322zZs3L+W3CqRfdNFFKUv7a2n3++67z3r16pVybLoVBpQw0LdvX28GeHLp06ePjRgxotTS/nPnzrWOHTva2rVrU47X9ZSEkFzmz59vp5xySsqxtWrV8vadP+qoo1KO1Qx87TE/YcKElJ+3bNnS+9kuu+ySj2OVNiGAAAIIIIAAAggggAACCCCAAAIIIIAAAggggAACCCCAQIEK3HFiP/v87ZVe68999Abb96hGBXon+d1sEgDS9M9zzz1Xavn+Jk2a2OOPP552CXnNqu/SpYu9+OKLKbVdd911duWVV26cUf/22297Af2VK/87sFUUbH/qqaescePGpVqiwP8FF1zgLc2fXEqucqDl87WlwLBhw1KO02x+JRZsvvnmpepOd49KWnjmmWdMqwxQEEAAAQQQQAABBBBAAAEEEEAAAQQQQAABBBBAAAEEEEAAgWwI/PXnn3ZprdZeVbvst6f1n3mHbbb537JRNXWUECABoASIZvTfcMMNXkA9uQRtLbB+/XpvuX5tPZBcFOzXbP1tt93W+3G6bQW0N70C/DvuuGPawak6Bw0alPK7pk2b2mOPPWaa4a/y7bff2llnnWXPPvtsynHaKkCJCenKJ598YmeccYYtWrQo5de33nqrDRw4sMI8KEqe0PYJSpLQFgkUBBBAAAEEEEAAAQQQQAABBBBAAAEEEEAAAQQQQAABBBDIrsCrE2bZk1fc6VV69AWn2YmXn5PdC1DbRgESAEoMhv/85z/Ws2dPmzp1aspvXIFxV6DeL0lAwXZtLVC5cuW0w3LGjBl20kknpfxOqwbMnDnTGjX677IYS5cutbZt25q2LkiUkseUrNzvPl3tKbZnRwkA2hJh6623JgGg2DqX+0EAAQQQQAABBBBAAAEEEEAAAQQQQAABBBBAAAEEEMgLgdHtBtin/1rhtaXHw9db3aMPzot2FWMjSAAo0at+M+ODZtOrikmTJlnnzp1Tattnn328RIIGDRqYX8D92muvLbXaQHIlixcv9rYj0HYAyWXu3Ll27LHHej9KlyRwwAEHeG2qU6dO2nH766+/2kUXXWRjx45N+b1WEhgzZoxpO4CKUEgAqAi9zD0igAACCCCAAAIIIIAAAggggAACCCCAAAIIIIAAAgiUp8DFu7fyLl9j75o24Jk77W9VSm9hXp7tK6ZrkwBQojdXrFhhp512mi1fvjzlNwsXLrRmzZr59v0rr7xihx9+eKnfJ85bs2aNt+T+vHnzUo5xJRa8//771qlTJ3vrrbd8z5swYYJ17do15ffHH3+8t+VAtWrVfNt83XXX2TXXXBP5vGJ6AEgAKKbe5F4QQAABBBBAAAEEEEAAAQQQQAABBBBAAAEEEEAAAQTyTWDJY8/a1Etu95rV/PyO1vrKnvnWxKJqT9ElAGjpe5Xk5fBr1apl9evXt6OOOspbKl+z4jfZZJO0HekK5Pv1vuu8MIH8dHWHOS/TQH6m5xXTE0ACQDH1JveCAAIIIIAAAggggAACCCCAAAIIIIAAAggggAACCCCQbwJjT7nIPnr9Ha9Z5zx0rdVr0TjfmlhU7Sm6BIAwvdOmTRsbOnSoNWzY0CpVqpRyiiuQ71f/0qVLveSC5MQDHZuY4R8mkJ+ubr8tCZK3Dsg0kH/bbbfZoEGDUi7r2jogjG8hHUMCQCH1Fm1FAAEEEEAAAQQQQAABBBBAAAEEEEAAAQQQQAABBBAoNIHE8v/Vau1iA+eOtc23qlJot1BQ7a2QCQDqIa0KcNddd1mrVq1SkgAyTQBwBfhdv/cbNd9995116dLF5syZk3JINhIAtEXAmWeemVIvCQAF9fzSWAQQQAABBBBAAAEEEEAAAQQQQAABBBBAAAEEEEAAAQTyVuCNyc/ZpEG3eO07slcHa3vNuXnb1mJpWEEnAGj2tmbyawZ8JkXB7scff9zq1au38XQSAA6wSZMmedskVITCCgAVoZe5RwQQQAABBBBAAAEEEEAAAQQQQAABBBBAAAEEEEAAgfIQuPvUS2zVq297l+4+/p+237GHlkczKtQ1CzoBQD21fv16W7t2rddpW265pVWp8n9LRvz000/27rvv2pgxY2zChAlpO/bqq6+2IUOG2Kabbur9PtMEgBUrVthpp51my5cvT7nO9OnTrV27dpbpCgBr1qyxM844w+bNm5dS76233moDBw70fpbpFgAy6dq1a0q9TZs2tccee8xbIaEiFBIAKkIvc48IIIAAAggggAACCCCAAAIIIIAAAggggAACCCCAAALlIZBY/n/bXXa0wc/fY1tss1V5NKNCXbPgEwDC9NYff/xh48ePt169epU6vHnz5qal8HfddVfvd5kmALjOyzQBIMx5mSYAZHpeGPNCOYYEgELpKdqJAAIIIIAAAggggAACCCCAAAIIIIAAAggggAACCCBQSAL/evJ5e7z/CK/JR/Q8xdr987xCan7BtrVCJACod3744Qfr0aOHTZs2LaWz9tlnH5s6dao1aNDA+/nixYvtuOOO27iqQOLghQsXWrNmzXw7Ol0CwC677GIzZ860Ro0a2YcffmidO3e2pUuXptTxyCOPWJcuXXzr9UsASKwsoBOHDRtmV1xxRUodxx9/vJfYUK1aNd+60yUAdOzY0e677z7bdtttC3ZQR2k4CQBRtDgWAQQQQACB/8/eXYBJWXUBHD90dwrSIA2iNCICokiHSEg3CEgI0iUNUgJKdyMipTQo3YIKiMTS3Z3fc+5+u847O7s72zOz//s8Puo7973xe4fdYe655yKAAAIIIIAAAggggAACCCCAAAIIIIAAAgg4JzClbg85+fshU7nRtL6Sp3xx526kVogEIk0AwOvXr2XAgAHmH/tiu7jvzI57R+IrV66UqlWrWl7Shf9FixZJ1qxZ5ebNm2ahf926dZY6AwcOFD2GwL+iAQOVK1eWy5cv+1ZJkCCBrF+/XooW9T4jQxf669evb2kif/78snjxYsmePbvDpvXohO7du8uYMWMsr7dt21a+/fZbiR07dojeWO5yMwEA7vKkGCcCCCCAAAIIIIAAAggggAACCCCAAAIIIIAAAggggIA7Cfik/4+fPLF02zpV4iRO4E7Dd9uxRpoAAH1Cjna863XbAIDr169LvXr1ZOPGjZaHOnr0aOnUqZO/D3ry5MnSunVry+sVK1aUuXPnSpIkSeTRo0fy5Zdfmt31tkXbHDZsmMSMGdNh2xs2bDAZCWyLbWCBXv/tt9+kVKlSljq22QccNXz//n354osvzPhsy5AhQ6RHjx5u+4YO6sAJAAiqGPURQAABBBBAAAEEEEAAAQQQQAABBBBAAAEEEEAAAQQQCFjg8MptMr/tUFPpvaZVperANpCFk0CkCQDQhV7daa/p8m2L/U55/xbqA9oZ799uel1I16CDaNGiiX8ZCGyDBBw9c92h37lzZ8tLDRo0kIkTJ4pmAtBy/Phx+eyzz+To0aOWepp9oHbt2g7fSl5eXibQYefOnZbXNbNAuXLlwuntF/HdEAAQ8c+AESCAAAIIIIAAAggggAACCCCAAAIIIIAAAggggAACCHiWwLQGveXElv1mUg2n9Ja8Fd7zrAm68GwiTQCAptBv2LChn539js68d7ToXrx4cVmwYIFkyJDBz+M8c+aM1K1bV/bs2WN57eeff5YqVar4XnN0TEBAO/Vv374tzZo1k59++snSrn02grt370rz5s1l2bJllnoBZRdYvny51KxZ01I/oDm68Hs4REMjACBEfNyMAAIIIIAAAggggAACCCCAAAIIIIAAAggggAACCCCAgB8Bn/T/cRLGl6+3z5B4SROiFE4CbhsAoLvu+/XrJ3HjxjU75OPFi+cv2dOnT0UXzXv27Omnjp53rwvlUaJE8X1t7969Uq1aNdGgAdsyZcoUs9BuW1d39o8fP146duxoqfvhhx/KnDlzRBf4fYp/gQI6rgEDBkj06NEtbWgAge7213T9PiVnzpyydOlSyZ07t+81HYMGLXTp0sVyv9bVLAD58uWzXNfAglatWpl2bItmSFBTzVgQWQoBAJHlSTNPBBBAAAEEEEAAAQQQQAABBBBAAAEEEEAAAQQQQACB8BA4una7zGk5yHRVvHFlqT7oi/Dolj7+L+C2AQC6iK2L42vWrDG78nWnvO7CT58+vcSMGdNM78GDB3L48GGZNGmSLFy40M9DL1GihMybN08yZsxoee3hw4fSrl07mTVrluW69jNo0CCpXr26CTjQMUyfPl0GDhxoWaTXm8aOHSsdOnSwBAvoYrMu9OuxALZFU/n37dvXzCFJkiSi/euu/969e4um6rctusg/ePBgiRUrluX6X3/9JbVq1ZJjx45Zrn/00UdmzAUKFJCoUaPKqVOnzCK/vYfOTTMIFCxYMFL94SAAIFI9biaLAAIIIIAAAggggAACCCCAAAIIIIAAAggggAACCCAQxgIzG/eTvzd6Z05v8EMvyVepZBj3SPO2Am4bAOBf2ntnH68ueM+ePVtKlSrl8JYdO3bI559/7mcB3pn2NUBg8uTJkiJFCj/VT548aQIX7I8LcKbdIkWKyNy5cyVbtmx+qutCtmY56NatmzNN+akzYsQIk0nBk3f/b5++ws+8X716LU+ePpFYMWM6nPt7zaoFy5ObEEAAAQQQQAABBBBAAAEEEEAAAQQQQAABBBBAAAEEEIiMAj7p/2PEiSU9d82W+MkTR0aGCJuz2wYA6IK37oTX3exBLdmzZzc79D/++GPLDn3bdjStvu6Sb926tZ/d/QH1pzvuJ0yY4HCR3ue+bdu2SaNGjYIUXJA/f375/vvvpVixYv52r5kDNABAMx4EpegRBPpPQMcoBKU9V607p8U3cvSXHU4PL32BHNJ+1Vin61MRAQQQQAABBBBAAAEEEEAAAQQQQAABBBBAAAEEEEAAgcgs8Nf63TKraX9DUKxBRakxtH1k5oiQubttAIBqPX36VFavXi3Dhw+Xffv2BQqoqfZ14V3T6Nun/Xd0swYBrF+/Xrp27SpHjx4NsH1tu3HjxtKnTx+HO//tbz548KBZrN+0aVOg4/7ss89k6NChkjlz5kDrPn782AQ3jBo1Sm7duhVgfc2CoEcS1KlTx8+RAoF25IYVCABww4fGkBFAAAEEEEAAAQQQQAABBBBAAAEEEEAAAQQQQAABBNxGYHbzgfLnrzvNeD+f1EPeruI4G7vbTMgNB+rWAQA+3i9evDAp9desWSPbt2+Xw4cP++7aL1q0qOTIkcPs9i9TpoykTJkyyI9JF9V///13kxHgjz/+kEOHDpk2kiZNKoUKFTLt6iK9LqhHiRLF6fZ9xr1kyRLZu3ev7N6929yrwQRvv/22OZ6gdu3akitXLokaNarT7WrFa9euyYoVK4yJjtnLy8vcr9kPChQoIFWrVpUKFSpIwoQJg9SuO1cmAMCdnx5jRwABBBBAAAEEEEAAAQQQQAABBBBAAAEEEEAAAQQQcHWBrzNUkFcvX0nUaNGk1765kjBlUlcfsseNzyMCADzuqTChMBEgACBMWGkUAQQQQAABBBBAAAEEEEAAAQQQQAABBBBAAAEEEEAAATm+eZ9Mb9jHSBT9vILUHN4BlQgQIAAgAtDpMmIECACIGHd6RQABBBBAAAEEEEAAAQQQQAABBBBAAAEEEEAAAQQQ8HyBua0Hy5HVv5uJ1vvuaylQvbTnT9oFZ0gAgAs+FIYUNgIEAISNK60igAACCCCAAAIIIIAAAggggAACCCCAAAIIIIAAAggg0CNLZXnx9LmB6L1/niRKnRyUCBAgACAC0OkyYgQIAIgYd3pFAAEEEEAAAQQQQAABBBBAAAEEEEAAAQQQQAABBBDwbIF/fjsoU+v1NJMsXOdjqTWqk2dP2IVnRwCACz8chha6AgQAhK4nrSGAAAIIIIAAAggggAACCCCAAAIIIIAAAggggAACCCCgAgvaDZNDK7YajDrjusq7NcsCE0ECBABEEDzdhr8AAQDhb06PCCCAAAIIIIAAAggggAACCCCAAAIIIIAAAggggAACni/Q661q8uzREzPRXnvmSOK0KT1/0i46QwIAXPTBMKzQFyAAIPRNaREBBBBAAAEEEEAAAQQQQAABBBBAAAEEEEAAAQQQQCByC5za+Yf88NnXBuGdmmWl7riukRskgmdPAEAEPwC6Dz8BAgDCz5qeEEAAAQQQQAABBBBAAAEEEEAAAQQQQAABBBBAAAEEIofAoi9HyoEfN5nJ1h7TRQrWKhc5Ju6isyQAwEUfDMMKfQECAELflBYRQAABBBBAAAEEEEAAAQQQQAABBBBAAAEEEEAAAQQit0DfXDXl8b2HBqHHrtmSNF2qyA0SwbMnACCCHwDdh5/A8yfPAuxs84TFsnHsfFMnU6Hc0mLhUIkRO2b4DZCeEEAAAQQQQAABBBBAAAEEEEAAAQQQQAABBBBAAAEEEHAjgTN7/5RJNb4yI85f+X2p/31PNxq9Zw6VAADPfK7MKhgCzx49kdHl2shNr8vm7hpD2kmxhpWC0RK3IIAAAggggAACCCCAAAIIIIAAAggggAACCCCAAAIIIOD5Aku6jJZ9i9ebiX72bScpVPtjz5+0i8+QAAAXf0AML3wFds5aJT/1nmg6TZ0jo7T9cZTESRQ/fAdBbwgggAACCCCAAAIIIIAAAggggAACCCCAAAIIIIAAAgi4gUD/fJ/Jw1v3zEi775gpyTK84Qaj9uwhEgDg2c+X2QVDYHylDnL+8D/mzvLdGknZDnWD0Qq3IIAAAggggAACCCCAAAIIIIAAAggggAACCCCAAAIIIOC5Al4Hj8mEKp3MBPOULy6NpvX13Mm60cwIAHCjh8VQw0fg8M9bZf4Xw0xniVInkzY/jiJaKXzo6QUBBBBAAAEEEEAAAQQQQAABBBBAAAEEEEAAAQQQQMBNBJZ9PU72zP/FjPbTER2lSL3ybjJyzx4mAQCe/XyZXTAFptXvLSe27jd3l2pVUyr1aRHMlrgNAQQQQAABBBBAAAEEEEAAAQQQQAABBBBAAAEEEEAAAc8TGPhOXbl/7baZ2Ne/T5fkmdJ63iTdcEYEALjhQ2PIYS9wYtsBmfZ5L9NRjNixpM2PIyVd/rfCvmN6CFWB3bt3y7x582Tx4sXyyy+/SMGCBZ1u//z587Jo0SJZuXKlnD17Vq5duyYJEyaUFClSmHYqVqwoVatWldixYzvdppeXl8ycOVPWrFlj2rx//76kTJlS8uXLJ7Vq1ZJ69epJjBgxnG7v9u3bMmvWLNPen3/+Kbdu3ZI4ceJIqlSp5K233jLjq1mzpiRNmtTpNqmIAAIIIIAAAggggAACCCCAAAIIIIAAAggggAACCAQmcOHISRlXob2plqNMIWk255vAbuH1cBIgACCcoOnG/QQWtBsuh1ZsMQMvVPsj+ezbzu43iUg44pMnT5pF//nz58upU6d8Bfbt2+dUAMCzZ89kyJAhMmzYMHn69GmAghkzZpQxY8ZItWrVAqz3+vVr0+agQYPkyZMn/tbNlSuXzJ07V955551An5wGNbRq1Uru3r0bYN1kyZLJ2LFjpX79+oG2SQUEEEAAAQQQQAABBBBAAAEEEEAAAQQQQAABBBBAwBmBn3pNkJ2zV5uqNYd1kKL1KzhzG3XCQYAAgHBApgv3FDj/xz8yvmIH38G3WDBE3no/8IVZ95yte49ad+frbn1d+NeFfkfFmQCA58+fm8X8tWvXOg0SJUoUmT59ujRp0sTfexo3biyzZ892qk3NMvDrr79KsWLF/K3fs2dPGTp0qFPt+VTSMTZt2jRI91AZAQQQQAABBBBAAAEEEEAAAQQQQAABBBBAAAEEEHAkMKhQfbl7+YZ5qevWqZIyazqgXESAAAAXeRAMwzUFVvSeJDtmrTSDy/1xMWk8vZ9rDjSSjmrTpk3y7bffyoYNG+TFixcBKjgTAPDFF1/IpEmT/LQTLVo0efPNN+XBgwdy8+ZNh6/v379f3n77bT+vaYaAzp39Zo/QVP2amv/SpUuiGQJsS9q0aeXo0aOSJEkSP+1poEPdunUdjiFNmjTmWIE7d+74eT1mzJii2RHSp08fSd8tTBsBBBBAAAEEEEAAAQQQQAABBBBAAAEEEEAAAQRCQ+DS36dlzEdtTVPZShaQlguDtmkxNMZAG/4LEADAuwOBAARuel2WMR+3lacPHptan0/qIW9XKYWZiwgEZWd9YAEAZ8+elSxZssirV68ss2vWrJnZbZ8iRQpzfdeuXSad/unTpy31GjZs6GeXvwYL6DEBGjhgW7766isZMGCAxI0b1xxT0KhRI9mxY4elTvv27WX8+PGWa7q4r+3dunXLcr1evXoyevRoSZUqlQkmWL58uclIoPVtS69evcwxBBQEEEAAAQQQQAABBBBAAAEEEEAAAQQQQAABBBBAILgCP/f9XrbP+NncXmNIOynWsFJwm+K+MBAgACAMUGnSswTWj5orG8bON5PKXDSvtFk20rMm6MazcRQAoGfea7HfqR9YAMCECRNEF91tS7ly5WT9+vV+hLZv3y4lS5a0XE+XLp2cO3fOcm348OHSvXt3y7Xy5cvLL7/8Yrl29+5dyZEjh1y5csX3evz48eXChQuSKFEi32szZswQDUiwLUWKFDFBCXoUgW3R4IEvv/zScq1EiRKiY6cggAACCCCAAAIIIIAAAggggAACCCCAAAIIIIAAAsEVGFqskdw6f9Xc/tXmyZLqrQzBbYr7wkCAAIAwQKVJzxJ48fSZjCjVXG5fuGYmRiST6zxfnwAATZlfrVo1qVGjhpQqVUoqVqwo69atsww0sACAjh07yrhx4yz3TJ06VZo3b+5wwrpA//DhQ9/X9JgA+2MIypQpI1u2bLHcr8cVfPjhh37a1N35Q4YMsVxftmyZ1KxZ0/eaZhmYO3eupY7+v2YksC8XL140xxbYFk3/7+Xl5ToPkJEggAACCCCAAAIIIIAAAggggAACCCCAAAIIIICAWwlc/cdLRpVpZcacuUheafMjG2dd7QESAOBqT4TxuKTA79NXyMp+P5ixpc6RUdqvHCsx48Z2ybFGpkGtXr1akidPLroL3nYHvO6yD2oAQFDcNM2+pu9/8uSJ7226U//OnTuWZlKmTCnXr1+3XHv8+LHEju33vfPrr7/KJ598YqmrO/jHjh3re02DG3777TdLncOHD0v+/Pn9DP/Zs2cSK1Ysy3UNlNCsAhQEEEAAAQQQQAABBBBAAAEEEEAAAQQQQAABBBBAIDgCqwZOkd+mLDe3VhvUVko0rhKcZrgnDAUIAAhDXJr2LIGx5b+Qi3+eMpMq/3VjKdu+jmdN0INmE9YBAJs2bfKzi79q1aqyYsUKi6JmBXj16pXvNT2e4MaNGw6ljx49Kvny5bO8VqVKFfn5Z+8zdIJa/vrrL8mTJ4/lttKlS8vmzZuD2hT1EUAAAQQQQAABBBBAAAEEEEAAAQQQQAABBBBAAAEjMLxkU7lx5pL57y4bfzAbZymuJUAAgGs9D0bjwgIHftwki770TmOSKHVyafvTt5I0XSoXHnHkHVpYBgDs2rVLateuLefPn/cF1oX+nTt3SuHChS3oceLEsWQJiB49uvl/rW9f/v33X8mWLZvl8nvvvSe///57sB5kly5dZPTo0ZZ7R44cKV999VWw2uMmBBBAAAEEEEAAAQQQQAABBBBAAAEEEEAAAQQQiNwC109fkBHvex+dnP6dHCZjNsX1BAgAcL1nwohcWGBKnR5ycvshM8JSrWpKpT4tXHi0kXdooRUAoOn1O3bsaCBfvHhh0ud7eXlZYPXogUmTJknr1q39gGfJkkVOnz5tua4783PlyuWn7okTJyRHjhyW6++++67s378/yA/y5MmTkjdvXnn69KnvvfHjx5czZ86YIxPsy+3bt2Xp0qUyb948SZw4saxcuTLIfdrfsHv3btPe4sWL5ZdffpGCBQs63ebDhw9lyZIlZhyaGeHq1auixy6kSpXKGFWuXNkEYSRJksTpNjVgY+rUqbJhwwbzTHTO8eLFE31GmhmhWbNmfvydbpyKCCCAAAIIIIAAAggggAACCCCAAAIIIIAAAghEAoG1Q6bLlklLzUyrDmgt7zWrFglm7X5TJADA/Z4ZI45AgWOb9sqMRn3NCGLEiSVtfxwlb+az7tqOwOHR9f8FQisAYPr06dK8uXckm6OSMWNG+f7770X7c1Tq1KljFsBtS9u2bWXixIl+qjvasV+oUCHZu3dvkJ6rLvqXKFFCDhw4YLlvyJAh0qNHD99rWm/16tVmkX7t2rXy7Nkz81rFihXN9eAUDTzQ9ubPny+nTnkfl6Fl3759TgcA6JEH7dq1M8EWARUNZBg1apQ0atQo0KHq3AcOHGgJiLC/SbMyaHYErRs1atRA26QCAggggAACCCCAAAIIIIAAAggggAACCCCAAAKRTWBk6RZy7aR3huRO6ydJmlyZIxuBW8yXAAC3eEwM0pUE5rUeIn+s/s0MqVDtj+Szbzu70vAYi4hZkF+3bp3FIiiL0D43Dhs2zLJobo/79ttvS79+/aRaNccRbrqr/rPPPrPcpscAzJ07VzQ4wKc4qqev6c70zZs3B+mZNmhAhHvFAAAgAElEQVTQwCzC2xYNJNAjCrRvzQKg89LAhLt37/ppO6gBANeuXZNFixaZPtXYUXHWXh3U5dWrV07PWQMwHGVf8GlAMziMGzfO6fYaNmwos2fPdro+FRFAAAEEEEAAAQQQQAABBBBAAAEEEEAAAQQQiAwCN89dlmHFm5ipps2TVTr+OiEyTNst50gAgFs+NgYdkQJeB47JhKqdfIfQYsEQeev9dyJySPRtJxBaAQBbt241i/CBlTZt2phd/XocgG3RYwPy5Mkjmt7fvuTOnVsyZ84sZ8+eNWnuHRUNLPjpp58C6973dd3hr4v7tiVlypTmGIF06dKZIIBatWrJpUuX/G3T2QCATZs2ybfffmtS6us8AyrOBACcO3dOsmfPLk+ePPHTlKb+1x36jsat1/WoBnW2L2vWrJFKlSr5uR47dmxznMDFixcdjl0DADQQgIIAAggggAACCCCAAAIIIIAAAggggAACCCCAAALeAr+OmCWbxi8y/12lXysp2aI6NC4qQACAiz4YhuXaAj/2+E52z11jBpmnfHFpNM37WACKawiEVgCA7Wx0kfvy5cvmPHvd9X/lyhXLZEeOHGlSyNuX3bt3myACRwvbgWl16tRJRo8eHVg18/rQoUOlZ8+elroJEyaULVu2yDvvvGMCDerWrSs6noCKswEAjRs3dnqnvDMBAL1795bBgwdbhqbBC8uWLZOSJUua6xrI8Omnn4qXl5elnmYA0EwA9kXnfejQIctlPV5AgyTixYsnjx8/ll69esmYMWMsdfRoBz3OQDMmUBBAAAEEEEAAAQQQQAABBBBAAAEEEEAAAQQQQEBk9Iet5fLxs4ai4y8TJG3erLC4qAABAC76YBiWawvcOn9FRpVuKc+feJ+bXn9SD8lfpZRrDzoSjS4sAgBs+XRHf/78+S1nyuti+9WrV0V3l9sX3S2vi+/Xr193+BQSJUpkUt9PnjzZ8rqzO9EnTZokX3zxheXeOHHimGMQdPFcU+rXrl1bli9f7pteX7MVZM2a1Sx025aQBAAkS5bMNHXz5k1Lm84EAHzwwQeybds2y30zZ84UDTSwLY529evuf/ssChosoEcf2JbChQubAAj7TA0fffSRyWRgWzZu3Chly5aNRH9qmCoCCCCAAAIIIIAAAggggAACCCCAAAIIIIAAAo4F7ly6LoMLNzAvps6eQbpssq5n4OZaAgQAuNbzYDRuJPDL8Fmy+TvvVCeZi+aVNstGutHoPXuoYR0AoHo1atTwk55//fr1Uq5cOYe4t2/flgkTJsjKlSvl1KlTZve57jSvWrWqdO7c2aTTHzFihOVe3bWfIUOGAB/W3LlzpVGjRvL69WvferpzXfv55JNPzLUbN25I6tSpzcL3+++/b8ZevXp10bT7xYoVs7Qf1ACAtGnTih5VoG2WKlVK9H4NPLAtzgQA5MyZU44fP265799//5UsWbJYrmkmBQ1usC0pUqSQa9euWa5pRoZu3bpZrmmghB7XYF8WLVpkAjRsS5cuXWTUqFGe/QeF2SGAAAIIIIAAAggggAACCCCAAAIIIIAAAggg4ITA+m/nyoYx803NSn1aSKlWNZ24iyoRJUAAQETJ06/bC7x6+VKGFGkod69473auMbS9FGtQ0e3n5QkTCI8AAE33r4v2tmXatGnSrFmzIBM+ffrUBAPYHiugu9X37NkTYFs//fST1KpVS16+fOlbTxf5NXNAgwbekXhaNPhgxYoVUqVKFfHZpa/XdTd8cAMAVq9eLcmTJ5ciRYpYdtQH175gwYJy4MABy3z/+ecfyZYtm+Xao0ePTPp+26J2Z86csVzTjAqLFy+2XFNPdbUvem/mzJktlzUrgH0gQ5AfLDcggAACCCCAAAIIIIAAAggggAACCCCAAAIIIOABAmPLt5OLf/5rZtJhzXhJl/8tD5iV506BAADPfbbMLBwEtk3+UVZ/M9X09EaOjPLl2gkSLSbnhocDfYBdBGcROlOmTKI77m2L7irX3eWOSpMmTWTWrFmWlxYuXGhS+Qe16G7z0aNHW24LLP2/pqyvVKmSPHvmfQyFT9EsAl27dnVqCCEJAPCvg+DYa1vt2rWTiRMnWpp1tGNfgx4024Bt0eMNdBe/bXnvvfdkx44dlmsXLlwQzVhgX54/fy4xY8a0XHZ0PIJTqFRCAAEEEEAAAQQQQAABBBBAAAEEEEAAAQQQQMCDBO5dvSXfvFvPzCh5prTy9e/TPWh2njkVAgA887kyq3AUGP1ha7l83HvhuPzXjaVs+6AvAIfjcCNFV8FZhC5durRs3brV4uPfYvqtW7fMznT9t23Rc+ffffddp4118b5Hjx5+Fv81Hb6eaR8tWjSHbenCtu5Q193wtqVTp05+2gpoMK4UAPD3339L/vz55cWLF75DTpIkidnF73Osgh4loIv/upDvUzTjwfbt26V48eKWqebNm1f+/PNPy7WbN29K0qRJHZJoAIAGAviUlClTytWrV51+llREAAEEEEAAAQQQQAABBBBAAAEEEEAAAQQQQMATBTaOWyDrRs4xU6vYq5l80KaWJ07To+ZEAIBHPU4mExEC+xavlyVdvHdvJ3ojubRfNU4SpU4WEUOhz/8LBCcAYNy4cdKxY0eLYfTo0WXo0KHSunVriR8/vnnt4MGD0qpVK9HFftuiKeRPnToV4DPQVP937tyRY8eOmWCDqVOnyqVLlyz3xIoVS3bt2iUFChRw2NahQ4dEgxXu3r1reV3PsJ8/f74lHX9gbwhNua+p921LxYoVRdP7B7cEx96nrxkzZkjz5s3l9evXlu51MV6fhb2VVho+fLh069bNz3AdZXTQoxASJ07scGqxY8cWfT4+RZ/3/fv3g8vAfQgggAACCCCAAAIIIIAAAggggAACCCCAAAIIeITA+EpfyvnDJ8xc2q8aK+kL5PCIeXnyJAgA8OSny9zCTeD7T7vJ6d1HTH+lWtWUSn1ahFvfdORXIDiL0LrYqzvQ7c+S19Z1d3iaNGnMgrDuIndUli5dKp9++qm/j2PFihVSvXr1AB+XLnLPnTvX32MEzp07Zxbsr1+/7qcdDUCIESNGoG8H3SmvC+1aDh8+7CfQICIDAHRM6qgBF/bZFewnpnOdMGGCtGzZ0uGcM2bMKF5eXpbXghIAEC9ePHnw4EGgnlRAAAEEEEAAAQQQQAABBBBAAAEEEEAAAQQQQMBTBR7evCv989c200vyZirpuXu2p07Vo+ZFAIBHPU4mE1ECf63bJbOaDTDdx4gTS9qtGCNpcmeOqOFE+n6DEwCgaLq7/uOPP3a4wB4Qas+ePWXw4MEBugcWAJAsWTKZM2eOVKhQwd92fv31V/nkk09C9HzLli0rGzduNG24YgDAggULTBaAx48fBzhPTf0/bdo0adKkicOsBwQAhOhtws0IIIAAAggggAACCCCAAAIIIIAAAggggAACCMiWiYtl7dCZRqJ8t0ZStkNdVNxAgAAAN3hIDNE9BGa3+Eb+/GWHGWyhOh/LZ6M6ucfAPXCUwQ0AUIrTp09L27ZtZd26dYHKpEqVSsaMGSOafj+w4l8AQJw4caR+/foyZMgQSZ48eYDNeHoAgKbyHzlyZGCUltfbtGkjkyZN8nMPAQBBYqQyAggggAACCCCAAAIIIIAAAggggAACCCCAAAJ+BCZU6yxe+/8219v9PEYyvJsTJTcQIADADR4SQ3QPgbP7/5aJ1Tr7DrblwqGSraTjc9zdY0buO8qQBAD4zHrfvn0yf/582blzp5w6dUru3bsnmhY+derUJg2/psqvUaOGxIoVyykoDQCoXbu2OYNez7R/5513pESJElKrVi1JkiSJU214cgDAvHnzpEGDBhaHdOnSmQCLDz/8UKJGjSpbt26VTp06medhW0aMGCFdu3a1XNMjEeyPcwjKEQAJEiQwz5yCAAIIIIAAAggggAACCCCAAAIIIIAAAggggEBkFHh894H0ze199HHCVEmlz4EFkZHBLedMAIBbPjYG7aoCS7uOlb0LfzXDy1O+uDSa1tdVh8q4EJCDBw/Ku+++a5HQwIbVq1cHWyc4wRevXr2SDBkyyIULF3z71cCKI0eOyFtvvWUZy/nz5yV37txy//593+u6WH/p0iWJHz++7zWt8/ff3lGJPuXmzZuSNGlSh3OLESOGvHjxwve1NGnSyMWLF4PtwI0IIIAAAggggAACCCCAAAIIIIAAAggggAACCLizwLbJy2T1N9PMFMp1+lw+6mLdxOfOc/P0sRMA4OlPmPmFq8CdS9dlWPHG8vLFS9Nv/e97SP7KpcJ1DHSGgLMCe/bskaJFi1qqR0QAgKNxVKpUSVatWuVwKo0aNZI5c+ZYXlu5cqVUrlzZ91qxYsVk9+7dljoaPPDmm2/6afPZs2d+MjnkzJnTTwCBs67UQwABBBBAAAEEEEAAAQQQQAABBBBAAAEEEEDA3QW+r9lVTu85aqbRdvm3kqlwbnefUqQZPwEAkeZRM9HwElgzeLps/X6p6S5z0bzSZlnQzjQPr3HSDwK6QK4L5bYlIgIAFi1aJHXr1rWMo3379jJ+/HiHD2nAgAHSv39/y2t6VEDHjh19r9WvX98c4WBbdL5FihTx06YeKZA1a1bL9Y8//lj0yAUKAggggAACCCCAAAIIIIAAAggggAACCCCAAAKRTeDZw8fSK3t1M+24SRLKgKNLIhuBW8+XAAC3fnwM3lUFBrxdRx7cuGOGV2NoeynWoKKrDpVxhbKAppF/8OCBSUcfPXr0UG49dJtzlQAAXajXBXvbUrt2bdHAAEelXbt2MnHiRMtL48aNkw4dOvheGzFihHz99deWOvZBAj4vLly4UOrVq2ep26dPHxk4cGDogtMaAggggAACCCCAAAIIIIAAAggggAACCCCAAAJuIPD7tBWysv8PZqSlv/hMKvRo6gajZog+AgQA8F5AIAwEtkxcImuHzjAtv5Ezk3ReP0kkSpQw6IkmXU1AAwD0fHo9l54AAO+ns2/fPilYsKC/j2rnzp1SokQJy+sJEyYU3ZmfPHlyy/VHjx5J9uzZ5cKFC5br9kcA/Pnnn5I3b15LnRw5csiRI0ckRowYlusfffSRbNiwwXJty5Yt8sEHH7ja24vxIIAAAggggAACCCCAAAIIIIAAAggggAACCCAQ5gKTa3eXf3ccNv1opmvNeE1xHwECANznWTFSNxMYWbqFXDt53oz6k68bS5n2ddxsBgw3OAIEAJSXdevWWegCCwB49uyZpEmTRm7evGm5T9P1z5gxQ3LlymWue3l5SevWrf2k5o8dO7ZcuXJFEiVKZLm/cOHCJvjAtjRs2FAmTJhgAjSePn0qepzA0KFDLXWyZcsmJ06ckCgE7QTnjwD3IIAAAggggAACCCCAAAIIIIAAAggggAACCLixwIunz6VHlspmBrHix5FBx39y49lEzqETABA5nzuzDgeBPfN/kWVfjzM9JXojuXT8dYLET5Y4HHqmi4gUIAAg6AEA+rxGjhwp3bp1c/joUqdObbIpXLx4UV6/fu2nTpcuXWTUqFF+rm/cuFF0d7/9PdpW2rRp5fr166IZBeyLHj2gRxBQEEAAAQQQQAABBBBAAAEEEEAAAQQQQAABBBCIbAI7Zq2SFb29j+F9v2UNqdy3ZWQjcPv5EgDg9o+QCbiywMTqXeTsvr/MEEu1/lQq9W7uysNlbKEgQABA8AIAdJG+cePGMmfOnCA9hQoVKsiKFSv8pPX3aaR3794yePBgp9ts2rSpTJ8+3en6VEQAAQQQQAABBBBAAAEEEEAAAQQQQAABBBBAwJMEpn7eS/7ZdsBMqfWS4ZKleH5Pml6kmAsBAJHiMTPJiBI4una7zGk5yHQfM04s6bBmvKR6K0NEDYd+w0GAAIDgBQDoo3n58qUMHz5chgwZIg8fPgzwacWIEUM6duxoUvjHiRMnwLojRoyQvn37mpT//hXNCqCZBPQ4AFL/h8MfFLpAAAEEEEAAAQQQQAABBBBAAAEEEEAAAQQQcDmBVy9fydcZKphxRY8ZQ4b8+7NEiRrV5cbJgAIWIACAdwgCYSwws0l/+XvDbtNL4TofS61RncK4R5qPSAECAIIfAODz3C5fvizLli2TtWvXyj///CNXr16VV69eScqUKSVz5sxSvnx5qVWrlmTKlMnpR3327FmZNm2abNq0SU6cOCH379+XRIkSScaMGaVs2bLSvHlzyZYtm9PtUREBBBBAAAEEEEAAAQQQQAABBBBAAAEEEEAAAU8T2D1vrfzYfbyZVonGVaTaoLaeNsVIMR8CACLFY2aSESlw/vAJGV/pS98htFk6QjIXyxeRQ6LvMBRwpwCAMGSgaQQQQAABBBBAAAEEEEAAAQQQQAABBBBAAAEEEHAzgRkN+8qxzXvNqFsuGirZ3ivgZjNguCpAAADvAwTCQWBxp29l/9INpqc85YtLo2l9w6FXuogIAQIAIkKdPhFAAAEEEEAAAQQQQAABBBBAAAEEEEAAAQQQQCCkAl3fLO/dRJQoMuzMaokWPVpIm+T+CBAgACAC0Oky8gncu3ZLvnmnnu/EG0zuJfkqlox8EJFgxgQARIKHzBQRQAABBBBAAAEEEEAAAQQQQAABBBBAAAEEEPAwgb2L1snSr8aYWRX5/BP5dPh/2a09bKoePx0CADz+ETNBVxFYNWCK/DZ1uRmOHgGgRwFQPE+AAADnn+mjR49M5bhx4zp/EzURQAABBBBAAAEEEEAAAQQQQAABBBBAAAEEEEAg1AVmNR0gf63fZdptMX+IvFXqnVDvgwbDR4AAgPBxphcEjEC/vLXk0e375r9rDG0vxRpURMbDBAgAcP6BPnjwQF6/fi0JEiRw/iZqIoAAAggggAACCCCAAAIIIIAAAggggAACCCCAQKgLdEv3ifnOXsvQ06skeswYod4HDYaPAAEA4eNMLwgYgU3jF8qvI2ab/34jZybpvOF7ZDxMgAAA5x8oAQDOW1ETAQQQQAABBBBAAAEEEEAAAQQQQAABBBBAAIGwEti/dKMs7jTKNF+wVjmpPaZLWHVFu+EgQABAOCDTBQK2AsNLNpUbZy6ZS590byxl2tUByIMECABw/mESAOC8FTURQAABBBBAAAEEEEAAAQQQQAABBBBAAAEEEAgrgTktB8nRtdtN883mDpIcpQuGVVe0Gw4CBACEAzJdIGArsGvOalnec4K5lOiN5NJl4w8SJ1F8kDxEgAAA5x8kAQDOW1ETAQQQQAABBBBAAAEEEEAAAQQQQAABBBBAAIGwEuieqZK8fP7CND/k5M8SI06ssOqKdsNBgACAcECmCwTsBb6r3FHOHTpuLpdq/alU6t0cJA8RIADA+QdJAIDzVtREAAEEEEAAAQQQQAABBBBAAAEEEEAAAQQQQCAsBA79tEUWtB9umi5Q7QOpN6F7WHRDm+EoQABAOGLTFQI+An+t2yWzmg0w/xszbmzptG6iJM+UFiAPECAAwPmHSACA81bURAABBBBAAAEEEEAAAQQQQAABBBBAAAEEEEAgLATmtR0qf6zcZppuOnug5CxbOCy6oc1wFCAAIByx6QoBW4HpDfrI8S37zKXCdT6WWqM6AeRmArOaegdx2JbXr1+LBgFEjx5dokSJ4uf1xjP6udksw264BACEnS0tI4AAAggggAACCCCAAAIIIIAAAggggAACCCDgjEDPrFXl+ZOnpuqgEz9JrHhxnLmNOi4sQACACz8chubZAheP/itjP2nnO8kvVoyWjAVzefakPWx2Mxr1lWOb9jo9q8xF8kqbH0c6Xd/TKxIA4OlPmPkhgAACCCCAAAIIIIAAAggggAACCCCAAAIIuLLAH6t+k3lthpgh5q3wnjSc0tuVh8vYnBQgAMBJKKohEBYCC9uPkIM/bTZN5/mkhDSa2icsuqHNMBIgACBksAQAhMyPuxFAAAEEEEAAAQQQQAABBBBAAAEEEEAAAQQQCImA7TpVk5n9JVe5oiFpjntdRIAAABd5EAwjcgo8vHlX+uev7Tt5TQ+f+6NikRPDDWdNAEDIHhoBACHz424EEEAAAQQQQAABBBBAAAEEEEAAAQQQQAABBEIi0DtHDXn64JFp4ptjP0rsBPFC0hz3uogAAQAu8iAYRuQV+Lnv97J9xs8GIEuxfNJ66YjIi+FmMycAIGQPjACAkPlxNwIIIIAAAggggAACCCCAAAIIIIAAAggggAACwRU4+ssOmdPiG3O77vzXDAAUzxAgAMAzniOzcHOBPjlryJP73hFWtUZ2lMJ1y7v5jCLH8IMaAJChYC5pt2J05MBxYpYEADiBRBUEEEAAAQQQQAABBBBAAAEEEEAAAQQQQAABBMJAYHGnb2X/0g2m5UbT+kqe8sXDoBeajAgBAgAiQp0+EbATWD96nmwYPc9cfSNnJum84XuM3EAgqAEAOqWo0aNJisxvSorMaSVFFv23938ny5hGEqRI4gazDr0hEgAQepa0hAACCCCAAAIIIIAAAggggAACCCCAAAIIIIBAUAT65aklj+7cN7cM/GuZxEkUPyi3U9eFBQgAcOGHw9Ail8DQYo3k1vmrZtKfdG8iZdrVjlwAbjjb4AQABDbN5JnS+gkOSJo+tSR5M1Vgt7rd6wQAuN0jY8AIIIAAAggggAACCCCAAAIIIIAAAggggAACHiDw94bdMrOJd8r/7KXelebzB3vArJiCjwABALwXEHARgV1z18jyHt+Z0SROk0K6bp0qMePGdpHRMQxHAkENAIgVL47JAPD47oNggWoQQIosGiDgnTlAswYkTZ9KkqZLLdFjxghWmxF5EwEAEalP3wgggAACCCCAAAIIIIAAAggggAACCCCAAAKRVWBp17Gyd+GvZvoNp/SWvBXei6wUHjlvAgA88rEyKXcVGPdJe7lw9KQZ/getP5WKvZu761QixbiDGgCQuUheafPjSHn68LHcPHtJbpy5JDfOXvT+9xnvf9+/fjtYdglTJfv/kQLeAQKaNcD8ky61xE4QN1hthvVNBACEtTDtI4AAAggggAACCCCAAAIIIIAAAggggAACCCDgV2DA23XkwY075oX+R5ZIvKQJYfIgAQIAPOhhMhX3Fzi2aa/oorIW3f3/1ebJHpn63f2flPcMbI9tcGZOPgEAAdV9/uSZ3Dp3RW56/T9A4P+BARogcPviNWe68VMnXtJEvsEBesRA0nSpfIMD4idPHKw2g3KT14FjcvfyDT+3PHnyRF7La4kTO46f13RcmYvmDUo31EUAAQQQQAABBBBAAAEEEEAAAQQQQAABBBBAAIFABI5v2SfTG/QxtbIUzy+tlwzHzMMECADwsAfKdNxfYGq9nvLPbwfNRArX/Vhqjezk/pPywBms6DNJdsxcGaSZORMAEFCDr168lJvnrsitc5fl5tnL3lkDTCYB7+wBr1+/DtJ4tHLsBPF8gwOSZXjDZAzwOVYgcdqUQW7P0Q0aADChatDex22WjSQAIFT0aQQBBBBAAAEEEEAAAQQQQAABBBBAAAEEEEAAgf8E9DhqPZZaS70J3aVAtQ/g8TABAgA87IEyHfcXuHzsjIwu18Z3Ih3WjJd0+d9y/4l50Ax+6jlBds5Z7Tsj3VUfL1miQGcYLVo0cwRAWBWTOeDcZe8MAj5HDPw/OOD502dB7jZGnFjmOIHkmdL4ZgzwOVZAswhEixHdqTYJAHCKiUoIIIAAAggggAACCCCAAAIIIIAAAggggAACCIS5wDfvfi73rt40/fQ7vEjCI1NwmE+KDiwCBADwhkDABQXmtR0qf6zcZkaW55MS0miqdyoWSsQL/Nh9vOyet9Z3IJ9P6iFvVykV8QMLZAR3Ll73zhxwXjMIXDEZA3yyBzy59zDI448aPZoJDjBZA9Kn9j5WwGQP0P9OLbHi/5fWnwCAIPNyAwIIIIAAAggggAACCCCAAAIIIIAAAggggAACoS5w8veDMqVuT9NuxkK55IufRod6HzQY8QIEAET8M2AECPgReHz3gfTN/anv9WZzvpEcZQohFcECS7uOlb0Lf/UdRYMfekm+SiUjeFQh714j/TQowDuDwP8DBP5/tMCDG3eC1YHJGvD/gICoUaNaMiY40yBHADijRB0EEEAAAQQQQAABBBBAAAEEEEAAAQQQQAABBJwXWNF7kuyY5X28ce0xXaRgrXLO30xNtxEgAMBtHhUDjWwCy3tOkF3/TzOfpVg+ab10RGQjcKn5LukyWvYtXu87poZT+0jeT0q41BjDYjAPbt7xDQ6wBghcFM0qEFaFAICwkqVdBBBAAAEEEEAAAQQQQAABBBBAAAEEEEAAgcgqMKRIQ7l98ZqZft+DCyRByqSRlcKj500AgEc/Xibn7gK9slWVZ4+fmmnUGfuVvPvph+4+Jbcc/6KOo+TAso2+Y288vZ/k/riYW84lNAf96M79/4IDzv+XPcD7iIGLIeqKAIAQ8XEzAggggAACCCCAAAIIIIAAAggggAACCCCAAAIWgVM7j8gPn3Uz19Llf0s6rBmPkIcKEADgoQ+WaXmGwPpv58qGMfPNZN7ImUk6b/jeMybmRrNY2H6EHPxps++Im8waILk+LOJGM4iYoT598Mj3OIFTO/+Q7TN+DtJACAAIEheVEUAAAQQQQAABBBBAAAEEEEAAAQQQQAABBBAIUGBl/8ny+7SfTJ1Ph38pRT7/BDEPFSAAwEMfLNPyHIFBhRrI3cveqdYr9WkhpVrV9JzJufhM5n8xTA7/vNV3lM3mfCM5yhRy8VG73vC8DhyTCVU7BWlgBAAEiYvKCCCAAAIIIIAAAggggAACCCCAAAIIIIAAAggEKDCsRBO56XXZ1Om9f54kSp0cMQ8VIADAQx8s0/IcgT0LfpVl3caaCSVOk0K675gp0WJE95wJuuBMXr96LfPaDpEjq3/3HV3z+YMle6l3XXC0rj+k4AQANJrWV/KUL+76k2OECCCAAAIIIIAAAggggAACCCCAAAIIIOjGsE0AACAASURBVIAAAgi4uMCZvX/JpBpdzCjfyJVZOq+f5OIjZnghESAAICR63ItAOAmM/qitXP77tOmt9BefSYUeTcOp58jXzcsXL2V+2yFydO0O38m3XDhUspUsEPkwQmnGwQkASJbhDak5rAPuofQMaAYBBBBAAAEEEEAAAQQQQAABBBBAAAEEEEAg8gqsHjRNtv2wzABUG9RWSjSuEnkxIsHMCQCIBA+ZKbq/wImtB2Ra/V5mIjHjxpavf5suCVMnc/+JudgMXjx9bnb+/7Vul+/IWi0eLllL5HexkbrXcIITAKAzjBI1ilTu01JKtqjuXhNmtAgggAACCCCAAAIIIIAAAggggAACCCCAAAIIuJDAiFLN5fqpC2ZEvfbMlcRpU7jQ6BhKaAsQABDaorSHQBgJ/PDZ13Jq5x+m9cJ1y0utkR3DqKfI2eyzx09kfpuh8vfGPd4AUaJIm6UjJHPRvJETJBRnHdwAAJ8hFKrzsdQY0k6ix4wRiqMK26b27NkjRYsW9dPJ7du3JXHixJbr5cuXl3Xr1oVoQFmyZJF///3X6Tb++OMPWbVqlWzatEkuXbokV69elSRJksiZM2ecboOKCCCAAAIIIIAAAggggAACCCCAAAIIIIAAAq4vcO7gcfmuiveaUsqs6aTr1qmuP2hGGCIBAgBCxMfNCISfwNV/zsmoMi19O+y0fpKkyZU5/AbgwT09ffBI5rUdKsc37zOzjBotmrReOkIyFc7twbMOv6nd9LocpM40CnHzhEWiZxL5lHRvZ5fKfVpIpiJ5gtRWRFR++fKlFCpUSA4dOuSn+4gOANi2bZt07dpV9u3zfq/blgwZMsjZs2cjgow+EUAAAQQQQAABBBBAAAEEEEAAAQQQQAABBMJI4JdhM2XzhMWm9cp9W8r7LWuEUU806yoCBAC4ypNgHAg4ITCn5SA5una7qZn3kxLScGofJ+6iSkACj+8+MIv//2w7YKpFixnD7PzP8G5O4CJYYGX/yfL7tJ98RxEjdiyp3LeFFGtYKYJHFnD348ePly+//NJhpbAKAMiVK5f89dd/ARP2nT9//lxatWolM2fO9HfwBAC49NuKwSGAAAIIIIAAAggggAACCCCAAAIIIIAAAsESGFWmlVz9x8vc22PXbEmaLlWw2uEm9xEgAMB9nhUjRUB0p3rvHP9FZrVcOFSylSyATDAFHt2+J3PbDJF/tx82LegCs+78T18gezBb5LbQFtiz8FdZNWCKee/7FA0A0CMBXLFcuXJFsmfPLvfu3XM4PEcBAE2bNpXffvvN6encv39frl27Zqnfr18/6d+/v8M2tH61atVk8+bNAfYRWBCB0wOkIgIIIIAAAggggAACCCCAAAIIIIAAAggggIBLCFw4clLGVWhvxpIswxvSfYf/m8RcYsAMIlQECAAIFUYaQSD8BJZ1Gyd7FvxiOsxSLJ9ZsKYEXeDBjTsyt/VgOb37qLk5Vrw40nrpcHkz31tBb4w7wlTA68AxEwTgdfCYbz96FIAeCaBHA7hSqVevnixcuNDfITkKAAjq+Js0aSKzZs3yvS1mzJji5eUlqVOndthUnTp1ZPFi7/ROtqVgwYLSokULKV26tGTMmFFixIgR1KFQHwEEEEAAAQQQQAABBBBAAAEEEEAAAQQQQMCFBdaNnCMbxy0wI6wxpL0Ua1jRhUfL0EJLgACA0JKkHQTCUaB7pkry8vkL0+PnE7rL29U+CMfe3b+re9duydyWg+Ts/r/NZGIniGcW/9Pmyer+k/PgGSztOlb2LvzVd4ZxEsU3QQCF6nzsErPWHfZly5YNcCwhDQC4fPmyWax/9uyZbz/169eXuXPnOux36tSp0rJlS8trcePGlcmTJ4veR0EAAQQQQAABBBBAAAEEEEAAAQQQQAABBBDwXIExH7WVZ4+fSrlOn8s7Ncp47kSZmUWAAADeEAi4ocDGsQtk3ag5ZuRv5MosnddPcjiLKFGi+LmuZ5OPHTs20FkfPHjQ7GTetGmTXLx4Ue7cuSPJkiUzu4xLlSollStXljJlQv7LIiRjDHQSDircvXxD5rT8Rs4dOmFejZs4gbReMtw4Ulxf4Lepy002ANtSskV1qdKvVYQOXhfk8+fPL8ePHw9wHCENAOjevbsMHz7c0sfevXulUKFCfvp98uSJZMiQwXJcgO7y1z/TJUuWjFAvOkcAAQQQQAABBBBAAAEEEEAAAQQQQAABBDxRQI+HTZQokZ+p/fTTT+ao1oDKy5cvZd26dSaj6/79+83ajH73nCJFCvNdb7ly5aRGjRqSO3dup+iuHD8jh1f+JmU71JUYsWOae86fPy+rV6+WX375Rc6cOSNXr16VmzdvyqlTp8zmM4pnCBAA4BnPkVlEQoGB79ST+9dumZlXHdhG3mta1aKwfPlyqVmzph+ZwAIA9Azzjh07OkwZbt+YLiJOnDhR8ubNG6wnENwxBqszEbl94ZrMaTFQLhz91zQRL2kis/M/dXZ+qQXXNCLu+2fbAVk1cIpcOeHl2322kgWkxtD2kjxjmogYkgwZMkR69erl27ceBbBnzx7zocm2hCQA4MGDB5IuXToTjONTihYtKrt27XI450mTJskXX3xheW3AgAHSt2/fCDGiUwQQQAABBBBAAAEEEEAAAQQQQAABBBBAwNMFOnToIN99952faQYWAHDgwAGTzVU3ZwZUdFNlo0aNZNSoUWbTZkDlwpGTJvNxlKhR5PTp09KzZ09ZsmSJvH792s9tGgxAAIDnvDsJAPCcZ8lMIpnA/iUbZHHnb82sE6dJIb32/pcC/OHDh5IzZ04TyWVfAgoAuHTpkpQoUULOnj3rtGbixIlly5Yt8vbbbzt9j1YM7hiD1IlN5VvnrsisZgPk8rEz5mqCFEnMzv+U2dIHt0nui0CBpw8ey9KuY+SPVb/5jkKfaeW+LaVA9dLhOjIvLy/JlSuXPHr0yPQbL148OXHihMmUEZoBAGPGjJHOnTtb5qZZOurUqeNwvkWKFBHNDuBT4sePL+fOnZNff/1V5s+fL/qB8tatW5I0aVKTvUA/NGpbjrJyhCsonSGAAAIIIIAAAggggAACCCCAAAIIIIAAAm4ocOjQIZOtVXfy25eAAgD0eNkKFSrI06dPnZ61rsno2oyu0QRWdLNYp06dLEfL2t9DAEBgiu71OgEA7vW8GC0CFoFRZVrJ1X+8d0F/9m1nKVT7I/Pf3bp1k5EjRzrU8i8A4MWLF1KwYEH5448//NwXJ04ck/r/2rVrZuHevuiuZE19rmeLO1uCM0Zn27avd+PMRbP4f/Wfc+alhKmSmZ3/KTK/Gdwmuc9FBDaMmS/rv/0v+EWHVfqL2lKhR5NwG2GVKlVk1apVvv0NGjTIZAPImjVrqAUA6J/PLFmymAV8n5ImTRoTrKNp/e2LppnShX3bD5rvvPOORI8e3RIUYH+fBi3oB9EkSZKEmx8dIYAAAggggAACCCCAAAIIIIAAAggggAAC7i6gu+qLFStmMsM6Kv4FAOjOfN2gpRlg7Yt+T5swYULRzZvPnz/387pmgV62bFmAdAGtxfjcqGtAusaTPj0bJt39fegzfgIAPOVJMo9IKXBy+yGZUqeHxE2SUOqM/Upyli0sf//9t9mN7+iXgSL5FwAwd+5cadiwocVRFwtHjx4tLVq0kNixY4suQi5atMikoXn8+LGl7owZM6RJE+cWXYM7xuA85GunzsusJv3l+umL5nbNlqA7/5NFUKr44MyBewIWOLp2u6wcMEXuXLzmWzHnh0Wk7riuEidR/DDl04V/DQDwKZkyZTJ/BvXPS2gGACxYsEA+//xzy1x8Ag0cTVDPb9KI0eAUzRywfft2EyxAQQABBBBAAAEEEEAAAQQQQAABBBBAAAEEEAhcYMqUKdKqVSt/K/oXANCsWTPR9RXb8sYbb8j06dOlfPnyJmOrbvgaPHiwjBgxwk/7moU2c+bMDvv9/vvvpW3btn5eS5s2rbn+0Ucfmey2QdncGbgENVxBgAAAV3gKjAGBEAh8/2k3SZUtnVQZ0Fqix4whH3zwgWzbts3fFv0LAPj000/lxx9/tNynv1D0TBj7oguPffr0sVxu0KCBzJkzx6mZBHeMTjVuU0mzI8xs3F9unrtsriZ5M5XZ+Z80XeqgNkV9Fxe4d/WWLP1qjBzfss93pPq8K/dtIXkrvBcmo9cgGP1wZHtkxvLly6V69eqmv9AMANDd+5o+yqfEihXLHPGRIkUKh3ML7MNmqlSpJGrUqHL5svefDfuiHyS7du0aJm40igACCCCAAAIIIIAAAggggAACCCCAAAIIeJLAjRs3JHv27ObIVf+KfwEA+h2v3m9bdIOWHtdsXz788EPZtGmT5bIGCjRt2tRP3aNHj0rhwoXlyZMnlte++uorE0wQM2ZMT3oEzMVOgAAA3hIIuLnArfNX5MXT55IyazqzAK/neAdU/AsA0KwB9un/T548aRYx7cv+/fvNOTa2pUyZMn5+8TgaR0jGGJRHdfnYGZnRuJ/vrvBkGd4wO/8Tp00ZlGao62YCqwdNk20/WFMeletcXz7qXD/UZ6LBMUOHDvVtt2zZsrJx40bf/w+tAAD9QKcf7GxL48aNZebMmf7OaciQIeYYAvtSrlw5GT9+vOTIkcO8dPDgQdHgHc1aYFs0AtTLy0uiRYsW6m40iAACCCCAAAIIIIAAAggggAACCCCAAAIIeJKALsAH9H2tztVRAMCdO3f8HMeq381euHDBIc+oUaP8bNwaOHCgnw2berP90bV6bdiwYfL11197Ej1z8UeAAADeGgh4iID+otAIs2vXvNOga/pu3cFru0Cp1/0LAAgKw+7du81ZNralatWqsmLFigCbCa8xXvrrlExv2FfuXb1pxpM8c1ppvXi4JHojeVCmSV03Fdi3ZL2sGjBFHt/978wkzQLQcErvUJvRiRMnJF++fPLs2TPfP2+HDx+W3Llz+/YRWgEAmuZp3bp1lrHrwn2BAgX8nY9/5zrp0SD2qf31jCn92aFHfNiW33//Xd57L2yyJ4Tag6AhBBBAAAEEEEAAAQQQQAABBBBAAAEEEAhVgZcvX5rvIxcvXiy6GfDixYvme1DdqZ4hQwbRTUY1atSwfBca2ABev34tmj11yZIlsnfvXrl69apoltN06dLJxx9/bHaw58yZM7BmAn1d1y7mzZtnxq7HpBYsWDDQe0JaYefOneZ7VJ2jFk3HX7x4cTMO2+JfBoCg9K8L+D169LDcMmbMGOnYsaPl2l9//SV58+b1HZO+WLp0adm8eXNQuqOuGwsQAODGD4+hI2AroOe16HkuPkUX+vWXm+7utS2hEQCg6f/1GADb4uiXjP0TCo8xXjhyUqY36CMPbt4x3WtmhFZLhkvClEl5w0QigeunL5gjAc7s/ct31imyvCk1h7aXLMXzh1hCd/vbflhq37692VlvW0IjAEDTNGmggW0pWbKk/PbbbwHOQdM4ffvtt5Y6+qHc/pgPnwr169eX+fPnW+prNGmXLl1CbEUDCCCAAAIIIIAAAggggAACCCCAAAIIIOAeAgcOHJCWLVuazKEBFT2XXrMR63eIyZIlC7Du8ePHzTqFBhP4V3TTUufOnUUzmwY1K6lmMtbFdv1+89SpU75d7Nu3L8wDAHRT1bvvvitHjhzx7VcX+levXi2amt+2hEYAwPvvvy+6ccu26NGxmuHZtugufz3m1bZoplkNutDjY/X75StXrkjcuHFNFmg9IrpNmzYSP35893ijMspABQgACJSICgi4voD+4ixSpIi8evXKDDZ58uSiv/T0l0xoBgBo5J/+Em3RooXvzmft78033xSNKEuYMKG/WOExxnOHTsj0Br3l0Z37Zhyps2eQVouHS/zkiV3/ITLCMBH4sft42T1vraXtCj2aSOkvage7vwULFsjnn3/ue79+wNU/b0mSJLG0GRoBAPohWo/NsC1Lly41H8gCKhoFqtGgtmX06NHSqVMnh7eNGzfOT5SoRo1qYA8FAQQQQAABBBBAAAEEEEAAAQQQQAABBDxfQDc8VahQQZ4+fer0ZHXhecuWLZI4sePv4DWg4KOPPpJbt2451Wbt2rVFv3+NGjVqgPU1E/KiRYvMwr8u9Dsq4REAoN+52m6i0qNcN2zYIM2bNw/VAICHDx+aI1/1e1zbUrlyZVm5cqWf6esRzrYBF3HixJHPPvtMZs+e7a+rZnfQIIWAMs869RCp5BICBAC4xGNgEAgEX0AX/XXx3/aH+eTJk02Unv7yC0kAwKxZs0T/0fLkyRMTPXfjxg3LYBMlSiTr16+XwoUL+zuJsByjT6deB47J1M97ydMHj8ylN3JmMjv/4yXxPygh+Orc6U4C22f8LKsGTpFXL176DrtA9dJS77ugn3V07949yZEjh1y+fNm3rQQJEkiaNGn8kOgxAfYlVapU5sNw6tSpZevWrQEyamqtTJkyiabt9ynp06cXTdkfWBTsyJEjRY8BsC3fffedtGvXzmGfGlSgHwBtiwb6aDQoBQEEEEAAAQQQQAABBBBAAAEEEEAAAQQ8W0C/c8yfP788ePDfsao+M9aNT7r579KlS5bvKn1er1mzpixbtswPkB4JrAECXl5efl5744035P79+w77053reryxo6K72DXzqS6y2x9pal8/rAMA1EO/K9Z5aNEsBj7HxIY0AEA3Z2lbWrT9Y8eOyePHjy1T1BT/GrShG0Jtiz5D/Q5aN3QGtehmN11rypgxY1Bvpb6LCRAA4GIPhOEgEFSBSZMmyRdffOF7m/5C1ag6jZALaQCAnlOza9cuf4ek6WamTp0qb731VoDDDssxasea5n1qvZ7y/Il3ZGLaPFnMzv84iUhXE9T3k6fW16Mh9EiAS3+f9p2iBonUHd/NBIs4WzQ1UqlSpZyt7m+9tGnTyoULFwJsRxfwdSHftuiufk3fFFjR6Ne6detaqmlWAE2h5ag4ygCg/dhnEQisX15HAAEEEEAAAQQQQAABBBBAAAEEEEAAAfcTaNasmcyYMcMycF2k1zT25cuXF035r5ujBg8e7Ce1vN6kmwczZ87s5/tI++8XdZe5Bgvo8cW6gK/t66Yl28V8TVN/5swZ0f7tS+PGjQPcxW5bP6wDAHRDlW6s8ikdOnTw3aEf0gAA9Q6o6PPS7AOOsjL/888/kj17dn9v102dGiCg3087ChLQLBBr1qxxvzcxI7YIEADAGwIBNxbQNDf6g1wj6XyKLlDqGeFaQhoAoL8E7t6966+QppfRX/gaaeZfCesxnt59VKbU7SEvn78wQ3gzXzaz8z92/Lhu/GQZelgJLGg3XA6t2OLbfJSoUaRyn5ZSskV1p7rUoy7y5MnjVN2AKgUWAKBRnenSpbP8+dM0TfqhLGnSpIH2r9Gn2odtKVGihGzfvt3hvfXr1zfHe9gW/fDdtGnTQPuiAgIIIIAAAggggAACCCCAAAIIIIAAAgi4t0CKFCn8ZP/V7xL1O0X7omnudSd+QN8lPnv2TLRNDRqwLbt37zYZjW3L8OHDpXv37pZrffr0kYEDB/rp21EAgO5a13Lz5k1L/bAMANAMBHq0gU/RXfi68O5zTGxYBwC0bdvW+PjM3XbiO3fudPjcNNusZnzV56flypUrou1o2n/7ohkHNLsBxX0FCABw32fHyBGQhg0byty5c30l6tSpIwsXLvT9/5AGAPTv318GDBgQoHSMGDFMlJ79UQM+N4XlGP/dcVim1Okhr1+/Nt2lL5Dd7PyPGTc27w4E/BXY9N0i+XW499EWPqVQnY/ls1GdAlXTgBZN4x/SElgAgKax+uqrryzdBDUlv36Q3rt3r28bGjWqGT3sP2D/+++/kjNnTj8ps86dO2eCECgIIIAAAggggAACCCCAAAIIIIAAAggg4LkCusHQZ+HaZ5YBfX85atQoPyn6dTFaF+19iqNMqv5tUNLNUClTpjTHEPsU3YR19OhRP+g+AQA6vmrVqkmNGjVMxtaKFSvKunXrLPXDKgDg6dOnZlPkyZMnffv74YcfpFWrVr7/H9IAgA8++EC2bdsW4JtOv6fW45nz5ctnqbd27VrjYV8cfd+rmRdy585tghdsyzfffCO9e/f23Dd9JJgZAQCR4CEzRc8UsP8FGjduXDl+/LhlwS6kAQC2cvrLV9Pu6C5h/QWvv+R8ih43oAuLhQsXtmCH5Rj/+e2gSfvvUzK8m9Ms/seIHdMzHzizClWBU7uOyNIuY+Tmucu+7aZ7O7s0ntZXEqb2jhgNacmaNatJfWVbbt++bdIrBVT0Q5emyzp//rylmn7gDUr2gR9//FE+/fRTSxtp0qQxmUFKly5trh86dEjq1atnfnbYlipVqsjPP/8cUgLuRwABBBBAAAEEEEAAAQQQQAABBBBAAAEPE9C0/nrcqG0ZM2aM6Ln1PsX+WGC9rrv8hw4d6lCjaNGismfPHt/XdDOT7ui3D0xYvXq1OfNeNznZpsnXYwrCKwBAgx369evnO1bbY5l9LoY0AMAWSQMk9Lvh7777TvToV9uixyTod7u2RwGokWZvti8+Gyntr0+bNk1085ltqVSpkqxatcrD3rmRazoEAESu581sPUTg+fPnUqBAAdF05D7FPsJOr4dmAIAt3ezZs0Uj7WyLprux/QUblmM8sXW/TKv/X/RZpsK5zeJ/tBjRPeQJM43wEpjZpJ/8veG/D5YxYseSmsPay7ufeqdBCkkJbgCAoz+3umC/efPmIA9HP+jpBz77oh+c9SwtTfNkXzSYSKNjc+XKFeT+uAEBBBBAAAEEEEAAAQQQQAABBAIW0POW9Tu0xYsXy/79++XixYvikypbz8YuV66c2dGqOzJDUjTttp7zbF801bPumg2s6MaEqVOniqa5Pn36tOimhnjx4kmWLFnMxgI9f5r00IEp8joCninw/vvvy++//26ZnG400oVwn2K/SK7XdQG7Xbt2DlFq1qwpy5cvt7x28OBBsw7iTAmvAAD9eag/n22zFehOfTWxLaEZAGDbbpMmTWTWLGt22yFDhpiAjNevXkmUqFHN7xj1sC2FChWyZIu1fe2PP/6wPDt9TZ+lPlOK+woQAOC+z46RR2KBESNGyNdff20R0PNbYsa07n4/ceKEQ6Xs2bOb64MGDfKzQ9gZVv2LSurUqS1nAkWPHt2cV66Lh1rCaozHNu2VGY36+g4zc9G8ZvE/arSozgydOgj4EVg7dIZsmbjEcr1Yw0pSY4jjD6POEgY3AEA/XOmHLtuyYsUKqVq1qrNd+9bTKFn94sDZD2v651gDEGrXrh3kvrgBAQQQQAABBBBAAAEEEEAAAQQCFjhw4IC0bNlSdFEroKK7Whs1amSycDo639kZ5w4dOpjFNvviTACALibp4p1tBlD7dqJFi2aOL9S6mh2UggACni/w8OFD6dWrl4wbN84yWd2EtHLlSsu14cOHmx3/tkWPG+7b97/v9m1fK1mypGzfvt1Sf+PGjVK2bFmnYMMrAEBT62uKfZ+iPwv1e2D7EtjajKbuT58+vVNzs6105MgRyZ8/v+W+4sWLy44dO+TF0+cSLUY02X/ggJ9szRpgsWzZMof9Xb9+3RzBYFuyZcvm51iAIA+WGyJUgACACOWncwSCJ1CmTBnZsmVL8G62uUujeDUSLTilYMGCon9psS16lrhGAWsJizEe37xXpjf87wNC1hJvS6vFw4IzfO5BwCLw98Y9sqTLaHl4867v9UxF8kjLhUMleswYwdIKTgCARtVrNg3bosE9+mcruH+Z1hRRbdu2Ncd3+JfmSftLly6dzJgxQz78MOTZD4IFxk0IIIAAAggggAACCCCAAAIIeLCAZvarUKFCgIvq9tPXTQL6HWBgxwna36cbAXS3p27isS+BBQBoCm/7xb2AHkvDhg1Fs4VSEEDA8wT058Hhw4fNxPQ7xmPHjsnjx48tE82bN6/JXKpp+W3L3LlzRX8+2JZatWrJkiXWjVg+r9um8/e5pinoNRW9MyU8AgD0u9UYMWI4/NnqzBht65w8edJh4EBg7Tx48EASJEhgqfbmm2+a42SfPX4q0aJHk+s3b4geDWBbihUrJjt37nTYvKMMAHrEwu7duwMbDq+7sAABAC78cBgaAv4J6C9K/6K1gqLmEwDg5eUlGTNmtNyq6b9tjxiwb1cXJc+ePWu5fPnyZZMZQEtoj/HOxWsy4oMW8vzxU9N+tpLvSMuFQ4IyXeoiEKDAi2fPZdrnveTUriO+9eIkii91x3eTnGULB1kvOAEAuvivQQC2RaP9u3TpEuT+7W/QtIK6u3/Tpk1y4cIF82FdP5hrxGiVKlXMzoLYsWOHuB8aQAABBBBAAAEEEEAAAQQQQAABq4CmjNa/f+vCjX3RY/r07OZLly6JHqlpXwLatenIWReodKHH9ixt23oBBQCsWbPG4WKbfl+QKlUqc1zBixcv/HSrAQD2C328BxBAwP0FHC3K285KjwIZPXq05fx5n9f1XPqcOXNaEHTx/MyZM5I2bVrLdf2e0iezsO0L+jNJA6ecKeERAKDjSJEihSUzsjNjc1THJwDA0XHLuplr4sSJDpt2tJajGZ/V+/Fd798x+p227uDXTWU+RX+OX7t2zU/wgL4+bdo0adGihaW/Bg0ayJw5c4I7Pe5zAQECAFzgITAEBIIqoL8Avv/++6De5qe+TwCA/uVCz/Cy/0vG3r17TbSwfdm6das568u26Jlit27d8t2lHNpj3L90gyzvOcEEAGT/oKA0nzcoxPOnAQQcCfzUa6LsnL3K8tL7LWpI5X4tAUMAAQQQQAABBBBAAAEEEEAAAQSCLKCLZJp1z7bo7szp06ebc5p1ke3evXsyePBgc6ymfTl16pRkzpzZqX6nTJkirVq18rduQAEA77zzjp9jBPW87mHDhpnvDnWRTtN/jxkzxtK+bizSxSw9WpAS/gKa6UHP/F68eLHoBhAN1Hj27JlZqMyQIYM5HrJGjRrmM9e7QwAAIABJREFU3HJny+3bt80547oA++eff5rvfePEiWMCQd566y1zVKUGpyRNmtSpJsNijE51TKUQCQQWAKBrAHpciH9HleTJk8fPJsNSpUrJjz/+6HuPHmGqAUS2afV9Br1t2zZ5//33nZpDeAUA6MZJzYQQ0uITAKBz/OCDD/z8ftAFfQ0Osy/9+/cXPUrBtmiWBM2WcNPrijx79FjeyJnJHCFt//tEj2Xo1q2b5V5dE9KfDToe26IZHOrXrx/SaXJ/BAoQABCB+HSNQFgL6G5fjdSyLV9++aWMHTvWT9fVq1cXPWfctuhu/kmTJpndwXqWjX5Q018k+pcIjRazLU2bNjV/aQlqcXaMWyYulnUj58pbpd6RprMHBrUb6iMQJIHDK7bK4i6j5cXTZ773ZStZwBwJQEEAAQQQQAABBBBAAAEEEEAAAQSCIuBox6iedV2iRAk/zejRfJq9z7bod2763Vtg5caNG6I7QXWx1r/iXwCALhzbbwQqXLiwSQFtvwjoKINhUM7qDmwevO68gB7R2rJlSzl48GCAN+kz1OyPmmnSv8VanwY0kEC//71797+jMh01ru3o98yBLRKGxRidF6JmSAR0YVoXqAMqGhSi59nny5fPTzVHxwBoJQ0o8vn5t2vXLnO8gKOixw/Yn3fv31jCKwDAWU89etl+vcTRz1/NqqIZEezXW/Tnr67NvPvuu6ZLzSCjm0J79Ojh5wgC3amv60DHN++T66cuSMkW1U1WGc3irMFAPkUzMHz33Xfm94n+95UrV6R169by888/W6al60KauUaDfijuK0AAgPs+O0aOQKACzi6ua0P6IbFo0aIOU43Fjx/fRIxev37dYaoy/YWtxwVoRGlQizNjvPTXKVnQfoQky/CGNJnZP6hdUB+BYAk8vHXPHAlw4eh/0Y8JUiSRxjP6SfoCOYLVJjchgAACCCCAAAIIIIAAAggggEDkErhz545omn/boos9ejyfo6ILtF27drW8pDts+/TpEyicLurMnDkzwHr+BQCMHDnSz85QXXxq06aNn/YWLVokdevWtVzX4wt17JTwE9Bz1zU9+tOn3kemOlPefvtt2bJliyROnNhh9Z49e8rQoUHbABNQgEpYjNGZeVIn9AV0kf7o0aNmAVl/BtgWzWji3451RxsPnR2d/vzUzMPOFHcNANC5TZgwQdq3b+9wmnqEq66/6PHLtov5PpX1z/S+ffskiois7D9Zzh86IR3WjDcvO/p9otf1uAUN4NEgAd30aV/090jjxo2dYaeOCwsQAODCD4ehIRBSAWcW12370LROGpnm6Ie+f2OJFSuWLF26VCpXrhys4QY0Rl34/7nvD+J14Jjk/LCwNJrWN1h9cBMCIRFY1HGkHFhmjbwv362RlO1g/YtuSPoI6F6NAtW/yOmfNVLphZUy7SKAAAIIIIAAAggggAACCCDgGgKabl93eNoWTbnfsWPHAAe4c+dOee+99+T169emnh4ZULx4cdHv3myLfwEAderUMSnkbcuePXtEd6HaFz3D2/5IAs0KoGnoKeEjoLtzdWe07gq2LxpwoqnDdXHP/shXraup+5ctW+bnPkeBHVpJM8OmSZPG7NLWBVn7EjNmTJM+PH369JaXwmKM4aNLL4EJNGnSxBwRYVuGDBni52eXvq7fa+pisn3QgO291apVM2n1T5w44XtZd6/re8jZ4s4BADpHRxkDApu7/pnTIJssWbLIvzsOy4J2wyVrifxSb0J3c6v+PtBnNXv27MCa8n1dAxHGj/cOIKC4twABAO79/Bg9AgEKBDUAQBvTXxh6do/tL1v/OtFzwSZPniwFCxYM9pMIaIz//HZQ5rUeIlnfe1saTukd7D64EYGQCuyZ/4ss+3qcpZmcHxaRprOs5y2FtB9H92sAgP4FK0GCBAQAhAUwbSKAAAIIIIAAAggggAACCCDgQgJ63vXvv/9uGdGhQ4dEd3n6V/S7A00TfeTIEd8qutC/evVqp1JQ600aPLBjxw5LF5qlQLMV2BddVNZFX9uSNWtWP2dIuxCrxw2lWbNmMmPGDMu8dBe27sbXhVBN+X/v3j0ZPHiwn3PA/8femcDNVP1//KSfXWSvLJFsiSwhyZK1lCJbWlRE0q5SoRDak0qpkPbtnwhRorK12rckUfqJREm2Nr//630ed5x7587MvTN3nmdmnu/39XpeZebcs3zOmXPvPd/P9/Plou+++85G4uDsqVKlSmHpIy655BI1ZswYhcw7zsR33nlHOxSdku1DhgxRo0aNsvUn6D5m3CSm8YDYa5zS/BCOnHuIOcQPP/xQr1nKIHfPWScEI9JNnH322VopxQxMZJ0513g0yNKdAMDYnnrqKa328ttvv8VcHd26ddOOeuT69//2h3qx771q0+erdQpbUtlaxu8WYhm/z/3790esF5UB1GYGDhwYs20pkB4ICAEgPeZJeikIxIVAPAQAGuKlYfbs2ZoJinwMD/sHDhzQcjvI/JMqgBsMOYAStVgEAHKxdx8jN51EcZbrE0fg1x9/VhMvHax+2bQ1VFnx8mVVvzfuV6UqnZB4AxFqEAJA0qCVigUBQUAQEAQEAUFAEBAEBAFBQBAQBASBlEFg3759Cifq44/bAxBQ3Zw+fXrUfuKgRYLfsjZt2iicbV5zUHNd7dq11Zo1a2zt7Nq1S5UoUcK1bQgAZnR5mTJl1M8//5wyeGZ6R0jXunPnTtswFy1aFMqrbn7Bepg3z65u6ZTtx9GKw960xo0bK/KzQyYwDafjTTfdZPuMfO60b1rQfcz0OU2n8aE8gQPftPLly6sff/wxrmGw7zlVTmbNmqXOPfdcz/VlAgGAwULcQY2F8UP+giwBMYK9uHr16pqsdfnll+v/x3DwT7p8qNowf5n+/4f/+74rZvh4UG2gXghAkAwgXaAeAM59+/bVZAKxzEFACACZM5cyEkHAFwI7vt2iylS1yzL5qiAbCiP9f2KDmtnQkjQhCHhH4MWr71Vr3v/UdkGXB25QZ1x2nvdKfJQUAoAPsKSoICAICAKCgCAgCAgCgoAgIAgIAoKAIJAmCODsWrFihe4t0dTIXxOAYxpOedQ6yQEdyZB5r1GjRigim/SB1FurVi1fBADktr///ntbMziIIuWKL1CggC33fJEiRcKiwtNkKtKum8jw47gzDaUGHHxu5pYHnEhfIo0t69Wrl3r55Zdtl/Pvyy67LKzKrVu3Kpy9piFF/sMPP4Q+SkYf026i0qjDSMQ7c76jEkxEupsx1yhGmIZDev369b5Hzb6DwjCEI8uqVq2q1q1b50sNNdUIAL6BiPMCzqk5r8ZOPedMSaMcJ46ZeJkQADJxVmVMgkAMBH777w41dfA4ddmzg1W+ggVSEq99v+5RhUsUTcm+SacEgQXPvaNm3PucDYg65zVTlz87JHBwhAAQOKRSoSAgCAgCgoAgIAgIAoKAICAICAKCgCCQ4wg4o6qdHSIam8h+crlHs+7du6v/+7//CxW58cYbQyoCfhQAcOaZDlwq9EMAQD7aLR99jgMtHdDy33fddZcNiccee8wWcd2iRQu1YMECWxmIJE6Zdwr89ddfKn/+/Lay0QgIXqbASx+91CNl4kNg/vz5YWq/pJTAoe+2Bw0fPlyNGGFPjXr++eerGTNm+OrAkiVLFHvY5s2bbde9/vrr6uKLL/ZVV24lALzcf7RaNTMrbUyfl0aqGq0a+sJNCmcuAkIAyNy5lZEJAq4IvHXrGLXi3U/U3wf/Us37XaQ63tMvx5FaPWuR+uzl97L68b//qcqNaqu2Ay/N8X5JBwSBaAhsW79ZTbhkiPpjx6+hYqWrlFc3TB+rChYrEhh4QgAIDEqpSBAQBAQBQUAQEAQEAUFAEBAEBAFBQBBIGQRiEQCIviVKu2TJkhH7jMx/u3btQt+jFLBhw4ZQdLgQAFJmunO0I82bN1cLF2Y5CC1DWrxu3bpx9Wvt2rXq1FNPtV1LDnfUKuK1oPsYbz9y63WcP0LiQG7etEaNGqmnn35aNWjQQH8MyWf8+PGaUIIsvWkvvfSSlqaPZMjTI2+/fft29eWXX+r0wxAG+Nw0CAFI4Pu1TCYAHDp0SON09NFH22D556+/1d01L1L//Pm3/jyS/L9fLKV8ZiAgBIAI87hx40YtebJ48WLfMz1o0CA1cuRIRR6kWMaGyiY3d+5cnc/jm2++0Zcgl1KvXj1Fjidy9JBDyY+xYX/xxRfqvffe07l3YOshJUVeFm7sMPouuOAC3QayUGK5B4Hftu5Q9zXuFRrw4M9fVOQxj2Xc3LnJOHP7xLou1vefPPO2em/UxFCxhj3aqe6PDox1mXwvCKQMAs9dfJf6dtFyW39QAkARIAgTAkAQKEodgoAgIAgIAoKAICAICAKCgCAgCMSPAJGRr7zyivr000/Vli1btOw5jlZy5eL06tKlizrzzDM9N0Cu97feekvndV+9erXOm86ZS9myZbWUO+eBPXr0CJP4jtYAeZcnTJig875v2rRJR24TkU1uX/pINDl1i6UOAi1btlSsrWjGmpgzZ46qU6dOWDHWISkCvv3229B3zzzzjLrmmmtC/xYCQOrMd070hL1myJAhIUUIqw/sMew/8dqtt96q1SlMe/jhh9Vtt93mu8pk9dF3R+QCNW7cOHXDDTe4IsE9j3vKtm3btAKE0/A5ffXVV1F9TZRZuXJlVKS5l77//vtx+SAymQDAPb1gwYKK1CumEej56nUP6I+I/EcBQEwQsBAQAkCEtfDqq6+65rfxsnTOO+88nS/HmYfHvJZ8TjyQjRo1Sv3665HoUbf6S5QoodmePLA5pXXcyuPsJ3/PzJkzY3YXWRZuzvICEBOqjCrw0jWj1Or3FukxNejaWl089vaY40sGAeCjcW+q2Q9MDrXdqOc5qtvDN8fsixQQBFINgQ/HvKLmjHnF1q0zLjtPdXnA/aHZT/+FAOAHLSkrCAgCgoAgIAgIAoKAICAICAKCQHAI7Ny5U1111VWeztg6deqkoyIhBUSzd999V11//fURc3Vb1+JsIW/3FVdcEXNA9913nz47xCEcyYgaxDlH2Tx58sSsUwpkLwIEbkEGefLJJ9Ubb7xhazySDDdzPmzYsFBZnGtLly61za8fAsBJJ50UJsPtJwUAQUNE94rlHAI333yzDgTEWFNff/21wg9hGqQRIvXZY+IxCCfUYe43RYoU0WvHS53Z0cd4xiXXZCHgtmfEwqZixYp6TUE4i2axCACQ6VARKFSoUKwmXb/PjQSA165/QC2f9onG44qJ96hTz/FORowLZLkorRAQAkCE6UomAQBWGyoBSKf4scGDByv+YFpFMlijvBg48zVFa4c8PrygNGnSxE93pGwaIwCrfFCFc0MjuOm9J1T506pFHVHQBIC5Y19THzzyUqjNMy7roLo8cGMaoypdz+0IfL9knZpwyWD11/6DISiOr1lZDfxwfELQCAEgIfjkYkFAEBAEBAFBQBAQBAQBQUAQEATiQgBn1llnnaV++uknz9fXqlVLffbZZxEjF8nTTk5jpHy9Gmd2/fv3j1gcZ9rjjz/utTrVq1cv9eKLL3ouLwWzHwFIJy+88IKtYYgbZg53VB5YbwcPHjmD4FwYGXXT/BAAqG/dunW263ft2qUITnOzvHnzKs4sLDvhhBPU1q1bsx8waTGEQKy0EiiBELnvltPdC4w4/Zs2baqJJqY512e0upLdRy/jkDLREXjqqad0gCkEoFjWrVs39cQTT8Qkv1FPJAIAew+K2p07d47VXNTvcxsB4H+HDqmhNS4KnUWL/H9CyycjLxYCQIRpTYQAwOYI+9KZj4OmeCh64IEH9AYajz333HOaheV2o4TR17Nnz5gyKm7tIgWGagF5XsRyBwLTRzyrFk6Yqgdb4+zTVZ+XR0UdeJAEgDmPvqw+fOzVUHtn9jpfdb7v+twBvIwy4xF4suNNasvyrHQu2FF5jlLXvPGAqnLmaXGNXQgAccEmFwkCgoAgIAgIAoKAICAICAKCgCAQNwI4VQmUsSJpzYqKFSum+MPR6cx/TDnk11H9dBqpA0j5aTpsrTLIvHOO6EY24HP64cy3zbWk/kTd02lIBFMnfTQdtFY5CAAQAcRSE4FVq1YpArZMQxbbTFWLAu2sWbNCRVgnJ598ctiArHSzzi9YixjpBYjexVjzn3/+ua0oqSXKly8fVi8S4E6l2po1a4YRCFIT4cztVSzn+oABA7RaSMmSJeMCgfzupEMxrWHDhjo9itc0w8nuY1wDk4vCEEDN480339T7DKmrSWXNPQ9CEPsHBDnWg7WXeIGwfv366rvvvtPK2exXjRs3Vh06dNCkkiAstxEAVr23UL18zWgNXdVm9VS/1+8PAkapI4MQEAJAhMl0EgB46GLD87OhuVW9YMECzfQlV4ppSHDB2IUp+ffff2vJlDvvvDPMmc9myE22UqVKtuuR8rnlllvUs88+a/ucfkM4aNWqlYKVyYvE2LFjtYSY0/j8xhtvdCUXZNCal6EYCNxe/pzQv/q8PFLVOLthRHyCIgDMfvAF9dGTR6TMml51geo0coDMiyCQUQjMHDlBzX92im1MrW/sqc4ZFFu60QmEEAAyamnIYAQBQUAQEAQEAUFAEBAEBAFBIA0QGD16tBo6dKitpzg9Jk+erMidjQPr559/1pH506ZNs5VDupjzN0gCplEf9ZpWpkwZ9fbbb6tmzZrpj5csWaK6du0apuxJOygBOA1nCo4Z00gvwFkgCqKcF5L/+7HHHrOV4VwRGW+vDrs0mLKM6iJncMjpm4YTHmc8hrIn57xuBBS/QLAOLOLAZZddpjgTNw1CAE46p+HEcxIO2rdvr3N3i+UcAi1btlQoQUQzyEEQP+rUqeOroyhQsLc49zD2rQoVKniuK5l99NIJotpR2IBAtWbNGp2emdzq4FKtWjV14YUXKqToIylfxGoD387ChQvVjBkztCIM9wr+unfvHqbsEasu83v6jYoMvqFjjz1WTZ8+3c/lUjbNEWD+WacQ/Cx746aH1dIp8/Q/Lxs/WJ3W0a4Ak+ZDlu4HgIAQACKAmAwCANL/PIQ7JZxg3j300ENh0v7ciHnoJ1+PaRMnTlTI9Zg2b948LZFilj3xxBO1pFeLFi1sZWFv3XDDDTqfimlt2rTRn5FXSix3ILDguXfUjHuf04MtX6equmnWkxEHHgQB4L3Rk9Qn4/8v1EazPp3UBSMiy9jljlmQUWYqAhvmL1UTLh1iG17FejXUDTPG+hqyEAB8wSWFBQFBQBAQBAQBQUAQEAQEAUFAEEgYAc7UiNg3jSjIc889kk6R73Cw4wR1Ru5/+OGHinM209ycXhAKrrzySls5t6h+ov/JD28aTjcib01r1KiRjuB2Rti2a9dO0SfT5s6dq1q3bp0wVlJBbAQ4n3XOM+fByGy7GaldncFfBKWtX78+VLx06dJq586dsRuPUcIkAHA+fccdd9iugDxC0JrTXn/9dXXJJZfYPkbxluhysdRAAD8B+8aTTz6p3njjSDAWveP8n/XkNRXA/fffr1MTm8a1H3/8sYKIFK8F2UcvfSDAE5WW33//PWpxFBIIloQU49VI7YLf55577nFNhUHaZqdfKFbdpFyYOXOmdvpzD0J5A0MBhM/Fcg8CbgSAe07pog7s2adBEPn/3LMW/IxUCAAR0EoGAQD5Jhz6PFhZxs0WpjAP6E7jBnjddddpaX7TuEnx8AXjB4PtyQMWN2LTiObnwc0px0QZHvp5+DcNZuns2bMDk1zxsxClbM4hMKR6Z/XXvgO6AxePvU016Gp/QbV6ligBAKIBhAPLmve7SHW8p1/ODVxaFgSyAQFY+Y+2ukb9/O2Rg6O8BfJrEsDxNSt76oEQADzBJIUEAUFAEBAEBAFBQBAQBASBEAJEP3JYjiQxTlwO0EuVKqXz05ICkcg+5LRjGXLbSNz6NdQY3aTjY9XzxRdfqDPOOCOsGIe+RPuJZQ8C5FavUqWKrTH+vXHjRtcO9O3bVxGsY9rzzz+vyONuGvLopgOX76jT2RYpAqwzP+t6nL3IL5v28MMPq0GDBtk+e/rpp9W1114b1k+cf6QNNe3WW291VQjNHpRzVyvsSRBATIvmgB0+fLgaMWKErTypHogotuyUU05RpINN1EwCANHQtWvXtlVZo0YNxZk2igOmuZFKcAY7x5lo/+T6YBBgP3I6n++77z5FVH8sY1/BR2Eae9QHH3wQUi+JVYeX7xPpo5f6ITA4/Sexrps0aZLq3bt3rGJa7RnlgK+++ipiWa8EAM4SrecYFGLcyAqZQgCwCA358uWLiXFuL+AkAKx5/1P14tVZhKuTGtdW1055OLdDJON3QUAIABGWRTIIAM46aZq8JDj4eRF1Mxz9AwcOtH3FS+prr72mYCNjsD3Jt+KUWOJl99JLL3WtFyYpLE1ehk0bM2aMTiUglnsQWDVzoXq5f5YEXfHyZdTgz+3KEBYSiRAA3r1nvFr0/LshUFv276rOG3p17gFZRprrEZhy5xPq81eO5OYDkI7D+qnmfS+KiY0QAGJCJAUEAUFAEBAEBAFBQBAQBASB0PkIDgQvUXGdOnXSkuqQAiKZW4SrF6jjIQAQ3EE0t1POnfaEAOAF9eDK4MQklaZprJepU6e6NuLmVJowYYK6+mr7ucfpp5+uli5daqtjw4YNqmrVqrbP9u/fH6YSSjT45s2bbeVIMUo0q2mQSNyCjLj2pJNOspXFgYsDTyz5CPBeX65cuTASB3OFc7VBgwa6E5y9sS/hlHXK+6PayvmvX2Md4sQ0jbXMmnYz+uR0Yvbq1UuNGzdOpyWAUAU5welIZR1/8803klrW7wRlU3lIHNybTMPHANEtmuG3wHGNU9oyUocgP+9UREl0KPH20Uu7biQorjv66KN1SmYCMXfv3h1WFY5pSDIVK1aM2AxEHHw8TtUY84I8efKofv36uaZyscqx9/Pbwu/z3//+N+qwMoUAAOENJZ3ixYt7mcZcXcZJAHjr1jHqqzfnaEx6Pn67qt9FFH1y9QKJMHghAEQAJmgCAGymO++8MyznFs52cudEYjlxM4U9ZhoMURif1sMhLw/kH4NpZpmzjHOYMMd4AIRFZlqs/siPKDMRGN24l9q9NYtJ3vGevqp5vy5hA42XAPDO4HHqs5eOSBKdfV131eGu2MzJzERaRpWbEVg9a5F6qd8oGwQ1WzdSvV+MLo8nBIDcvGpk7IKAICAICAKCgCAgCAgCXhHAwUm0vlOKPdr1tWrV0vl5nbm2rWsefPBBfZbj1+IhADzxxBPqpptucm1KCAB+ZyB7y3fr1i3sfI3ozebN7bl4SQvqlHx3i9jHOXvRRXayeI8ePcIkvFnvTucdTiMczU4jJ7Xz7JHUBaZKafailvtaw4FOSlY3IzCscOHC+mzXiog1y9WtW1c75XG8+jW/BABSQ0AOMR2+tEnbrK1ffvlF4ah0Gg5W1qlYaiLAua7zXle+fHn1448/RuwwexH7m0lGIb0IKS3iIaPEQiaePsaqk+9x7kOi+vXXX23FCY4kGLJs2bJ6vb/zzjtaucWZjnnIkCFq1Cj7eZ5VEWVJgeBUiAEn0jXzm2jWrJluAxJANPv+++9V5cre1EKFAOBl5jOrjJMAMLxOd7Xv1z16kA9tma2OynNUZg1YRhMIAkIAiABj0ASASA538iIh3x/JyNvFQ5fzxjNnzhzVtm1bfZkbSYCXTVjA5IdyM9hVSH3xomEaN29eRiK9/Aay6qSSlENgy7L16skLsvJ55S9cUI1Y83/q6Lz2l4p4CABv3/G4+uLV2aHxtr7xYnXOIHtuu5QDQzokCCQRgYN796tHzu6nft92JE9fwWJF1G3znlVFjyvp2rIQAJI4IVK1ICAICAKCgCAgCAgCgkBGIMAZR5MmTVxl94sVK6b427p1a1hELYMnzeIzzzzjigOSx85zE6IFYxnOOvKze7Xt27fr85s9e7IOcp0mBACvSGZ/OWT5cSwRwWgZkYzMqdPhvm7dOh2ByzueWZbzO+uMDycvzn8z+hNH0qJFi8LSViDVjmS7abt27VIlSpRwBYL+QASwrEyZMurnn3/OftBycYtuzvhYcBB5/NFHH4Wlioh1nfW9XwIA1w0dOlSNHp2lFurFkEh3qgx4uU7KxI8ATvgrr7SfsQ4YMCCMZGS1gBowe5Vp3HecaUms70kfTNoJJyGFdMO33367p44nu4+eOqGUIiVLnz59bMUbN26sCYDsr6a5kfGaNm2q92A3Q32ZiH3TcOL/3//9Xyh402s/3QgA9M+NrCUEAK+oZk45kwDw9dwv1PNXDtODq1i/hrph+tjMGaiMJFAEhAAQAc6gCQCwI2GVwaI0LZpMP+WQToIptnLlyojXIQGFFI9p7du3V4yhZEl3hxJlR44cqe655x7f1wW6AqWylEHgqU4D1fdL1un+uEXp+yUAmDI01Nnm5ktU+9t6pcx4pSOCQE4i8Nr1D6rl0z62deHisbepBl3bhHVLCAA5OVPStiAgCAgCgoAgIAgIAoJAOiCAowqHlWk4QSdPnqwVEzlAx9HZv39/NW3aNFu5QoUKadUASAJO41ozncCpp56qVq9eHTgknBeRbiCSCQEgcMgDqxDHJ+vMtDvuuEOrfboZjigcss7oapzxRFi7KVigRDFo0KCw6nAy4TAyLdpaKVCggJZvt6xIkSJhAUeBASMVRUSAwCuCwZirWEb0NQ7JaKlKYtURDwGAOnH0cm5srhlnW6xZAsxIB+B0pMbql3yfGAKojLRs2dJWCYrAOPSLFi0aVvnw4cO1vLxpOPhRGXYayiIEJDqVHlAOJmLeqyWzj177QDlSWJDKwDT+fdlll4VVA1kQZQTTIOFAoHDasmXLwpz8lIXIxZ7u1ywCAL8rFGQgg6EiQGoBSI6mCQHAL7rpX94kAJhBl90euUU1urh9+g9QRpAUBIQAEAFWJwGAiPj4zC78AAAgAElEQVTSpUurTZs2ha7gM1jd9erV05sxzLGCBQu61ujFke92oZfr4nXkx3tdUlaiVJrjCPy+fZcadfqloX7cvfRVVbTsEQKJHwLAGzc9rJZOmReqq92tl6u2txypO8cHKx0QBFIAgSVvfajeHPiorScnNqgZ9tD277+H1ME/D6oC+Quoo48Olwtr1POcFBiNdEEQEAQEAUFAEBAEBAFBQBDIOQROPPHEsNy7s2bNCstPTJQ2kXROJyuRjm3ahJNxOfMxAzIiOUsSGTmRva1bR8/bKgSARBBO3rVTpkxRXbt2tTWA04ezvGOPPTZiw0SGQkZxylE7L8ibN6/Ou07eaDcjmtfplPJDAEBynrMesexHALUPlB/Yp5YvX65QkkBmHeISUdmkd0ClNZKyq58ex0sAoA0ckhMnTlTz5s3T6xqFWshSrD32LequWrWqn+5I2YAQIFiElAysHdMaNWqklWus1MH8xsePH6/uuuuuMBUcggqdUv6sx7PPPluhZmxaz549dbChH6JHsvroF8IWLVqoBQsW2C5bsWKFVmRxGooH+fPnt30MzqYqi/Vl9+7ddaS/aW7pX7z2l/0bkuIFF1xgC+pEIVoIAF5RzNxyJgHg3vo91R87skhkD37/nsrzn9jqVJmLjIwsGgJCAIiAjpMA4GUZ8VAGM7JLly5hNwovjny3NniQhwn+6aef2r42UwfE68h/7LHH1MCBA231xkod4AUHKZO+CLw64H61Yvp8PQCYYzDILPNKAHj1ugfUinc/CV3X/vYrVJubeqYvKNJzQSCJCOzZvks93KqfOrhnX1ytVG1WX/V7/b64rpWLBAFBQBAQBAQBQUAQEAQEgUxAgECNKlWq2IbCv535eK0Cffv21Q4t04jKJu+v03DGmVG65HB/8sknA4MNRwPnMJEkmK2GhAAQGOSBVYTziLzOTgc6zpsLL7wwajvIReM4NdMGuF2Ao421ytp0c7oJASCw6ZSKBIG0RACC0A033ODa91KlSilIPtu2bQuT8ecCCG5EqhNtbhmR5qeffrpCydhpJ510koKUFMvOPPNMLblvWdB9jNV+ot+vXbtWofZjGoQIyHqmQYbhGcFM6cI94b333tNphaZOnapJM/v27dMKHkT0k3KIdAJ+TQgAfhHLzPIWAeCHz9eoiZdlqV6VO/VkdfP74zJzwDKqQBAQAkAEGOMhAFhVIamDNJepBhAvAYDcXeSS+eCDD2w9DYIA4DZGIQAE8rtK60puL38kmviWOU+rE045SY/HCwHg5f6j1aqZC0PjP/fOq1Sr63ukNR7SeUEgOxCYfNVwte7Dz303JQQA35DJBYKAICAICAKCgCAgCAgCGYbAxx9/rFq1amUbVadOnfThu5sNHjxYy1WbNmHCBO2QNY1DeyTSTXvkkUe03HVQdt9996khQ4aEqiMA5IsvvlDfffedrQkhAASFeDD1QDrB0eNUkiDCljmNZpwXPvzww746cu211+qIXqcJAcAXjFJYEMhIBNwUHmINFJl6HNpO8tz7778fppwTqy7n9yhDOFMgB9lHv/3xW557vDPNAXv2bbfdZqsKRz+qQKbx7IGzfvv27a7NQuSCsDF27FhfSgpCAPA7i5lZ3iIAzB45UX364kw9yIvuu0E16XVeZg5YRhUIAkIAiAAj0kbI+sPmisfII4Pj3mLoCgEgHhTlmpxAYOaoiWr+M2/rpmu1O0Nd+fxw/f+xCAAvXn2vWvP+EaWK8wb3US0HdMuJIUibgkBaIrB48nQ17e7wQ51ogxECQFpOtXRaEBAEBAFBQBAQBAQBQSAHESCn9ttvZ73zWuYm2btu3TpVq1YtW7nRo0ernTt3qjlz5ugUkZz5ENmHXDe5hNu2bet5ZCg+nnLKKaEcy0RqcnaEVLEQADzDmO0Fcfoz35s3b7a1jYz2iy++GNWp88orr4TJbVeoUEGh0EkKijx58qhPPvlEkWfbuQbIx3777bfb2iQi19kPPykASG2KFL2YICAIpDcCTz31lLr77rttijWRRsQ98IknntD3LqcliwBAO0H1MZkz9e2336ratWurP//8M9QMRED2WRQVTLvjjjsU+3I8hiLzo4/aU4JGq0cIAPGgnHnXWASAR5pdrX7ftlMP8P5NM9R/8sVW5sg8NGREXhEQAkAEpA4dOqRz3fBfpHCKFi0aeohHom3r1q06VxMMMLecXTy4k0fn+OOP1y3ESwBAcgcGuJM5BxONFwIs3hQA9O+KK66wIYBMD1Jk5M8Ty70ImCoA/V6/X1VtVi8qAWDylcPUurlfhAA7/+6+qsU1XXIvgDJyQSBOBMZdeIv6YenXnq8WAoBnqKSgICAICAKCgCAgCKQwAjhfcYyR+g75WQ5eOWjlcBrZVdLs8a6aiHFoRp5W2iE39/Tp031V9+OPP6o33nhD52vG8UvO3QIFCqiyZcuqhg0baslvIr9MKV1fDUjhbEGAeSNq2pReL168uI7Wy5cvn60P8ThCOnbsqHMk41iNZeT4nTFjRqjYqFGjtBrAySefLASAWODl0PeQP5Bx/vpr+zsbv31IJUcfHTkHL+eLnLWZeaTJM71q1SpVrVo124jYbyCfmEFJrCnIB6YqBWUgqpiGkiiy1G6GfLcpV33CCSfo802xzESAe+m///6rFWr95G1PNTS4f7/wwgtaWn3NmjX6HJ4xcf/lt8P9l+eESOvebTxBP3f873//U++8846aMmWKjgDnXsNvrUyZMqp+/fqqa9euinzxzvtMkFhD5sFXwXPK8uXLdR+Yf3AhbTHEJYhK/H8ki+e+56zLTQHAKhNEH4PEzKyL3wvy/EuXLrU1gaoL6i5Ow1/z+uuvu3aHewH7K3v47t27w8rwe2SdNGrUyNNwhADgCaaML8Re+NPyDeqFXsP0WI+rfqK6dd6zGT9uGWBiCAgBIDH8dK4c8setXLkyrCYY4Rb7O14CgJfr4iUAxHtdgpDJ5WmAwKLn31Xv3jNe9/TEBjXV9e8+FpEAMPHyoeqbj5eERnXBsGtUs76d02CU0kVBIPUQeK7nXerbhcs9d0wIAJ6hkoKCgCAgCAgCgoAgkIII4Ewjt/XMmVkyltEMB9v48eNdI9YiXcdhLnXj9OdAHDI/dt5553lqk7Ic6iMXj3M2Vr5ucsaSr7tx48axhiPf5xACvXv3VpMnT7a1ThTfAw88ENYj0gL069fPd08hq+BcikYGwfEPAcCyypUra0cupBIhAPiGPFsuwHEFIWnZsmW29kg/wf6CMz+akdrhjDPOsBVBPtokgZhfErBD4I5pEJcgmVjWpEkT7UQyDfJA+fLlw7rC/ufsY82aNcMIBNkCpjSSLQhwD9y/f78mvaUrAQCHNnnTCdKLZiVLltSy6iixRLNkPHds3LhREVW/YsWKqG3zeyPorm7dutky/9KIPwQgR/C8aBoET8ipbvfzdu3aqQ8//DCskZtvvlmT+SCyQvwiHRHPuk6V6R49emhiqRcTAoAXlDK/DASAjx55VX1+WP7/whH91Vl9OmX+wGWECSEgBICE4Ms6DECqyy0H3DPPPKMfUjAeBi6++OIwFhk3FlIFRLJIBIB333039LLIYQQ57Exr3769Zp3zABTJ3AgAMBI5sChWrFiCyMjl6YrA1tUb1eevzlJfvv6+OvTvIT2MqmfVVUXLldb/D2Pcsq/nfRmSnOGzC++9Vp3V+8J0Hbr0WxDIcQSEAJDjUyAdEAQEAUFAEBAEBIFsQgA5VaLRnDm0ozVPtOtnn30WNbqad3Qrso+IXDengR8CwI033qiefPJJz6gQnUteXQ6NxVILASIzOfMwjehMzl1wkDkNOWWIH6YR1YeDHwcrUX0LFixQ+/btC7sWQgHEAjeDSIL0//fffx/6mshR0lBiQgBIrXVDb3Cics62aNEiW+fq1aun9xsvig84enr27Gm7nlzQSHG72YgRI9Tw4VkpGS3j/BHnkmU4Ozn7Mw1HkRsJiZQCrC3TGBMRv2KZiUC6EwA46+bM249NmjRJQfRys2Q8dyAZT9Q4Cr5eDIVh9gwhAXhBK/vKEOHvJALyfLBkyRJFmhY3I3qfwFDTUKOYNm1aWHE3FWZULHhGNc/ZI41YCADZtxZSoaU5Y15RX73xQVhXIJTs/eW3kL+m2PGlQuSuIV++nApdlz6kIAJCAAhgUnjhI0eb0+69916dfwdDggtH/wcf2H+8Zhm3riA7A7t327Ztoa95sUBdwGIO87DvZDiedtppWvYnkqwPzN8777xTkxdMGzBggM5BA+tcLHciAAFg7LnX+x5851HXqTOvPMJE912BXCAICAJKCACyCAQBQUAQEAQEAUEgNyBw8OBBReSqW7QcZHT+kKVGutZpkOwh2zsNBx0OM6LrTIltNzy9EgDeeustRYSW08jTjQOYiGA3adeKFStqp7K8V6fOamatNWvWTCvbmcZBPQf2boZD5+OPP9ZO/oULF+pIPtJI1KhRI1QcKWoitZ0qFqSD/OGHH1wP9p1OLadcshAAUmfd0BPOz1BrcJ7nnXTSSToyFBlyL+Z2dhctAvT666/XObNNe/zxxxWkJMvIP+0kmjhJAlZZpKqRrDaNM0vOJcUyE4F0JgC4EWaYpVjS6kjs45TnPmxaMp47uCfg/HeqcNAuKYz+/vtv7Q9wGmf1q1ev9uT4TbWVaaUQyaR0R26BlRA1uP+TviGSnX766WGBnhAC+NxpPM9WqVJFPxeYBsGgQYMGMadZCAAxIcqoAhAAPhxjV6OINsC8BfKp+zb6S22WUYDJYKIiIASAABbI4sWLdeSC00znPocRN910k46uN+2WW27RDLNIOYCQkkFSxjRuDDwIWcxdNwICL5vIiEW6iSA7c91116mXX7azgyLltQkAJqkiTRCIhwBA1D/R/2KCgCCQGAJCAEgMP7laEBAEBAFBQBAQBNIDgdGjR6uhQ4faOkuOWqTZIcAjVfzzzz+r/v37h0VSFSpUSKsGOFXriKZGRt2LeSUA8J7P+75pEPF5HyeXN2oD/P+VV14ZSi9gleVzN/KAl/5JmWAR2LRpk3b+O9UmiPjjDCRRg1SAQ8dZP6QB51kRxJA6deqE1gtOFMgJqFtYJgSARGckuOtx2vA7Rj3CtNKlS2vnvzOiPlrLlMdZaBpOJiLzkYo2jTNE1pSTzORMAUA+9Nq1a9uuhaCyatWqMOeim1w1Dq6WLVsGB5jUlFIIpCsBgDPrSpUqKQhWpkFgGTNmjCbdcP9FOcVNWh35dad6SzKeO1DnJT2RaeR9R30IkiOGahEBgagPmIZ/oE+fPim1Xrx0BiIFKjbFixf3Ujzlyzz99NPaP2IakfkQvnhuiGZuKVggn0S6L6Dy41QHiEZCNNsWAkDKL6VAOygEgEDhzPWVCQEggCXg5qSnWlPenwcTohH4M42DB5zwkW6cMHcHDhxou4acNLCALYmx9evXq+7du2v2oGnRDhxgnPHgxAuIaSgLtG3bNgBUpIp0RSAeAkDf1+5T1ZpHZkWmKxbSb0EguxEQAkB2Iy7tCQKCgCAgCAgCgkBOIIDzfMuWLbamyaF97rnn2j7jkJmDVKdjlXfwNm3a2Mq6EQAgEnA9B7LO93BnxLYTByL3ChcurCP4LKM+0vsR+Wva7bffrh555BHbZ0Tv+kkdkBPzkBvaZO3ghHc6XzhXefHFFwPLi40sO9HZpj388MPqtttus31GtD8pIixzk4AXAkBqrEzO8XAusk5MI80HjnO3KM9oPUdJAOegMyIYuf7nn39ep4XAOK+D/OSU5kdRZPv27WHkJzcZ6l69eqlx48bpc0OcwJxFOqXUq1atqpVKgs4NT47iF154Qb333nsKggJOXBxqOG2rVaumFTe6dOmiIH15tR9//FFNmDBB59uG0EMb7M9E1J599tnakWoqc8Sql/o4M4VQwb1jx44dCjIGxA7mlbNa+pnuKi7pSgDg9+B0jvM7wZnuXK+k0CDgzjSINs50Hcl47jj//PP1OjeNf3fo0MH2mRv5h/sSJLF0s0wiAOCPQcGHvd4ySHnsC87nUbd5Yp/g2dU0fDOnnnqq67RCNIBwYBrKME5lFreLhQCQbr+UxPorBIDE8JOr7QgIASDBFQEbmAfpkSNH2mpyi8DnBuKUlosWqc8DLQ88U6dOtdUN2xHlAMvIF3P11VdrhqFp0dQFYEnywG0aeeyQS+ShSCz3IiAEgNw79zLynEdACAA5PwfSA0FAEBAEBIH4EOBgCgI0achmz57t2zHyxRdfaGI0jjGk35EY5V2JA1LSnTmdvbF6SU5uosmJrPn666/Vzp07NekaZwHRWjh1nBGXseqU74NBAOcN82Aa/8ax7mZ9+/YNU9LDOcAcmmYRADi8bd68ubrooot0TnWIBlYknlXeiwIACgRI+JqG7D+OI6fhqHMeFnfr1k2RQkAs5xDgd89aYA8wjT2A8xOkpIMytyhCzmQ4v7GM8xYiQS0rWbKkJqc4A0KEABDUrCRWD9L6SOw7DUcx9ycvxpybEtKQQgYNGuR6KfsN+xf3QNMhZRW+9dZbw4hGfDd37lytHOq8hrrKlSunc5OjKOC0ZKiU8AxAmhbOKaMZa3/s2LFh6UzdrkGlA4VVnNmRjN8yZBvKkqIlkkHCoAxKrNHq43oi0AnKckZ4e5n3VCmTrgQACCxOxVr+7Ux/C878Xrg3m4b8vym1noznDuT/jz32WIVagWXkjIek40aqgaAC4cYy1ixkIKeaUaqsnUj9yBQCAL4WntPMVFPMG4QvCIJeDKLWs88+ayuKcoBTydkq4KYAwDvTOeecE7M5IQDEhCijCggBIKOmM8cHIwQAlymArceBAg/mTma/WZyHa1i/vXv3DsvhwqY+adIk24scjPOePXsqDrdMI/8bJAJn/hykhLjpmA8TNWvW1DnnTHk4+sFDKS8DplGWB3rk5UyDWMADOfWYRu6vYcOGBfoSnOMrXDrgGwEhAPiGTC4QBAJDwC8B4Oi8/1EPbJ4ZWPtSkSAgCOQeBFLFWesmx+llFoj04eBYLGcRwHGF05/oFSSMLYuU/9Ktt7zr8G5CbuJoRpQVDn0vTntSoXEo54waN+sn8pCoMdMZl7No5p7WeYdu1aqVbcA4WJzEd6uAM186nxMJCgne+Z4L4YNc3TiXLIv30BRZd0t1z6qL6F2cDU4jAgxSgWmkBWDNiuUMAnv27NGRwcuWLbN1gLXHfOXPnz/Qjrnlq2aNslYx+oMDaNu2baF2WV+sKaeZTiLrO6KncTbhJP7kk08C7btU5o4A6T6c53d+sXKmgeD8jr3hpZde8lUVEcXsb3nz5nW9jpQqPFN5Nc4xObMM0tz26lj10wf6EsnclDWi1Ynj2KnYYJVHzYV7jTNiN1p9OATpo5NwFmtcqfJ9uhIAWrRooUh3axqpUk477bQwaCF1OPdziC9m+oxkPHegxsu5u2kQASOtLyLNnb97lAGcBMVUWTuR+pEJBACURHivYO2YBuELRSevxvuPk5Tiln6C+iAaQHY1iSl8zvtTNN+T1Zd4n2W9jiUny2XCmooXv/8dOqT27vxd7d21W+3defhv1261etYitfnLtZ6rzVsgn7pv43TP5aVg7kJACAAu840sFg+uvIzhyCfioG7dugqZL4wbBFEEMHmReHPmJOI6mInOaP9IagGUv+eee3S0P8xvolU4/OAB3nljwMnPQ73z4Wbt2rWaueZktsM6I+9RvXr1NAuWGwtOfucBG1H/MOD9Spjlrp9L7hitEAByxzzLKFMTAb8EAEZRqnI5dcfCYA9vUhMd6ZUgIAgkikAqOmtx/D733HO+hyYEAN+QBXYBMrk4unD84+h3M68EAIjJOOM41PVikKBRCCDCKpJxUN+vXz9FZFYs42AfiXZn7s9Y18n32YsA77lOtbv58+fryG4vlsihKTKuvGubxr8tqW7rc/YkCCWmjR8/XhNRxLIfAaKd27dvHyYBzbkIa8dJ7Aiih27pG82IbZxZOLUSNadjK9H65PrICCSDAEBrnA0++OCDOhKd879ohsMfJzhBQ8joRzOcV5wtRotsJ/CIdcm5Z5DS/24EGPpKlDMkF8h+u3fvDut+vnz5tAoGEdtOIzgLJ53TkOWHEGOpBTm/hwAAEcBpbvLbVh+JIIf05UzPYH2/ZMkSfS6cbpauBAA/OHNPdkquQ/4yU634qY+yXp47UN5wptA1SV/ONt1IOmbqYL99zKny6e6sXbx4sY7Qd6qiOBV7vODLflGhQgVFuirL2Js2bNigU4qYRloUJ5EomvqVs/1EnmW9jCW7yhzcG65G8+fBg+rAgYPq2OLHunajQJFC2dW9wNrZtyvcqa8d/Tj5Dzv7/+D/f/lN/bnvyPqJtwNCAIgXudxxnRAAXObZ7cXNz3JASooHamdEP3XwYEtUfzwsYvIdQSwgT5fTeIFAWi6SlFis/vOiMHDgQIn+jwVULvheCAC5YJJliCmLwP7f9njq27cLl6tXBtwfKluhbjV140z7obOniqRQ2iCQKtHaFmAcVqKWRIQDee6Q2OWAkkNpohh41nFGd6YN2BnW0VR31hIp48xx62UKhADgBaVgy8ybN089+uijOv8u8vzRzCsBAMI0adKcRpQrewqyxU6LJt3+5Zdf6pQBZs52rscBQdQs9TmjffiOCM10i8AKdnZTtzb2MGSYzcNVSPNI7OI48mKJHJpCUIKoZBoRiBASkGknmpcIMCJYzXVHHmne/bND2hciDep+OBL47bj9pqLhRNABSgU420ijgKMOkg1KgjhByE0bKeo4Ur1WSg8i1XHS8dxA33DSsO8nMwUHv3FUIJDhNY0IO6ItOZz3YkThO3OKk2s90lkOzz7MgWmkBbj22mv1R25OKi/9cJYRAkA8qMV3TbIIAFZvUINgL+F5GocRaUcgr/H7Y70iC81vsHLlyp4HwG944sSJins2a5jfM/sQ+2jr1q21corbmaLnBlwK0gb1O4Oj2Ds4p+Q3x15JKlJ++6bKKdVFipgldcLy5cttLV5//fVavr9w4cL6vsC1nOGaRl/Yf80zWXDB2eYkBxKIBRmCPRsjxzwRvUjGmxZNWSAR7JJ9bW4gAHD+bqZaAVMUfUkJEY95fe6YMmWK6tq1q62JG264IYwMaBWA8MN6jXSPiKevOXFNOhMA2E8ghzhTlKDWzLNcPKQo5nzcuHG2qeBdhOcq6zkx0t7nTPEcbT4TeZbNiXUSqc07TuygDv0bm6RtXX/OoCtV6xsvTokh7N/9x2Hnvd2RH4rc3/mb+uMX/narP12IDskchBAAkolu+tctBACXOUQaiJu48+E11nTDIscBz8NHNGYujHOkf5zR/dHq55CBCIJoB1O8VNM+L5l+DLUD/niAFhMEhAAga0AQSA8EVrw7X7163RESQLXm9VXf1+5Lj85LLz0hkIrR2nQcBwGHZRxSRjOcdMgcIrMtlv0IpIOzFlSI6F63bl0IIA5eouVutQpCAMAZLZZ9CCBZHElW19kLLwQAnHPOnJeonBHBj9OAtcB7GQfxTil/Dl3J7+60M888Ux/em9amTRu9F5GvmQM/cjo783Xi6Fy5cmX2gSkteUYAx7pTRp85xAHk1RI5NMVphcPKufZZn1bEKA540zgLwKHXsmVLr130XQ6nzsyZM7XDmbYsYks0goyzEcaGQwLFQA70IxlqBwQimHnMI5XlTIJnBPKARzNIHJxbXHxxsIe6BEb06NFDsUeYhnMP5z+H8V4NTIngM6OpuT+xVzijTTk7Yj2YRBXaQaHRIhHgVPJKPojWRyEAeJ1BKZddCEAK5ndvGgFM3I+dDjWUUniGM61p06Zhah1E3Dds2NBWDgIO+7mzTqJ5ISeaRnQ2hAfLcNDhqDON6O05c+aEwbRo0SLVrFkz2+dE+aIEm26W6QQA3pdr165t26dR7yUFr5eUUW7z6fW5g+cCno1Ni0ZQ5rnlrrvuspV/5JFHwtL5pvoaS1cCAL9fVI/dyMUQrrwQHXnPYL8zjWdAfDY//vhj2NTx7sFzgZv6Cekjli5dGlPZxao0kWfZVFpTqUYAOPjHfltUvhWhjyN/7y+7sxz6O/n/3xRlg7a8BfKrY8oUV8eUOlYVKVVcFSl9rP7//67aqNZ/7K6059YHIQAEPTOZVZ8QAFzmkxfhVatWaUmuWLkorcuRl+MgAkk3L4eW5KHDWc/hbCzr3r27ZqR6yQnDjYV8qDxExCIwIPuPjBgv3UHnv4s1Jvk+dREQAkDqzo30TBBwIvD5q7PUlDuORP7XOb+ZuvwZO6tcUEsvBFI9WpsoJZ4bOGD3YhyQc+CeDKldL+3n5jLp4KxlfnCumJFgRHYhyS6Wegi4rSkrz7pTMtcLAcBN/YHDUd6pTOPAiwM33tEs42DemRuWqFyiNU3D6UcUn5XKzfqOXMqzZ8+2leW9TJRLUmvduUXXERlLVCvR5F4t0UNT7nn33nuv/otlOJg5HHY6j2Jd5+V7fgMEE+D0537sjGCjDj8EAD/3CfZq1FqiBSTgaOI8xKvaIU48IpWj5f/2gotVJhJZg98/ZKJ40h1CRnKeCXEuAyGCfQkjzzTR/6gdmObm1PQ6HtYR6RtNw8ngZ917bUvKCQKJIkB0PL8J0/i3Mzc236MIAlnGNOT/nQFSRHA7FU5NRQ3zerf0A2b6DcqSRoEUrqZNmDBBKyK4GfuGmZ4BtaBY6keJ4piM6zOZAMDY2GdxopoGsc3paPeKrZ/nDjdJd78EgESUCryOKehy6UoA4BmGd49EDFIR5CKn8d4DqTmWH8a6jmdZnhkgAXi1RJ9lvbaT7HLZQQD4a/9Bu9T+L1lS+zjysxz7WVH6/P/BP6Kn4YkHj6Py5Mly6pc+/IdjHwf/Yee+dvRrh/+xuoybzRnzivpwjF1VKlpfhAAQz0zlnmuEABBlrnmB5CF02rRp+oURprf1UFq9enW9UfOCi/Off3tx/LxcBYgAACAASURBVJvN8fDIy/Fbb72lkKtkM8c4JCe3FHXDXodx77duHAj0myg9Z7/Je4fcJgdfzpw0uWfpy0gjISAEAFkbgkB6ITD/mbfVzFETQ51ufMm5qutD9qiK9BpR7uxtOkRrc2CHQ9/JYOcZhagY2PTOXHrMJpGTTqZ87pzl7B11qjtrQYO1RBSoaekYCZO9M5tzrVlriujTTp066Qh83ldwODqltmMRADi0Ze7NaFnUyNhn3CTTOeCFTGQae44Z3YVzdtiwYbYykWSFiRQkYtA0IZ/k3Npya3nFihXaiU5OZtN4x+Vd1o8lemjKeiVKnr9YxhkBaQOQfw3KuLdC3H/ttde0szmaeSUAREp7iHoByj2obpikG9rkt0/aH+e+bfXn9ttv14EITuM3jTON37fTyOXNXHOekqhBHiK1odM48yAKz4uBsal0QHQpZzNuzzfsP+xbRP05ZcV5NuIMqXnz5l6aDSsjBIC4YEv7iywlDyJR45GizikAeBZwkvL4XRMV6zTG6AxAclO1gHDsVBLh/BQVAKcR7e0MmOIe73w28YoPe1+hQoVsyijsY25RvF7rzKlymUwAcEu7gmoEz4tuKXljzYHf5w4hALg7LmPhnFPfJ5MAwJjWr1+vFSFikSAhUvKsQaoSP5bos6yftpJZNl4CwD9//qWd+n/wF3LiZzny94ak97Oi9g/ssb87BDWewsWLGo79Eocd+qZz/4hj/+i8/0moWSEAJASfXOxAQAgAsiQEAUHAhoAQAGRBCALph8AHj7yk5o59LdTxlv27qvOGukczpN/ockeP/UThxXKsgVgypLVvueUWrTJkGs4Z8uVBAOCwjGgfciWbUsIcgiOBW61atdwxmSkyylR31gITilvOw2GiWrt06ZIiKEo3TASQG8fhhayv6Zgg4sUvAYC0D6R/MI3ofad8v/X9nXfeqdXZTJs6daomIliGahp50E3jsA+yttNw5kG6Np12rEUOf8VyHgFUG7i/OFM/ENFHZJ9fS+TQlAjQ888/Pyy6O1ofuO9xbwxK3p7c1V5zgHshAKDYwcGzk1xBvmSIBji+iD4nbeHixYttQ42U3xhCDlG9lgOTi3DAEGGLk4boWcgLkAKd0XNECTujh/3OMeWTla8d0gmBGebYYvUPBUf2rXhNCADxIpfe12Wys9aambVr14al0CAn90cffWSbPEhUzv2HPQSygNP+/vtvlS9fPtvH/IYg8MRjELNJH2QaxDP2gnSzTF1TPA84UwERVU3qCN5L/Vo8zx1CABACgHOdcR4yffp0/T7Cs+f27dv1Gclxxx2nVYN4V+nYsaPf5anLJ/IsG1eDSbrILwGgcMli6tA//6oDvyfHqZ+/cMHDTv0SWRH7hyP3idLXsvylsyL1+Xe+gvmThEp4tUIAyDaoc0VDQgDIFdMsgxQEvCMAAeCla2JHt5g1dnngRkX+cTFBQBDIOQTeHfaMWjTpyKHEOYOuVK1vDDavas6NLvNbTvVobQ69eXE18xwT9UbEDRLbpuGcIerWtKFDh6qRI0dm/kSm0AhT3VkLVPTReQjCwV2DBg1SCEnpSiwE4iEAEClIxKDtebJLFy1r7makhbjxxhttX40ZM0ZBTLIM+X4ibk0jWtmZq9v6nvQFplQnUcJukuqxxi/fB4sATn8cP9xfTMOJTL7deKJiEzk0RR560qRJtr4Q1Y2DF2U9Upig6IczwnSo4/xmnUeTzPeKnBsBABzcHFxeCACQaZzOaX7HzrQY/B7IX88BtmVE8uOEcyp1EPmPAoBp/NsZkQ9ekBnMtCFEA/NvnisSsWQRAOgTa6hv375qzZo1UbsILmARSVbc6/hymgDA8x4ODNJNkHYAh0Ykc8tr7XWcZjmUFJzS8DhOUInwQ76w6kzHlAmZ6qw15xlpfu7fprnJoJPX3fl7Y59AocTNIABABLAMZ/DPP//seylCRITwY+bzhsBEVLmb+oDvBrL5gkxcU9x/Bw8ebEOSZzieAU0FF69Qx/vc8dJLL2minGl+UwA8+uijauDAgV67mhLl0jUFQEqAJ51QfgkA8UBG9H2WI/+wU99w7OPkN537BY5J7Nkznv55uQYCwP5f93gpGirTadQAX+WlcO5BQAgAuWeuZaSCgCAgCAgCGY7AW7eOUV+9OSc0ys6jr1NnXhEfwzjDoUq54aV6tDaqA85DLxjsTmlOgMVR4JTaxaGLY1cs5xFIFWctSJDL9brrrrOBgiNtxowZOs81a4lIVBwCRGL1798/EJnonJ+FzOpBPGsKeUycdaa5RQBa3z/11FMKiX7TnMQi8noS8W8a6yiSBLebIxnnQTyysZk1ozk3mp07d+r5QjXGNJQeIIfghInH4iUAbNiwIWzPwSG+fPly7ZQ0jcjQzp072z5r2bJlGCklnv5bBADWJviQfoO2tmzZEkYw8EIAcCPLkBbDGfFKXyH0OVUX3JRaaHfWrFm24aH04Zbflr382WeftZVl30dpIRFLJgGAfqEYwhitFI6kNMAxjTIKKkfsQb1797alJol3PDlBAMBRCDEPpz/jtJzusdZUMgkA27ZtUyeccEJcMAoBIC7YknoREfk49llrlkEqgvBlpvThO4hC7H2mRZtT9mRnvRCOohmqPzfffLMuQopWyE1W2lfrOp4VeF5l30pHyzQCgNu7A6lrUKJCOcivJfLcAUmK92HTIqnkUGb06NGKZ1fTSBkEuSydTAgA6TRbqdVXZPwHV71Q/e/Q/+LqmHbe48y3/g5H6x9x9GdF6hcuUTSu+uUiQSBTERACQKbOrIxLEBAEBAFBIFci8FK/UWr1rEWhsV/y5CBVr3OrXIlFOg061aO1n3nmGXXttdfaICWCcNCgQa4wn3jiidoxYRmHcsgoI4sslrMIpIqzFhTcZN2joYPziyhbcr2LpQ4C8awpIusqVqxoGwQqIxy+uzl5ORydOHGirTxRhGa+8T59+qjnn3/eVgbiwIAB7tEQbgQAnAU4I8SyH4E9e/YoSCDLli2zNY6zGmekM2e0nx7GSwBwi5RnzbH23AxZfdN5xBrDYeWMlvfTd8pSBwSDCy64QKFcYVm84yIyFsl+0w4cOBBGauB7t5y5bhGO/H7NaFvIW9z33Wzy5MnaUW4aJAP2d7HsRYAIe4hSOP0hdripoGQXAYD1w9o0zY0s5hUhIQB4RSp7yuGIbtq0qVq6dKmn375zP7X2QhQp3MxJAEBRxJnmxHkd6i7R1Drow/jx4xXPOelqmUQAIFUMEffsW5bxboBCCQQsv5boc4dbyj2eRZ3Pq1a/UC1AvcA0yPROEoHfcWR3eSEAZDfi6d3e/w4dUiumL1Arp89Xa+d85nswTa/sqFrf2FM79o/Kc5Tv6+UCQUAQUEoIALIKBAFBQBAQBASBDENgwiWD1YYFRw7Qe794r6rZulGGjTJ3DCcex1oypLWJViBqwTQOiy+99FLXifCTtzN3zGTqjDKeNZUMZy2IsH5ee+013+BAPHHmg/ddiVwQGALxrCkaRynElBbnMyJru3XrFtY3N2e9U17cjahUq1YtRRoA5/V8VqdOnbB2cFjiuBTLXgT279+v2rdvrxYtOkJgpAdI7OOcPOaYYxLqULyOcrdI9SlTpugIfDeDwPDJJ5/YvkItoG7dugn1P9LF8Y4Lkg3R7JZBKiAK0s3cfisQEd59991QcSJn8+bNa7s8Wv7tuXPnqrZt29rK44SbMGFCUnCSSsMR4Dc3YsQIfQ+GeBXNYhEAUHNAwt2rsV6cUdakhHH+dqjPLcLWqxIIcvGJkm+8jimocpnkrHViQhoX3h1Ma9iwoZbWd1PeyQ4CQCz1CvbuYcOGKVRo0sHWf/RVWDdRNmJdQYhwe5aq0aphOgxNTZ06VT8f/vvvv6H+Mh5SA7G2/FoQzx0bN25UVatWtTXtlk7HKuD2GyDlhFMRy+9Ysru8EAC8Iw4RDYUKp2qU9xrStyRBSSumz1erZi5MaBCS2jQh+ORiQUAjIAQAWQiCgCAgCAgCgkAGIvBkx5vVluXrQyO7buqjqlLDWhk40sweUjyOtWRIayNnOG7cOBvY0Zwg7dq1U8gJmxZJCjizZzD1RhfPmmIUQTtrqROpTqfDj+hrPifCC+IBB2PmYZ9+gTnqKLV48eJAcmun3gylX4/iXVOkf0DK1TTWGRHHlnOeub/nnnvCJMi5BucV31mGVDTqI2YOYL4jWpmobcvBsGrVKtW1a1eFFLFpKJTgmIonx3z6zVrq9BiZcRzKRNKZdtJJJ2nHUNmyZRPubLyOcjflCaJBI0lBn3rqqWrt2rW2/q5cudKVbJLwoA7npW/SpImtqljOWgpzGM0BvmX8Nvi3m2PVzcEByW/hwiMHujhanfLdyHzzW3Mz5pVIYNMipRUKAqdk1cF+gbF3pJvCkZVWwgs2XtaUl3qsMjjsSH1lWqRnSvJj33bbbbaykFVMJQw/bad62UwlAKDugbPdNNQeSA9WoUIF12nJDgIApBOIW7EMFTQUhVL9+WDYqd3U/t3R0x6YYz17QHfVYbBdjSUWFjnxPe+UpIix0pJYfXjooYcUZFC/FtRzB8+ovK+YShPsTaiZuN1Pq1evrkgtZBnEOVQI0s05LAQA7ysutxEA1n34uVo5fYF2/B8yyDo2xAji95EBQAgA3teblBQEIiEgBABZG4KAICAICAKCQIYi8HDLvmrHxh9Do7vlg6fUCbWqZOhoM3NY8TjWkhGtfdVVV6kXXnjBBjKRGJEiYtz6zSFfgwYNMnOi0mhU8awphhe0s5Y6ccB+/PHH2pGEckX9+vX1OjMj9sgF3rFjR/Xdd9/ZUO7SpYuWKxbLeQTiXVM4FnGYmjl7GQ2ONKKhSpQoocjPGyk6dezYsdq5b5pbGgC+J4c00eS7d+9WkKQsx515LYe4HNSJZR8CHJ736NFD4fwzrXTp0tr5TxR5EBYvAQBZ+iFDhti6gPOb/crpCMLZfdppp9nKBpUCIBIG8Y6rSpUqatOmTbZqIS6ccsopYU198803qkaNGrbPuZdzT7eMaG6cdaaBBb9fN3PrN86dGTNmBDHd2VYHTiRUQ7hnZQIBgPXqptwQNAEAghfKEpZB3OIe7+YwIz/7448/HioLSTBWXvdsWwBJaCgTCQBIniN9blrRokX18x/PfZEMEtjmzZttX0dL6+BMAYByDM5Vr8ZzAUTC2bNn66h/p0IRKhdOMorXurOrXCYSACD8QiwnYt+0W265RY0ZM8Y3tEE/d0AodT7DkKrgsssus/XNjfgWSfnE96Cy+QIhAHgHPDcQAL75ZKlaOWO+dvr/feBPV3Aq1K2uTuvYXP/d3+QKdejfIypUsdAUAkAshOR7QSA2AkIAiI2RlBAEBAFBQBAQBNIWgVGnX6p+374r1P9BCyaq0ieVT9vx5LaOx+tYCzpam0gtIrZM80sA+Oqrr9Tpp5+e26Yw5cYb75pKhrPWKzjkBHeSR4hgJVexU3baa51SLjgE4l1T9AAnPoe48RgS5ESOm8ZBG2vF6TTwUj8EAWf+eS/XSZn4ECCHL+Qy570FBx+OoSDvF/E6yt32HkZL/nqiWSEqYBzs9+rVK4yoBJEFFZNkWbzjuvjiixV5h00bMGCAjnB12q233hrmZEG2+8svvwwVdYsm90sACNrJnCzMzXozgQCA+kPz5s11WovOnTurLVu2hKnrBDk3KLw4c3VHi+KlXzxvWgZpzCQPZMc8Z2cbmUYAQOUHAqlpPL+h+ILaUzQjhQ/qYaahNgI50M14HjTJfRD/tm7dGtf0QXxiDzMJipAWiOxO5WjtTCMAkEIHhQae903r2bOnevXVV30rMiTjuWPWrFmKPdI0FHHeeOMN1bp1a/0xSkDsr85n02jp9OJauEm4yE1Rgt/FgQMHtPqBmxU6NrG0TUkYRo5VmakEgO8+Xakd/kT7H9iz1xXfcrVPDjn9S1Q4LlTmjhM7CAEgx1akNJxbERACQG6deRm3ICAICAKCQK5A4N9//lHDanVTf+47EBrvkC9fVseekHVoLZbaCMTrWAs6WlsIAKm9Tvz0Lt41RRtBO2v99Js8rBygmSakEj8IJq9sImuKXiHPT3SgU7rf6nHNmjV1jtXp06fbBkHUccWKFcMGhgMLYoBzvVgFiTKFdEC7puGMfv7555MHlNRsQ+COO+5QOP6chpMFEpsXI395tAhSq454HeVcz8E+B/xOYx2VK1dORyUiSe5mRLQT2Z4si3dcbnnVcQQTtQg5wDK3cnyHQ+ajjz4KlRMCQPopAOCUmDZtmt4rTTn9eNeU1zWOQ8xcO4UKFdIqL8WLF3etAiLQ0qVLQ9+lo1KEV2wol0kEAPaTK664QuF0tYx9hnu5kwTihhHpTViPpqFyVr58OJEdMk7+/PltZXl2cBII/MyFk3zCtXPmzFFt27b1U022ls0kAgDPcvz+f/nllzAMUYfwQgA+88wzbc91yXrucEtpRqchq0B4cSOioISCko6XcWTrInI0NqRaJ/XX/iMpg2L1pc3Nl6r2t10eq1iu+T6TCADff7VWrZi+QEf7792523UOjz/lpJDTv1SlE1zLfPbSe77nv0kvO8nGdwVygSCQyxEQAkAuXwAyfEFAEBAEBIHMR+Dgnn3q7lO62AY6fPVbqnDxopk/+DQfYbyOtaCjtYUAkOYLyeh+vGvKqiJoZ61XZMkPjTPKNLcIcK/1SbngEEh0TdGT9evX6+hj8rziDEJOGznySy+9VF1zzTU6UtCMOK5cuXKYhLk5IqIAiSwnAotoUQ7gyDeM8wnn/08//aQ6dOhgA4HyRHEn2+gLa5nIL6KnnMSGSO3jdJg7d67v7kVSa8EpQySjM6eulwaiyTB7uZ4yRMeTjiERI30IkvyxLBGnJmNt2bJlxHz2kdoeNWpUWPqAWP30+3284+L3QSQ1Ua5OI+oW5wpO/UiR1qT/MaOyhQCQfgSASGst3jXlZe0Szesk7LC/P/PMMxEvZ982HYCXXHKJwnHG/Z+0FUhRE22LggupgS6//HKFkzldLVMIAOwP3bp1U8itW0aKCe6zzJEXQ0KdKG/TWJ+NGzcOu5wUEs6UMe3bt1coTsRryP0/+uijtssnTpyoSDWUqpZJBAA3tRC/uPPMZz43Jeu5A7ICdZNCwovx7Ecqodq1a3spnqNlhACQGPzpTgD4ceUGtXJ6lrz/79vcya7HVT9RO/3rdGyhylQRpdHEVoxcLQgkBwEhACQHV6lVEBAEBAFBQBBIKQT2/LxLjWxwaahP+QsXVMNWvKHyFrRHS6RUp6UzKhHHWpDR2sgdT5482TYjflMAEMHlJVJTpj25CCSypqyeBe2s9TLi/v37q2effdZWNB2kM72MLd3LBLGmomFAJD8KEKYNGjRIPfjgg3FDhxQr0a+W5cuXT0v7RpIzjbuhwxfi1Jk5c6Z2+hNNbjnd/UhrV69eXW3YsMF3VyLt1RxUI5Ecj+UmAgD4EOGPM+ill16yRbO6YUdaANIDcN9MtiXirOVaIvlxoPo1Z+5lnB/kcTfNbwqAjh07eibD+O1vssqncwqASJgksqZi4Yzz/vXXX7cVW7NmjYJ04masTaJn/ViNGjX03s5+mY6WCQQAiHwoNTjJZdFSPbjNFeWJ2DbtscceUzfffHNYcdYV68u0u+++W917772hjyAOQlYybceOHaFULs5KUQV64YUXbB/TjqmSkmprTAgA9hnJLgIArUJC6dGjh02xxG19sEdBAoWElw4mBIDEZikdCQA/rduknf7I++/a4k5qKXNyhVCkf9lq9ue/xBCTqwUBQSAZCAgBIBmoSp2CgCAgCAgCgkAKIrBz80/qwWZHDqSLHV9KDf3qlRTsqXTJQiBRx1pQ0dpuKQWmTJmic8a6mVukKo4rZLzFchaBRNdUrN4nw1lLmxdeeGGYcyjZ8tqxxirfZyGQzDWFA4HoazOPOtGdkFCqVKkS1xQQcU8EsylLnAz5f+qfP3++dvq//fbbYTls6bwfAgBS2eRc9WuRCABE3xOxFo/lNgKAhRER8dz7cHDh9CYyGdlpopSJ5GM+iUJOFpHEOVeJOmvnzZunyKXsJrFMW8WKFdPOLif5yqmWwfVgYBp4rFq1ynV5LV68OEy5AeedM9o3nrWZndcIAcA72vxe2LPNHO1t2rTRv6VI9u2336pq1ap5b+RwSVIaoDZQoUIF39fm9AXpTgDgt92uXTudGsU0J2nIC86QQ5wR0jhP2Vecsum06VxLH3/8sX5+sAzC0yeffGJrOhIp4ddff9XvLPzXNCTbGzRo4KX7OVLm7hoXqYN77dhH60iVJnXUJU/dqYqWKZEj/Y3WaDopAFjjQPECAhLqU6yV7du366+4P5LOgGdP7nWkEEoXEwJAYjOVLgSAHd9uUStmLNCO/x0bf3QddKnKJxx2+rdQx9esnBgwcrUgIAhkKwJCAMhWuKUxQUAQEAQEAUEgZxGA0ftYuwGhThxXvZK6dV5k6c2c7a20HoRjLYho7bvuuktHNJpGbk/kOd2MnIumw44yRNc6HQQyw9mPQBBrKlKv/ThrcSgR1W9apKhuHKmVKlXSDjfTyO1KjlexnEUgWWuKPYM9xil7H0syOhoa7FusO9M5gQOXfZI1FoRR94gRIxT56UlnEM28EgDcHKykSUBSOZa98847Os+309zyu3s9lN61a5d2DovlLAKJEgDoPYfT48aN0wQrIhghmfBbgHQ1cOBALYGNk8w0omjNiH+clqSTMA1nL+mI3Iw82shzm3bttdeqp59+OmcB9dm6EAC8A4YDGGUq01hzKD9EMggqkASchlOYez9kAp413WS3uS/Nnj3bewdTpGQ6EwAgXeBk//33321oQjKC3OPlfuWchkaNGqmvvvrK9jGpetizjjnmGAVe3G/vv/9+Wxmc96Q4Mdt8/PHHw9QDIBRyLc8FRYoU0XUsW7ZMpx7CgWsaqVHYI1PRlr3zkVo4aZr670r/KkGMp2qzeqpBlzaqQdfWqTg86VMOIiAEgMTAT2UCwK4ftoXk/bd9vdl1oCUqHheK9C936smJgSFXCwKCQI4hIASAHINeGhYEBAFBQBAQBHIGgR+WrlPjLhwYarxyo1pqwDv2HIc50zNp1YlAshxrVjteo7XJedm3b19b9yAEOKU5rQJEXZmOr8KFC+sDQa/OJVkJyUMgWWvKr7OWyGgzMosR41D6+uuvwyR/3aKAypYtG4qsSR5aUrMXBIJaU/v27dPRdjgRcNwgt+6MIiTHL+lEihYtGrNrRGLt3r1b/fDDD+rTTz9Vzz//vK7baTgdcT4GZW750CPV7ZUAwJiJHjMNVQGizeM1HLvI2puG1D3Rs2LpgUAQBIBoI8W5BhnAimKkLA451COcVr58ebV169bQxyhW/PHHHwqiitMmTZqkrr76atvHOOHuvPPO9AD+cC+FAOBtutiHK1asqNeDZThTifB3Wx9WGcgo5Mnmb+HChToFCuRByCmWQQIYOXKkTerd+g7FjnSR2bb6nK4EAAia3KPc1ESYa2fEvtvKgTzMfdo0CIBE95uKPXyP475cuXK6PedzAt8TgY0cu2msP1KTbN4c7ugiDRApcSgDwc3NIM117drV26LPhlJ/7T+oFk6cqhZOnKb2/WonXSTSfIMurTURoGqz+olUI9dmCAJ+CQBNr7xAdRp1JNgkQ2CIexipRgDY/dMvWU7/GQsiEoaOLVdandaxhXb8VzjNvwpP3GDJhYKAIJA0BIQAkDRopWJBQBAQBAQBQSB1Efh24XL1XM+7Qh2s2aax6v3CiNTtcC7tWVCONTf4/ERrf/nll6px48a2ajiANXNoW1+65ZVu1qyZPsAVy3kEglpTiTprcc7iWHJGSHPQ+9xzz4WiS4nu6969e1i5IUOGqFGjRuU8oNKDQFIAkNOX6Lxodtxxx2k1gEj5os1rcTgVL1485uzccMMN6oknnohZzk8BNwIAUYiQF3B4meaVAMBe27lzZ9u1iUoROzEn+tF00PkZs5TNGQSSTQC49dZb1ZgxY2yDc8r/W1926NAhLOIawk3dunXDwCG6ln3eNKK9W7VqlTNAxtmqEAC8AQdhFCUp0yLlcvdWY3gptzRBEAOGDh0ab5U5cl26EgCSIdduTQBzOHr0aM/z0bt3bwXJyM3Yk1AfiZT2JFIjgwcP9tUHz52No+D2b35QiyZNVV+89n4cV9svKVnpBLXr+59c6zmmTAllkQFQDMwNxrsJJoT1rNnes+NXdd8ZV6h///rb1/TnLZBPHV+jsjquZmV1fI1Kh/9bWRUuEZu866uhNCicCgSAvTt3qxXT52vH//dL1rmiVrRsyVCk/4kNRF0vDZaWdFEQ8IWAEAB8wSWFBQFBQBAQBASBzEFg7ZzP1Au9jzj961/USvV8YlDmDDADRhKUs9YJhd9o7UOHDqnjjz9e7dixI1QVstnk58SpZRqHdM4D12HDhqnhw4dnwIyk/xCCWFNBOWuRhHVLI4GzlMguIvvMyFMLfRzBRPaVKlUq6RPCwQ1RX+RxJ683ksWJWqTc6/HmVccJRcQ8fSS/rd+D7UTHkx1riihOnODIinuxWAQAogfZkyCSBG0WAYA2mjdvri666CLtvCdCskmTJrbmvBIAICncdNNNtmsTjdanX1OnTg3VCcb8rjLV+J3wR2R6tKjjdBp/sggA4ITD1un8R3adNeLmHEGSG0KNaX369FEoCJkGyQTyl5lbG5Ug9npLgjtd5kAIALFnCowqV66sfvrpiJOReYb8F2QaETeSlNf9NfYosq+EEADmuoJNGpJ77rlHS/5HMu65kJZQE4mWbmDTpk1qwIAB6oMPPog5sahNQVYhjUFO29fzvtQR/5D4nZa3QH51Vp8L1ecvz1IH9uz13NWzB3RXLQd0U0unzFNL356rtq52T9uC9DeqABACChXPXCcuz4683xYsWNAzhplWcOf3P6k1sxerNbM/MEYJGQAAIABJREFUVT8s+zrQ4RUtUyJECiCH/HE1Kqvja1ZSeY4+OtB2UqmynCIAHPh9b8jp/91nq1whKVLq2FCkP4qgYoKAIJC5CAgBIHPnVkYmCAgCgoAgIAjERIAX/jduejhUTmTbYkKWrQWCcKzR4USjtamD/OwPP3xkrfAZcp/IbOKUQ55zypQp2qFrHtDhaEFuE/lXsZxHIIg1FYsA4MdZSxoJZ37paChxKDdz5sykRoqyfmkDh/qsWbO00xALwplAdFHDhg1dpej9EAD4vS1evFj3EYKC5UzDkbZ3r/fD3yBWZDLXVJkyZRS5oznU9yIhbI0nEgEAp0Dbtm3VI488osgjnQxjHnFGXXDBBTY5/USctUj1I9lvGbmP9+zZk1D32b9JLWDZ+eefr2bMmJFQnal8sThrI88Oex6/GVKwQCKaMGGCzWHLlThFUGSpV6+ea0UQUkjjYspx83sj7/v111+vSReQCMnf7XS8kQ6ANtPNZE3FnrHJkycrIrJNu+6663QO9yBt3bp1YeowrFXyuaeqIcXsNNYUqQ9Ic+PmxD72hNIpOZxkKgBYA4ZcB6EItZBvvvlGK9ZAIoFQ1Lp1a51WpGrVqp7x+eqrrxREVFIEfffdd/qeyjMUJFPujzzzQZRj78tJ+/TFGdrxv3NzeKT+cdVPVGf16aQaX3Ku7uKwU7up/buPpNqI1W8IAB0GH/l9oi6wdMpctfTteeqPHb+6Xl6jVSNNBqh7QYtY1afd97mVAPDTuk0hp/+29e654L1OZvk6VdV/8uVV1EmaCi9WtmpFdVyNSsokBZSocJyXS1O+THYSAMB75Yz5asX0BWrD/CPP9yZIhYsX1ZH+dTo2V1Wa1El5/KSDgoAgEAwCQgAIBkepRRAQBAQBQUAQSFsEPn1hhpo69KlQ/1vf2FOdM+iKpI8n0ahVDvVef/11fRBE3lle2sldzMFNixYtVMeOHT05CXGkFShQIOTk8zNwPw47P/VaZZPpWDP740Vam4N7ov/MqD2rDqK1ObB0+65///5q/Pjx8QxfrkkCAslcU/E6a5GUxsEbKe+qBQNqE+SFd0ZRBwET+8D8+fO1Q53c6r//Hp5PNQgCgFskt9V/L/sJDjr6+NprrykOw52WrgQAnPzkdka2n1zi5Bk/++yz9T7ux/Fv4cH9AIUInAMlSpTQeaDPOOMMnb/Xq4pAEOvKrCMRAgBpMCB6WFa9enWtXgABCycG40WhAucH65R9l3FHM36vplrEJZdcourUqaPeffddtXbtWnXw4EGNIU60Ll26qMsvv1znXU5XE2et+8y5RU47SzLvL7/8srr44oujTv/dd9/tmpoF4haRtER9o+xiGnvWqlWrFHnC081kTUWfMe6rEK3YTyzDqc19jD0sSENBAqUq09zSrgTZZqJ1jax/iZbY9mrNru6kLhje32txKZfGCPy+fZdaNHGqWjhxmvrXsWcyrFPanaGa9e6kTj7LnmJl+/rw58JYMOB4dbMNC5ZpZYBlU+a5fn903v8cVgVoo046IzmEylh9D/r73EQAQAreivTftWWbK5SVTj9F/bhyg/r3b/t9OxrubW6+VLW/7XJdZNcP29S2dZvUT19vVtv4W7dJf+bF8hcuGFIIyEonUEmnFShYrIiXy1OmTLIJAP/+86+W9udv3dwvXMddsGiRkLy/c89IGaCkI4KAIJBUBIQAkFR4pXJBQBAQBAQBQSA9EPho3Jtq9gOTQ509f+jVqkX/roF3PoioVQ75iEB+8803Y/aP3PNPPfVU1EhPt5z1MSs+XMCLw85rXW7lkumstdrzE61NNHSnTp3U3397ywWIM4nIGg74xVIDgSDWVNDOWpAhah2n9nvvvaej43FMEjGKkxIHJNHUl156aVzO4GjIE606YsQI3TbOqWiWKAGAvQunR6TI7Wj7CSQaIt9iRTPmBAEgNVZ26vciEQIA5AVSR3g1yABE3rJfuxnOfb8StzVq1NDKBkE77ryOKdFy4qx1RzAWAQBiJcSrDh06xJwCng3atWunVQS8GM5g1ukVVySfdOqlP37LyJqKjhjPjNw3TeMZhJQ1QRvPDfXr17dV26BBA7VkyZKgmwqsPiEABAZlxlSEU5Zo/1UzF4aN6ag8R6mzenfSEf8lKpTNtjHz7o4iACkCNi5e4dpu8XJlNBmgfpc2qvRJ5bKtb0E3lOkEAEgdOP1Xz/5U7d35myt8J595mqrd4SxVu0NTdUyZEmpItU6eI/mp0CQAuDVAlDrqABYhgP/6UQtABUWrBRikAJQDUtWSRQBYOWOBjvZfPWux69AhUBDpz1+1Fg1SFR7plyAgCGQTAkIAyCagpRlBQBAQBAQBQSDVEZh1/2T18VNHnOrdHr5ZNep5TiDdDipqlRyiTZs2dY18jdRRHCEff/yxqlvXHiVhlY+Uj9vLwNOZABBvtDbSvVdeeaVrbnYTMw59rbzpXrAMokyi+dqDUpWwxkKkI1G7pEZAahsHMA4PsK9QoYJ2qHTr1k0RpSaWMwhY+dq9tJ4oAYAIa1RLIlm0/QSJ2x9++CFmN4UAEBOiHCuQCAEAlRUzh7aXQUCgIZofaX+nffvtt6patWpeqrGVwRmMo439K91MnLXuMxaJAABBhJQ+9913n1aC8GqQqvr27atJVdEMtY9nnnlGoW6RriZrKvrMoeLiJINACjj33Cy58lhGRD/PTZaxp6HOU6RIeATopEmTtAS8aawtL2ThWP1I1vdCAEgMWVIqYUdnQP7w5VM/1o5/oq2dVqrSCdrp3/SqCxIDLICrf9++M0QG2LHxR9caK9avoRp0aa0adGmj8hcpGECr2VdFJhIA1rz/aZbT//3F6q997pL81VueHnL6Fzr2GBvgQRMAIs1mImoB1GmRArLSCGSlE0iFlClBEgDWfvCplvcn2h9ijtPyFsgfcvrXaNUw+3440pIgIAikPAJCAEj5KZIOCgKCgCAgCAgC2YfA1CHj1Kcvzgw1eMmTd6h6nc+OuwNBRq3iTCUn48qVK8P6w0E1MvbI1JPv3mk4K9avX68KFSoU9h0OWucBtNfDJCTLkZhOlqVqtDYRzMi2ky8a6V6k/0mjcMIJJ6izzjpLR2pz8JsdFkS+9qBVJRj3ihUrtFwyeUqjGdLKt99+uxo+fLjKly9fdkAmbRgIuBEAIGm4SQcnQgD46KOPdI7aaOaXAEAfN23apA4dOhSqVggAqbu84yUAEFXN/mrOM6OEFMA9ke+Q2F6zZk3Y4EuXLq1zGx9zjP1Al9Q5bdq0CSuPXDepXrjfku8dhRynJSuCN9kzJ85ad4QhAPTo0UOnkICcRhQ1REvIaTjp4zXWO9H9ixcv1uQl7tUQSFhfrKF+/frpNtPZZE1Fnj1Ij+xPpkE64lncLbe9W01uBIKnn35aXXvttWHFSQ3EmjONdxDSoaSqCQEgsZlJd2ftXwcOaol/pP737gpPO0XU7lm9L1Q1WzdKDKgkXQ1ZAVUA1AEO/hH+7k2zp55zpiYDnHpu0yT1Ithq031NgQbras3sI05/Fe4n1qDVat8ky+l/blOVr1CBiEB+8Zp/xZbGl3gjecWavUTVAgoWLayOq1lZqwUcX6PS4f+vpPIXCT8PitWXeL9PlACw/qOv1Aok/mfMV//8Ga7ASCoOK9L/lLZnxNtNuU4QEAQyHAEhAGT4BMvwBAFBQBAQBAQBvwi8fuNDatk7H4Uuu2LiPfoFPh4LMmqV/LO9evWydQPn6ZgxY3S0GU4QnBbkROZgmZz0pj3//PPqqquuChvGo48+qm677Tbb5zt37tQH1WKpiUCQ+dqToSoxffp0TSrB4eHVWNuQKsSyFwGLAMBe0rx5c3XRRRepzp07qy1btigcCqbFSwDASXTaaadpx0c080IAwEFLH/kjxQb7nrnOMoUAgNMbMheOa6+ErOxdOf5bi5cAwH6HUs3ChQvVggULtGP+hhtuUORbJyLWMqL9e/bsGXbve/LJJ9X1119v6zD3R+rij3o3bNignn32WXXhhReGynE/HTlypLr33nvDBrt69WpF+ph0skx01qYT/pnY10xcU/HuU875hQDpjL5324uirYvnnntOXXPNNbYiEH7Zq9jruG9znxgyZIh6/PHHbeW4F5LWJ5VJJkIASGxXSFdn7c8bftCO/0iO1SaXn6cj/sucnD5KO2vnfKaJAKtnLXKd1HyFC2hFAMgAJzaomdjEJ/HqdF1Te3ftDjn9v5m/1BWhPEfnORzlnyXvnyeNlTMSVQsoXqGsgxRQWZWtVjGhlUU6TVJ4OI33maPz5HHFu/cLI1zb/HbRch3lT7T/n3v3h5U5Kk+ekNM/3jO6hAYrFwsCgkDaISAEgLSbMumwICAICAKCgCCQfAQm9x6u1s05Eklz9SujVfWW/vOHuREA4o1a7dq1q5ZSN2306NFq8ODBYYCMGjVKO0dMu/zyy3UeW6fdfPPNtoNDpEX/+OOP5IMsLfhGIOh87clQlcCR1rBhQ9c870RX4sx0i6oFDOThOTRPN+NwAyc0B/Pp5qzF6U4E7AUXXGAj/QTlBGEukdDGQWEZqQBw6BKZbVo0AgAEphYtWqgqVarYrslkAsDevXtV0aJF025NRfr9BrmmIrXx2GOPqYEDB9q+Rnli7ty5cW8rkAIgNZkGMWDo0KFx15kTF2aiszYncJQ2jyCQiWsqiH0KYh3P+pZEO4ixl2/dutVVvj/SmuK5AhUBN3UTntVROOF56uDBcFnrdNijhACQ2G6Sbs5aInmR+ScPu9OKHV9KNevTSTv+iehNVyNie+mUeVoZ4IelX7sOo1TlE7LIAF1bq+Lly6bUUNNpTf364/aQ03/zV2tdccxbML92+tfp0FTVah9fMEdKTVCUziSqFgBB4jiUAmpW0uQA6/+LlvUWEAIBYPYDkz3DdVSeo9RDW46oK2z6Yo12+vO377c9rvXUOb+ZOq1jC1XnvLM8tyMFBQFBQBAAASEAyDoQBAQBQUAQEAQEAVcEnuk2SH332arQd9dOeUSd1NhfxJ9FAAgiarVu3bph8v/kMXbLn75kyRLthDWtVatWCtljpxFJO3Xq1NDHRDUS3ZipZuaM8yrDmipYBJ2vPRmqEm3btg1ztrF2IZ/wO8BIY4Gj3xkRjuzyokXu0TOpMgdu/YAAIM5a9xlC+vqUU05RkFcwohJJC4Ez3w8BINL8CwEglX8Z9r4F4ViLNVoOr52y7YmS2txyxMerhhGr/8n8PhOdtcnCy3pOSLdnhGThQb33nXGF+u2/P3tuokmv89RF993guXyqFAxin7rpppvUE088YRsSZFsISn4NUiUkJqL5vVqHDh00aSnVCYnDa3eP6OhxG2uRkseqhj3aqqrN66uqZ9XzCkfGlksXZy2p9RZOmqp2btoaNhcnnVFbO/2RYc8027n5J7V0SlaKgEh7Z+XGp4bIAP/JlzfHIUj1NbX9m++103/17MXqp7V2ErEFXsFiRQ5H+jdVNc6WPPCJqgUUKl40jBQAQQByhWnxEACun/aYWjEjy+m/5+dfXdc/e0Odjs11xL88k+X4FiEdEATSFgEhAKTt1EnHBQFBQBAQBASB5CMw9tzr1dbVG0MN3TTrCVW+TjXPDedU1KrbASZRjDgynEZ0EblKLTv//PN1bvtMtXR21gadrz1oVQnysTsjtIl6w+F73HHH2ZbUqlWrtCy8abzYE8mWL1++tFp+6bymIgEdhBOEulEWMPcT1ElQA4C4JASAyMtc1lT8WwBKI7/88outgt9//11H4MZj69atU7Vq1bJdWq9ePbVsWXgUYzz1Z9c1QgDwjjTrJW/evKpQoezLk+u9dzlTUggAMz0Bj5JNxYoVNSnQMlKV4Mh3Ph95qlAprRxw3XXXKdKcRDMc/tdee61ODcb6TUX7++BfWvr9i1dnK5x58RrPixABqh3+O75m5XirStvrUtlZu+fnXVrmn4j/f//+Jwzjht3bqbP6XKhOqGVXdUrbyYjR8U2frw4pA7jhweU4OFEGqNmmUY7BkIprasvy9SGn/87N4SQSwDqmdPGQ0//kpnVzDL90aThRtQDGWbLSCer4GofVAmpW0ooXC557JxAIarU7Q0f685vI85+jA6lTKhEEBIHcjYAQAHL3/MvoBQFBQBAQBASBqAj889ff6pFW16hd3/8UKnfbR8+qstVOTAi5ZEetIv+Po800Io+IQHKa01mCPDe5tTloXLt2rXbIlipVSuHw6NKliyKVAHlH09XS2bEWdL72oFUlILz06dPHtjT498SJE12XS9WqVdXGjUcINhSCRFC5cnod5Kbzmor0Ow6CAIDjHwKAZcwrzlT2PyEARN9BZU3Ff4epUaOGJh2ZRvRsuXLl4qp0+/bt6vjjj7ddy/pFgSedTAgA3mdLCADhWAkBwBsBwJnyBiSDItZCOnrxxRe1UhLPSpAMUDypUKGCatOmjerVq1cYWcn7qk9uyU1frNZO/2XvfJSUhoqUOjZEBoAYULRMiaS0k0qVpqKz9ocl69TCSdPUyhkLwqAqXKKYdvoj9Z+/SO4lV6149xNNBiAlgpsVOvYY1aBLa1W/a2tVvnbVbF1yqbKmNi5ekeX0f3+x2rN9lysGxcuVCTn9KzW0kzSzFbQMaixRtYBEoKjZupF2+PP3n/zpFQiQyLjlWkFAEMgeBIQAkD04SyuCgCAgCAgCgkDaIrB/9x/q4RZ91d5du/UYyJF2x6LnVYkK9ohmPwNMFgGAfKOvvvqq6tu3r+Kw37Ly5ctrZ74zAhLnPnnL/RjOFZQEqlev7ueylCmbzo617MjXHmmivKhKDBs2TN177722KsaOHauQw3WzM888U3322We2ryKltUiZBeTSkXReU37m24/s+YEDB7T0P6QVy9555x3VuXNn/U8hAERf0bKm4v/FFytWTO3ZY88f+scff/jKvW22vnz5clW/fn1bhxo0aKBItZNOJgQA77MlBIBwrHILAcD7KpGSsRA4+Mf+rGj/12arX74LT2FwVJ486n+HDsWqJvT9Ke3OUMdVr6S2LFuviAomijWSUQ51gCyVgHoqz9GZF0WaKs5a5mD5tI91xP+PK+zkO76rWK+GdvzX63S257nODQX3/fq7Tg9AmoCf1m5yHTIBB5ABGnRtrbzmYk8Eu5xcU+s+/Dzk9D+4Z5/rMEpVLqdqd2iqHf8VTvOuyJgIJrn92iDUAiJhWL3l6SGnf75CBXI71DJ+QUAQSCICQgBIIrhStSAgCAgCgoAgkCkI/L5tp3rgrN7qnz+znOrkQ0MJAMm5eCwoAsALL7yg+MNw5iOpvXPnTluXcIbMmTNHNWoULimIs7VaNf8v0CVLllQ4RYg6SjcTx1p8M+ZHVcJLC+RYJi3Ajh07QsX5XViHT17qSJUysqbCZ2Lw4MHq/vvvD31BDuO5c+eG/i0EgOirV9bUEXx69uyp3njjDRtgs2bNUueee24YiNwDWVumlS1bVhHFbxoR/eZnSHTj9C1SpEhYnZMmTVJXX3217fPu3burN998M1W2IE/9EAKAJ5h0ISEAhGMlBADv6ye3l/x20Qrt9Cevs5tVbVZPnXrOmerDx15Ve3dmkau9WLOrO6kLhvfXRXds/FGTACAD/LBsfcR84Fa9Jzc9TVVtlpUyoHyd7I2q9jK2eMrkpLOW/v594E+1cNJU7fh3m8d6nVqqs3p3UhXr14hneLnqmm1fb1ZL356rlQEi/SaqnlVPEwHqd2mdtFzo2bmmUFlcM3txyOl/6J9/XeccMo/l9M+NqT5S9YfgVAvY9NkqRdCMVzsqz1HqoS2zvRaXcoKAICAIJISAEAASgk8uFgQEAUFAEBAEcg8CRK881OKIE6DkicerWz54Ki4Zw6AIAG4R1OaMNG/eXE2YMCGik3/evHlaNtRptWvXVjVr1lT//POPjtDetm1bWJlzzjlHzZ6dfi9u4ljz95v1qyrhtXanPDzX+Ykw99pOdpSTNWVHGfl10ohYKiSkDFmxYoVNmlgIANFXpqypI/iMGDFCDR8+3AZYJAf8nXfeqR588EFb2R49eoQRCM4++2z1ySef2Mo9/fTTOn+205o0aaJQQDFt/Pjxqn//LEdUupgQALzPlBAAwrESAoD39ZMbS+7/bY/6nGj/V2erX7fYCVfgUey4Uqr2eWdpx3+VJnU0RCPrX6L27PjVM1wmAcB50fdL1oUIARADfvvvEXKpsywS61oZoFk9TQg4tlwZz31IpYLZ6aw1x/3zt1vUoonT1OevzgqDI3/hguqsPp30X5GSxVIJrrTpyzefLNHKAKgqRLL6F2WpArB+g7RkrykcxDj9V8/+VK3/6MuIXSf1geX0L12lfJBDlLqShMBH495Usx+Y7Ll2IQB4hkoKCgKCQAAICAEgABClCkFAEBAEBAFBILcgsHXNRjX2/9k7D3ApinQN/xxyFpAgOadDzjlIEEHEsKbFFdE1r2Fds645rHHNXjGBaxYjqKAIKojkDJIkowgSBQQk3Oerwwxz5nScru7pnvPV85zLXae6uuqtv7ur6k8D/hEfLjaoV495UrIKuQstqcsA4LjjjlOeamZl8ODB8sADDwgU+kYFYbq/++479Td58mRZvny5vPjiizJkyJB4dRgB3HfffXlCu6PCwoULpVmzZpGafirWrKfLa1QJJ8IARVTLli1l6dKluarDoASGJVErlKncMwZv/4kTj+X5vfrqq+Xpp5/OVYkGANZSTpk6xgcGJUg9k1xuvPFGueOOO1Rqm8OHD8sbb7yhPPXBLrF89dVXeQzdRowYIZdddlmuekiHg+8fIg7AaGXPnj1y++23y1NPPZWrXsmSJWXDhg2C72+UCg0AnM8WDQByWO3fvVdWTVsoyN8+5ZVPBB6bTkv9rq1k2Mv/lmKlSzq9JKPrZapMLZs0S3n7L/zie8P5Q4hnKP2bndxFSlXI/c6c+5G5gtNMGFqfbh9GHiGrf5o6XxkEIDoA/t2/+w9T+YKCEYrUht1zUgYULhaN/NN+K2uTgS2dNFN5+y//dnYellWb1lVK//bn9M/o5zjIwR0+dCgnRcDoCfLTDwsMb41IhDAEaHtmX6nSuLbn7vkhUzt+3hJX+q+aZjwOdLxW26ZK6d9iYDcpV6Oy57GwgWAJ0AAgWN68GwmQgDsCNABwx4u1SYAESIAESCDfE1g9c7E8f/q/4hzqd2sll73zH1dcdBkAwCsS3pFWpXDhwoIQxn/7299c9TG5MowCPv3001z/GYYBUMBEqVCxZj1bXqNKOJEFKISfffbZXFX79eunUlVEsVCmjs3aW2+9JUOHDo3/B6QLQaqRcuVyp0uhAYC1pFOmcvO55JJL5OWXX84DrUiRIlK1alXZvn27oTEcItzAACC57N+/X9q1ayeLFi3K8xvSAFSsWFFFvkFqneQSxe8exkADAOdfl0xV1toR2LN9l1L4rz6q9N+46Ce7S2x/r9elpVIAZ5/UWcpF1NPadpAOKmSSTP2+eZtMf2ucUvxDuZdcyp5wvMrr3GxAV6nTIdsBHX+rbN+4WVb9sDAeIWDDwhWWN6zToZk07NFapQyo1baJv53z0Lofylqj7vzw+lil+N+yakOen5ud3FW6XTQkHtXBw3B4qQUBPGcqRcDorw3nAZdWza4XNwYoWb5MSjx1yRRSdMQ8/TcsWG7al3pdWkjzgd3UX5lK5VPqMy8KBwEaAIRjHtgLEiABYwI0AKBkkAAJkAAJkAAJuCYA74eXht4evw4W6xeM+LfjdnQZACTeEIqK1atXy5tvvimPPfaYQMERK8hvjFD+HTp0cNzH5Ioff/yxnH766bn+cxRDtlOxZi0CXqNK2AkYlHhQ5iWWsmXLyoIFC6RmzZp2l4fyd8pUzrTs2rVLeWonpgwpXbq0UtAmF3h1Jxfkaof8ValSJU94drOJ9+NdGgYho0zlngV44yOizaRJzj1G69SpI1OmTDGUP7SOiDeIVgFvfqdl4MCByhCuYEF3UX+ctu9nPRoAOKebScpaq1Hv+nWb8u5XXv7TFsqvy9c6h5RCzWrN6kuzAZ0l+6Qukt9yOWeCTC35apoK8b9kwnTD2W/St2OOt/+ALoIw+2EtiOa2avoiWYfoAHOWyrb1eVMWxPqOkPaIDqBSBvRoI0j/FpaiS1lrNB6kZpj88kcq1H9y5I+ChQsppT88/o+rWjEsOPJNPyCzsz/IiQywf49xZIvGJ7aXtmf2kVZDerni4kWmNixYkaP0H/e9bF6x3vS+jXq1jSv9w/yecAWOlYUGABQCEiCBMBOgAUCYZ4d9IwESIAESIIEQE1g0bqqM+vu98R52OPckOeuxfzrqsd9Kq1GjRsmFF16Yqy/9+/eX8ePHO+qfUaUlS5bkyuGNOq1bt5Y5c+ak3GY6LqRizZq6n1Elxo4dq4xIkFYiVmCcgv9+8sknp0MctNyTMpWDEalEevbs6ZlptWrVHCtl/X6Xeh5Mig1QpvKCg1HbnXfeKU888USud4gRYij2kRIAxiRWZePGjXLVVVfJJ598YlkPCv8rrrhC3RtRdcJepr4+Nk8XDx08KPsPHJDixYoLcq8mly4XnBL2YQXWv0xQ1hrB2r7h16Mh/Repf39bvdGSaZnK5aVupxZSt1NzmfDUW7Jr01bHc3BctYqyY2Ne7/BYA1CkIipAs5O6SJ2O0Uol5RhCQsWoyhQ8j6H0h7f/71u25xk6FMCtT+ulvP1rtsmbqiUVVkFfs2LyXFk9Y1FOuoA5S2Xf73tMu1C+ZpWcdAFHjQKKlSoRdHfj9/OirDXr9NrZPyrF//wx3+WpglQJ3S8+TTrzW5G2OU++MRTuMAbAmYRRKViokIoK0ObMPrmiNHw34kP57IG8UZWOHBEpkHd5oJp+8KdPBe0lFnxHYkp/q/d9dv9OcaV/kRLFQsOPHdFHgAYA+liyJRIgAf0EaACgnylbJAESIAESIIF8Q2DOhxPl7WseiY8YeWSNAAAgAElEQVS3xyWny+C7cucVNoLht9Lq0KFDSvHx22+/xW+PnMY4gCxRIrXDqk2bNskJJ+T2fEEYb4T3jlKhYs35bOmMKgHPXXjPJofUfumll1Te7igXylTO7C1evFiaNfOuyKEBgKg89rt371b57aPobW70PE+bNk06d+6c66dUosjAY/+1116TiRMnCgzTEP6/ZMmSgggS3bt3l7POOktg8OamwJANhnOIGLBq1SrFHmkratSoIUgjcMEFF+QxgHPTftB1H+n5d9nyk/PIBsjbfPbj1wfdzdDeL6rK2mSgUPDHvPvh6b99w2ZL5lDm1u2co/Cv16m5HF+nWrz+g52GCQwInJbOFwySU++6XBaNnyqLx01VCqpkT+JYWyXKlVaGAIgM0LRfR6e3iFS9qMnUws+nqDD/y76ZZcg55umPf4umUQmuWwj27vhdVnw3R5DuDcYA6+ebhy/HvWu2bhw3BqgbsCGLTgOAeZ98oxT/6+bmjc4Eb/JuF50m8NxmCSeB/bv3qvQAsz+YYDiH6DWMstqe2VdFBvjx6xky5t4RrgbznzVjlQHA0okzZeEX38uicd/L3u2/G7ZRICtLEB0xFt6/YKHoRU1yBYeVVQQAyIabcuWHj7mpzrokQAIkkDIBGgCkjI4XkgAJkAAJkAAJgMC0Nz+XD25+Og6jz9XnyoCbc3vfJ5Py2wAA90N+49mzZ+e69cqVK6VevXopTdzcuXOlTZs2ua5t27atzJplfDiY0k0CuIiKtdQge4kqMX36dKVEg1ItsSBVxb/+9a/UOhSiqyhTOZOxefNmpYT1WmgAkJkGAF7lgtc7J0ADAOesjGpGTVkbG8OmZWtVSP/VR0P6I4y3VYE3c72jHv5Q+uN/m5VUDADOePDqXM0tnTRTGQIsHveD7N66w/BWWQWzlCEAFMuIEIAQ7JlQoiBTW9f+ojz94fEPRXhyOa5aJWl75onK2796iwaZMC22Y4ARzfLJc2XNUYMAMDIrhYoWlobdj6ULqFS/hm37Xip4NQD4c9+BnDD/r3xsGN2h64WnSreLh+QyBPLSX14bDAEY/yE9ACIDIIKHUSlXrZJs32htEJZ8XcvBPWXxl1Pl4P4/DdssXKxIXOGP9zcLCZAACZAACYSFAA0AwjIT7AcJkAAJkAAJRJjA5Jc+kk/veTE+ggE3DZM+15xnOiK3BgBr166V2rVr52qvadOmyuPWrCD/8Zo1a3L9jNzciSGR4dEPz/5YQTh2HFKWKlUqT7OvvPJKHk/ts88+W959991IzRyVtalNV6pRJRYuXKjCwsNLN7Hcfvvtcv/996fWmZBdRZlyPyGIHvLTTz/luhAyctxxx7lqzO271FXjaayciTKVRpz57tY0APA25VFQ1mKEKpf5tEVK6Q9P/73bd1kOvGLd6sq7P/bnJn/3pOffcw2195Vnm16zZtaSo8YAU+W3NT+b1mvQrbVkD8hJFVD2hONd9yEsF4RZpuZ9+q1S+q/8fp4hrmYnd5UWg7opo4zCxYqGBWla+oE0ASsmz5G1s5aolAF/7Mxt2JrYKTxfDZAuoHtrFSWgRLkyWvucqgHA5pXrleJ/2huf5+lPueqVldIfof7hxc0SbQI/TZ0fjwxw+NBh7YMpXqZkXOmPSBEsJEACJEACJBBGAjQACOOssE8kQAIkQAIkEEECXz/9tox7ZFS854PvulR6XHKG4UjcKq2gDEKIY/ybWGbMmCHt2+fdcH/zzTfSu3fvXHXLli0r27ZtEyj5YwV1UDexPP/88yrXcXJB6GaEcE4sL7zwglx++eWRmq1MVKzpCq1tN5Fuo0ogPQRCcv/6a+6wwRdffLG8/HLe3JN29w/r75Qp9zNDAwBrZpkoU+6lxNkVBw8eVBWR5oYlhwANALxJQliVtevmLs0V0n//7j8sB1q5Ya24sh8h/UtXKu8NjE9Xb1q2Jm4MsGHhStO7VG/ZUJqd1FlFCKjSqJZPvfGn2bDJFJTAytv/rXGC8OHJpVz1StLurH7K279qdl1/oES8VaS0WDF5rvpbO/tHwfNpVao1r68MARAloH63Vp5H79YAYNmkWTL5lY9k2Te5o8OhI/W7tlKK/+z+udP0eO4kGwgNgbkfTVKRAZZ9m3f+3XSy1PHHKaV/i4HdtMixm3uzLgmQAAmQAAmkQoAGAKlQ4zUkQAIkQAIkQAKGBL54eKRMfOad+G9nPHS1dP7boDx13RoAoIHTTz9dPv7441xtwZsfCvtTTz1V5YmGl/aYMWPksssuU+G4E8tFF10k8OJPLCNGjFB1E0vx4sXlxRdflPPOO08pVPbs2SPw1n7qqady1YNBAnIxu/XYTbfoZKJiLRUDAL+iSsTmd/369dKtWzdZt25drikfPHiwfPTRRxmT1xyDo0y5f6ppAGDNLBNlyr2UOLti165d6n2CbxJLDgG3BgDtzu4n5zwR/XQsuuY/LMra1dOPeffDwx8KR6tStWndXB7+JcuX1YUksHZ2bNwii8ZPVQYB8F41K8fXqaqiAmQP6CK12zUNrH+p3igsMoWw4FD8Q7aMSvOTu0rLU3sqb/+ChWlU5Wa+d/26TUUHUAYBc5YK0geYFXjXK2OAHq2lQfc2ckKTOqZ1p44aI1/8Z2Se348cOSIFCuA/q/+Tq9wx8w0pWionfcYP//tMefwjNHxy6fjXAdLtotOkSuPcUebcjJt1o0Vg92875P0b/ytLvpruquPdLhoiLU7pIXU6ZLu6jpVJgARIgARIIN0EaACQ7hng/UmABEiABEggwwh8ctf/qXyKsXLukzdI27/0zTXKVAwA5syZI506dcoTBQANI2R/xYoVZcuWLXnyrON3KEaQLqBWrdweU/v37xd4dS9alPcgMNYm0gbs27cvzyzdd999cscdd0Ru9jJRsZaKAYBfUSUgEDA+gef/8uXLc8lHly5dZMKECQIjk0wqlCn3s0kDgGPMXht+dx6AONiHZ3uhwoWkQNLhPnJi//XZm91Dz9AraACQd2L/0224bF1jnqvaSBTKVK4gx1WrKMgNfFzVSsf+/2oVBbm/S2oOXx1mcUyHsvbQwYM54fynLZTVR0P64z1gVZCH/VhI/xaCcMyZVPbt2hM3Blg8/gfToZWqUFZFBYDSOqxhqNMhUzFgm5aukWnw9n/zCzm4/0Aejgj73uG8k5S3f9QiK4RZ3hHZYsV3c2XFlByDAKsUHaUrllMGATkpA9pI6Url4kODAcBHtz/naqi3THlVpr89Tin+k3O2417dLj5N/RUpnr9TOriCmkGVvxvxoYy5d4SrEf1nzVgpyEhLrpixMgmQAAmQQDgI0AAgHPPAXpAACZAACZBARhEYfdOTKqxmrPzt/26XFqd0j//vVAwAcPHIkSPl73//u/L0d1qKFi0q77//vsDz2qhASdunTx/lze+0DBw4UD799NNIenFTWXtslv2IKoGQpL169ZL583N77jVt2lSmTJki5codO9R0Km9hqvf9yE/zdAfP44H9BwTPdYGsvJ5YXS88NUxDcNSXVIxKHDV8tBINAI7ReqLfFfLLj6sd42t9Wm8aACTQogFADgyEoF46caYsnThDrMKoOxa0pIpFihdTRgEwBiiHf5WRwNH/H0YD1SpmjHIgCGXtgb37ZNVRRT+U/pg/u1KzTWOl8Ec4/7qdWkiREsXsLsmc34/IMWOAcVNln0HYegwWXuswBMg+qbOKEFA4JArOIGQqebJnvjNeeftD+WxUEMa79em9Fa8COa7kLD4SwHO+fPIcWTllnqybs1SsDHxOaFw7xxigRxv5bc3P8vEdz3vuGSJlQOnfcnAPz22xgWgToAFAtOePvScBEiABEnBHgAYA7nixNgmQAAmQAAmQgEMCb1z5kMz/9Nt47WvGPiU1WjVS/ztVAwBcO3HiRLnyyitl2bJltj1p06aNCucPL3+rsnHjRrnqqqvkk08+sayHMMtXXHGFPPHEE1K4cGHb+4exAg0Ajs2K7qgShw8flq5duwqUx8kF6SrKlrUPR4y0E0YRKcIiS08PukbWz88d2cCqbzhgv2BE9CJlhIV3fugHDQC8zXJ+NQDYu+P3owr/mbJ00kz5Y+fulEFmFSoohw86Nyw0u1GZSuWVUYBZJIGohKT3Q1mL+YECMKb037Bghe181WmffdTDv4X6t1DRaK67bAeaQoWV389TaQLwt/OX30xbaNizrTQ7qbNKFQD5TFfxQ6aMxrJx4Uql9Mff4UOH81QpX6OydBw6UBDqv2K96unCke/vu3/3Xlk+ea5KFwBZNgrPrwtSmzP7SPeLhkj1lg11Ncl2Ik6ABgARn0B2nwRIgARIwBUBGgC4wsXKJEACJEACJEACbgi88rd/q4N5lMa928vwkfdIVsEsTwYAaAuhob/44gsZPXq0zJw5U3nv//HHH0rBijD/SBVw1llnKU9sNwUK4VGjRilP7VWrVql0AvDYrlGjhvTt21cuuOACyc6OTu6/58+4IU+4U3jcHDp8WAoWzMoTWrtUxXJy0ch73CALRV0v3to6o0ogVYTX8P4wMoF8h7XQACCsMxPdftEAwNvc5ScDgA3zl8uPk+DlP1N5kJoWOPNaR4/PdWn7c/rLafddKds3bJbtG39V/+7YuDnnf2/4VbZv3GypZHU6g/DGLnc0vYBZJIEg847P+XBirpRNsXEgqgs8orOysvIMbdgrd0nZKhVsh4w8y0rhf1TpbxflA/dLDOeP/x/rRRZ7AjCmiBkD/Lp8rekFNVs3iqcKqFS/hn3DGmv4aQBw5PBhFXUMSn8zw5IWg7pL27/0kab9OmkcFZvSRWD7+l9VdAAYBPw0db7s3rrTU9NIBxIL81/iuNKe2uLFmUeABgCZN6ccEQmQAAmQgMXW+IhdYjXSIwESIAESIAESIIEUCfy5b7+MOO82WTNzsdRs3VgufPUuQe5FlmAIwABg9YxFjm/WpG/HfGcAADi6okrQACCvqDECQG4mBw7k5B8uUqSI4+cy0yvSAMDbDGeyAcD+PX8c8/KfOMNSKVSxbnVp0KO1NOzeWsbe/4r8tnqjY7AwADj78ett6+/c9Jvs2LjFwFAgx2gA/fVakPsa6QXKHY0kkGwogHzvugoMAN6+5hFXzd0x601DA4AdP2/JFdLfzqMXhg4xhX+9Ti2kTsdmrvrBysYEIPcxYwCrtArwfs9JFdBFarVp7DtOPwwA1s1dKtPf/EJmvDPesP/la1aRTkMHCpT/FWqf4PsYeQN9BGDIAWOAFUgZMHW+HDnswqJLRO5f+pEULVVcX4fYUkYRoAFARk0nB0MCJEACJGBDgBEAKCIkQAIkQAIkQAK+EtizbZf839k3ydY1P0ufa/8qva88S7IKFvT1nmw8hwANAMY6FgUdUSVoAJAXNw0AcjPJZGWt44ctqSINAFIll3NdpsnUz0tWxZX+dgZsjXq2VXmiG3RvLVWb1o2DfKTn312FlHZqAGA3UzAAUJEDNm45GkEgJ3pALKIAlOReS+FiRXLSDCgjgYqGKQcKFXEWKt+LAcDWtb/kCum/bd0my6Eh+kG9Ts2lbqeccP612jbxioLX2xBAFIaYMcCyb2aZ1oZhbo4xQGdp1Ms6ZVaq0HUZABzc/2c8xL9ZVIkWp3SX9mf3l8Yntk+1u7wuRAS+HzlGPr7jOVc9ogGAK1z5rjINAPLdlHPAJEACJJCvCdAAIF9PPwdPAiRAAiRAAsEQwAH4C2feoA7BETq2ZpsmMuTey6VsleOD6UA+vUt+MQDIp9OblmEzBYA37JmmrPVGQwR5gB/vc7lSkjotx1WtKF2GDZYarRtJzVaNpEiJYk4vzch6UZepg/sP5Cj8J82UHyfOlF2btprOEzx6kdMcXv4NureRYqVLGNZNlwGAEwFDvnbIOwwFVDQBZSBwzFAAz4TXAoXucTAOMIkkUOr449QtUjEAgKJ4/fzltikRMDc5Hv45Cv8azL/tdVo9Xf/n/gOyeNzUHIOA8VPl0AHjVEOFixaR7AFdpNlJndW/To1J7Drn1QAAxkAI8z979ATDW1WodYJ0HHqytDq1l5SrXsmuO/w9QgSmjhojH91OA4AITVnouwoDgD/35UTkclp6XfkXKViokNPqrEcCJEACJEACoSFAA4DQTAU7QgIkQAIkQAKZTWDzinXy7GnXyx87d6uBVm5QUy55+0FtRgB79uxR7ZYsWTKzQboYHQ0AXMBiVUcE3BoANOnTQS4ada+jtvNDpagra3XMkRsPbyf3q9ywljIEqIG/1g2levMGTi7LmDpRlKlfV6yLe/mv/H6e5VzAux9/Dbu3kWrN6zuat/273YfiD0u4aBgAxCIIqGgCP8eiCeQYCuiIIlCoaBEVPQBh+DctM88Z7wj20UolypWOK/vh6V81u56by1k3YAIwuolFB9izzTzfeuPe7VVkABh+xAxHUulqKgYAiKgx/a0vVJj/zSvXG9625eAe0uG8AdKwR5tUusVrIkCABgARmCR2kQRIgARIgARIILQEaAAQ2qlhx0iABEiABEgg8wggp+PTp1wrRw4fVoNDCFgoB0scV9rzYH///XcpUKCAlCpVynNbmdIADQC8zeShQ4dUAwWZskJ5qS78bIqMf/x1ObBnnyuwJzStK416tlGeu/AGLVgo/6YAiaKy1tVkG1SGhzc8u6FwQhhqeED7WbIKZiljgGNGAY3k+NpV/bxlWtuOgkzhmx+TAcgBFNlmBREeGvVqqzz8ofjXsT5I6wT5cHMYASB6wI6fkW7gWCQBZTCwYbPs+z3HINLPAmVwvaPe/fDwr9K4tp+3Y9s+Elgzc3HcGACpHcwK1uw5qQK6SMW61QyrzXh7nKyavijPb38eOCAFsrKkkIEH7eA7L5WS5cvEr1n5/Xyl+J/3yTeG94C3f6ehA6X1Gb21GRH7iJdNeyRAAwCPAHk5CZAACZAACZBAviZAA4B8Pf0cPAmQAAmQAAkET2DV9IXywpk3xm8MpeDwV+8SeKR5KTQAyEvv8b6Xy6alaxxjxSH+FaMfdVw/0yvmd5lCTucFn02WBZ9NkfXzlmmZ7qysrJwQ3uqvjYoEkp9KFJS1Oubj1+Vr42HdV01bKIcP5Rh9GRWE8D+w17lRSf2uLaV+t9ayfu4yJZe7Nm+z7TKUyCpCQMwwoHVDKVUhJwx61EtYZeq31RvjMrDsm9mWmPHtadQTSv/Wao5YvBHY9/venBQDykDgaASBo4YCykjARcqN5J4MvO0iye7fWSrVr+Gtk7w6lAR+Wbomnipg46KVpn3EtzuWKiDxmYUBwPs3PulqbHcveE8KZBXI8fZ/a5xsXfOz4fXw9ofiv363Vq7aZ+VoE6ABQLTnj70nARIgARIgARJILwEaAKSXP+9OAiRAAiRAAvmSwNJJs+SVv90RHzs8ioa9fKcnFvldWQt4ONhXXpbIpfzVdDly5IhrpvCswuF+0/6dpF7nFq6vz6QL8qNMQWkHhT8U/xsXmh/+65pnePvCGADKvzodmwlyV2dyCauy1itzKPjx3oF394rJcwVyZFZKli8rSA3R+MT26t9nh/xTfvlxteMutD6tt/z12Zvj9eENDUOAdfOWxY0CDvyx37a98jUqJxkFNNKW79r25horhEmmoOiPyYGVDOA5x/zDy79h99ZSskJZjUTYlBMCeG6gcJ3w5FtOqsfr3DHrTSlbpYKra1g5mgRgKLJ43FQVHeCnHxaYDqJMlQrS7CREBuis1qFuDQCa9Ouo1qxGBdFbOg49Wdr9pa+UyvD1QTSlxP9e0wDAf8a8AwmQAAmQAAmQQOYSoAFA5s4tR0YCJEACJEACoSaw8PMp8vql98f7mKzUcdv5/KisBaOfps6Pe1nqyuUbY1+0VAnJ7t9JmvbrpP71GqXB7Zymu35+kSnk1o15+v+yZJUpdoT/Rfh2NzmoG/Vqp0IGL/9ujvpDfmurUqtNY2UQAMVgzTaNMy5dQJiUtV6fr0QP79Uzl8iBPeZ516u3bChNjir8kz28n+h3hScDAKNx4F2YaBRg5cmaeH3VpnUTjAIaCtJXhL2kU6YQyh9GH/iD8VksvY8Rs1rtmkrjXu2Ulz/eJSzpJzDnw4ny9jWPuOoIDQBc4cqYyn/s2i2Lx/2gjAEWf/mD6bgKFSksBw/86XncrU7tqRT/9bvS298zzIg3AAOAnZu2uhrFiVedI0VLFXd1DSuTAAmQAAmQAAmQQCYSoAFAJs4qx0QCJEACJEACESEwe/QEeee6x+K97XDeADnr0etS6n1+Udbu+nVrXOGyaPxUOXLY3Mu/RNnSsnfn7455Fi1ZXPZbKPGgmM3u10lFB4DndqaXTJapTcvWKE//hZ9NFivDEYTmbj6wm7QY2E3g5ff0oGtk/fzljqce114w4li0j3VzlsaNAVbPyJsnOLFhyGMsVUCdDs0yIl1AOpW1jifNouKyb2ap9w+8Qa289gsXK5rj5d+nvTQ5sYMgX7hZee706111rVy1yrkiADi5+PDBQzkRAo7+rZu7TKxyXcfaLFS08LG0AUgf0LqRlKte2cktA6sTtEyt/H5e/Bv064p1puNE2gV4+eeE9m8jpStldnSPwCZc441oAKARZj5qCtGllCEAogOMnyr7d5sbf7nBcnydatJp6MnS/pz+UqJcGTeXsi4JkAAJkAAJkAAJkAAJkIABARoAUCxIgARIgARIgATSSuCH/30mH976TLwPXYcPkdPuu8J1nzJZWQtFqfKwnDBDfllqHir7+DpVpXHv9tKodzv17/Nn3CB2StZE0E36dpQh91yuvLuWfDnNMuRrtWb1VGSApv07S/Xm9V3PVxQuyDSZ+nnJKuXpv/CzKQKvf7MCD10o/JsP6iYI155YvBoAJLb1574DsuJoZABEB9iyaoOlWFSsV10pE5H/t2brxpFMFxC0stbrc7Z9/a/y46SZap5Wz1wse7buNG2yUoOacS//el1aer2179fv3b5L1s1bnssoYM828/HFOgRjBkQxqNmqUc6/rRtK8bKlfe+v2Q38lqldm7bGU8vgO3Rw/wHTsdZo2TAe2r9Oh+y0MeGNnRGgAYAzTqxlTWDFlHlxYwBECXJbmp3cVboNP1Wi8N1wOzbWJwESIAESIAESIAESIIF0EqABQDrp894kQAIkQAIkQAKKwLcvfiBj73spTqP3lWfJwNsudkUnk5S1u7fuiHtYIlUC8mublUSFPwwAEksqBgAXjbwn3gTCtS/+cpos+Wqa+tdM8VO2yvEqKgDSBCDke6aUTJCpDQtWCGQIiv/fVv9sOjXw1oa3fvOBXaVY6ZKm9Q7s3ed6eouUKObomu0bNqvoACsm56QL+GPnbsvr6ndtKQ17tJXa7bMjky7Ab2WtI9A2lWIe3qtnLJZ1c5da1m4MY6M+HZSXf/maVXTcPq1tbFu3KU+kgEN/HrTtE969iUYBNVo3kqysLNvrdFTwQ6ZiRmdQ+MNwyKwgTQy8/FVo/x6tBd8ClugQoAFAdOYqKj0d98go+frpt1119+4F70nJ8vT4dwWNlUmABEiABEiABEiABEjAAQEaADiAxCokQAIkQAIkQAL+E5jw5Fsy/rHX4zfqf/350u/68x3fOOrK2rVzflRK/8Xjf7AMrV2+RhVp2q9j3MvfCtDrl97vmF+sYmK49uSLl387WxZ/NU1FBzDLA1+wcCHJ7t85xyCgXycpVsZcmey6cwFfEFWZQnhzhPZHiP9t6zeZUms2oMtRpX83KVysSMB07W+HVAPKIOC7OZbRKNBSqQrHScOebVS+4JptGoc2XYAfylp7ktY1kFt36cQZ8tPU+QKlv9mzjVaOq1ZJefnHlP4Fsgp4vX3or/958U+5IgVYpT5IHEz1Fg1yGQVUbljT01jNDBHsZArvZLuye+tOJQP4BuHPKhVM1aZ1c0L792ordTu1sGuav4eYAAwAEMrdTRly7xVStkoFN5ewbj4iMOPtcfL+jU+6GjENAFzhYmUSIAESIAESIAESIAEScEyABgCOUbEiCZAACZAACZCA3wQ+f+hVmfTce/HbDLr9Yul1xVmObhs1ZS28m1VY/6+ny/yxkwU5qs2KlZe/Izg+VNq46CcVGWDJlz/IhoUrTe+AHPJIFYDoAMjvGqUSJZlaO2uJUvjD099MgZtVMCuu8G8xqJsUCMhDWcecQ/kJY4DY32aL3OO4X9XseipdQK12TUKVLsBOWauDlZM2Vk9fJMu+nS1rZi5Wof2t3j91OzaLK/yrNK7tpPmMroPUFevnLVN/647+i+gVdqVIyWLH0gYcTR9Q9gTnHvMLxk6W/13+gN1tcv1+69SRppEZ1s1ZmvMNmjRTNsxfbtpuoaJFcow+TmwvDXq0kXLVKrnqAyuTAAnkHwI0AMg/c82RkgAJkAAJkAAJkAAJhJ8ADQDCP0fsIQmQAAmQAAnkKwIf//t5+f61T+NjPu3+K6XrhafaMoiCshbh2KFwQUh2q7DKx1WtKPDOboTw2r3b24493RV2bvpNRQVAmoBl38wy7Q5yhCMqAKID1G7XNN3dtr1/2GUKSlwo/KH43/XrVsPxFC5WVJoP6iYtBnaT7JM62445KhWQZzjRIAD53M1KVqGCyhigXucWUrNNk7SmC0iXAcDu33bI0kkzZdX0RbJmxmLZsmqDKa8S5coc8/Lv00GKliweFbFIWz9/37L9qFHA8rhRgF0KC3S2TJUKeYwCipYy5u3VAEAZnU3K8fDH394dv5vyqtywVk5o/97tVFQNFhIgARJwQoAGAE4osQ4JkAAJkAAJkAAJkAAJBEOABgDBcOZdSIAESIAESIAEXBB474b/ysx3xsevOOuxf0qHc0+ybCGMytr9u/9QCpfFX/4gC8ZMlkMHzXNJN+zRRpr07agU/sgnHdUCT22MVxkEfDVN9u3aYzgU5HvNiQzQWf0bxlDiYZQphGmPefpDqWtUkHYBCv/mA7spJV5+KIhCgVQBMApADnurUu1BqeIAACAASURBVK56JWmI6ABHjQEqN/AWmt0N3yANANbOWSorp8w96uW/RPbv3mva1erN68e9/JFCgcU7gS2rNuaJFHDk8BHbhis1qBE3CqiBSAEtG6prUjEAuPC1u+WXJauUwn/t7B9N743oIPj25IT2b2caNcC286xAAiSQrwnQACBfTz8HTwIkQAIkQAIkQAIkEDICNAAI2YSwOyRAAiRAAiRAAjkE3rzyIZn36bdxHEOfu0VaDelliicsytqfF0PZMkOF9UfuaLNSplJ5aXFK98h4+acql6umLVSpAhAd4LfVG02badq3o4oMAGOA0hXLpXo7rdeFRaZWTJ6rPP0XfjZF9ph4upeqUDYnvP+gbtKgW2utHKLW2OFDh5UhQI5BwGzZtGyt5RBqtWsq9To1V5EBarZu7Kv8+WkAAA9vROBASH94+VtFGYmHde/TQZr06eDrmKMmP372F6H2c9IG5Pxrl8oCfSlQoIDUaN1ISpQtrQzKdBWkZIHCH+H9Edof92EhARIgAS8EaADghR6vJQESIAESIAESIAESIAG9BGgAoJcnWyMBEiABEiABEtBE4MiRIzLyonuU8jhWLnzlLtMw5ulS1iIfNJQyi774XuaP+U7gAW9W6ndtKdkndYm8l3+qUwxlF6ICIDrAmllLTJuBEhbGAEgXkM6c4+mSKYCBIhee/gs/myx/mERRKFvleKXwh+IfedpZjAkgPUIsXQCMAnZv3WmKqlipEtKgZxup1bqxL+kCdBsAIK0IjGzWzFysFP9mUSEw4Ir1qitlf5MTO0j9bgzrHobnZf+eP2T93GXxtAEwCti1yTidh47+wrs/FtofBgAsJEACJKCTAAwAvnvpI1dNXjH6UUFUKBYSIAESIAESIAESIAESIAG9BGgAoJcnWyMBEiABEiABEtBI4MDeffLa8LuPhfQuIHLJmw8KwuUnlyCVtfAohmHCgrHfycZF5l7+JSuUlZan9JAmfTsopT/LMQJ7tu06GhngB/WvWWjs8jWrKEMAGAQEnYs6SJkCmR+/nhH39Idi0KiABxT+CPHPUO2pPVGIzBE3CJg817KRSvVrSN2OR6MDtGksTtMFmCnif9/9uxTMKiglSpQwvG+p44+z7A/eiYgIEfPyXzvHPKw7GmrUq600PjHHy79CrRNSA8arAiWwc9NvCUYBy1UaAbP3gV3Hyp5wvHp/xkL7ZxUqaHcJfycBEiABEiABEiABEiABEiABEiABEsgAAjQAyIBJ5BBIgARIgARIIJMJQJH22kV3y7o5S9Uwi5ctJcNfu0fqdMjONWw/lbWHDx5SOZQR1h9K/4MH/jRFDmUhvLKh8D++TtVMnhqtY1syYbqKDABjgN+3bDdsu2jJ4ipFgIoO0L+TFC5WVGsfkhvzU6Zi90JqBHj5I8Q/okkYFXhuQ+EPuarWrL6vY853jR85EjcGgFHALz+utkRQr0tLqYVUATbpAiDHMF5yU26c9JIg/3tyQZ9iHv74d/uGzabNQuEb8/Jv3KeDILc7S/QJ/LpinUwdOUamjhrjajC3Th0pMBpiIQESIAESIAESIAESIAESIAESIAESyF8EaACQv+aboyUBEiABEiCBSBLYtn6TSgcQU85ByTX81bulWvNjylDdytotP22QReOmynx4+S9cacoNBgktB/dQqQno5a9HvNbNXaqMAZAuYNPSNaaNNujeWrL7d1ZGAeWqV9Jz84RWdMtUrOmFX3wvCz+bopT+ZikjTmhSR3n6469Ko1rax8YGjQnA+ARpAmIRAsyMUXB16YrlpHaHbMN0AV4MAGBg9NMPC5TSf82MnND+VqlFYAwV8/KH3LBkJoEFYyfL/y5/wNXgaADgChcrkwAJkAAJkAAJkAAJkAAJkAAJkEDGEKABQMZMJQdCAiRAAiRAAplNAGH3R150t2xd+4saaOlK5aTHJWdImcoV1P/et2+f+rdYsWJ5QMATH3nl7cqSr6YrD394+h/cb+yNjTZqtWuaE9q/Twd6+dtB9fj7tnWblCEADAJWfj/PtLWqTevmRAbo10mqt2zo8a45l+syADhy5Ehc4b/gsyly5PBhw/5Vb9EgrvSvWJf5ubVMosdGYHQEY4AVk3OMAsxSVeA2UL7XatNERQf4c99++ej251zd/eSbh8vWdb8oxf/mletNr4XREd49OUr/9lKsdElX92HlaBKgAUA05429JgESIAESIAESIAESIAESIAESIIF0EKABQDqo854kQAIkQAIkQAIpEUAu5JfPv0P27vjd1fVXj3nS0AAAxgTwwoZiZcOCFaZtFi1VXCn8Y6H9Xd2clbURQB5seFar6ABfTlNKVqMCo5CYMQByX6davBgAHDp46Gho/ymy8PMppl2o1baJUvq3GNRNylWvnGpXeV1ABFZMmZtjEPDdHNm46CfTuyLXOlKH6CrVmtWLe/lDZljyHwEaAOS/OeeISYAESIAESIAESIAESIAESIAESCBVAjQASJUcryMBEiABEiABEkgLgckvfyyf3v1/ru6daADw44TpysMfyhQzBTIar9GqUU5o//6d6eXvinZwlVdMniuLv/xBGQWY5UWHIhZRAZRBQP/OAu/p5LLs29nyv8vuz/PfjxzJ+U8FCuQd05UfPC5Vs+vm+gFRI+DhD6OSxeN/MAVRr3OLo57+XeMRLIKjxjvpIrBn2854qgAYBezatFVX01KwcKFcXv6xSCfabsCGIkeABgCRmzJ2mARIgARIgARIgARIgARIgARIgATSRoAGAGlDzxuTAAmQAAmQAAmkQgC5sf/vrJtcXdp1+Kmyds5S2TB/uel1hYsVUQr/FkdD+7u6ASunncDPS1blRAb4aprlPNfp0Eyy++cYBFSsW131GwYALw+93dUY/jn+eWUAcGDvvpwoEp9NERiXmJWGPdrEw/uXLF/G1b1YORoEfl2+Nm4QAJk6csg41YPZaMrXqCzZJ3VRiv8G3VtHY9DsZWAEaAAQGGreiARIgARIgARIgARIgARIgARIgAQiT4AGAJGfQg6ABEiABEiABPIXgVQMAMwIVWtePye0/8Bu9PLPIDHa9evWuDHA0okzTUdWsV51FRWgdMVyMubeEa4I9Lv+fFk3d6ksmzTL9DoocpE2osXAblK0VAlX7bNytAkgKsVrw+92NYgbJ70klRrUcHUNK+cfAjAA2PnLb64GnH1SZylfs4qra1iZBEiABEiABEiABEiABEiABEiABEgg+gRoABD9OeQISIAESIAESCBfEfBiAFCwUCFpMbh7PLR/vgKXTweLPOyICqCiA3z5g/yxc7evJJqd3FUp/JsP7CqFihbx9V5sPLwEaAAQ3rlhz0iABEiABEiABEiABEiABEiABEiABEgg0wnQACDTZ5jjIwESIAESIIEMI5CKAUDnvw2S7pecIRXrVsswGhyOWwKrZyySxV/mGARsWbXB7eV56mcVKnhU4Q+lfzcpkFXAc5tsIPoEaAAQ/TnkCEiABEiABEiABEiABEiABEiABEiABEggqgRoABDVmWO/SYAESIAESCCfEkjFAODqMU9KzdaN8ykxDtuMwJafNqioALNHT5BNy9a6AoXw/h2HnqxSCLCQQDIBGgBQJkiABEiABEiABEiABEiABEiABEiABEiABNJFgAYA6SLP+5IACZAACZAACaREAAYAW9f+kufaHRs3S8nyZaRw8WJ5fqvSqBYNAFKinT8uWvbtbNm+/lfZu2OX7N3+u/o7Ikfk8OHDCkBWVpYULFhQSpQvIyXLlZXix5WS6s0bSNXsuvkDEEfpmgAMAHZv3enqutptm0qlBjVcXcPKJEACJEACJEACJEACJEACJEACJEACJEACJJBMgAYAlAk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iABEiABEiABEiABEiABEiABEiABEiABEiABEiABEiABEiABEiABEiABEsgAAjQAyIBJ5BBIgARIgARIgARIgARIgARIgARIgARIgARIgARIgARIgARIgARIgARIgARIgAYAlAESIAESIAESIAESIAESIAESIAESIAESIAESIAESIAESIAESIAESIAESIAESyAACNADIgEnkEEiABEiABEiABEiABEiABEiABEiABEiABEiABEiABEiABEiABEiABEiABEiABgCUARIgARIgARIgARIgARIgARIgARIgARIgARIgARIgARIgARIgARIgARIgARLIAAI0AMiASeQQSIAESIAESIAESIAESIAESIAESIAESIAESIAESIAESIAESIAESIAESIAESIAGAJQBEshwArt27ZLJkyfL559/LnPmzJFp06bFR9ypUydp3LixnHTSSXLiiSdKpUqVUqZx4MABmTdvnowfP17dY/HixbJ27VrVXq1atSQ7O1twvwEDBkjr1q2lUKFCKd/LjwsPHz4sy5YtU/2fNGmSzJ8/37f+//HHHzJ9+nT58ssvZcqUKYrb77//roYFNo0aNZJevXrJwIEDpXr16lKgQAE/hpxym0HJVModDMmFQcoUhrx582YZM2aMTJgwQcny3LlzFYnSpUtLq1atpHnz5jJkyBDp3r27FC9ePCSUgu3GkSNH5Ndff5VvvvlGPet4zmOc0BO8o9q0aaOePXAqU6ZMsB0M0d3wnsI3Y+LEiXne6cnvKrzXa9SoIVlZWSEaAbsSZgKx78i3334rs2bNUs/itm3bVJfLly8vLVu2lHbt2knPnj3z/bMY5nlk36JBIOpr9CApR32NHiQr3ssZAaw9sSf++OOPBd+8H3/8Ua3TE793WH8OGjRIOnbsGLo9srNR5q6V+M75/vvvZebMmfFvPM4F8I3v3bu3OoPAvje/rh8hGxs2bFBnNV999ZUsXbo011lNbD0E+ejfv7+0b99eSpYsmcqU8Jp8SCB2FoGzgalTp+Y6H0jcy3Xp0kX69u2br5/FfCgeHLJmAnje1q9fL+PGjVNnTWbncTxnEgn6nFTzVLO5kBLAHg7rqU8++UQWLlxoqGfBt27w4MGedF8hHb5tt2gAYIuIFUggegSwmcQG8tFHH5XRo0fHlctWI4GS8Morr5R//etfUrFiRceD3rp1q4wcOVKeeeaZuMLc7mJsXh988EFldJDuDf+ePXsUo8cff1x9JJyUVPu/bt06ef755+Wll16KH4LY3e+CCy6Qe+65R2rXrm1X1dffg5Qpo4FgkQhF5L333qs+6rECuT333HPlscceC42yNkiZAoctW7Yo+YVsxQxJrIQBB2133nmnnHnmmVK0aFFf5SaVxtesWaPmOfndhUPRESNGSIsWLVJpVszaNWsMh2533HGHXH755aE0mNi/f798+OGH8tBDD+V6d6Hf11xzjdx6661SpEgR16wgv+D81FNPOX6n4yann3664gUjprAZLemSqVGjRsnVV1/t6DlzCh7zhW8oNiLpLn7JVOK48L568skn5f/+7/8cfwehLHjzzTela9eu6Uak7q/7e4TNKt7JL774oifZAp833ngj7esFJ/ON7xDeMVD+6CwwIsH7C0avicaVuEfMGA4Hb5deeqkyNAlL0S1TsXFFfY1uND9m7xCvMhXlNXq6181BfDv8fFb9kin0GeuPu+66S15//XVHQ0h1j+mo8QAqmcmC1a1POeUUue+++5Sxcn4p2FfDAPn++++Xjz76yPGwsR669tpr1TcsUw0BYKh94YUXKiWazjJ06FB1XlWuXDmdzYayLbM1hV1n//GPf8gjjzwSyn2vXd+d/P7DDz/IZZdd5vjMz6xN7GOw1w7bftcJAx11Dh48KJ9++qlgX5zoNBVrG2cBbdu2VYzggJLpBd89GNk8/PDDuc4prcYdO2fK5He50fiDPifNNNnTdaaVaVzwDH7wwQfqDDlmYGs1xlR1X1HnRgOAqM8g+08CSQRw+ImFu1NlYDJAWOS/8MIL0rlzZ0u22Fh88cUXymDAyUs2uTG8dKEswiY2HUpIbLzh6X/LLbcor4RUym233Sb4s9uA43Afyg5s8mMejm7uh83+E088oRRs6dhoBCVTZkzsDs+gQIByqEKFCm6waq8bpEzFOo+N7BVXXKE2X24LDH5w4BYWJUhM8Wz1nCBihlslIN5VWBDeeOONrhTaMZ5/+9vflIGFG8Mot3Phpn7s0BAHymPHjjW8FIcb//3vf10f4KxYsUJw+IPoJKkUyBLeVThkC0OUF50ytW/fPvW9w7dVd8Fm5d///rfuZh2356dMxTqB5xAGK/jup7JmSDej2Dj8+B6BxznnnJPSezx5kuFd2qNHD8dz71dFJxtxGCvgXaGrHDp0SK1/sS6zK6l8S+zaTPV3P2Qq6mt0I5Z+yVTU1+hGrPyQKaP7BPHtSPW5cnKdXzKFe4MNFLvXX3+967Un9sg33XSTWnNEKWLXpk2bVL//97//OcGfq06697quO+zhAijPcC6Ab5UTw22jW+FMAOt8cMu0gkiSiHaQKhszHjjjevfdd5WXeyYXPIe33367vPrqq66HmemMcO4Bg1uv5e9//7syYi1RooTXpiJ5/XfffacccH755RfL/odl7+Yn5FWrVskNN9zgypArsT9nnXWWepdXq1bNz26mve10nJOmfdAaO6DzTEtjt0LRFIx4sV5OZe2Jc+Wnn35aRYDND4UGAPlhljnGfEMACxAoA1NV3sRAwdP2tddekyZNmhiywyErFr133323580ZPLWwiA5SsY3+474333yz5/7/5z//UR8cM2UXvK/wOyxkvRRs8NEGwiEHWYKSKaMxOVno4LowGAAEKVMxVlD0DBs2zPXBYiJrGAFAYWJnxOKnzMW8FHAQZmeM41Zpg83G22+/rbz4vRwkhYET5sBptIdUDAAQknb48OEqPYmXgoNrLMCRbiJdxQ+ZgpLon//8p/LS1l0g+zgkKViwoO6mbdvzU6ZiN8dhNw43cPCW6nOY7kMkP79HOg0AdCvVbQUoqYIThWDsEt19XbBggTqQxLvMrrj9lti1l8rvfslU1NfoySz9lKmor9GTWfklU0byHcS3I5Xnysk1fsoU7q9r7Wm3x3Qy1qDqwGsba0+EXU21pGuvm2p/U7kO6yEYFcMBwWuB4ghr0kzzaEfKiG7dunnFk+d6nGu999570qxZM+1th6VBrCcvvvhiAcNUCg0AnFELw9mTs57qr4UUboiG5ySqTbr3bvpHn7tFPGd43lIxbE9sCRFfEZ0kU1NPpuOc1O+5D6p9P860gup7EPfRsfa0030FMY6g7kEDgKBI8z4kEAABHLDD00BHsVIg4cAMXlvIoe21pGOjgTyMf/3rX1UuNK/lhBNOkHfeecfU4w7hsXQpwk499VSVPqBSpUpeu+34+qBkKrFDbhY6uC4Mm7AgZQpjhnU/DGc+++wzx3NpVhHKWjzPQRrhxPpi56WW3Ge3ShtszDA2zI/Xkg5jpVifnXipJY7PrQEAlNvw2nr22We9YlLXI7cWDgbwfgy6+CVTfhoApOOAxG+Zis27LkVIOhhhDEF8j3QaAKQzAoBThWBMNnQaAECe4fEGxYqT4vZb4qRNp3X8lqmor9ETOfotU1Ffo8dY+S1TiXMS1LfD6fPktp7fMoX+wAjpvPPO8xzVBWsovCeRMi/MRecasnfv3sqINFO9IXXuSyATL7/8slJAZVLxywAgHWdOQc6LDkVIpjNiBADvEgkjL0RHdGLQna69m/dROmtBlzzhbjr3RM56H1ytoM9JgxuZv3fy60zL314H1zoMKmEoqyOK5iWXXKKcVdLpFBcEORoABEGZ9yCBgAjoXITg0GHMmDEqf1NyMTpchBIWXrIIoxILKY6NCDbxeDFbhb5HGDworIIqOg/b0Wd4hWKMRvm2EZr+/PPP1zY0LLphCBBUCUqmYuNZv369ChHtxKo4dk0YDACClCm7MMfIJYboFrVr11aINm7cqEIbPfbYY4Zikw5lbaohd90obbZv367eK++//77huPHcItw9OMH4Ae8rRNl44IEHDDe16cqvjTzWWNiahfs3GpxbA4AZM2bIaaedZhjKD/lokW4A3jhly5ZVnm1O3u2IRNOvX7+gXlUShEzB2AvPl5NDDzcDD/obGIRMxcY/a9Ys+ctf/mJohINoEfgNETqQIzIW6hgbOhg5zZkzR0aPHq0MnfAO0xku3sn8BPU90vX9SNc7CvOF9+w999zjygtG52EX3jeQJafPpptviRNZcVonCJmK+hodLIOSqaiv0cEqCJmKyXeQ3w6nz5TTekHJlJWxIL55WHsiWl/lypUF63lEWkNEPUSrMirIhQ7jzDAfSlophKBQxF4SRgwYw4EDBwQh3rHWNotYmKn5tWE8A2NbrGeSC2QDa3eshxAJAZEFY6weffRR0z0AFHHPPfec4PpMKTDSAQuk0NBZevXqpVIGVq1aVWezoWjLzggSa2yk3Tz55JOlSpUqkpWVpfq9e/dutW77+uuvVZouRJPA2d3xxx8finHp7oSuc61MfUfZ8caZEt45SKPqpOQ3AwCkF8G7Cylaqlevrt7jiMz0zTffqD2SVaTLTHyXx2RE1z431p7V2bsTuQx7nSDOtMLOwEn/rFKR4EwE73v8Cx3Nzp07lW4LegYjxzCsobDm6NOnj5NbR7YODQAiO3XsOAnkJZC8qDVa7DtdhKB1M6VE4uEilEMPPvig2tjHNhPJPbMLVR50Hq3kRYiREgLeNLC6e+GFF1R4PatDZasNZfLhIjb1MJQ4++yz4wtDJxv8GNNbb71VfcyCChUdlExhfPgwQxag8HFTwmgA4KdMrV69WnkWGYVqNwtVj4NPKHHxrBqVDz74QM444ww32D3VTTWyhBulDQ4zsAEzenbNwqriuUd6E7NIKkF72qRqMe3GAAAKfRzEGlnP4uAWh9JG6WBw3bhx41TuciPGkDW8r4IqQchUqmOxCpcItlCeZmdnp9q8q+uCkKlYh6wUIfgW4vs6YMCAtEQfsYMW5PfI7GBEp4Lcbrxefk/Vi1rX+IyMvfANRqQns5Qdbr4lXtgkXhuUTEV9jQ5mQclU1NfoQckU5iTIb4euZy6xnaBkysqg0mztabVGgEH+xx9/LB06dPADi+c2ca4AY9qRI0fmAwId0QAAIABJREFUacsqrOrKlSsFxg1GocrTYZjsGYSDBqyUINhvIy2AUUrBHTt2yDXXXGOY3xaOGjBOrV+/voMeZH4VK2NA7HOwFw7qDCVI2laKEHg24t0Tc9AJsl9hu5eRAUAYzpHCxsmoP9j3w3jpuuuuy/UzzjSxPjA6l8ovBgB4tqBYhJOAmbGeXYQOnNsjRUnjxo2jIA6u+hjk2burjoW0cpjPtMKCzMqg0mrtabVGwDoLqXGLFi0almFq7wcNALQjZYMkkD4CsUUtFiGwFoeSMOZRl9wrJ/mezazrsNnHCxIWxNis2lmdW72g0a+gF96JixAoCB9++GG1cTYKge4kV59VtITY4SIY3Xjjjcr62iy/k93CEKzg4QYlJDxxgyhByRTGYnYw0r17d7nhhhuU1R7GnlyClh8j7kHK1CuvvKIMJZKLXdi+xYsXC/JFGuVHdqMw9ip3ZkpBKATxfJQoUUJ5wBgVp0obeFXhoOehhx7K04xdeNFffvlFkIttwoQJea4N2hPLLAwm3ltghPe8UT/dzOfevXsVd6Nny87gyEr5AGMUhOMuVqyYV5GxvT4ImbLthEUFK2OUoDcbQchUDIXZgWQUwhoH+T2KugGA0YEq1qF4R0E5ceaZZxo+HToMAHAgiXUWPGcSC97hME4aNGiQp2+Jl+c++dqgZCrqa3RwC0qmor5GD0qmMCdBfjt0PnextoKQKaw94eWHeyUXuzRuVusEtIcUJ+lI1WU3FwsWLFB70xUrVuSpapc6y2w/k6meWFgT9ezZMw+nBg0aKOP3Fi1amOI2M2ABKxxod+rUyW6qMv53K2OUsBvSeJkcK2Pb/BLW2Ck/GgA4JZW3nlFqGxixI3c9ziOMUsNmugEAvmEw0MP4nSjuEWXDbE8E4k7PuVKfxfRcGeQ5aXpGqO+uYT/T0jdSby1ZnWtbnS9YrRPsztK99TgcV9MAIBzzwF6QgBYCCJOLzTYU2naLEByawrrsX//6l+m93SiR7Abw7rvvyrnnnmtYLWgFLjwtoJzq3LmzUqTaWXlZeVzHBmS2YEO4TFjKwhsW97M7vLFbGAbNKkiZSj7IRBitO++8Uy2U4ZkNgxQjb76gmRgJcVAyBU/rq666ytALxC4cltUBQZcuXeStt95SYSf9Lsn9wOEVnke8iypWrKiUOWZpM5xujOARCoUQ5De52Cm1rTzig+SEficfuCdGXMEYERLdaMPt5t1tlS/aLjS9lUy56YNXmQtCplLto13I16DDjQUhU2CFyDYwEMQ6I7ncdtttSkli5OmWKmfd1wX5Pco0AwAo3zG/SK9ilctXhwEAIjXhe5HoRYqDfnhEwssPqUuMitNviU65ClKm3PY7TGt09D35kN4vmYr6Gj1ImQrq2+FWdp3WD0Kmfv75Z7UuQ7jf5PLEE0+ofYxZ+e2339S6FZGVkkvQxt9OmaKe2bvDiVLbyiPejpebPoalrtn+xkloeqtvaTq+Z2FhmtgPq+gbQRtwB8ln9uzZMnjw4Dxp3KCcxVrIyrAkyH6G4V40AEhtFsxSTOB88+KLL1aOE/nRAMAtTUS+wXk4ntmw7E3cjiGV+kGdk6bSt7BdE+YzrTCxgk7AyGHMyVmt1Vlz0OmWg2ZKA4CgifN+JBAiAmaW6LEu6lTgWG1cw6DAtZoWKw/Z2HW6Nt9Lly5V6QEWLlxo2KWws/IiU8j5h5C9yPuMMFrYUMSiJVgpGsPOxGgiU5Upq8MyJ8oUs8VSkB4kULBDOYQ/bBgRjrFOnTpx4xgdBgBeOX311VfSv3//PFMXJCfcPPY+gDIVzwSMYWJRXawU927e3Vbt2IXxt3ouMa/4szN60vFJDEKmUu3nrFmzlHecUb4xRHKA9wBybgZVgpApjMUsXHRUvLCC/B5F3QDg9ddfl2HDhskpp5yinvk2bdrEU0L5aQAAb1uE6oNBSWKBMRnSmuDZC5MBQJAy5fZ9ErY1erpkyo5b2NboQcpUUN8OuzlI9fcgZArPEXJsJ6dFwtrxiy++ULlIzYpV5Kowh3k3y6ntZG9mZdQcZBSpVGXK7XVm+xsn82v2js7ksNFu+JopKGNtBJ3qzk3fvdY1CxcddIQxr+MI4noaAKRG2SiiG75nOHvC983MISHTIwC4pWl15oK2dJ0nu+1X2Oqnek4atnGk0p8wn2mlMh4/rvHqgGQVucru7NOP8QTZJg0AgqTNe5FAyAhYHfihq3aesm6GY5V7ER4Pzz33nG0qATf301nX6iOD+zjxcnDaHyvFJdoIOysvMoUFz/Lly6VSpUp5FGKZZgCQqkyZGVg4VUybKbYhW04MCJzKsV09pLvYt2+f1KhRI64oil2jwwBg2rRpSoFvlJv+22+/lR49elh20WphGCQnpCBBWNWaNWvmySmnywDA6gAWG3q8m81SjlilSwj6sM1vmbKTaaPfrcIBoz7SLsDQKcgShExhPGbvmrB/w2JzEeT3KOoGAEgFsnnzZmXIlRzVwU8DALyn4UmTmNYm0eMtbB6TQcqU23dK2Nbo6ZIpO25hW6MHKVNBfTvs5iDV34OQqZiRQXIfnSh4cY2ZkS5+C6NiAOt4GFw9//zzeaYFEfaeeuopldbLrFgZPTgxIEhVFtJ1ndUe7PPPP1fGI2bFLF1COgxJ08XP6r5W4YD79u0reDZhgJppxWoPh9QQ/fr1y7QhexoPDQDc44P39tVXX62eocQSS/Gybds2GgA4xGpmHI/LdZ4nO+xOaKulek4a2gG57FgYz7RcDsHX6jHjZ6M0qE4U+FbRutw4Ufk6SJ8apwGAT2DZLAlEgYCdt7aTF6iTcdopQcKc2xDjs7NCdHqw44SVnXdR2D0i/JKpTDMASFWmzA4HneYsioLFow4DAK+KH6sNWljCkuoyALBKeQDDEqQBOO+88/J48uM6KLAvvfTSPK+2mFcAQoCHoeiQqVTGYaUs6tixo7z99ttKaRqWokumMJ6HHnooj2c2/nuQkSH84qr7exR1AwArzn4ZAJjNAdatN910kwr/7/U74Jf8GLWrW6bc9D1qa3S/ZMoJsyit0YOUKZ3fDifzoLuODpnSocy2UhAjlPc555yje+ie2vPqhYWbm3kvOwnj6qnzabjYak04ZMgQZQBSuXLlPD3buHGjcgCYNGlSnt+efPJJgad3ENG20oDM0S3NogHFLn788cdV+o1MZGQWUpyRIYxFhwYAjh6pXJWM9tCnnnqqvPTSS8ppx+r7zwgAuXl//fXXAqMtIweVAQMGqBSfxx9/vPtJyrArUj0nzTAMhsNJ15lWmNh6ddSyMpwbNGiQeg6DjM4ZJFsaAARJm/cigZARsPI0QFd15UCBdxYUSPPnz89DAAqmoHMgu50GKysxtKUzN6PV4Q/uFRbloxlDv2QqyINMt/KRSv1UZcos1Ca8G9566y2pWLGiZXesDp/CopjTsbC1Osx18l6LwmZW54G7Vd5MvKMRThuK/qJFiyr5gvIf7+3rr7/eMLR9zCsgLIdtOmTK7XMORjjYhnecUQnjgaQumbJ6XwcZQcPtnDmtr/t7RAMAp+SP1YNnG9ZeiYdoyYZHNABwxjVqa3QdylpnZPLWitIaXfd7yoqZrm9HqvPi9TodMmXF24k3PMZg1Y9Ro0aptFlhKlZjdro3NlufOTVsDhMPu74gTD0M1J5++mnDqohchqgJjRs3jv8OTzesI3EgnVx69+6t/nu1atXsbp3Rv69evVqdM02fPj3POMNobKtzMszeGZkYQUMHNxoAuKNoZHyEcwG8d2C0hBKFMxN3o/an9p49e5QhEgwnjMq///1vZSQPA+b8XlI9J80P3NJxphU2rlZrZSeRXq3Wrk7P1MPGxGl/aADglBTrkUCGEbALraNrw4SFIxY777//viHBKIRZMcvpGBuQLkWOlScu7hX23Ml+ylSQB5lBPOqpyJQOBlYhk8LyLOpY2Fp56cGjHWO1KlabWbzP/vOf/0iRIkWCEBXTe+g8cLfLnYlOIL/3Pffcow4mX3jhBfX/G1mwI0oJ8nKXLFkyrXwSb65DptwOxio9AsKU45uYnZ3ttllf6+uSKat2YmGMETJ+4sSJMn78eGUcOHfuXDW28uXLS/v27VWuZHhJNG3aNE+aEF8hOGhcx7s48TY0AHAAPaEKvmN4h8MIKbEkGx7RAMCeaxTX6DqUtfZk8taI2hpd93sq1TVTWNaWVv3XIVM6vp9Wa9cwelIm5qpN5turVy/B2qtq1aqWj5vZ+gx73jFjxgii7GVSmTVrljJeQ6Qxo4I10B133KGMbpEC7OabbxYYvCWXWrVqCYxCevbsmUl4UhqLWXoENJbpSjWz5yf23i1cuLBaX48bN04ZGM2cOVMQsh2ldevWAkObgQMHCgwGypQpkxL/KF1EAwDns4XIGnA8gtFSYoEh2jPPPBOXFxoA2DPFOQuMu+6//37Ds5NMNHizp2JeI5VzUi/3i9K16TjTChsfrwys1q6Z/izSACBs0sz+kEBABIxypybe2suGCXkiN23apA5nkT8ah9tGBUYGr732mkAZEtaCscAaE2FljYpORY5ViD/c+8ILL5Rnn302VIq1RCZ+ylSQB5l+y2KqMmUVDstpuCIdB5R+8/G6qEP/rEL4O3mOosBJdx+RbwwHRoiQYFZg9Y8oE6tWrTKscskllyjjCBxghqnokCm347E6kES4VhhJxCIquG3br/q6ZMrq+cOBNQ4g8a+RAUny2GAEgO9vokecX+N32q7u75GZAQBCuCL3ZqKiAM9gq1atpF69eurAFkoWhAwOS7SNZIY6FGuJbZqlHkkMRxqrTwMAY4mO+hpdt0w5fe6jtkbX/Z6y4qTr2+F0LnTX0yFTVga2TtO3WUXpCqMBAObBLIS/0wh/6Vif6ZYfN+3hG4b0T5dffrnlGqhGjRoCj9GYsjbxHlD+wxAXIaPD+u13w8RLXStj27A7TngZd+xas+cPKSP69OmjzuGw5rYrkCkYm1x00UWh25vY9d3N70YGANizIh3b7NmzczXVqFEjqV+/vuC8EuttrL3TbfzvZqxe6xqd6+GZQjqaHj16xJunAYAxabzrd+zYIdOmTVPKfxi8GxWrdIte5zCK16d6ThrFsabS5/y2ZjJi9Prrr8uwYcPy/IRnCQaTnTp1skVrFlWXBgC26FiBBEggagTsvD2h1MbirkWLFrZD+/zzz1VeOqMNqtXF8CaFVWmDBg1s75HOCnaW+rfddpvyhC1UqJCnbmKRiJCA1113nenicPTo0YLwgGEsOmXKaHxBHmT6zTdVmdJxwGrVhtMQpX7z0bGwtcrthM0rwpCfeOKJhkM5fPiwTJgwQT2LCI2cXMLizaZDHpLHBsMtWPobhRq1mncsuHEdwpQWL17cbxFx3b4OmXJz0+3bt8vFF1+cx0MZbTg9FHdzP111dcmUlRIjlb7iEA7e3YkHTqm0o+sa3d8jr7wQ+hYHt1izhU0ZoEOxljhva9askfPPP195ssVKcjjS2H+nAYBIJq7RdcuUk/dCFNfout9TVpx0fTuczIUfdXTIlA7lfRTSdCXzt0qLAaNQKCjNIkLBaAIGfshjb1RiEYP8mPN0tol9xgcffCA33nijaSQAs/4hOhLOC9q0aZPOIYTm3h9++KGceeaZhv1xYvAdmoGk2BEzJUaKzcm1116r0r6FKYpbqmMxus4LL+xFrr76auWQk6l8YszMzvWwz4d8JBqw0wBAZP369TJ8+HD5+uuvXYkrZOqhhx6S0047LXT7N1cD0Vg51XNSjV0IdVNBn2mFEYYO5b1ZG3C+eO+990LleKJzDhgBQCdNtkUCESGAsLs4QIXVtNni+JZbbnGk1HazkMYhLayRoUBD3rqweT8ms7DL1QQLMVjx64hgYJWDFf2yO0RJt+jplCmjsQR5kOknSy8ypeOA1aqNsOQL1LGwtcu/jg0XFGbYcJUrV07ltI9ZaT///PMyduxYUzHIZAMADBrPGtIkIEydE8OuSpUqCbzdEYUibMrH2CTqkCk37wWj/OSx6+HRDl6Qu7AVHe8YjAleIwhxi/C1ukpyfndd7abSju7vkVcDAIwBHkwwqhw6dKijtVsq407lGh2Ktdh9zbxCksORxurTAEAkE9foOmXKqUxHcY2u+z1lxUrXt8PpfOiup0Om/DYACMvaM5m9Vf511MX7+YYbblB7ZRjLHzhwQNatW6f2z1gLmYXCx7WZagAQYzhv3jwVot5qz5HIGw4X8CQN4/pR9zPppD1ESIJCFt6ARgVGFmeccYaTpiJZByHaIT9QIOosMMhBpLKw7um8jNXNmsjsPtjHwbAJURMytRjtY80cxGgAIMoouVu3bo7FAVElcBYPA+4KFSo4vi7TK3o5J810NrHxBX2mFUaufhoAZPrakwYAYZRo9okEfCRgF+YZSpyXX35ZqlSp4qgXbhfSULxB0YjFc+fOnUNrBOAkRB+8ZHHY7nWDhMUOvGeheDQqOg0NHE2qy0q6Zcro9kEeZLocvuPqXmVKxwFrfjEAwKQsXrxYzjrrLEMvfseTZlAxLIewOuTBjAOeN3hcm0UkSb4uMWdpGL0igtws4X3+j3/8Q0aOHGmIF99XRAcIY9ElU24PQpyygKcgvpUFCxZ0eokv9XR/j3QYAGCgYQwjqUOxFptEI68Qo3Cksfo0AHBnAABuUVij65QpJy+IqK7Rdb+nrFjp+nY4mQ8/6uiQqfxqAAAlJCLh4TxAd8l0AwDsC5cuXSpIEfHNN984wocIiuCN/O1ezx8c3TDEleBti/Mko3RSffv2VYYBWCNkarF6x3sZcyaHQHZ7bmnGcciQIfLiiy+qFFyZVhDFDmcd77//fq6hme3BaADg3gAA5yZwioMjCs7FaQQgyhnHLj2OrrP3KD+zQZ5phZUTDQBSnxkaAKTOjleSQOQIwHsK+ZlhLWxUYMmKvLw9e/Z0PDYvC+n27dursH8wBAjbJtbO2webdeRw9qrswmIHH3JY9RuVMB7oJ/bTD5ky4hDkQaZj4XdZ0atM6ThgtWoDxj9YWKfbs0TXwhaHkvCIhcJQZ7nrrrsEf+l+Z+mQh2QueB/NnTtXbr31VpVDy23BweSjjz4aurBZumTKCY8ZM2aoDb1RhB1Y/GNzi1yTYSy6ZMrOAAAHH/jmIdco0gAhbQS+JXhHwpMJjIxKly5d5K233kq7143u75FVDlu3chK2g1sdijUwMGMOLzWsxYwiStEAwL0BQKK8hXWNrkumnDxbUV6j635PWfHS9e1wMid+1NEhU34bAGDf+fjjj0uxYsX8QOCpTUT7wTd9+vTpntpJvDjTw7DCsOiFF16Qe++911CBbQUSayhch9RtYY+mqE0gkhpCiHLs75AOwajgWfnnP/+Z9r2aX+O3Whcl3rN79+5y+eWXS79+/ZSSMSsrS6Dg/eijj5QMmUXgwP4Z/DKtIOoInhsdJSxGyTrGktiG0Z7Zav9KAwD3BgCJvPk+z6Hh9ZxU93MQ1vaCPNMKKwM/DQCge8EZaKdOncI6fE/9ogGAJ3y8mASiQ8CJVV0qIb9SzS8aI4dFz3PPPSfnnHNOaDZpdh7tOkMRf/vttzJs2DDTDZhRrq2wSJ1fMmU0viAPMv3gq0OmdByw6mjDDz52G8/Y7269gew891IZCw5MzIyoUmkv1Wt0zyUUsNhUXH/99aah/+FJY5Y6JjYOHBLgnd62bdtUh6b9uqA2S3YHkpAbGI+k24PdDLAumbJSpiDcIQ7NateubdgNu5Cu+Gb26NFDu4y4adCP79Hu3bsF8oOCA9qyZcuqf1HwrQUXKJhgpAVDTSOPt9gYwiRnOhRrGNcnn3yiFEyJ44bR6ujRo6Vdu3aG00cDAJFMXKPrkiknz3yU1+h+vKf8/nY4mRM/6uiQKb8NAMKy9jTjb/esuJ23sBmzue2/VX0oXaFchRLWqOAAGoaRmzdvtrzt3XffrZTgqJvfipWxLUKVw3s5Ozs7o7FYveOxPkIqN0TCMzMSsUpXBiU50k2UKFEioxhir4t15OHDh9W4ML7E5wcpSvDcTZo0SZ555hmZOXOm6fgzUc7WrFmjQtPjm5hYrM6IaQAgsn79ehk+fLggKkmq5dprr5UHHnjAs3NZqvdP53U6zknT2f8g7x3UmVaQY3J7Lz8NADJ57QnONABwK22sTwIRJIDDYyxk4W1nZumry6MdeBIPq3Foi3zSVrmksUnBxwyK9XQXbAqQGxxW+UYllSgJZmNatGiRskI285gIc3ixoGUqyINM3TKoS6ZgsQ8FyGeffZaniwgfhmfILoSYLgWfbkaJ7ele2EKphrDrd955p6Oc9giBjBDt8IQ38kTG+wyh8dJddM4lDkTgLXPLLbcYDgtM8DvkbNq0afLwww9b5izVaSSlg7NumTLrk1XaiSgcFOmSKa/KlK+++kr69+9viDkMz186v0f49k6dOlWuuuoqmT9/viGjMIW+9SoLGCC+fXgnJytLbrvtNhUKGXmljQoNAIzfVFFeo2NEOmTKyXclymt0jC/I95Sub4eTefGjjg6ZWrlypZx77rkye/bsPF10mjpKhxGBH3yctolw9jfeeKPjnPYwCEQUQERySS69evVS+5qqVas6vX0k6sHLEYois70/zmOg2IcB4KuvvqoiN1qdoaTivBEJUBadtEs7ESYjSD9Ze33H43wCa0kYluaX58/NfIAPDJbxDJqVMKd1czNW1MXa8L///a/A+Six9O7dW8lItWrVDJukAYA5aTyjmzZtknHjxslrr71maVCCVhDRDI4YYXUUcCtTTurrOid1cq9MqBPUmVaYWSFaJM4AjIpTZzEdRgRhZmTWNxoARHHW2GcScEnAziof1sGwcvUrj9WqVavkhhtuMLV0x3AuvPBCefbZZ9Nq9WjnLawzWoHdAQAUaAhTBsVbGEvQMuV1k5suhjplSgcDq00awr5jMZTuTYdfC1t40I4fP155ROKQEopsFHjatGrVSrp166aUjvBgR4F3DvL7JZd33nlHRSxJd9F54I4xXXrppYZexfg+4EAgcePvxKgiTNFL/JKpRBnAgSQ27mYbEqtQ5emWpdj9dckUFCCDBw82jBbxxhtvyNChQy2HbKVICYMXpI53sdc5t5JpROoYM2ZMKKJw6FCsoY2TTz451/vJiYU+DQCcSVlU1uix0eiQKTsyUV+jY3xBvqd0fTvs5sWv33XIlA4GVgYAYTB+c8IfnrVLlixRe36ss2EYGXM+wJ4Wueuh3B84cKBUr15dGbRh/Z1cwpKWzMmYndbZsmWLMiA28vzHGQPOYmBEEov+g3btjCrsIuE47VuU6lk9J1j/fPzxx9KhQ4coDSmlvsJbHYbb2KMlF6eOAWaKFCdrrJQ6HbGLEA3gkksukU8//dSw5zgrgIFAkSJFIjayvN397bfflKMJlNWJxW7fRgMAZ1OPM0Gk1kCqRLMoblFwFnA2Wme1dJ6TOrtj9GsFcaYVdko6GJgZAGSq8WlsTmkAEHbpZv9IwCMBHMTDujfdXuYbN25Ui0pEIjAqyAOMUK4tWrTwOOLULsdBGZQ3sLo3KlAS4vAF3gpec3/jIARzYuTJjXtDAQkrUSwCw1jSIVNBHmTqYq5bpvbt26essp9//vk8XYTHJ3JjV6xY0bL7YVesofM6FnVe59BsMxsmxZqOw2Zwsno3W0UhgacADgmuuOIKw8gyYdrEBiFTq1evVt8Ho28tvh848O3Tp49X0fT1el0yZXU4a3eQhAGG/TApDN+jn3/+WRlSfPPNN4YyEYZUCeiYDsWa1fOr44GAkROMvcqVK6ejuZTaSLdMhX2NnghVh0xZTVLU1+ixsQUpU7q+HSk9PBou0iFTVlG6nIbThsIchqhGygEn304NKAJvwuz9nkmKNUDFmhnewjC2TS52ZwyIAABF70svvWQ4P/nF4z3G0chLOQYmDA4lQT5EZkoMpwYAZs8fDQCOzSLWh5dffrnhtDp9twcpE6ney2rvlmqbidflR2OlZG6IuIhUgIgsYVaiYuznVSZ0n5N67U9Urg/iTCvsLN59911lLGlUnJx/WJ2pO/12hp2RWf9oABDVmWO/ScABgbB5sFgtoDGcdHnW2oW/xsYcm2scRpiFmnUwHaqKXY4jeEeMGDEi7TmOzcaTLpkK8iDT6Vxa1fNLpryGK4Inydlnny0LFy7M0/2wHC6GYWFrxilMVqG6DtzNeDvxosGB5tNPPy3XXXed4eMQlk1sEDKFiC04CDIqp59+uorokk4Fo5P3mi6ZsjI0gvcDvqVWhQYA9rNl9U3E1WF5n+tQrPltABAGw64wrHHCukZPfhp0yJTZExb1NXriuIKUKV3fDvs3nz81dMiUDt7fffed9OzZ03CQTsOa+kPIn1axhkQaF/wll7CsH3WN3My7Fu07iRBllpsb14dpb6KLl1k7v/zyi1xwwQUyYcIEwyoffPCBnHHGGX53IzTtm3nwd+nSRTkGQOlqVWgAYD+VVt+HTFIW+W0AANJO9oD2MxLtGgsWLJC//OUvsmLFCsOBIA0M0i4WK1Ys2gO16L1f56QZCyxhYEGcaYWdo9c1+969e+Xaa69VRpnJxWnKrrAzMusfDQCiOnPsNwnYEMAiDjlT8YI0KunwMrc62EAf03FgjQUILMmhWDULx4TQXvC81qH8v/rqq+X99983nBNs0kaNGmV6+JNuoU+nTOk4WAuKn58y9frrr8uwYcPyDAVGKl9++aV06tTJcphmz6DT64NgGIaF7YcffihnnnlmqBeFOg7crcJHImLLc889p1IkWJUo5Kz1W6bsDiSjkiNSh0xBVqzagecD/qwi6dAAwP5Na2cAgO9Bv3797BvyuYbXTTq657cBAO6RbuVaGNY4YVyjG4mnDpkyahfK/yiv0ZPHFKRM6fp2+Pw6Mm1eh0xZKbPbtm2rjNzr169vOUSzNb7T69PFL9X7ImoCziqSQ+Jj3fnFF18I0uE288o+AAAXlElEQVRlSrFKjeTkew35euCBB5RDQnLJT97aVsa2iIaHZwhGffmlmK2PmjdvLu+99540btzYEgUNAOwlxer74HSvbH+X9NcIwgAgDGnc0k0aqWD++te/mhoxZboC0s9z0nTPbRD39/tMK4gxeL2HlUMbomsgra1VsXoGnVzvtf/pvJ4GAOmkz3uTgE8EEMoTIeY/+eQTwzukQ/mPjlgtoPF70AYAyFMI62hYWvqt/Ef7N998s7zwwguGcxJ25X+6ZSrIg0wvj6XfMmV1QO8kgoaZh59TTwEvbJxem+6FLfLb33TTTcqzPbmESZGr48Ad7yV8K/73v//lGavTDWjYlbUYmN8yZWYwgnvje/v2229LnTp1nD4CaaunQ6bQeSvLaieHZQjBjcMR5AZOLmHwCgzD98jq2QWzdCu0Y/OmQ7HmtwEAIwDkzFbY1uhmL0IdMpXcdtTX6EasgnxP6fp2pOvjp0umvBjpHjp0SCl34dGbXOAtiPVn2bJl04XIl/vOmDFDTjvtNIERZWLJREXuV199pdI7GBWn3+v8rqw1MxiJMYXXLCJMeU3V6Iuw+9So1bmAE8MSOMFcf/31eXqXn6JK2E2N1bPrdK9sd48w/B6EAQAjAFgbyUMOMkmmkuXa73PSMDxHfvfB7zMtv/uvo30rBb6TCBpWUTigPzv11FN1dDOUbdAAIJTTwk6RQOoE7MJXQhmBQ4RmzZqlfpMUr7TK14Img3zhwpIeShnk9DJT/sMCDJuiokWLpjjinMv27NmjFIpGudvxO5T/r776qvTu3TuUm9YwyFSQB5mpTnYQMmUVWhvWjohkUbBgQcMhWDEM02Yj3QtbHKYgr1TygWTYPGx0HLjraMNqER4WS38/ZQoHknh+zCK7RCk3qw55iL18zMKSOjGIgDLm5JNPNvw2O8ntluo73Ol1YfgerV69Ws477zyZPn16nm6HyVtUh2IN3z3k9TWLaOV03szqnXXWWQLjuHSm6AiDTIVpjW41pzpkKrH9qK/RzVgFKVM6vx1en+dUrtclU9OmTVNKXqN9pZ3xmlWIeKztb7/99lDuEVPhjWus5DMTx6tjHWpmYBK2/UmqMmF3Hc6JYERq9Hw1adJErcOzs7Ptmsmo363OBewMIqyewUzKbe9lwnG2AyMJRAI1KpnkLQp5uO222+TJJ5/0gsz0Wpx3jh49Wtq1a+dL+1Fp1OqZxRhgxITos0WKFInKkBz1M4hzUkcdiXglHWuJiCOQffv2qXeykW7FifFafjampAFA1KWf/SeBBAJQxOBlaOTNiWo4eEdIZxwOB11wwIYFzUsvvWR46wYNGqhFYYsWLXzvGhYgCDcI5T48DY3K3XffrZT2xYsX99QfjBubA/wZFSyGERVgwIABoTzYCYtMBXmQmcqEByVTkKd//OMfMnLkyDzdtFOswdoRiu0ff/wxz7Vh8mxP58LWytgFm2LkKfWaCiQV+TK6RseBu9Vz5dQDy8yDC322O/DWxcKuHT9l6uuvv5bTTz/d8EAyaocdOmQqNhdWHjNWOVoRGhApAoy+mU42dXayoOP3dH+P8L1BhJLrrrvOcDhQlj/77LNSsmRJHcP11IYuxVoqnbC6t1OPy1Tum8o16ZapMK3R7fjplKmor9GtWAUpUzq/HXbz78fvumTKKh0Q1gkIX25maARvXXj6Jys3EQ4fe9Y+ffr4MfS0tGmlCIAiFxHNgjgPCHLwVjLmZA9mFZ0sLGsjP3la7X9xX5x/IUWCV6cNP8fgR9tW0aDs3jlW5wJh2b/5wcxNm2vWrJHzzz/f0AA1E9/NbtjE6kYhEmAq4/LjGnz7cCYBQyazkonPXlDnpH7MWdja9PNMK2xjteqPVTogq3OmXbt2qXRvMKhMLmE6P/FrLmgA4BdZtksCAROwOjRHV2AdDkVz586dPfcMB8tjx46Va6+9VrDptFOSY9M6YsQI5b1g5m0f5AvXasMDOFD04c/r4TkWO9jUX3rppYbMoRxCKCxs0MIYri5ImbITyiAPMu36YvR7UDKFe1steGAxjEOQZCW1lYebneFAKjy8XKNzYbt7925lQe3EihrGQDBSSs5FirGEUZGr48DdKmctxm0mT7H5tQqbjLDaH3/8sXTo0MGLOGi5VqdMJXbI6kAW9a655hp55JFHInMgqUOmYnyswvgPGjRIfRurVKmSZ37h4T9s2DBD47ywRFPQ+T2aN2+eSsOBP6wF7NZTCJ+I3Miob2bAaLXx1fJAuWhEl2LNxS3jVfOrAUDU1+h2c61LpqK+RrfjpPM9ZXcvnd8Ou3v58bsumUIYfxiKwoM9uUBZhIN9RG5J3vNZGZ/aKfH84OG2TewXIW+lSpWy3c+iLtZkMMLftm1bnltlqiLXKmetXWpGvKsmTZokF110keF3P2prTbfyhfpWxsZh2m+kMjav15iF8Ue7cAoaOnRonufS6lwgE6MpHDhwQBkX4117xx13qLRsdmdvcILB2aWZ81IU3s1eZcvJ9fnVAAD7N5zxQpl/zjnnSKVKlSxx4T2O1HbYv82fP9+wbiY+exhokOekTmQ2ynX8OtOKGpPFixcLIvgZObYNGTJERfarXLlyrmHZRaEI0/mJX/NBAwC/yLJdEgiYgF95m2655RaBN3zMojr5QAmKMeRJOeOMM6R58+bKsyErK0vwgt2xY4fMmTNHhZKCwYBZwaEIvP/NcuPpRIl+wUIcigSdpVGjRupAIzG6glU4Ry/3xkbumWee8T1cbVAyFWOBzRkOzsyiJbhlhgMVbHwRXcLPEqRMYRx21ujIfQTLxqpVq6rn8KeffpL777/f0NIR7eH5xOGR3UZYJ8PPP/9cbZiMDv/c3gfvDxgYIbpBYtm5c6cghOHEiRMFCkdE2YABFJSOMSUbZG7jxo0qbCTCSJkp1KDExWGlWXoFt312Wh9Wqoj4YBbVxWk7sXo4rMCCuGLFivFLrTzYUemCCy5QRiV4jmLcwHbWrFmW7/agw2oHIVPJvK0OJMPqGRKETIGTlSIEv+N7DyVJq1atlIEOUinA+AZpI4yew6C9AoP6HiVu5LGegqcR1lRYU5QpU0a9l2PrKRwYvfbaa4qTmTFl0M8d5hKHYHj/Ys2go+h634bNACAImYr6Gj0mP0HIVNTX6GAVhEzF5iSob4eOd4hRG0HIFO6LtRE8+Y2+Y+XLl1fKJxi9Y78MZfjcuXPVd89on4x1BNZ/OMwMc/n0009VH7Hvwnr7xBNPlMaNGxueCSASoZGhLcYX1L4tHSztPNjxzb/55pvllFNOkQoVKqizFMjHhg0bVESERx991HDPFBUZ8cLcztg2SCcSL+Pw61orRQjk484775Thw4cL3j9Ym0NhgjRdSIVpVMIW8U4Ht2QlNZ4zGGP16NFDKW5jjgKxcwG80+BwsXDhQsPb54fnzin3/GoAkLh/gzwgSg/2YMkyhXU5zuJGjRqlzmDM9m/gnYnPXtDnpE7lNsz10nGmFWYeRn3DugAGWkh1Y1Twjse3r3Xr1soxDudMiKCLM3Gj8+d0nJ+kgzkNANJBnfckAR8IWB10erldly5d5K233lIesChWHiWp3ifIxY4f/Y+NG9788CCOFb8U6LB0HzNmjO+pHIKSqRgvqw1EqrKFQxNY5fpZgpQpjMPOa83NWM0sJN20kUpdKP6wKNNVYPSABWCxYsXiTeqSJyOlua5+27Wj+x2CDSrCzHbq1Cl+a7sc9nZ9NPo9SKOu2P2DkKnEsdopuMPqGRKETPnxDQzaUEnX+yNRZoy+R1aW/G6fPazT0F7Xrl3dXuqpvs4xoCNQIEHpZRYq22lnw2YAEIRM+bEeCXKNHpvbIGRK97sw1veg1ui4XxAy5cf7HG0arUecPtup1AtCptAvu+hpbvqOtS0MorxGpHNzz1Tq6mBrZsybSn/Ceo1VDvtU+wwjXTgFwGAwU4uVghtjzg9ee1Zzi/0I3hP4VnstWD++8cYbUrt2ba9Nhep63d9KGOeDuV3UrlBB8KkzNADQA7Z3795q71OtWjU9DYakFT/2JbGhJZ+9h2TInrsR9JmW5w6nqQG7yBJOu4XzExjo9OzZ0+klka1HA4DITh07TgK5CfilrEXqgHfffVd5o6FgkwHveVgO6yhXXHGFPPzww+ogKIji5yIEHhyJkQX8OlwEpyDy1wYlU7F51705Q7vYxCJigp8lSJmKjcMqdJ/TseLZRli79u3bO71EWz3dC9vLLrtMEAIxcSOuQ55gDYqDteQQUtpA2DT0/+3dz8sNXxwH8FmxtPMHIKUoZKuEUso/YCulbKSwUfgXZM0fwJaIEOX3zxQLbFDK0h+gb++pq+t+n+eZuc+998zc+7ymbDxz75x5nXPPnDnzmc+ZRR+yVN+xUtr11Zxr09IBq/nOps+UaFPDZWiqmzZrujad0yz+3lTu1RxzuetRU6q1tsfKckPJ3FPyIcg0+o/R81vqepTx1Wj2krYuw/vl5jXLPCXTSclsLinDNB7+DJ/LoUOH6u/MW5CTbGshAGC0Tc37GH1Q3yXa1Cz6wkH5S4zRc6xS/VSONQuvUk6l+6mVUvq37dOSJSd9+qZNm9p+pLP9Jv295s3kZAZIwHbp61dJtGncuw2Xt2npgJLnNqtjNT3cPnjwYJ3hLoFXa3mbRp+Tub5k1MsbzIu2Jdg9mQdv3rw58akdP368XiIv/ZZt5XHI6NzoInndvXt3atlr05dn3mD79u2LRFSfSxfzpPOOWHpOa169pjHPlGdQeRaV5TxKZ3rtwl0AQBfqjklgBgKvX7+ujhw5Uv38+XOq3z6aASBfnknVPFRdLl12mwKksz179mydWrpk9GxSe2VZgzwsnPY2GoW40hrIkxy71NtFJdtUPGYxkVkiA0DJNjXcbrI2XX4/q0kPn4f/mVhMSvwutmkPbJfKADDJzX76p3xn+qgub/CnPeG+3Bt3GUAnCODEiRMTpfGOVVJrZXIk6bZKbiXa1PD5rLTmZm7kk1oza0z2bSvVpgbnnbchs+5x3kxaKe3hUk5djRNKXo8+f/5cT0o+f/581U0lb2xdvny52r1796q/Y5IPTvrwZ/TYMgC0r42lxjjzPEYfnHmJNjXvY/SS/VSOVfra0f5X0G7PEm1quCTp2/OWaLIujbvl4f+VK1dmvoTZuOVabv9JAtkShJyHaXn7cZEf/g/sMg5K2toEF0+yJb1t5h1mvczdJGWcxmeb+ulkf0v2xbXQdpo8J+lzuh5HNp3bpH9PIEl+L7mvX+3W5T3Jastc4nNrNQNA5uHyAspyS9q0tU/GwMwpDLLttv3cvOzX1TzpvPgsVc7Sc1rzbDXpPFOWHs78Z+l5y67MBQB0Je+4BKYskKjypNTOG73jTrKvVJTlUlx9+/atXjM7xxtnHe8MnrM24pkzZ+r1Abu4YXv8+HF18uTJZdf1Wk3VLJV6NxekTMrnzcVxjJqOXyoleek2lZuzWF24cKGJoNXfS64lWapNjZ541j+6evVqHbnYJiBn8GA7gQPD68C3Ap3iTg8ePKj7gWn8LpZLG5qH2tevX69v9tvYDE4vv688rMzDtKzB2eWW32AmttLPTmNr6jtyM5tU63lgO07d9KFfL9Gmhusg60Omf3/x4sU/19ykDzt16lS9Hm4X17emdlK6TaU8+S2mfi5evFilr2yzZXI7v8MsV9GFY8nrUSbPsi5dHgiM01ft2LGjDgJLX1oyO8Jo/X38+LE6evRo9f79+zZV27hP0qqePn164kj8uKbNZcmkgWvGagkwyP+XvgaWbFPzPEZPAynRpuZ9jB6nkm2qi2tHY2cxxg4l2tRocXI/nrXb83Z7mzFVgijPnz9fv4nUZZ8+Bmu9a94+zrUoQRZtt/TFye5z7NixhU5fv5THnz9/qvv371d5O7btmGjwPX257ret50n3y3X80qVLdSBNgpAGW5fX8knPaZafTz+ToIi293Hpc/JiTPqcDRs2zLJonX93fndPnjypAwHGeWjbh3vczvFWKEDGIdeuXavnhd++fVvvGbMElWROb3jZwT6fx2rKlnHRjRs36t/chw8fxvqKvXv3VufOnauSxWT9+vVjfXbedu5qnnTenAblLT2nNa9Og3Jnnunp06f1taztmCrzTBlb7Nq1q5N5pq7MBQB0Je+4BBZEIFF9GfBkQJ1/uTkbDP5yikkntmXLlmrPnj3Vvn376nTj8zSpsSDV5DQWXOD379/1gOfWrVvVmzdvqmfPnv094wxs8sZ/0irv37+/2rhx44Jr/Ht6ST0Wk7wVmcHhp0+f/k4i5QZ1586d1ebNm2uf9FFJ99/FA8c+VUpuaF++fFk9fPiwevXqVfXly5f/TbzlraO0rTzwTqaYSdfr7tP5K8tsBPLALeOD27dv17/HtLHBQ5FM5qafyluA+S1m7NB1AM5sFJb/1vhkPbtHjx7VGTmG+6p8KpNoWZc1/VT+pd9aKxHrpetiUY5njL4oNek85lng169f9QPfO3fu1IFSw/fJ6dcTcHr48OEqDwTmdS33TMD++PGjvhfJ9T1zA+/evfsbIDmYD0hwdq7xGXuvW7dunqt14rLngeT379+re/fu1Uv7ff369R+z4et+xtkHDhyotm7d6ro/sfzif8Fa6HMmqcX4ZK4kffJoX5X7kdzjZs5yMHfpHncS7cX/7KAvz7VvqetfAm1yj7tt27b6Om++afHbhDMsL2CeqdlcAECzkT0IECBAgAABAgQIECBAgAABAgQIECBAgAABAgQIECBAgEDvBQQA9L6KFJAAAQIECBAgQIAAAQIECBAgQIAAAQIECBAgQIAAAQIECDQLCABoNrIHAQIECBAgQIAAAQIECBAgQIAAAQIECBAgQIAAAQIECBDovYAAgN5XkQISIECAAAECBAgQIECAAAECBAgQIECAAAECBAgQIECAAIFmAQEAzUb2IECAAAECBAgQIECAAAECBAgQIECAAAECBAgQIECAAAECvRcQAND7KlJAAgQIECBAgAABAgQIECBAgAABAgQIECBAgAABAgQIECDQLCAAoNnIHgQIECBAgAABAgQIECBAgAABAgQIECBAgAABAgQIECBAoPcCAgB6X0UKSIAAAQIECBAgQIAAAQIECBAgQIAAAQIECBAgQIAAAQIEmgUEADQb2YMAAQIECBAgQIAAAQIECBAgQIAAAQIECBAgQIAAAQIECPReQABA76tIAQkQIECAAAECBAgQIECAAAECBAgQIECAAAECBAgQIECAQLOAAIBmI3sQIECAAAECBAgQIECAAAECBAgQIECAAAECBAgQIECAAIHeCwgA6H0VKSABAgQIECBAgAABAgQIECBAgAABAgQIECBAgAABAgQIEGgWEADQbGQPAgQIECBAgAABAgQIECBAgAABAgQIECBAgAABAgQIECDQewEBAL2vIgUkQIAAAQIECBAgQIAAAQIECBAgQIAAAQIECBAgQIAAAQLNAgIAmo3sQYAAAQIECBAgQIAAAQIECBAgQIAAAQIECBAgQIAAAQIEei8gAKD3VaSABAgQIECAAAECBAgQIECAAAECBAgQIECAAAECBAgQIECgWUAAQLORPQgQIECAAAECBAgQIECAAAECBAgQIECAAAECBAgQIECAQO8FBAD0vooUkAABAgQIECBAgAABAgQIECBAgAABAgQIECBAgAABAgQINAsIAGg2sgcBAgQIECBAgAABAgQIECBAgAABAgQIECBAgAABAgQIEOi9gACA3leRAhIgQIAAAQIECBAgQIAAAQIECBAgQIAAAQIECBAgQIAAgWYBAQDNRvYgQIAAAQIECBAgQIAAAQIECBAgQIAAAQIECBAgQIAAAQK9FxAA0PsqUkACBAgQIECAAAECBAgQIECAAAECBAgQIECAAAECBAgQINAsIACg2cgeBAgQIECAAAECBAgQIECAAAECBAgQIECAAAECBAgQIECg9wICAHpfRQpIgAABAgQIECBAgAABAgQIECBAgAABAgQIECBAgAABAgSaBQQANBvZgwABAgQIECBAgAABAgQIECBAgAABAgQIECBAgAABAgQI9F7gPzsCnsnZl8uD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C7C987-28DB-BB92-BE3C-7CBFCDF6C8BA}"/>
              </a:ext>
            </a:extLst>
          </p:cNvPr>
          <p:cNvSpPr txBox="1"/>
          <p:nvPr/>
        </p:nvSpPr>
        <p:spPr>
          <a:xfrm>
            <a:off x="5254338" y="5166916"/>
            <a:ext cx="6099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Arial Narrow" panose="020B0606020202030204" pitchFamily="34" charset="0"/>
              </a:rPr>
              <a:t>Figure 5: Hourly Call Distribution Trend</a:t>
            </a:r>
            <a:endParaRPr lang="en-IN" sz="2800" b="1" dirty="0">
              <a:latin typeface="Arial Narrow" panose="020B0606020202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E638FA-DB9D-A7B0-B0FF-6B5BC87E6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338" y="1797628"/>
            <a:ext cx="6099462" cy="310624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008" y="398415"/>
            <a:ext cx="10213184" cy="627341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Daily Call Volume Trend Analysis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A3718F-D67C-255A-4B64-BA379609FC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483927" y="1294355"/>
            <a:ext cx="5034973" cy="4399863"/>
          </a:xfrm>
        </p:spPr>
        <p:txBody>
          <a:bodyPr>
            <a:noAutofit/>
          </a:bodyPr>
          <a:lstStyle/>
          <a:p>
            <a:r>
              <a:rPr lang="en-US" dirty="0">
                <a:latin typeface="Arial Narrow" pitchFamily="34" charset="0"/>
              </a:rPr>
              <a:t>Daily call volume analysis was performed to understand fluctuations in customer demand.</a:t>
            </a:r>
          </a:p>
          <a:p>
            <a:endParaRPr lang="en-US" dirty="0">
              <a:latin typeface="Arial Narrow" pitchFamily="34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2: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Demand Fluctuates Daily</a:t>
            </a:r>
          </a:p>
          <a:p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Arial Narrow" pitchFamily="34" charset="0"/>
              </a:rPr>
              <a:t>Call volume changes significantly day by day.</a:t>
            </a:r>
          </a:p>
          <a:p>
            <a:pPr marL="342900" indent="-342900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dirty="0">
              <a:latin typeface="Arial Narrow" pitchFamily="34" charset="0"/>
            </a:endParaRPr>
          </a:p>
          <a:p>
            <a:pPr marL="342900" indent="-342900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Arial Narrow" pitchFamily="34" charset="0"/>
              </a:rPr>
              <a:t>Certain dates experience demand spikes.</a:t>
            </a:r>
          </a:p>
          <a:p>
            <a:pPr marL="342900" indent="-342900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dirty="0">
              <a:latin typeface="Arial Narrow" pitchFamily="34" charset="0"/>
            </a:endParaRPr>
          </a:p>
          <a:p>
            <a:pPr marL="342900" indent="-342900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Arial Narrow" pitchFamily="34" charset="0"/>
              </a:rPr>
              <a:t>Peak periods require additional staffing support.</a:t>
            </a:r>
          </a:p>
          <a:p>
            <a:endParaRPr lang="en-US" dirty="0">
              <a:latin typeface="Arial Narrow" pitchFamily="34" charset="0"/>
            </a:endParaRPr>
          </a:p>
          <a:p>
            <a:r>
              <a:rPr lang="en-US" dirty="0">
                <a:latin typeface="Arial Narrow" pitchFamily="34" charset="0"/>
              </a:rPr>
              <a:t>Trend analysis supports workforce planning decisions.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8617" y="6364621"/>
            <a:ext cx="503383" cy="493379"/>
          </a:xfrm>
        </p:spPr>
        <p:txBody>
          <a:bodyPr/>
          <a:lstStyle/>
          <a:p>
            <a:r>
              <a:rPr lang="en-US" dirty="0"/>
              <a:t>9</a:t>
            </a:r>
          </a:p>
        </p:txBody>
      </p:sp>
      <p:sp>
        <p:nvSpPr>
          <p:cNvPr id="8" name="AutoShape 8" descr="Uploaded image">
            <a:extLst>
              <a:ext uri="{FF2B5EF4-FFF2-40B4-BE49-F238E27FC236}">
                <a16:creationId xmlns:a16="http://schemas.microsoft.com/office/drawing/2014/main" id="{691F659F-761B-A772-A98F-94A21BED1B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553" name="Rectangle 1"/>
          <p:cNvSpPr>
            <a:spLocks noChangeArrowheads="1"/>
          </p:cNvSpPr>
          <p:nvPr/>
        </p:nvSpPr>
        <p:spPr bwMode="auto">
          <a:xfrm>
            <a:off x="2" y="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2" y="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2" y="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3557" name="AutoShape 5" descr="data:image/png;base64,iVBORw0KGgoAAAANSUhEUgAACAAAAAH1CAYAAABiYB5JAAAAAXNSR0IArs4c6QAAIABJREFUeF7s3Xm4ntO9P/6ViJLmdBBUcdrQclI/X0GDIGpoYjoxBJFEEhGihDSmoCIiYm4MqUgNkRgSJGlIDFVDoggJUao4ii+t4RxDiziqOUqR3/W5f7+9z87ez7P38+zx3nu/1nXlapPnHtb9Wvfz+GO912d1WLVq1aqkESBAgAABAgQIECBAgAABAgQIECBAgAABAgQIECBAgAABAq1aoIMAQKseP50nQIAAAQIECBAgQIAAAQIECBAgQIAAAQIECBAgQIAAAQKZgACAF4EAAQIECBAgQIAAAQIECBAgQIAAAQIECBAgQIAAAQIECLQBAQGANjCIHoEAAQIECBAgQIAAAQIECBAgQIAAAQIECBAgQIAAAQIECAgAeAcIECBAgAABAgQIECBAgAABAgQIECBAgAABAgQIECBAgEAbEBAAaAOD6BEIECBAgAABAgQIECBAgAABAgQIECBAgAABAgQIECBAgIAAgHeAAAECBAgQIECAAAECBAgQIECAAAECBAgQIECAAAECBAi0AQEBgDYwiB6BAAECBAgQIECAAAECBAgQIECAAAECBAgQIECAAAECBAgIAHgHCBAgQIAAAQIECBAgQIAAAQIECBAgQIAAAQIECBAgQIBAGxAQAGgDg+gRCBAgQIAAAQIECBAgQIAAAQIECBAgQIAAAQIECBAgQICAAIB3gAABAgQIECBAgAABAgQIECBAgAABAgQIECBAgAABAgQItAEBAYA2MIgegQABAgQIECBAgAABAgQIECBAgAABAgQIECBAgAABAgQICAB4BwgQIECAAAECBAgQIECAAAECBAgQIECAAAECBAgQIECAQBsQEABoA4PoEQgQIECAAAECBAgQIECAAAECBAgQIECAAAECBAgQIECAgACAd4AAAQIECBAgQIAAAQIECBAgQIAAAQIECBAgQIAAAQIECLQBAQGANjCIHoEAAQIECBAgQIAAAQIECBAgQIAAAQIECBAgQIAAAQIECAgAeAcIECBAgAABAgQIECBAgAABAgQIECBAgAABAgQIECBAgEAbEBAAaAOD6BEIECBAgAABAgQIECBAgAABAgQIECBAgAABAgQIECBAgIAAgHeAAAECBAgQIECAAAECBAgQIECAAAECBAgQIECAAAECBAi0AQEBgDYwiB6BAAECBAgQIECAAAECBAgQIECAAAECBAgQIECAAAECBAgIAHgHCBAgQIAAAQIECBAgQIAAAQIECBAgQIAAAQIECBAgQIBAGxAQAGgDg+gRCBAgQIAAAQIECBAgQIAAAQIECBAgQIAAAQIECBAgQICAAIB3gAABAgQIECBAgAABAgQIECBAgAABAgQIECBAgAABAgQItAEBAYA2MIgegQABAgQIECBAgAABAgQIECBAgAABAgQIECBAgAABAgQICAB4BwgQIECAAAECBAgQIECAAAECBAgQIECAAAECBAgQIECAQBsQEABoA4PoEQgQIECAAAECBAgQIECAAAECBAgQIECAAAECBAgQIECAgACAd4AAAQIECBAgQIAAAQIECBAgQIAAAQIECBAgQIAAAQIECLQBAQGANjCIHoEAAQIECBAgQIAAAQIECBAgQIAAAQIECBAgQIAAAQIECAgAeAcIECBAgAABAgQIECBAgAABAgQIECBAgAABAgQIECBAgEAbEBAAaAOD6BEIECBAgAABAgQIECBAgAABAgQIECBAgAABAgQIECBAgIAAgHeAAAECBAgQIECAAAECrUDggw8+SGeffXaaO3duWrFiRdbj3XbbLZ1yyinpgAMOaAVPoIsEGlfgk08+SZdeemmaOXNmeuONN7KLb7vttunEE09Mw4cPTx06dFjthsW+Q+PHj0977rln43aulV/trrvuShdeeGFavnx59iTdunVL/fv3T+eee276+te/3sqfTvcJECBAgAABAgQIECDQtgUEANr2+Ho6AgQIECBAgAABAgTaiMDLL7+cBg0alJ599tnVnigm5CZMmNBGntJjEChdICb0hw4dmu6///7VTjr22GPTlClTUufOnVf7d9+h0m3PO++8LHBUtW299dZp3rx5qXv37qVfyJEECBAgQIAAAQIECBAg0OwCAgDNTu6GBAgQIECAAAECBAgQKF/A5GX5Zs6ov8Bnn32W/vCHP2ST60uXLk2/+93vKitPxCr7mAweMGBA2nnnndM666xT/xs14EwBgAbg1XGqAEDT2boyAQIECBAgQIAAAQIEmlpAAKCphV2fAAECBAgQIECAQDsQ+Pzzz9PUqVPTBRdcUDlJWNtjd+3aNZtAjLLSu+yyS/bn+9//furUqVM70KrfI7bnAMCjjz6aRo8enZ5//vmS8Hbcccf07W9/O+20006pd+/eaZtttkldunQp6dz2ftDKlSvT9OnT0xVXXFFZVr+u7/KoUaPSSSedlNZff/1m5WvpAEBsQTBp0qR03XXXrfa716tXr6wCQbx/9Wnxvp922mmV5ffjGj/60Y/Stddem7bYYov6XLLscwQAyiZzAgECBAgQIECAAAECBHIjIACQm6HQEQIECBAgQIAAAQKtV+DVV19NgwcPTk8//XS9HyLCAGPGjEkjRoxI6667br2v01ZPbK8BgH/84x9p7Nix6aqrrqr30H7ta1/LVqvHpOoPfvCDGnvD1/vCbejEVatWpccffzybyI/V/uW2CPRcffXV9Z70Lvd+cXxLBwD+53/+J5144olpxowZNbo/bty4FJPoa6yxRlmP9umnn6bTTz89C1RVbRtuuGG6++67U8+ePcu6Xn0PFgCor5zzCBAgQIAAAQIECBAg0PICAgAtPwZ6QIAAAQIECBAgQKDVCxSbnK7Pg8X+0rH39CGHHJLWWmut+lyiTZ7TXgMAscr65JNPzlY/N7RFEOD444/PAgXNvVq9oX1vyvNj8j/2do8qCytWrKj3rfbZZ580e/bstN5669X7GuWc2NIBgOhrvJdRAaF669u3b5o1a1aKifty2htvvJGGDBmSli1bttppEWCJoME3vvGNci5X72MFAOpN50QCBAgQIECAAAECBAi0uIAAQIsPgQ4QIECAAAECBAgQaP0CjRkAqNCIlbWxpYDS7f+fiABAwwMAFe9WbAswc+bMFGGT9t5i8n/OnDnZJPbHH3/cII6oAhBBguZyzUMA4IUXXkiHHnpoevHFF1ezi7DJwoULU58+fcoyveuuu9KBBx5Y45zLL788C8I0VxMAaC5p9yFAgAABAgQIECBAgEDjCwgANL6pKxIgQIAAAQIECBBodwJNEQAIxFitPXnyZCEAAYBGqQBQ9YsZ+7TfcMMNzbanel5/FGLi+sgjj1xtv/mqfY3J/Ng6Yd99903f/va3U8eOHdNnn32W/u///b/p5ptvTtddd11l1YD2GABYuXJl+ulPf5puvPHGGkMck+jjx48vecuJcD3jjDPSlClTVrtWc5f/j5sLAOT1G6tfBAgQIECAAAECBAgQqFtAAKBuI0cQIECAAAECBAgQIFCHQLEAwN57751uueWWtO6661Ze4csvv0wfffRReuWVV9Ktt96alQyvrez49OnT09FHH13yJFpbHSwVAGpWAHjsscdSrOav2v7+97+n9957L8VK6ljl//zzzxd9JYYPH56uvPLK9PWvf72tvja1PldsrxD7zU+bNq3gcYcffngWwImJ/2Lt9ddfTxMnTszK3bfHAEC4xHsWv1HVW7lbIrz99ttp6NCh6eGHH17tUs1d/j9uLgDQLn8SPDQBAgQIECBAgAABAm1EQACgjQykxyBAgAABAgQIECDQkgLlBACq97PqBGKhZyh1UjFWz8Zk76OPPpoeeeSRrCR39CtalOPeZptt0lZbbZWV1/7Rj36UOnfu3JJkZd+7lABAlES//fbbs9LjS5cuzUq6xwrueN6jjjoqxar3WMHdmlpMUkfp89hrvXorFACoekyszo4Ayfnnn180ZBKr2GPStbYWoZX//M//zEwXLVqUXnrppfTEE09UnrLttttmzrHv+/7775++9a1vtQriJUuWpMGDB6d33nmnRn/jexLmG2ywQZ3P8umnn2b70z/++OPpqquuKhqoaOzvaB62AAic2rYBuPfee2uEVIqBxru111571fj4mmuuSccee2zRcYjvyPLly9MDDzyQ4jvxhz/8oXI7h4p3c/fdd0///u//nv71X/+1pDBVawwAxHYWr732WlbZY/78+dnvf7du3bLfvahysccee6S11lqrhmN8v8MvghyLFy9Ob7zxRvZ93mmnndKIESOy38/6/G7+9a9/za539913p2eeeabyv0dx7RiX1vZ7UecPgQMIECBAgAABAgQIEMiNgABAboZCRwgQIECAAAECBAi0XoGGBADiqWOi9sILL8z+FGoTJkzIVhmvscYaNT6OScAovx0ruWPippQWEzBxvdi7u1OnTpWn/O1vf0tnnXVWVrWgoipB165dsxLoMQldaPKo6v1i5fkpp5ySlUavaLEH+MUXX5y22267UrpW9JjaAgBRZnzBggVZ3ytCD4UuFCGACy64oMaK7jw/d0MCAGEQk4IRiIhxKfR+xCRcrF6PMuvVW0xsxwTez3/+8yxYUkqLsElsXREr6+Pdqdpigjfe5ZhsrGgxufjLX/4yC6fU1W677bZ06qmnVj5HTG6OHDky+7dyAy3xbNHHqVOn1rhtXDfu1dB3tuLCjfkdrdrZvAQAantHS90G4IsvvkiTJk3KVt5XbZtvvnk2Fj169Cj4fkbg59xzz631e19xYrybUU0g7vOd73yn1tetnABA/H6cffbZ6Y477qh8N2OCO36XDjnkkKL3Cbfo+5w5cyrPi9/meJ9jwr767/1vf/vbdOaZZ1Z+f6p+d+JaET6JZ4vgU6F20EEHZdsrxPtd0d59992sn9dff33RfsbvZvyGr7/++nV9RbPPSwkeVVwofiPid/uYY46x1U1Jug4iQIAAAQIECBAgQKAUAQGAUpQcQ4AAAQIECBAgQIBArQINDQDExWPyPFa5xmRt9RarV2NSfqONNlrto9hGIMqUV51QLXWoYjIsJmNjYr8iBBATxEOGDEnLli1b7TKlViEotoK3lFXmdfW7mPG4cePSN7/5zWyVe7GJr6rXLrSyO8/P3dAAQDx7TK5efvnl2YR3oRYrp/fcc8/VPqqrPH5d4xXhkgilVF1BH5OPEUSo3kqZJI6xHT16dLZlRtVWaJuNuvoWn8dK6cMOO6zgd+eEE07ISv/XFXgp5T6N/R2tes+8BACiT/H7NGzYsBokMekcK8vXWWedWrmiCkNsSRGBk6otft8iIBK/V1Vb/F6OHTu2xvtQypjEJHtUxth1112LHl5OAKDYb1P8nsc7XyycUu74FTKO39YDDjggm8SP71tdrervX/Q7AjRR2aOuFsfFb0hd24XEb2l8T++55566Lrna54V+L8q6gIMJECBAgAABAgQIECBQRUAAwOtAgAABAgQIECBAgECDBRojABCdiInYWKFaaCK70CRtlCgfNWpUvftffaVzbauio8R5TAIVazHJHIGCiy66aLVDYmV5lIDu2bNnvfsZJxYzrs9FY+IwKgFUTPDm+bkbIwAQRm+99VYWFnnooYdqkEWIIiY8q644fu6557J3MSaw69t+8YtfpJhM79ChQ3aJJ598MvXv379Gyf3aqhBU3LtYfyLAEquTv/KVr5TVzbvuuivbDqN6i4nmCOFE5YrGaI39Ha3ap3InkEvZRqO+z1zs2vH9j5XxO+ywQ62Xjknofffdt8ZvX6Hfnb/85S9pzJgxWZn7+rYoix+l8rfYYouCl2gtAYCrr7462/olVv+X2uJ7GVstRJWBcsJjdf03IMYlQg933nlnqV1Z7bioHBLBmy5dutTrfCcRIECAAAECBAgQIECgQkAAwLtAgAABAgQIECBAgECDBRorAPD+++9nk7T33XdfjT7F6suY7KzaCk1Slfsw1bcXKDYxGntBT5s2rejkTLEVvDGJHBNH3/jGN8rt2mrHN2YAICYl586du9oK4Lw+d2MFAGIrgAg9xHhXb4XGKCZkd9lllwaNWfWJ/Y8++igdffTRWUn3qq2USfdYRR7nVm8x2RgroMttEVSJcurVW7FqG+Vev+L4pviOVlw7TwGA2kI0l112WfbbVREEqW5Z7N2MyfmY5N9yyy0rT/n8889TXO+MM86o75BUnhcVB2LVfKFV7a0lABC/ZfHbW06LCghf/epX0zPPPFPOaam2ag4xLrGtTLFtbEq5UfwORIWPQsGcUs53DAECBAgQIECAAAECBCoEBAC8CwQIECBAgAABAgQINFigsQIAxVbRRwdjdWRMfK299tqV/Y2924844ojs7zF5st9++6WhQ4dmq23XXXfd1LFjxxQTM3/+85/TOeeck+01Xb3FJO2tt95aub9zsYn8QpNxVa9VbAVvoeBCfcDrCgDE88c+3FGlIMqNf/jhh1lg4ZJLLilYUaF6mfe8PndjBQDCvNgWDVGdIQIRm222WeXQvPTSS2ngwIHZ6uJosd94lMzfZ5990sYbb5ytuI+J2xUrVmQrqWMv80KVKx555JHVghbFJvKrB1GqviPFDHbeeefs3a26p3kp71ZtphEyuOKKK7IJ0sZoTfEdrehXngIA0acFCxYU3PO+rhBQseBTodDRU089lVWmiFLz1Vv8/p122mlpxx13zN7Pzz77LD3xxBPZb8Cvf/3rGsfXFjxpLQGAqg8Vq/oj5PPDH/4wRSDj9ttvT2eddVZBq6rnnXrqqemkk07Ktph59913s1L/l156aQ2v2qq5FBuXrl27Zn2IsYzf5S+//DK9/vrr2W9zbI9QvdUVNGuM76RrECBAgAABAgQIECDQ9gUEANr+GHtCAgQIECBAgAABAk0u0FgBgOho1QnDqh0vtBd2TLocddRRafDgwVk555igKdZiYicmN6vvzbz11lunefPmpVgVGi1CCJMmTcpKwldv11xzTVbiuXortoK3scr/x/1qCwDERF70LSaoq64yrm1VavXJ47w+d2MGAKpP6leM4+abb56tyu/Ro0fl0EaA4rjjjsu2STjxxBPTNttskwVKCrVwjjL8haoLxB7lEUqpaC+88EKK/b5ffPHF1S5V28r7YmNf3/L/xSbOo0Oxijn+FFutXu6PSVN8Ryv6kLcAwGuvvZZ9B6uXla/rd6DY1hDVS87X9h2trXx8baXpqweBKmxbWwAg/vsQAbH111+/8hWN3+WpU6dmk/uFWvxuxnc2vkedOnVa7bsfv/OFtliIoNCgQYNWu1yxcSn2uxwnx+/a+PHja4QA6npXyv3+OZ4AAQIECBAgQIAAgfYpIADQPsfdUxMgQIAAAQIECBBoVIHGDAAUK0W/9957p1tuuSVb2V+fFpNBMbEff6q3xx57LPXu3bvyn4tNyBUKIcRJMVkcK+9j7/Sqra6Vv+U8R20BgJh8Hjt27GqTWBXXLjbhHJ9XX52ex+duzABArJoeMmRIWrZsWZ3vQDljE8cuWbIk7bbbbjVOi8oAVYMBtZWKf+CBB9Kee+5Z4xrFVpbXt/z/e++9lzksXry4zv6W69CQ48v5jsZ98hYAiBX3UZq/0Mru2iqBxPGnnHLKanTVg0nx4dtvv52FSR5++OE6j60+DsW+28WqSLSmAECUzL/22mvTBhtsUOP1e+6557KKCa+88kqNz2r73Yz/1gwbNqzGOVHif9y4cav9e7FxKRauqDi5WN8KhQwa8r1yLgECBAgQIECAAAEC7U9AAKD9jbknJkCAAAECBAgQINDoAo0ZACi293pDAwDx0MWqC1QPABSb0C+2OvPpp59O+++/f429qBur/H/0vZhxbft4x3m1TaDfdNNNKc6vaHl87sYMANS28r36O1Dul6RYdYHqAYC4brEJ/UIr+otNKte3/H9t71J8Vr1iQbkODT2+1O9o3CdvAYDoU7EAU7Hw0EcffZRVJokKFFVbrECPYEDnzp0r/7lYyCQmpGPCfo011ijKH9tTjB49OttjvmqLVeoRPIltA6q21hQAqB5kqvocxd6R6lu/VIeLrRNiS4Hq23oU+j4XO7auifz4vY33onpVmkL3aOj3yvkECBAgQIAAAQIECLQvAQGA9jXenpYAAQIECBAgQIBAkwi0lgBAsVWdhSZ/Y0XpqFGjangVmtQvdGxjl3IuZlzKZFGhFcbxYIXOzdtzt5YAQDnjU2zFcKFJ/WLH1rf8f4x7bdUkWjoAUM53NI8BgGJVJgptMxFjUSw8VGgcin0365porvgRu+iii9KZZ55Z4zet0PmtKQBQW3in2O9HXYGycr7P5byzVfGL9S22c4jtDNZee+0m+e+1ixIgQIAAAQIECBAg0PYFBADa/hh7QgIECBAgQIAAAQJNLtCYAYB58+alwYMH1+hzv379stWr66yzTsHn+fLLL7MyzzEZFH9iIu7ZZ59NK1asqPP5C00gFSudf9BBB6WZM2dW9qPYytrq5f+j7Hqs6q2+TUChznXr1i3b7qDqtgTlTEhVv2axCapCE02N/dxR0SHKlsd41NXCNiY5q+7j3ZgBgFdffTV7t2LStWortgq66jF//etfU6z0jXcl3qt4nhiTulqhkEVte7nffvvt6eCDD6687KJFi7KVyNVbfcv/x3VqCwAUKnFe1zOW+nljf0fzGACIsY0tH2KyvXq75pprst+Aqq3QpH6vXr3SnDlz0qabbrrasYUm5eOAUqtXFPsdqF4JJK4pAPByGjRoUPZdr9oKfZ+LjUup34vqxxWq/lDfazmPAAECBAgQIECAAIH2KSAA0D7H3VMTIECAAAECBAgQaFSBxgwAFFvlWmxSJCYVf/vb32ar2R999NF6PVehCbRiE8+xsv+OO+5IO+ywQ3avYhPm1SsF1LYXdaFOVz+/IQGAYtsqFDJt7OcuNp6FnrlQ1YTGDAAUG4NC+61X9O/111/P3q0o0V69HHgpL1uxCg0xJvvuu2+Na1bdN7xYUKAh5f+jz7VthVBKRYlSnrvqMU31Hc1jACCeu1hoo/o2AMXCQ4X2ji/2Pajt3a0+TsW2ECh1UrvYvYr9NtU1kV3u+NVnpX1zVAAQACj3F8HxBAgQIECAAAECBAg0tYAAQFMLuz4BAgQIECBAgACBdiDQWAGAYvudB+HEiROzPx06dKgUXblyZYoVy/GnIa3YCtpie7VHeeYowR59KTQpVWgiu9gkfLF+V5+Ua64AQPSnMZ+73Mmx6mPRmAGAYvuzF9oPfNWqVVm1hlNOOaWk6gWljmPFcbH/98iRI2tUhKi6+vv999/P9gi/7777Vrt8Q8r/x4WK7T0enzV2+fGm/I6WO4HckO9QOb8vxbZt2GKLLdL8+fPTlltumV2uWHioehWIOLYxAgDFfoMEAGqObjnvSrm/cXW9Sw39ftd1fZ8TIECAAAECBAgQIND2BQQA2v4Ye0ICBAgQIECAAAECTS7QWAGAd955Jw0fPjwtXry4Rp+rl6mO1dGxSv70009v8PMVCwC89tpr6bDDDkvLly9f7R4V2wDEHs0xWROr3Ku26uX/47PWUgEg+tqYz52XCgC1ld0/+uij0xVXXJG++tWvVg5jOVsX1PYCFltRHwGDKVOmpLFjx9Y4vWICuFiVgIaU/4+b1Raq2GeffbKtNtZbb70Gf6+a+jua1wBAbe/ajBkzsuBHtNhKJN69qq1Y+f/GCAAUqwBQvdpI9McWAC2zBcD222+frrrqqrTddts1+PvnAgQIECBAgAABAgQItF8BAYD2O/aenAABAgQIECBAgECjCTRWAOCBBx5IMXlevdR6oRX1xVbPdu3aNZ144olpyJAh6bvf/W76yle+Uvmc5ZaQLrafd+wZf++996aNNtqoYECg0ITae++9l+3/HavK62rdunXLKgv07t278tByVqRWv36x5x43blw20bfGGmusdkpjPnc5E+kRrIjAwPrrr1/Zn8aqAPDWW29lq+kfeuihGvzVxytWrf/0pz9NN954Y41jIxASq+S32Wab9C//8i8NGp9ioZB4T6LKRFhUDwg0tPx/RYdjj/ozzzyzxvMV+q7V9b4W+7ypv6N5DQCEx4MPPpjifa7+WzZixIg0bdq01LFjx4LhoWKrv4t9J+NexQJMpf4O3HzzzWno0KGrHS4A0PAAQKnjUt/vl/MIECBAgAABAgQIECBQTEAAwLtBgAABAgQIECBAgECDBRojAFDbBHnFivt11lmnsq+FVpbHxPy8efNSrGKuulVAxUnlBgBqm8iLCbKtttoq9e/ffzW/xpxArXrhhgQAik32xtYJEQIo1IpNYDb3czdGAKC2legxXnfccUfaYYcdKhmKTcyHVWxDsdZaa9Ugq8/4FAsaxF7r8X5feuml6bbbblvtXo1VHrzYPvVxs6pbXDTkx6Gpv6N5DgAUq2YSYxu/UdEGDRqUnn322dWIa6vuUKzU/Ny5c7Nr1dWK/Q488sgjadddd13tdAGA0gMAUckjtgqp3gq51jVGPidAgAABAgQIECBAgEBjCAgANIaiaxAgQIAAAQIECBBo5wINDQB8+umnWTn/QiuSg7Zq2ez4e7HVsIVK71cdmvoEAIrtwx6luiOQUH1/9rr6UN9XpZjxT37yk6yUfJcuXQpeOlYgjx49OivrXr3VNtmYl+duaAAgSu3Hqv+jjjoqvfHGGzUMKlZkV/UrNDleV7CjPgGA6EyxdzImdKNke0wkV20NLf9fca2wiCoZy5Ytq2ESlSdiVfgmm2xS39e1Wb6jeQ4A1LYNQNh27tw5HXLIIav51lXdIYIDgwcPrjEmxSp5VD3wo48+yrYbqB4oqQgkdO/efbXrlhMAePXVV7N+Pf3006tdo9DWGlUPKFbxJSpgxG9aGDX097vY78fee++dfffWXXfdgu94Od/nu+66Kx144IE1rnPNNddkVV80AgQIECBAgABQp/izAAAgAElEQVQBAgQINLeAAEBzi7sfAQIECBAgQIAAgTYo0JAAQKz8P+ecc7J9jwu1PfbYI5u83njjjSs/LjapU9uEU0wEx4RMlG+v3mor1VzbXu2F+ttUkz7FjKMP4RMlvAtVPXjyySezKgXVJ5I333zzbDKwR48eBd3z8twNCQBEsOTWW29Np556alqxYkWN54yKEWGw1157rfZZoUn5qPbwq1/9Kv3gBz8o6PXMM89kq7BfeeWV1T4/99xz04QJE4p+61977bWC20gUOmH33XfPJi1j64mGttomqOPa8T2ZPHly0WBJXfdvju9ongMA4RPbX+y77741tgEYNmxY6tSpU40tJuqayI8J9v3337/GdznCSHPmzEmbbrpp0WGJMElM0lf/HYhtMX75y1+m+C5UbeUEAIqNQ23v64svvpiOPPLItHz58hp9bm0BgGIVQwpVrqnre+NzAgQIECBAgAABAgQINIaAAEBjKLoGAQIECBAgQIAAgXYuUE4A4Msvv0yxGjUmSmPlZKyGLbQyO0hjUiomt6uvrvzHP/6R7Y1ePTRQbCIs7hkTwTGpWX1P7rhPXXs1F5t4qz7sdU2qN+Q1qS0A0K1bt6yCQkw4VQ0BRIn5KBl/3XXX1bh1KZUK8vDc5QYA/v73v6cIlURlhpgUffTRR4uyxzt0wQUX1CjpX2yl9e23354OPvjgGtf7j//4j2x1daHJzLoCAJ999lk644wzshXPdbW6JojrOr/65zFxGZPCMRlbqEW/oipH9cnh6sfGBPCNN96YonLC9OnT03e/+93UHN/RvAcAilXRKDZOsSJ+zz33LDqMH374YRo5cmRauHBhjWPiPTv99NMLbk/xl7/8JVuJHtUjqrfq1VUqPi8nAFBblZFC4aTa+hP3b20BgGLVFeJZYpuV2B6g0LYh5X5fHU+AAAECBAgQIECAAIFSBQQASpVyHAECBAgQIECAAAECRQVqm5xuCNvFF1+cTfTHatnqrdh+1jEJHp/FZHy0119/PU2bNq3WCda6AgDF9mqv3qdiq2kbYlBxbl3GMUl79tlnZxOE3/zmN9Pbb7+dTT4Vq6xQbOKval/z8Ny1BQAa4hqhktijfoMNNqhxmSeeeCKrClA9LBJl0i+55JIU5cO/8pWvpJiQjcnYmHwtFmKpKwAQN3/wwQez8EahcErVztU1QVyux+eff57iO1ZbhYLtt98+jRkzJvXp0yd9+9vfTh07dkxRHeK///u/s/3ro4JCBC2iwkK8g9HHHXfcMetKU39H8x4ACKcImNTmWzFmpVR3iOtNnTo1nXTSSQWHevjw4Vm1iy222CL7zYzv78MPP5wmTZqUfve739U4p7atHsoJABTbkiVuGOGk888/P9vuICbBf//736fx48dn70mx1toCAPEcM2fOzEJAhdphhx2Whc969uxZua1BjOXf/va37Hvzhz/8IT3++ONZIO64445LJ5xwQsFqLuV+vx1PgAABAgQIECBAgED7FRAAaL9j78kJECBAgAABAgQINJpAXZPT5d4oJhLPOuusdOKJJxZdOVnqpGkp964rAFDXBE/FPZqq/H9cvzGNy9njvbaJreZ47qYIABx66KFZIKTqthJV35Mokx6TqYsXLy7l9an1mFICAKXcr5QJ4vp0tq7V2OVes+p3qam/o3kPAIRdsS04qrtGSGDixIlpjTXWqJX8rbfeShE0euihh8odmtWOj9/Y+L2KyelCW4eUEwCIC9d3rLfddtv07rvvrrY1QWsMADTWuBR79gYNtpMJECBAgAABAgQIEGh3AgIA7W7IPTABAgQIECBAgACBxhdozMnpWHEcK9d//OMfZ6uNi7VYfR2TJfPnzy/5gWI1aqyOj5XLVVspAYC6nrEpy/9HXwvdf4899khrrrlmratpq+PExF+UaY/S76W0ln7uxgwAdO3aNQuWHHPMMbXubV/XSutibjvvvHNatmzZah+XEgAoZaV4Y5f/r9rJ2I7jpz/9aVnvUSGD6hUAmvo72hoCALWV7a8wDLeoJBFVFkppjzzySDriiCOKVp0o5RoRrorqBF26dCl4eLkBgPqMdVThiGoG8afqb3JrDAAEYmOMiwBAKW+vYwgQIECAAAECBAgQqEtAAKAuIZ8TIECAAAECBAgQIFCnwKuvvppNKMee8fVtP/rRj9KoUaNSTAoVm5Sqfu2lS5emoUOHljQRtvXWW6err746W9UdpfKrtlICAJ9++mm2x3aU4C7UmrL8f9yv0ER8TBb97Gc/y/6UGoSobVuFQs/V0s9dbC/5ct6zCH7E1ggxaRr705fS3nvvvSxgUmi/9ernxwRuhFa22mqrFCv1q7ZSAgBxfF0rxRu7/H/1Z4hV2FGa/frrry+Fp+Axu+22W5o1a9Zqxk35HW0NAYAId0S1idjKpFjr27dv5rbhhhuWZB/XjPcy9pYvtvVEbRc688wzU/yp7Xe23ABA3K+csY7f+V/+8pfp73//exo0aFCbCAA0dFzC8OSTT8625YgtRjQCBAgQIECAAAECBAjUV0AAoL5yziNAgAABAgQIECBAoFIg9hKPifFYURp7GtfVouzzRhttlLbZZpu0ww47pO22265yf/G6zq3+eewpHXsmx+RTsRb7q8ckXEwEx57lsU92xcTZPvvsk6688sq02Wab1XnruEdMJMdkfPXWlOX/415vv/12NuE3b9687Naxmj2CDLFy+6OPPkqTJ09OV111VdF95OP4yy+/PAtMxP7g5bSWfO7o56OPPppGjx6dnn/++Tq7HWMc1Rj+7d/+Lf3whz9MsSr/+9//fr0m1OJdjtLs4Vqsde/ePf3iF79Ie++9d/rTn/6UhViiHHq0+Cy+E7H/eV0tKh3EpGxcq3prqvL/1e/z5Zdfpt/+9rcpQgthXmqLAER8x+J7FSGI5vqOhln0dc6cOZXf5/htif3WjzzyyBrl9CPUEZUUYvK84ncqQgvxvTrggANKfdyyj/vzn/+cVZ64//77a/w+Rn+jTwMGDCh73/f4Plx00UXZ85fSSq2uEte6/fbbs3f3mWeeyS4d36v9998/nXPOOWndddcteLuYAI+97GNF/+9+97uCx8S7EuMTYar4TYrftfj/d911V/bbFfeJIMpRRx1VY/zi2mEVK+0rfgPje3f++een733vewXv98UXX6QbbrghXXrppZW/2xWBoHhfO3fuXPC8CJfE7+vcuXMrx6xXr17Zd7SudyUqasR2DqWOS0UHyq3OUsqYO4YAAQIECBAgQIAAgfYpIADQPsfdUxMgQIAAAQIECBBoUwIxERgTljHhEpNEMUEfk0tRUjsmkqJU/lprrdXgZ44JqpiInj179mrXipW7d999d+rZs2eD71HfC8Tk20svvZRmzJiR7Q8eE3cxoRQBi/79+6eBAwemb33rW/W6fJ6fu14PVMZJMSn+xz/+MQteRPWIJ554Ijs7Jo5j0jb2UC82IVrGbbJDFy1alPbaa68apzX3quB45pjEfPjhh7M/8X2qmAiOzsWkdUyi7rTTTql3795ZkKeuqh3N9R0t17y1Hx/f+wgz3XHHHdnE+Isvvlg50R2/gTHpH2MUQacYt3LDP/XxWblyZbrzzjuz3+PYEiPCFhGG6devXzr66KPTD37wg7LDDvXpR0ueE+PyX//1X+k3v/lNwe9QjE1Updlggw2yAFz8tyPCM/HvHTp0aMmuuzcBAgQIECBAgAABAm1AQACgDQyiRyBAgAABAgQIECBAoHkEipVpj4ngmHj/xje+0Twdaea7tNfnbk7m2rZaiMnUulYdN2df3YsAAQIECBAgQIAAAQIECBDIr4AAQH7HRs8IECBAgAABAgQIEMiRQG17eV922WXZ3s1tceVme33u5n71XnvttayawPLly1e7dZQdj5XUm266aXN3yf0IECBAgAABAgQIECBAgACBViggANAKB02XCRAgQIAAAQIECBBofoF33nknDR8+PCsDX7VFmf177703K7PdFlt7fe7mHsuZM2dm5dGrt2OPPTZNmTKl6F7lzd1P9yNAgAABAgQIECBAgAABAgTyLSAAkO/x0TsCBAgQIECAAAECBHIiUGx/9thbe/bs2Wm99dbLSU8btxvt9bkbV7H2q3388cdp9OjR2XtUvd18881p6NChzdkd9yJAgAABAgQIECBAgAABAgRasYAAQCsePF0nQIAAAQIECBAgQKB5BGrbn33ChAlp4sSJaY011miezjTjXdrrczcjcXarJ598MvXv3z9FtYWqbYsttkjz589PW265ZXN3yf0IECBAgAABAgQIECBAgACBViogANBKB063CRAgQIAAAQIECBBoPoFi+7NH+f+FCxemPn36NF9nmvFO7fW5m5E4rVq1KivxP3bs2Bq3HTFiRJo2bVrq0qVLc3bJvQgQIECAAAECBAgQIECAAIFWLCAA0IoHT9cJECBAgAABAgQIEGgegVtuuSUNGzasxs123333FJ9ttNFGzdORZr5Le33u5mR+//330+GHH57uu+++Gre95ppr0rHHHtuc3XEvAgQIECBAgAABAgQIECBAoJULCAC08gHUfQIECBAgQIAAAQIEml5g0aJFKUr9L1++PLtZ165ds1X/sW/7rrvumjp06ND0nWiBO7TX525O6r/97W/prLPOyoIkK1asyG697bbbpoEDB6Zjjjkme9c0AgQIECBAgAABAgQIECBAgECpAgIApUo5jgABAgQIECBAgAABAgQIECBAgAABAgQIECBAgAABAgQI5FhAACDHg6NrBAgQIECAAAECBAgQIECAAAECBAgQIECAAAECBAgQIECgVAEBgFKlHEeAAAECBAgQIECAAAECBAgQIECAAAECBAgQIECAAAECBHIsIACQ48HRNQIECBAgQIAAAQIECBAgQIAAAQIECBAgQIAAAQIECBAgUKqAAECpUo4jQIAAAQIECBAgQIAAAQIECBAgQIAAAQIECBAgQIAAAQI5FhAAyPHg6BoBAgQIECBAgAABAgQIECBAgAABAgQIECBAgAABAgQIEChVQACgVCnHESBAgAABAgQIECBAgAABAgQIECBAgAABAgQIECBAgACBHAsIAOR4cHSNAAECBAgQIECAAAECBAgQIECAAAECBAgQIECAAAECBAiUKiAAUKqU4wgQIECAAAECBAgQIECAAAECBAgQIECAAAECBAgQIECAQI4FBAByPDi6RoAAAQIECBAgQIAAAQIECBAgQIAAAQIECBAgQIAAAQIEShUQAChVynEECBAgQIAAAQIECBAgQIAAAQIECBAgQIAAAQIECBAgQCDHAgIAOR4cXSNAgAABAgQIECBAgAABAgQIECBAgAABAgQIECBAgAABAqUKCACUKuU4AgQIECBAgAABAgQIECBAgAABAgQIECBAgAABAgQIECCQYwEBgBwPjq4RIECAAAECBAgQIECAAAECBAgQIECAAAECBAgQIECAAIFSBQQASpVyHAECBAgQIECAAAECBAgQIECAAAECBAgQIECAAAECBAgQyLGAAECOB0fXCBAgQIAAAQIECBAgQIAAAQIECBAgQIAAAQIECBAgQIBAqQICAKVKOY4AAQIECBAgQIAAAQIECBAgQIAAAQIECBAgQIAAAQIECORYQAAgx4OjawQIECBAgAABAgQIECBAgAABAgQIECBAgAABAgQIECBAoFQBAYBSpRxHgAABAgQIECBAgAABAgQIECBAgAABAgQIECBAgAABAgRyLCAAkOPB0TUCBAgQIECAAAECBAgQIECAAAECBAgQIECAAAECBAgQIFCqgABAqVKOI0CAAAECBAgQIECAAAECBAgQIECAAAECBAgQIECAAAECORYQAMjx4OgaAQIECBAgQIAAAQIECBAgQIAAAQIECBAgQIAAAQIECBAoVUAAoFQpxxEgQIAAAQIECBAgQIAAAQIECBAgQIAAAQIECBAgQIAAgRwLNFsAYNWqVemll15Kt912W3rkkUfSk08+mT7++OPUrVu31Ldv3zRy5MjUq1ev1LFjxxpcK1euTHfeeWeaPXt2Wrp0aXbetttumwYOHJidt/7669c459NPP00PPfRQuv7669ODDz6YVqxYkbp375769euXxowZkzbZZJMa51T0ccaMGemee+5JL7/8curatWvq06dPOu6449Juu+1WsH9vvvlmmjVrVlqwYEF65pln0te+9rXUu3fvdPTRR6f99tsvrbXWWjl+BXSNAAECBAgQIECAAAECBAgQIECAAAECBAgQIECAAAECBNqCQLMFAGJC/bDDDssm7wu1mDQ/55xz0oknnpjWWGONykP+8pe/ZBP28+fPL3hehAZuuOGGtMUWW1R+HoGB8ePHpyuuuKLgORE6uOmmm7IJ/YoWk//z5s1Lo0ePzsIChdrFF1+cxo4dmzp16lT58ZIlS9IxxxyThQUKteOPPz5Nnjw5denSpS28L56BAAECBAgQIECAAAECBAgQIECAAAECBAgQIECAAAECBHIq0GwBgFtuuSUNGzasVoadd9453XrrrVlVgGixij8m8i+77LJazxs+fHi68sor09e//vUUE/lTp05NJ510Uq3n7LHHHllFgY033jg77qmnnkoDBgxIb7zxRtHzIqQQFQz22muv7JjXX389e6aoSlBbmz59elYNoEOHDjl9DXSLAAECBAgQIECAAAECBAgQIECAAAECBAgQIECAAAECBFq7QLMFAGIF/69//ev0k5/8JO2www7pK1/5Svrwww+zVfqTJk2qdHzsscey8vnRXnjhhXTooYemF198MSurP2XKlMoQwc0335xOPvnkrKLAhhtumO64447suu+8806KQMDixYuza0ycODGddtppqXPnzunee+/NVvhXTPLffvvt6eCDD05ffPFF1ofzzjsvOye2CYgQwfe+97305z//OZ1wwgnZlgDR4v/Hiv4o6z9z5sxsYj9aVCKIEMJ2222X3n///Sy4cN1112WfHXTQQdmx66yzTmt/X/SfAAECBAgQIECAAAECBAgQIECAAAECBAgQIECAAAECBHIq0GwBgGLPHyX0K0rxb7755tkK+x49emSHX3vttWnUqFHZ/x8xYkSaNm1aZSn9CA+MHDkyLVy4MPv8mmuuSccee2xatGhR5Qr9vn37plmzZmUBgWhRUeD000/PJvejjRs3Lpv0j20Ghg4dmh5++OEsaBDX7NOnT2WXFyxYkA455JDs77vvvnuKagZxXIQJoopAtBkzZmT9qWhPPvlk6t+/fxZIqP5cOX0XdIsAAQIECBAgQIAAAQIECBAgQIAAAQIECBAgQIAAAQIEWrFAiwUAPv/882xl/0UXXZTmzJmTEcYEfqzyj9X6sSp/woQJ2efRLrzwwmzCvqJFqf9YtV9RPeDcc8/Njq8aGjj++OOz7QPWXnvtyvMiEHDEEUesdr9XXnklK/8f/9uzZ880d+7ctNlmm1We89JLL6WBAwem559/Pm299dZp3rx5WQCgamjggQceSDvuuGPlOe+9914aMmRIZSWCqpUNWvH7ousECBAgQIAAAQIECBAgQIAAAQIECBAgQIAAAQIECBAgkFOBZg0APPHEE9nq/CjbX7XFZPrgwYNTTOJ/+9vfzj765JNPshL/MaEfLUr+x4R71RZhgVNOOSX7p4rwwKWXXprOPvvs7N8qQgFVz7nrrrvSgQcemP3T3nvvna3mjwn+XXbZZbV/W3fddStPiy0DYjJ/2bJl2b/FZP56662XBg0alJ599tnKUED37t0rz/noo4+y7QGiokGx/uf0ndAtAgQIECBAgAABAgQIECBAgAABAgQIECBAgAABAgQIEGiFAs0aAFi6dGnlRHtVq+233z6bwI8QQJcuXbKPSgkAxOT9sGHDsuNLDQBU7UOpAYAPPvggCx/cf//92b1KCQCU0v9W+L7oMgECBAgQIECAAAECBAgQIECAAAECBAgQIECAAAECBAjkVKBZAwBPP/102n///dM777xTkCOqA0ybNi1tvvnmAgAppZ///Ofpm9/8ZhZu0AgQIECAAAECBAgQIECAAAECBAgQIECAAAECBAgQIECAQG0CzRoAqNqRL7/8Mr3++uvZhH+U8q9op59+ejrvvPPSF198UecWALE9wKhRo7JTjz/++HTZZZelSy65pNYtABYtWpRtQxCtX79+afbs2emPf/xjrVsAvP3221kFgIcffjjFdgUPPPBAWmeddWrdAiC2ORg9enR2/Whz587Nji+nCQCUo+VYAgQIECBAgAABAgQIECBAgAABAgQIECBAgAABAgQItG+BFgsAVLB/9NFH2UR5lPOPVlGWP7YCGDt2bLrqqquyf7/wwgvTuHHjKkdr1apVadKkSdmfaOeee26aMGFCuuiii9KZZ56Z/VtFKGDttdeuPG/WrFnpiCOOyP5esW3As88+m4UCYtK+Z8+e2WT9ZpttVnnOSy+9lAYOHJief/75tPXWW6d58+alNdZYI9uyIKoaVIQCdtxxx8pz3nvvvTRkyJC0ePHi7N9i24DevXuX9bYJAJTF5WACBAgQIECAAAECBAgQIECAAAECBAgQIECAAAECBAi0a4EWDwBUXylfEQBYd911V5vMHzFiRFYtIIIB0T788MM0cuTItHDhwuzvd955ZzrggAOyyfmYmI/Wt2/fFBP+G264Yfb3Tz/9NEWFgalTp2Z/v/zyy7MqA6+++upqk/lxzT59+lS+GAsWLEiHHHJI9vcBAwakGTNmpKhgcPjhh6d77rkn+/f4t+hPRXvyySdT//79s+0Odt5553Trrbembt26lfWyCQCUxeVgAgQIECBAgAABAgQIECBAgAABAgQIECBAgAABAgQItGuBZgkArFy5Mpt4j1X1Bx10UPrXf/3X1KlTp2wSf+bMmdnq/QgCRKtYld+5c+dUtVx/rLKPAECsqv/nP/+Zbr755qxCQJzXq1evNGfOnLTpppum5557Lpukf+WVV7LrXXDBBdkk/5prrpnuvffeNGbMmPTGG29koYA77rgj7bDDDtk1qpbrP/DAA7OQwHe+850sHBDnV0z0xzYD8fcIAFRUHIj7RB+mT5+ettpqq/Tuu++miRMnpuuuuy7rwwknnJAmT56c1lprrbJeNgGAsrgcTIAAAQIECBAgQIAAAQIECBAgQIAAAQIECBAgQIAAgXYt0CwBgA8++CANHTo03X///bVixyT/bbfdlpXjjxYBgQgEzJ8/v9bzYnuACBhEWf5Y5T9+/PgUE/W1tapBgzguKgjEiv6KIEKhcyvK/3fv3j37+KmnnsrCBhEoKNYiaBBbCuy6665lv2gCAGWTOYEAAQIECBAgQIAAAQIECBAgQIAAAQIECBAgQIAAAQLtVqBZAgCfffZZtlo+VsEXa127dk1XXnllVoq/Y8eOlYctWbIkHXPMMenll18ueGpM2sdk//rrr1/5eRwb5fiXLl1a8JwIGEQ1gc0337zy86hSEMGBK664ouA5Ub4/tgyICgYdOnTIjvn888/TlClT0nnnnVcwOBCBhggnjBo1Kqt4UG4TAChXzPEECBAgQIAAAQIECBAgQIAAAQIECBAgQIAAAQIECBBovwLNEgAI3k8++SQ9+uijWan+xx9/PJvQjwnyKMEfE/Ix8f/d73634Ei8+eabadasWWnBggXpmWeeyc7r3bt3Ovroo9N+++1XsLR+VB2Ie0VFgUceeSS77m677ZYGDRqUhg8fnrp06VLjXlE94KGHHkrXX399evDBB9OKFStSrPbv169ftnXAJptsUuOc2Apg+fLl2VYGixcvzqoBRFigb9++2Tk9evSoDAyU+5oJAJQr5ngCBAgQIECAAAECBAgQIECAAAECBAgQIECAAAECBAi0X4FmCwC0X+L6P7kAQP3tnEmAAAECBAgQIECAAAECBAgQIECAAAECBAgQIECAAIH2JiAAkOMRFwDI8eDoGgECBAgQIECAAAECBAgQIECAAAECBAgQIECAAAECBHImIACQswGp2h0BgBwPjq4RIECAAAECBAgQIECAAAECBAgQIECAAAECBAgQIEAgZwICADkbEAGAHA+IrhEgQIAAAQIECBAgQIAAAQIECBAgQIAAAQIECBAgQCDHAgIAOR4cFQByPDi6RoAAAQIECBAgQIAAAQIECBAgQIAAAQIECBAgQIAAgZwJCADkbECqdkcAIMeDo2sECBAgQIAAAQIECBAgQIAAAQIECBAgQIAAAQIECBDImYAAQM4GRAAgxwOiawQIECBAgAABAgQIECBAgAABAgQIECBAgAABAgQIEMixgABAjgdHBYAcD46uESBAgAABAgQIECBAgAABAgQIECBAgAABAgQIECBAIGcCAgA5G5Cq3REAyPHg6BoBAgQIECBAgAABAgQIECBAgAABAgQIECBAgAABAq1K4NVnX0zvv/Vu0T5v8N2N06b/599a1TNV76wAQI6HTwAgx4OjawQIECBAgAABAgQIECBAgAABAgQIECBAgAABAgQItCqBCACcvMeQon2eumSeAECrGtFW1lkBgFY2YLpLgAABAgQIECBAgAABAgQIECBAgAABAgQIECBAgEBuBQQAcjs07aNjAgDtY5w9JQECBAgQIECAAAECBAgQIECAAAECBAgQIECAAAECTS8gAND0xu5Qi4AAgNeDAAECBAgQIECAAAECBAgQIECAAAECBAgQIECAAAECjSMgANA4jq5STwEBgHrCOY0AAQIECBAgQIAAAQIECBAgQIAAAQIECBAgQIAAAQLVBAQAvBItKiAA0KL8bk6AAAECBAgQIECAAAECBAgQIECAAAECBAgQIECAQBsSEABoQ4PZGh9FAKA1jpo+EyBAgAABAgQIECBAgAABAgQIECBAgAABAgQIECCQRwEBgDyOSjvqkwBAOxpsj0qAAAECBAgQIECAAAECBAgQIECAAAECBB27VywAACAASURBVAgQIECAQJMKfPzhR9n133zxT+mM/UamfUYckoZPGLPaPb+2zjeatA9NffEOq1atWtXUN3H9+gkIANTPzVkECBAgQIAAAQIECBAgQIAAAQIECBAgQIAAAQIECBAoJrD4ljvTFWPOSSf98tzU57D92xSUAECOh1MAIMeDo2sECBAgQIAAAQIECBAgQIAAAQIECBAgQIAAAQIECLRKgWt/9vP06+vmpisf/VXaZMvNW+UzFOu0AECOh1MAIMeDo2sECBAgQIAAAQIECBAgQIAAAQIECBAgQIAAAQIECLRKgdP3PTK98vv/SAveWZ46dOzYKp9BAKAVDpsAQCscNF0mQIAAAQIECBAgQIAAAQIECBAgQIAAAQIECBAgQCDXAgM23il99wffS5c/eEuu+1mfzqkAUB+1ZjpHAKCZoN2GAAECBAgQIECAAAECBAgQIECAAAECBAgQIECAAIF2IfBfr7yejut1UNrniEPS6ClntblnFgDI8ZAKAOR4cHSNAAECBAgQIECAAAECBAgQIECAAAECBAgQIECAAIFWJ7Dk9vvSJT8Zl0ZfPj7tM2JAq+t/XR0WAKhLqAU/FwBoQXy3JkCAAAECBAgQIECAAAECBAgQIECAAAECBAgQIECgzQlcf/aUtHDarHTZ4tnp3374f9rc8wkA5HhIBQByPDi6RoAAAQIECBAgQIAAAQIECBAgQIAAAQIECBAgQIBAqxMY3//Y9PxjT6UF7yxPndbs1Or6X1eHBQDqEmrBzwUAWhDfrQkQIECAAAECBAgQIECAAAECBAgQIECAAAECBAgQaHMCgzfdNa2/8bfTlY/9qs09WzyQAECOh1UAIMeDo2sECBAgQIAAAQIECBAgQIAAAQIECBAgQIAAAQIECLQqgb+++XYauU2/9OPB+6WTrzqvVfW91M4KAJQq1QLHCQC0ALpbEiBAgAABAgQIECBAgAABAgQIECBAgAABAgQIECDQJgWW3f1guuiIU9NPLjwtHTBqSJt8RgGAHA+rAECOB0fXCBAgQIAAAQIECBAgQIAAAQIECBAgQIAAAQIECBBoVQI3X3hVmnfpdemiX89M/2fnH7aqvpfaWQGAUqVa4DgBgBZAd0sCBAgQIECAAAECBAgQIECAAAECBAgQIECAAAECBNqkwKRBY9JTix5Lt731eFqr89pt8hkFAHI8rAIAOR4cXSNAgAABAgQIECBAgAABAgQIECBAgAABAgQIECBAoFUJHLHFnmntf/lquvZ3d7aqfpfTWQGAcrSa+VgBgGYGdzsCBAgQIECAAAECBAgQIECAAAECBAgQIECAAAECBNqkwH+/90E6vHvftEv/vdLPrv95m3zGeCgBgBwPrQBAjgdH1wgQIECAAAECBAgQIECAAAECBAgQIECAAAECBAgQaDUCUfo/tgA4YuIJacCJR7aafpfbUQGAcsWa8XgBgGbEdisCBAgQIECAAAECBAgQIECAAAECBAgQIECAAAECBNqswK8um5FmX/DLdN6Cq9M2u+/YZp9TACDHQysAkOPB0TUCBAgQIECAAAECBAgQIECAAAECBAgQIECAAAECBFqNwEVHnJqW3f1gmvvaktTlG19rNf0ut6MCAOWKNePxAgDNiO1WBAgQIECAAAECBAgQIECAAAECBAgQIECAAAECBAi0WYGR2/RLX37xZbrh+Xvb7DPGgwkA5Hh4BQByPDi6RoAAAQIECBAgQIAAAQIECBAgQIAAAQIECBAgQIBAqxBY+dHHafCmu6Ze++6WzrrlF62iz/XtpABAfeWa4TwBgGZAdgsCBAgQIECAAAECBAgQIECAAAECBAgQIECAAAECBNq0wHNLnkzj+x+bhvxsVDrsZ8e26WcVAMjx8AoA5HhwdI0AAQIECBAgQIAAAQIECBAgQIAAAQIECBAgQIAAgVYhsHDarHT92VPShFt/kXbYZ7dW0ef6dlIAoL5yzXCeAEAzILsFAQIECBAgQIAAAQIECBAgQIAAAQIECBAgQIAAAQJtWuDSY85Mj9x2b7rhP+5L6220QZt+VgGAHA+vAECOB0fXCBAgQIAAAQIECBAgQIAAAQIECBAgQIAAAQIECBBoFQLH9TooffjXD9Lc15a0iv42pJMCAA3Ra+JzBQCaGNjlCRAgQIAAAQIECBAgQIAAAQIECBAgQIAAAQIECBBo0wKffvKPNGDjndIPf7xzmnTbL9v0s8bDCQDkeIgFAHI8OLpGgAABAgQIECBAgAABAgQIECBAgAABAgQIECBAgEDuBV588tl0+j4j0oCTjkxHnH1C7vvb0A4KADRUsAnPFwBoQlyXJkCAAAECBAgQIECAAAECBAgQIECAAAECBAgQIECgzQv8+rq56dqf/Tz97IbJaZcD92zzzysAkOMhFgDI8eDoGgECBAgQIECAAAECBAgQIECAAAECBAgQIECAAAECuReYOmZSWnTLHWn6U3elDb/3ndz3t6EdFABoqGATni8A0IS4Lk2AAAECBAgQIECAAAECBAgQIECAAAECBAgQIECAQJsXOHG3wemtV99It731eJt/1nhAAYAcD7MAQI4HR9cIECBAgAABAgQIECBAgAABAgQIECBAgAABAgQIEMi1wOf//DwdvGGvtOVO26aL7p6R6742VucEABpLsgmuIwDQBKguSYAAAQIECBAgQIAAAQIECBAgQIAAAQIECBAgQIBAuxD407MvppP2GJIOPG5oOvqCU9vFMwsA5HiYBQByPDi6RoAAAQIECBAgQIAAAQIECBAgQIAAAQIECBAgQIBArgUemL0wXXniuemUq89LewzaL9d9bazOCQA0lmQTXEcAoAlQXZIAAQIECBAgQIAAAQIECBAgQIAAAQIECBAgQIAAgXYhcPWpF6bfXD8/TVs6P3XbYrN28cwCADkeZgGAHA+OrhEgQIAAAQIECBAgQIAAAQIECBAgQIAAAQIECBAgkGuBU/canmIbgAXvLE8dOnbMdV8bq3MCAI0l2QTXEQBoAlSXJECAAAECBAgQIECAAAECBAgQIECAAAECBAgQIECgzQus+vLLdPCGvdL3e2yRLl00q80/b8UDCgDkeKgFAHI8OLpGgAABAgQIECBAgAABAgQIECBAgAABAgQIECBAgEBuBd586U9p9M4D0r5HDkjHXzY+t/1s7I4JADS2aCNeTwCgETFdigABAgQIECBAgAABAgQIECBAgAABAgQIECBAgACBdiPw0K/uSZePOiv99BcT0t7DD243zy0AkOOhFgDI8eDoGgECBAgQIECAAAECBAgQIECAAAECBAgQIECAAAECuRWYMf6ydOfVN6cpv701bbbNFrntZ2N3TACgsUUb8XoCAI2I6VIECBAgQIAAAQIECBAgQIAAAQIECBAgQIAAAQIECLQbgTMP+En6j2W/TwveWZ46rdmp3Ty3AECOh1oAIMeDo2sECBAgQIAAAQIECBAgQIAAAQIECBAgQIAAAQIECORWYMDGO6WNvv/dNHXJvNz2sSk6JgDQFKqNdE0BgEaCdBkCBAgQIECAAAECBAgQIECAAAECBAgQIECAAAECBNqNwDuv/Vc6puf+qc+QA9JJ0ya1m+eOBxUAyPFwCwDkeHB0jQABAgQIECBAgAABAgQIECBAgAABAgQIECBAgACBXAosvWtxunjEaemYi3+W9j9mcC772FSdEgBoKtlGuK4AQCMgugQBAgQIECBAgAABAgQIECBAgAABAgQIECBAgAABAu1KYNZ5V6b5U65Pk++9IW3Ra5t29ewCADkebgGAHA+OrhEgQIAAAQIECBAgQIAAAQIECBAgQIAAAQIECBAgkEuBiQNGp9//dlm67a3H01qd185lH5uqUwIATSXbCNcVAGgERJcgQIAAAQIECBAgQIAAAQIECBAgQIAAAQIECBAgQKBdCQzedNf0zfXXTdc8ubBdPXc8rABAjodcACDHg6NrBAgQIECAAAECBAgQIECAAAECBAgQIECAAAECBAjkTuCDd/6aRmy5d9r1kH3SadddlLv+NXWHBACaWrgB1xcAaACeUwkQIECAAAECBAgQIECAAAECBAgQIECAAAECBAgQaHcCT973SDpvyEnpyEknpYPHHNHunl8AIMdDLgCQ48HRNQIECBAgQIAAAQIECBAgQIAAAQIECBAgQIAAAQIEcicwd/L0dMvFV6fzF16btt5th9z1r6k7JADQ1MINuL4AQAPwnEqAAAECBAgQIECAAAECBAgQIECAAAECBAgQIECAQLsTOH/YyWn5bx5Oc19bkrp842vt7vkFAHI85AIAOR4cXSNAgAABAgQIECBAgAABAgQIECBAgAABAgQIECBAIHcCR261b+rYsUOa+exvcte35uiQAEBzKNfzHgIA9YRzGgECBAgQIECAAAECBAgQIECAAAECBAgQIECAAAEC7U5g5Ucfp8Gb7pp22u/H6cxZl7W7548HFgDI8bALAOR4cHSNAAECBAgQIECAAAECBAgQIECAAAECBAgQIECAAIFcCfzh4SfShIOPS0PHHZ8Gn/aTXPWtuTojANBc0vW4jwBAPdCcQoAAAQIECBAgQIAAAQIECBAgQIAAAQIECBAgQIBAuxS4feqN6cZzrkhnz52att/rR+3SQAAgx8MuAJDjwdE1AgQIECBAgAABAgQIECBAgAABAgQIECBAgAABAgRyJTB55Bnp0YX3p5teXJS6brBervrWXJ0RAGgu6XrcRwCgHmhOIUCAAAECBAgQIECAAAECBAgQIECAAAECBAgQIECgXQocu/2B6X/+tjLNfnlxu3z+eGgBgBwPvQBAjgdH1wgQIECAAAECBAgQIECAAAECBAgQIECAAAECBAgQyI3Ap5/8Iw3YeKfUs2/vdM6vpuWmX83dEQGA5hYv434CAGVgOZQAAQIECBAgQIAAAQIECBAgQIAAAQIECBAgQIAAgXYr8MLjv09n9BuZBp4yMh1+1k/brYMAQI6HXgAgx4OjawQIECBAgAABAgQIECBAgAABAgQIECBAgAABAgQI5EbgrmtuTdedeUkad9Olaef9++SmX83dEQGA5hYv434CAGVgOZQAAQIECBAgQIAAAQIECBAgQIAAAQIECBAgQIAAgXYr8IvRZ6cH59ydZjzz67RBt43brYMAQI6HXgAgx4OjawQIECBAgAABAgQIECBAgAABAgQIECBAgAABAgQI5EZgzC4D03tvvZvmvrYkN31qiY4IALSEeon3FAAoEcphBAgQIECAAAECBAgQIECAAAECBAgQIECAAAECBAi0W4HP//l5OnjDXmmr3j3TBXdOb7cO8eACADkefgGAHA+OrhEgQIAAAQIECBAgQIAAAQIECBAgQIAAAQIECBAgkAuBV555IZ3SZ1jqf/zhaeT5p+SiTy3VCQGAlpIv4b4CACUgOYQAAQIECBAgQIAAAQIECBAgQIAAAQIECBAgQIAAgXYtcN+Nt6VfnnJBGnvtBWn3Q/+9XVsIAOR4+AUAcjw4ukaAAAECBAgQIECAAAECBAgQIECAAAECBAgQIECAQC4EYvI/QgBXPbEgfeffNs1Fn1qqEwIALSVfwn0FAEpAcggBAgQIECBAgAABAgQIECBAgAABAgQIECBAgAABAu1aIMr/v/nSn9L8/1yaOnTs2K4tBAByPPwCADkeHF0jQIAAAQIECBAgQIAAAQIECBAgQIAAAQIECBAgQKDFBVZ9+WU6eMNeabNt/p90yf03tXh/WroDAgAtPQK13F8AIMeDo2sECBAgQIAAAQIECBAgQIAAAQIECBAgQIAAAQIECLS4wOt/fCWN2WVg6nf0oDRq8hkt3p+W7oAAQEuPQC33FwDI8eDoGgECBAgQIECAAAECBAgQIECAAAECBAgQIECAAAECLS7w4Jy70y9Gn51OmDox7Tmsf4v3p6U7IADQ0iNQy/0FAHI8OLpGgAABAgQIECBAgAABAgQIECBAgAABAgQIECBAgECLC0wfNzndfe2cdMXDc9L3evygxfvT0h0QAGjpEajl/gIAOR4cXSNAgAABAgQIECBAgAABAgQIECBAgAABAgQIECBAoMUFzug3Mr381HNp/n89njqt2anF+9PSHRAAaOkRqOX+AgA5HhxdI0CAAAECBAgQIECAAAECBAgQIECAAAECBAgQIECgxQUGbLxT2njzTbIKAFpKzRYAWLVqVXrjjTfSHXfckR588MG0bNmytGLFitStW7fUt2/fNGbMmNSjR4/UoUOHGuOycuXKdOedd6bZs2enpUuXpo8//jhtu+22aeDAgWnkyJFp/fXXr3HOp59+mh566KF0/fXXZ/eLe3Xv3j3169cvu9cmm2xS45zo40svvZRmzJiR7rnnnvTyyy+nrl27pj59+qTjjjsu7bbbbqljx441znvzzTfTrFmz0oIFC9IzzzyTvva1r6XevXuno48+Ou23335prbXWqte7JgBQLzYnESBAgAABAgQIECBAgAABAgQIECBAgAABAgQIECDQDgTe+tMbadT2/dOew/qnE6ZObAdPXPcjNlsAICbUDzvssGzyvlCLSfNrrrkmO6ZqCOAvf/lLNmE/f/78guf16tUr3XDDDWmLLbao/DwCA+PHj09XXHFFwXMidHDTTTdlE/oVLSb/582bl0aPHp2FBQq1iy++OI0dOzZ16vS/pSOWLFmSjjnmmCwsUKgdf/zxafLkyalLly51j0a1IwQAyiZzAgECBAgQIECAAAECBAgQIECAAAECBAgQIECAAAEC7UTg0YX3p8kjz0ijJp+R+h09qJ08de2P2WwBgFtuuSUNGzas1t7EJH5M9G+55ZbZcbGKPybyL7vsslrPGz58eLryyivT17/+9RQT+VOnTk0nnXRSrefsscceWUWBjTfeODvuqaeeSgMGDMiqFBRrEVK47bbb0l577ZUd8vrrr2fPFFUJamvTp0/PqgEUqm5Q23kCAL6jBAgQIECAAAECBAgQIECAAAECBAgQIECAAAECBAgQKCxw4zlXpNun3pguuf+m9IPte2BKzbgFQEzs33vvvWnUqFFpm222SWuuuWZ69dVX08knn5yV269oc+fOTYMG/X/pjBdeeCEdeuih6cUXX8zK6k+ZMqUyRHDzzTdn50ZFgQ033DDbWmCHHXZI77zzTopAwOLFi7NrTJw4MZ122mmpc+fO2f1jhX/FJP/tt9+eDj744PTFF1+kSZMmpfPOOy87J7YJiBDB9773vfTnP/85nXDCCZV9jP8fK/qjrP/MmTOzif1oUYkgQgjbbbddev/997PgwnXXXZd9dtBBB2XHrrPOOmW9dAIAZXE5mAABAgQIECBAgAABAgQIECBAgAABAgQIECBAgACBdiQw4aBR6dlHf5fm/+fStFbntdvRkxd/1GarAFCsC7NmzUpHHHFE5ccxsT906NDs79dee20WGIg2YsSING3atMpS+h9++GEaOXJkWrhwYfZ5bB9w7LHHpkWLFlWu0O/bt2+K60dAIFpUFDj99NOzyf1o48aNyyb9Y5uBuOfDDz+cBQ3imn369Kns04IFC9IhhxyS/X333XdPUc0gjoswQVQRiDZjxoysPxXtySefTP37988CCZtvvnlWOaBHj/JSJwIAvqMECBAgQIAAAQIECBAgQIAAAQIECBAgQIAAAQIECBAoLDB4011T1w3WS1c9sQDR/y/Q4gGAqpP80adHHnkk7brrrtmq/AkTJqSLLroo6+qFF16YTdhXtCj1H6v240+0c889Nzu+6vWOP/74bPuAtdf+37RH1cBBBAaiqsArr7ySlf+P/+3Zs2eKKgSbbbZZ5b1eeumlNHDgwPT888+nrbfeOs2bNy8LAFQNDTzwwANpxx13rDznvffeS0OGDKmsRPDYY4+l3r17l/XiCQCUxeVgAgQIECBAgAABAgQIECBAgAABAgQIECBAgAABAgTaicB7//VuOqrHvmn3Q/89jb32gnby1HU/ZosGAP72t7+lMWPGZKv0o1Vdsf/JJ59kJf5jQj9a1coAFY8Vk/ennHJK9teKyfxLL700nX322dm/VYQCqjLcdddd6cADD8z+ae+9985W88cE/y677LLav6277rqVp8WWATGZv2zZsuzfYjJ/vfXWy7YqePbZZytDAd27d68856OPPsq2B4iV/8X6X9fwCADUJeRzAgQIECBAgAABAgQIECBAgAABAgQIECBAgAABAgTao8Dy3zyczh92cjrqvFPSQaMPb48EBZ+5xQIAsYJ/zpw5WYn/jz/+OFtRP3369DR48OCso6UEAGLyftiwYdnxpQYAli5dWmOyv64AwAcffJCt9r///vuze5USACil/3W9hQIAdQn5nAABAgQIECBAgAABAgQIECBAgAABAgQIECBAgACB9ihwy8VXp7mTp6cL7pyeevxo+/ZIUPCZWywAEKX+jzjiiBSr66NdfPHFaezYsalTp07Z30uZQBcA8B4TIECAAAECBAgQIECAAAECBAgQIECAAAECBAgQIECg/Qmce9iJ6Xf3L0lzX1uSunzja+0PoMgTt0gAYMmSJemYY45JL7/8ctatE088MV1wwQWpS5culd0sJQAQ2wNEBYFoxx9/fLrsssvSJZdcUusWAIsWLUp77bVXdk6/fv3S7Nmz0x//+MdatwB4++23swoADz/8cFap4IEHHkjrrLNOrVsARFWD0aNHZ9ePNnfu3Oz4cpoKAOVoOZYAAQIECBAgQIAAAQIECBAgQIAAAQIECBAgQIAAgfYiMGLLvVOnr6yZZjzz6/byyCU9Z7MGAKLs/0MPPZSOOuqoypX/Z555Zoo/VSf/o+f/+Mc/sooAV111VfYgF154YRo3blzlQ8W1Jk2alP2Jdu6556YJEyakiy66KLtetIpQwNprr1153qxZs7LKA9Eqtg149tlns1BATNr37Nkzm6zfbLPNKs+JLQIGDhyYnn/++bT11lunefPmpTXWWCPbruDpp5+uDAXsuOOOlee89957aciQIWnx4sXZv8W2Ab179y5pUCoOEgAoi8vBBAgQIECAAAECBAgQIECAAAECBAgQIECAAAECBAi0A4GVH32cBm+6a9p5/z5p3E2XtoMnLv0Rmy0AEBP29913XzruuOMqJ/9jUv+UU05Ja621VsEeV53MHzFiRJo2bVplUODDDz9MI0eOTAsXLszOvfPOO9MBBxyQTc7HxHy0vn37ppjw33DDDbO/f/rpp+n0009PU6dOzf5++eWXp5NPPjm9+uqrq03mxzX79OlT2acFCxakQw45JPv7gAED0owZM9KXX36ZDj/88HTPPfdk/x7/Fv2paE8++WTq379/euedd9LOO++cbr311tStW7fSRyalJABQFpeDCRAgQIAAAQIECBAgQIAAAQIECBAgQIAAAQIECBBoBwJPP7gsnXPo6HT4WT9NA0/53znadvDodT5iswUAHnnkkWzl/RtvvJGtmI/V+jH53qlTp6KdrFquP86JAECsqv/nP/+Zbr755qxCQKza79WrV5ozZ07adNNN03PPPZdN0r/yyivZdWNrgbjPmmuume699940ZsyYrA8RCrjjjjvSDjvskF2jarn+Aw88MAsJfOc738nCAXF+xUR/bDMQf48AQEXFgbhP9GH69Olpq622Su+++26aOHFiuu6667I+nHDCCWny5MlFgw7FAAQA6nx/HUCAAAECBAgQIECAAAECBAgQIECAAAECBAgQIECAQDsTmD/l+jTrvCvTOb+alnr2La8Ke1unapYAQPVy/rWh7rPPPmn27NlpvfXWS7HKP8r0z58/v9ZxiEoCsbI/yvLHKv/x48enmKivrVWU/+/cuXN2WFQQiBX9EQYo1irK/3fv3j075KmnnsrCBhEoKNYiaBBbCuy6665lv0sCAGWTOYEAAQIECBAgQIAAAQIECBAgQIAAAQIECBAgQIAAgTYucPGI09LSuxan2S8vTt9cf902/rTlPV6zBAA++eSTbNX8tddeW2fvqk+yL1myJB1zzDHp5ZdfLnhuTNrHZP/6669f+XkcG+X4ly5dWvCcvfbaK6smsPnmm1d+vnLlyiw4cMUVVxQ8J8r3x5YBBx10UOrQoUN2zOeff56mTJmSzjvvvILBgahaEOGEUaNG1VrpoBiKAECdr4sDCBAgQIAAAQIECBAgQIAAAQIECBAgQIAAAQIECBBoZwI/+eH+6bNP/pFuenFRO3vyuh+3WQIAn332WVYuP8rg19WqVgCoOPbNN99Ms2bNSgsWLEjPPPNMtoVA796909FHH53222+/gqX1P/jgg2xbgNtuuy3F9gPRdttttzRo0KA0fPjw1KVLlxpdieoBDz30ULr++uvTgw8+mFasWJFitX+/fv2yrQM22WSTGufEVgDLly9PM2fOTIsXL86qAURYoG/fvtk5PXr0qAwM1PXs1T8XAChXzPEECBAgQIAAAQIECBAgQIAAAQIECBAgQIAAAQIECLRlgU8/+UcasPFOafu9fpTOnju1LT9qvZ6tWQIA9eqZk5IAgJeAAAECBAgQIECAAAECBAgQIECAAAECBAgQIECAAAEC/yvw/GNPpTMP+EkafNpP0tBxx6OpJiAAkONXQgAgx4OjawQIECBAgAABAgQIECBAgAABAgQIECBAgAABAgQINLvAnVffnGaMvyydOeuytNN+P272++f9hgIAOR4hAYAcD46uESBAgAABAgQIECBAgAABAgQIECBAgAABAgQIECDQ7AKXjzorPfSre9LMZ3+TvvWdDZv9/nm/oQBAjkdIACDHg6NrBAgQIECAAAECBAgQIECAAAECBAgQIECAAAECBAg0u8DxOx2SVrz7Xpr72pJmv3druKEAQI5HSQAgx4OjawQIECBAgAABAgQIECBAgAABAgQIECBAgAABAgQINKvA5//8PB28Ya/U40fbpfMXXtus924tNxMAyPFICQDkeHB0zphVwwAAIABJREFUjQABAgQIECBAgAABAgQIECBAgAABAgQIECBAgACBZhV4+ann06l7Df9/2bsTuLume//jPxpXNFfV2MZQYqhLKUpNIWhStGJIRKSCGCIhJOYxCIIgMSTmTCoxJETEVFNMKdIYqqhZKa2maqq6Lv40/q/v9lpPd3b2OXuvffY5Zz3P81mv1331yrOHtd9rn73XXuu31rLeQwfYgWce1dBzt5aTEQAQcEkRABBw4ZA1BBBAAAEEEEAAAQQQQAABBBBAAAEEEEAAAQQQQAABBBBoqMBvJt1kVx4/yo6fMMq67blzQ8/dWk5GAEDAJUUAQMCFQ9YQQAABBBBAAAEEEEAAAQQQQAABBBBAAAEEEEAAAQQQQKChApceeZbdN/VWu+qJW22Vtddo6Llby8kIAAi4pAgACLhwyBoCCCCAAAIIIIAAAggggAACCCCAAAIIIIAAAggggAACCDRU4Kgd9rG/vvqmzXhnbkPP25pORgBAwKVFAEDAhUPWEEAAAQQQQAABBBBAAAEEEEAAAQQQQAABBBBAAAEEEECgYQJfL1hgvTtvYev8ZAO74O5rGnbe1nYiAgACLjECAAIuHLKGAAIIIIAAAggggAACCCCAAAIIIIAAAggggAACCCCAAAINE3jj+VfsyO362a6D+tmg805s2Hlb24kIAAi4xAgACLhwyBoCCCCAAAIIIIAAAggggAACCCCAAAIIIIAAAggggAACCDRM4P7rZ9m4oWfakZeeYT36796w87a2ExEAEHCJEQAQcOGQNQQQQAABBBBAAAEEEEAAAQQQQAABBBBAAAEEEEAAAQQQaJjAVSecZ3dNnG7j5ky3Lhv8sGHnbW0nIgAg4BIjACDgwiFrCCCAAAIIIIAAAggggAACCCCAAAIIIIAAAggggAACCCDQMIETdj7AXnvmBZs5f54ttvjiDTtvazsRAQABlxgBAAEXDllDAAEEEEAAAQQQQAABBBBAAAEEEEAAAQQQQAABBBBAAIGGCHy9YIHttVpXW23dLnbxgzc05Jyt9SQEAARccgQABFw4ZA0BBBBAAAEEEEAAAQQQQAABBBBAAAEEEEAAAQQQQAABBBoi8NfX/myHbdHLdtq/tx1xyWkNOWdrPQkBAAGXHAEAARcOWUMAAQQQQAABBBBAAAEEEEAAAQQQQAABBBBAAAEEEEAAgYYIPDLjbhsz6BQbcuFw+8WBfRpyztZ6EgIAAi45AgACLhyyhgACCCCAAAIIIIAAAggggAACCCCAAAIIIIAAAggggAACDRGYfNpFduvlU23M/VNs3U03bMg5W+tJCAAIuOQIAAi4cMgaAggggAACCCCAAAIIIIAAAggggAACCCCAAAIIIIAAAgg0RGD4HoPt+Uefspnz51mHJTo05Jyt9SQEAARccgQABFw4ZA0BBBBAAAEEEEAAAQQQQAABBBBAAAEEEEAAAQQQQAABBBoi0K9LN1u+80p2+eMzGnK+1nwSAgACLj0CAAIuHLKGAAIIIIAAAggggAACCCCAAAIIIIAAAggggAACCCCAAAJ1F3j3rXds4CY9bYe9d7Fjrjy77udr7ScgACDgEiQAIODCIWsIIIAAAggggAACCCCAAAIIIIAAAggggAACCCCAAAIIIFB3gcfveMBGDTjOBp5znO1+WP+6n6+1n4AAgIBLkACAgAuHrCGAAAIIIIAAAggggAACCCCAAAIIIIAAAggggAACCCCAQN0Fpp5zud104UQbdcdE26DrpnU/X2s/AQEAAZcgAQABFw5ZQwABBBBAAAEEEEAAAQQQQAABBBBAAAEEEEAAAQQQQACBuguc0fcIe3r2Yzbjnbm25FId636+1n4CAgACLkECAAIuHLKGAAIIIIAAAggggAACCCCAAAIIIIAAAggggAACCCCAAAJ1F9hv3R621NLftvFP3V73c7WFExAAEHApEgAQcOGQNQQQQAABBBBAAAEEEEAAAQQQQAABBBBAAAEEEEAAAQQQqKvAh+++bwPW+7lts/vP7cRrLqjrudrKwQkACLgkCQAIuHDIGgIIIIAAAggggAACCCCAAAIIIIAAAggggAACCCCAAAII1FXgyft+a2f1G2YDTh9mfY46sK7naisHJwAg4JIkACDgwiFrCCCAAAIIIIAAAggggAACCCCAAAIIIIAAAggggAACCCBQV4HpYybYdedeYWfOuNx+8rOt63qutnJwAgACLkkCAAIuHLKGAAIIIIAAAggggAACCCCAAAIIIIAAAggggAACCCCAAAJ1FTh3/2Nt7p0P2rQ351inZZau67naysEJAAi4JAkACLhwyBoCCCCAAAIIIIAAAggggAACCCCAAAIIIIAAAggggAACCNRV4OCNd7EFX/3brvnjPXU9T1s6OAEAAZcmAQABFw5ZQwABBBBAAAEEEEAAAQQQQAABBBBAAAEEEEAAAQQQQACBugl8+vEn1q9LN9t85+3stBsuqdt52tqBCQAIuEQJAAi4cMgaAggggAACCCCAAAIIIIAAAggggAACCCCAAAIIIIAAAgjUTeDZR56wU3sNtl+dONj2OfHQup2nrR2YAICAS5QAgIALh6whgAACCCCAAAIIIIAAAggggAACCCCAAAIIIIAAAggggEDdBG69bIpNPv1iO/X6S2yLX2xXt/O0tQMTABBwiRIAEHDhkDUEEEAAAQQQQAABBBBAAAEEEEAAAQQQQAABBBBAAAEEEKibwOhDTrY5t9xj1zx/t62wyvfrdp62dmACAAIuUQIAAi4csoYAAggggAACCCCAAAIIIIAAAggggAACCCCAAAIIIIAAAnUTOHTzXvbP9z6waW/Oqds52uKBCQAIuFQJAAi4cMgaAggggAACCCCAAAIIIIAAAggggAACCCCAAAIIIIAAAgjUReCLzz63PqtsZRtvv6WNnHllXc7RVg9KAEDAJUsAQMCFQ9YQQAABBBBAAAEEEEAAAQQQQAABBBBAAAEEEEAAAQQQQKAuAi/N+4Od8IsDrc+RB9qAEcPqco62elACAAIuWQIAAi4csoYAAggggAACCCCAAAIIIIAAAggggAACCCCAAAIIIIAAAnURuGP8NBt/0vl24uTzbZs9dqzLOdrqQQkACLhkCQAIuHDIGgIIIIAAAggggAACCCCAAAIIIIAAAggggAACCCCAAAII1EVg7NAzbPb1t9nVT95mK6/1g7qco60elACAgEuWAICAC4esIYAAAggggAACCCCAAAIIIIAAAggggAACCCCAAAIIIIBAXQSGddvb/vant23GO3Prcvy2fFACAAIuXQIAAi4csoYAAggggAACCCCAAAIIIIAAAggggAACCCCAAAIIIIAAAqULfPXlV9a78xa2/hYb23l3TSr9+G39gAQABFzCBAAEXDhkDQEEEEAAAQQQQAABBBBAAAEEEEAAAQQQQAABBBBAAAEEShd4/Q8v2dE/28d2O3QfO+Tc40s/fls/IAEAAZcwAQABFw5ZQwABBBBAAAEEEEAAAQQQQAABBBBAAAEEEEAAAQQQQACB0gXunTLTLjtqpB19xUj7Wb+epR+/rR+QAICAS5gAgIALh6whgAACCCCAAAIIIIAAAggggAACCCCAAAIIIIAAAggggEDpAlced679ZvLNdumjN9ka669T+vHb+gEJAAi4hAkACLhwyBoCCCCAAAIIIIAAAggggAACCCCAAAIIIIAAAggggAACCJQucNzP97c/PfeSzZw/zxZbfPHSj9/WD0gAQMAlTABAwIVD1hBAAAEEEEAAAQQQQAABBBBAAAEEEEAAAQQQQAABBBBAoFSBrxcssN6dt7A1N/wfu3D21FKP3V4ORgBAwCVNAEDAhUPWEEAAAQQQQAABBBBAAAEEEEAAAQQQQAABBBBAAAEEEECgVIG3X/6THb51H9v5gD52+EXDSz12ezkYAQABlzQBAAEXDllDAAEEEEAAAQQQQAABBBBAAAEEEEAAAQQQQAABBBBAAIFSBR6afqdddNhpdvjFp9rOA/Ys9djt5WAEAARc0gQABFw4ZA0BBBBAAAEEEEAAAQQQQAABBBBAAAEEEEAAAQQQQAABBEoVmDh8jN125fV20QPX2Tqb/KjUY7eXgxEAEHBJEwAQcOGQNQQQQAABBBBAAAEEEEAAAQQQQAABBBBAAAEEEEAAAQQQKFXg5F0H2gtzn7GZ8+dZhyU6lHrs9nIwAgACLmkCAAIuHLKGAAIIIIAAAggggAACCCCAAAIIIIAAAggggAACCCCAAAKlCvRZZSvrvOZqdulvbyr1uO3pYAQABFzaBAAEXDhkDQEEEEAAAQQQQAABBBBAAAEEEEAAAQQQQAABBBBAAAEEShOY/8ZfbNBmu1n3X+1qR11+VmnHbW8HIgAg4BInACDgwiFrCCCAAAIIIIAAAggggAACCCCAAAIIIIAAAggggAACCCBQmsCjt91v5x94gg0adYLtOvhXpR23vR2IAICAS5wAgIALh6whgAACCCCAAAIIIIAAAggggAACCCCAAAIIIIAAAggggEBpAteeNc5mXHKNnf+bybb+lpuUdtz2diACAAIucQIAAi4csoYAAggggAACCCCAAAIIIIAAAggggAACCCCAAAIIIIAAAqUJjOhzuP3+wcdtxjtzbcmlOpZ23PZ2IAIAAi5xAgACLhyyhgACCCCAAAIIIIAAAggggAACCCCAAAIIIIAAAggggAACpQn069LNvrvCcnbVk7NKO2Z7PBABAAGXOgEAARcOWUMAAQQQQAABBBBAAAEEEEAAAQQQQAABBBBAAAEEEEAAgVIE3v/bu3bgBjvbtr12shMmnVfKMdvrQQgACLjkCQAIuHDIGgIIIIAAAggggAACCCCAAAIIIIAAAggggAACCCCAAAIIlCLwxD2P2Mh9jrIDzjjS9hx2QCnHbK8HIQAg4JInACDgwiFrCCCAAAIIIIAAAggggAACCCCAAAIIIIAAAggggAACCCBQisCN519tN5x/lY289SrbeLstSjlmez0IAQABlzwBAAEXDllDAAEEEEAAAQQQQAABBBBAAAEEEEAAAQQQQAABBBBAAIFSBM7uf5TNu/sRm/bmHOu0zNKlHLO9HoQAgIBLngCAgAuHrCGAAAIIIIAAAggggAACCCCAAAIIIIAAAggggAACCCCAQCkCB274C1tsMbPJz91dyvHa80EIAAi49AkACLhwyBoCCCCAAAIIIIAAAggggAACCCCAAAIIIIAAAggggAACCNQs8OnHn1i/Lt1sy112sOFTL6r5eO39AAQABHwHEAAQcOGQNQQQQAABBBBAAAEEEEAAAQQQQAABBBBAAAEEEEAAAQQQqFngmYfm2ul7DrH+Jx1m/U4YVPPx2vsBCAAI+A4gACDgwiFrCCCAAAIIIIAAAggggAACCCCAAAIIIIAAAggggAACCCBQs8CMsdfYtWeOs9NvHGs/3albzcdr7wcgACDgO4AAgIALh6whgAACCCCAAAIIIIAAAggggAACCCCAAAIIIIAAAggggEDNAucfdKI9Ous++/UL99rynVeq+Xjt/QAEAAR8BxAAEHDhkDUEEEAAAQQQQAABBBBAAAEEEEAAAQQQQAABBBBAAAEEEKhZYPBPd7eP3//Ipr05p+ZjcQAzAgACvgsIAAi4cMgaAggggAACCCCAAAIIIIAAAggggAACCCCAAAIIIIAAAgjUJPDFZ59bn1W2sk27b21n3Hx5Tcdi528ECAAI+E4gACDgwiFrCCCAAAIIIIAAAggggAACCCCAAAIIIIAAAggggAACCCBQk8AfH/+9ndzzYNvr6INs/9OG1nQsdv5GgACAgO8EAgACLhyyhgACCCCAAAIIIIAAAggggAACCCCAAAIIIIAAAggggAACNQncftUNNuGU0XbSr0db19161HQsdv5GgACAgO8EAgACLhyyhgACCCCAAAIIIIAAAggggAACCCCAAAIIIIAAAggggAACNQlcPOQ0e3DanTb+6Tusc5dVazoWO38jQABAwHcCAQABFw5ZQwABBBBAAAEEEEAAAQQQQAABBBBAAAEEEEAAAQQQQACBmgSO6LqX/f3Pf7UZ78yt6Tjs/B8BAgACvhsIAAi4cMgaAggggAACCCCAAAIIIIAAAggggAACCCCAAAIIIIAAAggUFvjqy6+sd+ctbIOtf2Ln3j6h8HHYcWEBAgACviMIAAi4cMgaAggggAACCCCAAAIIIIAAAggggAACCCCAAAIIIIAAAggUFnj193+0Y3vsZ7sftq8NPOfYwsdhx4UFCAAI+I4gACDgwiFrCCCAAAIIIIAAAggggAACCCCAAAIIIIAAAggggAACCCBQWODua2bYFceeY8dcdbbt0HeXwsdhx4UFCAAI+I4gACDgwiFrCCCAAAIIIIAAAggggAACCCCAAAIIIIAAAggggAACCCBQWODyo8+2e669xa6Ye4uttu6ahY/DjgsLEAAQ8B1BAEDAhUPWEEAAAQQQQAABBBBAAAEEEEAAAQQQQAABBBBAAAEEEECgsMAx3fvbm3981WbOn2eLLb544eOw48ICBAAEfEcQABBw4ZA1BBBAAAEEEEAAAQQQQAABBBBAAAEEEEAAAQQQQAABBBAoJPD1ggXWu/MWttZG69mY+6YUOgY7pQsQABDwnUEAQMCFQ9YQQAABBBBAAAEEEEAAAQQQQAABBBBAAAEEEEAAAQQQQKCQwJ9feM2GbtvXfnnQXnbYmFMKHYOd0gUIAAj4ziAAIODCIWsIIIAAAggggAACCCCAAAIIIIAAAggggAACCCCAAAIIIFBI4IEbbrdLjhhhQ8eebjvu16vQMdgpXYAAgIDvDAIAAi4csoYAAggggAACCCCAAAIIIIAAAggggAACCCCAAAIIIIAAAoUExp98gd1x9Y12yUM3RMsAkMoTIACgPMvSj0QAQOmkHBABBBBAAAEEEEAAAQQQQAABBBBAAAEEEEAAAQQQQAABBJoscOIvD7KXnnjWZs6fZx2W6NDk3LSt0xMAEHB5EgAQcOGQNQQQQAABBBBAAAEEEEAAAQQQQAABBBBAAAEEEEAAAQQQKCTQZ5WtbJW1V7exj0wrtD87VRYgACDgu4MAgIALh6whgAACCCCAAAIIIIAAAggggAACCCCAAAIIIIAAAggggIC3wDt/essO/eke9vP+e9iwS0d4788O1QUIAAj4DiEAIODCIWsIIIAAAggggAACCCCAAAIIIIAAAggggAACCCCAAAIIIOAtMGfmvTZ64Ek2+PwTrech/bz3Z4fqAgQABHyHEAAQcOGQNQQQQAABBBBAAAEEEEAAAQQQQAABBBBAAAEEEEAAAQQQ8Ba4ZsQlNvPSa+2Ce35t622+kff+7FBdgACAgO8QAgACLhyyhgACCCCAAAIIIIAAAggggAACCCCAAAIIIIAAAggggAAC3gKn9TrU/vDIPJvxzlxbcqmO3vuzQ3UBAgACvkMIAAi4cMgaAggggAACCCCAAAIIIIAAAggggAACCCCAAAIIIIAAAgh4C/Tr0s2WXWl5u3Lerd77skO2AAEA2UZN24IAgKbRc2IEEEAAAQQQQAABBBBAAAEEEEAAAQQQQAABBBBAAAEEEChZ4B9/mW8Hb/RL267PL+y48eeWfHQOJwECAAK+DwgACLhwyBoCCCCAAAIIIIAAAggggAACCCCAAAIIIIAAAggggAACCHgJ/O6uh+yc/Y6xg8462nodsb/XvmycT6ApAQDvvfeeXX311XbxxRfbhx9+aEOGDLELL7zQOnZMX+Ph008/tdtuu82mTp1qjz32mH3yySe2ySabWN++fe3ggw+2FVdccZGr/eKLL+yhhx6yyZMn2wMPPBCdZ91117VddtnFhg4damusscYi+3z99df28ssv28SJE+2uu+6yV155xZZbbjnr3r27HXbYYbbddtvZ4osvvsh+b7/9tk2ZMsVmzpxpzzzzjC299NLWtWtXGzhwoPXs2dOWXHLJfKWR2IoAgEJs7IQAAggggAACCCCAAAIIIIAAAggggAACCCCAAAIIIIAAAgEKXD/qCps2eoKdM+tq+3G3zQPMYevPUkMDANSRP378eBs7dqy99dZbLXqDBw+OggGWWmqpRUTffffdqMP+5ptvTtXeYost7JprrrH11luv5e86z/Dhw6PzpKXVV1/drr322qhD3yV1/k+fPt0OP/zwKFggLZ133nl27LHHWocOHVr+PGfOHBs0aFAULJCWFNxwwQUXWKdOnbzvFgIAvMnYAQEEEEAAAQQQQAABBBBAAAEEEEAAAQQQQAABBBBAAAEEAhU4q98we/K+39q0N+dYp2WWDjSXrTtbDQsAUEf+AQccYPfcc88iYpUCADSKXx35mh2gWtp///3t0ksvte985zumjvxx48bZUUcdVXWfHXbYIZpRYJVVVom2e+qpp6xPnz4LBSYkD6CR/TNmzLAdd9wx+tOf//xn23fffaNZCaolBT1oNoDFFlvM624hAMCLi40RQAABBBBAAAEEEEAAAQQQQAABBBBAAAEEEEAAAQQQQCBggQHr72gd/msJm/SHuwLOZevOWsMCAF5//fWos1zT8GvEvP5bAQFKlQIAXnjhBdtrr73spZdeiqbV1ywBOobSddddZ0cffXS0HEDnzp1t1qxZtvnmm9v8+fNNAQGzZ8+OthsxYoQdf/zx0ewCd999dzTC380+cMstt1jv3r3t3//+t5155pk2cuTIaB8tE6AggjXXXNPeeOMNGzZsWLQkgJL+f43o17T+kyZNijr2lTQTgYIQNttsM3v//fejwIUJEyZEf+vVq1e07bLLLut1txAA4MXFxggggAACCCCAAAIIIIAAAggggAACCCCAAAIIIIAAAgggEKjAP9/7wPZbt4dtvWt3O/naMYHmsvVnq2EBAAsWLLDPP//cvv3tb0dq119/fUtnfqUAgKuvvtoOPfTQaHsFC1x22WUtU+l/9NFHdvDBB9utt94a/f2qq66KAgnuv//+lhH6PXr0sClTpkQBAkqaUeCEE06IOveVTj755KjTX7MT9O/f3x5++OEo0EDH7N69e0vpzpw50/bcc8/ov7fffvso79pOwQSaRUBp4sSJUX5ceuKJJ2yPPfaIAhLWWWedaOaAH//4x153DAEAXlxsjAACCCCAAAIIIIAAAggggAACCCCAAAIIIIAAAggggAACgQo8/cDjdsZeh9u+pwyxvY87JNBctv5sNSwAIEmVFQCgUfmnnXaajRo1Ktr13HPPjTrsXdJU/xq1r/9TOuuss6Lt40EDQ4YMiZYP6NixY8t+CggYMGBA9N8u8OC1116Lpv/X/2666aY2bdo0W3vttVv2efnll61v3772/PPP20YbbWTTp0+PAgDiQQP33Xefbbnlli37vPfee7bPPvu0zETw6KOPWteuXb3uGAIAvLjYGAEEEEAAAQQQQAABBBBAAAEEEEAAAQQQQAABBBBAAAEEAhW46aJJNvXsy2zE9Etts59vE2guW3+2gg0A+Oyzz6Ip/tWhr6Qp/9XhHk9aEuCYY46J/sl15o8ZM8ZOP/306N9cUEB8n9tvv91233336J922mmnaDS/Ovi32eabm8z92/LLL9+ym5YMUGf+448/Hv2bOvNXWGEF23vvve3ZZ59tCQrQ8gYuffzxx9HyABr5Xyn/WbcPAQBZQvwdAQQQQAABBBBAAAEEEEAAAQQQQAABBBBAAAEEEEAAAQRag8CoAcfZ43c8YFNenm3LrvSfvtjWkPfWlMdWHQCQNotAVgDAY489tkhnf1YAwAcffBAFH9x7771R2eYJAMgTwJB1oxAAkCXE3xFAAAEEEEAAAQQQQAABBBBAAAEEEEAAAQQQQAABBBBAoDUIHPKTXe3zTz+zqa/Mbg3ZbbV5JAAgxwwABAC02vubjCOAAAIIIIAAAggggAACCCCAAAIIIIAAAggggAACCCCAQJMFPv34E+vXpVs09b+WACDVT6BVBwBoeYBDDz000hkyZIhdeOGFNnr06KpLANx///224447RvvssssuNnXqVHvxxRerLgHwt7/9LZoB4OGHH7all17a7rvvPlt22WWrLgHwySef2OGHHx4dX2natGnR9j6JGQB8tNgWAQQQQAABBBBAAAEEEEAAAQQQQAABBBBAAAEEEEAAAQRCFHjut0/a8N0H2d7HHWL7njIkxCy2mTwFGwDw+eef27HHHmtXXHFFhH3uuefaySef3AL/9ddf25lnnhn9n9JZZ51lp512mo0aNcpOOeWU6N9cUEDHjh1b9psyZYoNGDAg+u/BgwfbxRdfbM8++2wUFKBO+0033TTqrF977bVb9tESAX379rXnn3/eNtpoI5s+fbp961vfsn79+tnTTz/dEhSw5ZZbtuzz3nvv2T777GOzZ38zhYWWDejatavXjUMAgBcXGyOAAAIIIIAAAggggAACCCCAAAIIIIAAAggggAACCCCAQIACs66YapNOvchOvnaMbb1r9wBz2HayFGwAgIjjnfkHHHCAXXbZZdapU6dI/6OPPrKDDz7Ybr311ui/b7vtNtttt92iznl1zCv16NHD1OHfuXPn6L+/+OILO+GEE2zcuHHRf1900UV29NFH2+uvv75QZ76O2b37f268mTNn2p577hnt06dPH5s4caItWLDA9ttvP7vrrruif9e/KT8uPfHEE7bHHnvY/Pnzbeutt7YbbrjBVl99da87hwAALy42RgABBBBAAAEEEEAAAQQQQAABBBBAAAEEEEAAAQQQQACBAAUuHDzcHr75NzbpD3fZSj9YOcActp0sBR0AEJ+uX1PvKwBAo+q//PJLu+6666IZAjRqf4sttrAbb7zRunTpYs8991zUSf/aa69FpXTOOedEnfxLLLGE3X333TZ06FB76623oqCAWbNm2eabbx4dIz5d/+677x4FCay22mpRcID2dx39WmbygBmQAAAgAElEQVRA/60AADfjgM6jPIwfP9423HBD+/vf/24jRoywCRMmRHkYNmyYXXDBBbbkkkt63TkEAHhxsTECCCCAAAIIIIAAAggggAACCCCAAAIIIIAAAggggAACCAQoMGTL3vbhu+/btDfnBJi7tpWlhgUAfPzxxzZw4ECbMWNGVUE3wn6ZZZaJRvlrmv6bb7656j5aHkAj+zUtv0b5Dx8+3NRRXy256f+XWmqpaDPNIKAR/QoGqJTc9P/rrrtutMlTTz0VBRsooKBSUqCBlhTo1q2b951DAIA3GTsggAACCCCAAAIIIIAAAggggAACCCCAAAIIIIAAAggggEBAAl989rnttVpX23CbzeycWVcHlLO2mZWGBQB88MEH1r9/f7v33nurSu600052/fXX2/LLLx9tN2fOHBs0aJC98sorqfup016d/SuuuGLL37WtpuN/7LHHUvfZcccdo9kE1llnnZa/f/rpp1HgwNixY1P30fT9WjKgV69etthii0XbfPXVV3bxxRfbyJEjUwMHNGuBghMOPfRQ69Chg/cdRACANxk7IIAAAggggAACCCCAAAIIIIAAAggggAACCCCAAAIIIIBAQAIvP/mcHb/TAOt1xP520FlHB5SztpmVhgUAFJkBwJG//fbbNmXKFJs5c6Y988wzpo71rl27RjMK9OzZM3VqfQUcaFkAzTjwyCOPRIfabrvtbO+997b999/fOnXqtEiJavaAhx56yCZPnmwPPPCAffjhh6bR/rvssku0dMAaa6yxyD5aCmDevHk2adIkmz17djQbgIIFevToEe3z4x//uCVgwPcWIgDAV4ztEUAAAQQQQAABBBBAAAEEEEAAAQQQQAABBBBAAAEEEEAgJIHfTLrJrjx+lB03/lzbrs8vQspam8xLwwIA2qRenS+KAIA6A3N4BBBAAAEEEEAAAQQQQAABBBBAAAEEEEAAAQQQQAABBBCoq8C4YWfa/dfNsivn3WqrrrPogOu6nrwdHpwAgIALnQCAgAuHrCGAAAIIIIAAAggggAACCCCAAAIIIIAAAggggAACCCCAQKbAkdv/yt557c824525mduyQe0CBADUbli3IxAAUDdaDowAAggggAACCCCAAAIIIIAAAggggAACCCCAAAIIIIAAAnUW+OrLr2yvVbeydTb5kV1wz6/rfDYOLwECAAK+DwgACLhwyBoCCCCAAAIIIIAAAggggAACCCCAAAIIIIAAAggggAACCFQVeOO5l00zAPQ8pJ8NPv9EtBogQABAA5CLnoIAgKJy7IcAAggggAACCCCAAAIIIIAAAggggAACCCCAAAIIIIAAAs0WuP+6WTZu2Jk27NIR9vP+ezQ7O+3i/AQABFzMBAAEXDhkDQEEEEAAAQQQQAABBBBAAAEEEEAAAQQQQAABBBBAAAEEqgpcdcJ5dtfE6Tb2kWm25obrotUAAQIAGoBc9BQEABSVYz8EEEAAAQQQQAABBBBAAAEEEEAAAQQQQAABBBBAAAEEEGi2wPE7DbDX//CizZw/zxZbfPFmZ6ddnJ8AgICLmQCAgAuHrCGAAAIIIIAAAggggAACCCCAAAIIIIAAAggggAACCCCAQEWBrxcssL1W62qr/rCLXfLQDUg1SIAAgAZBFzkNAQBF1NgHAQQQQAABBBBAAAEEEEAAAQQQQAABBBBAAAEEEEAAAQSaLfCXV9+0IVv2th3362VDx57e7Oy0m/MTABBwURMAEHDhkDUEEEAAAQQQQAABBBBAAAEEEEAAAQQQQAABBBBAAAEEEKgo8PDNv7ELBw+3w0afbL88uC9SDRIgAKBB0EVOQwBAETX2QQABBBBAAAEEEEAAAQQQQAABBBBAAAEEEEAAAQQQQACBZgtMOvUim3XFVBtz3xRbd7MNm52ddnN+AgACLmoCAAIuHLKGAAIIIIAAAggggAACCCCAAAIIIIAAAggggAACCCCAAAIVBYbvPsief+xpmzl/nnVYogNSDRIgAKBB0EVOQwBAETX2QQABBBBAAAEEEEAAAQQQQAABBBBAAAEEEEAAAQQQQACBZgv069LNlvv+inbF3FuanZV2dX4CAAIubgIAAi4csoYAAggggAACCCCAAAIIIIAAAggggAACCCCAAAIIIIAAAqkC7771jg3cpKft0HcXO+aqs1FqoAABAA3E9j0VAQC+YmyPAAIIIIAAAggggAACCCCAAAIIIIAAAggggAACCCCAAALNFnj8jgds1IDjbOA5x9ruh+3b7Oy0q/MTABBwcRMAEHDhkDUEEEAAAQQQQAABBBBAAAEEEEAAAQQQQAABBBBAAAEEEEgVmHr2ZXbTRZPs3Nsn2IbbbIZSAwUIAGggtu+pCADwFWN7BBBAAAEEEEAAAQQQQAABBBBAAAEEEEAAAQQQQAABBBBotsAZfY+wp2c/ZjPemWtLLtWx2dlpV+cnACDg4iYAIODCIWsIIIAAAggggAACCCCAAAIIIIAAAggggAACCCCAAAIIIJAqsN+6Paxjp6Vswu/vQKjBAgQANBjc53QEAPhosS0CCCCAAAIIIIAAAggggAACCCCAAAIIIIAAAggggAACCDRb4MO/v2cD1t/Ruu7Ww0769ehmZ6fdnZ8AgICLnACAgAuHrCGAAAIIIIAAAggggAACCCCAAAIIIIAAAggggAACCCCAwCICT973Wzur3zDb/7ShttfRByHUYAECABoM7nM6AgB8tNgWAQQQQAABBBBAAAEEEEAAAQQQQAABBBBAAAEEEEAAAQSaLTBt9AS7ftQVdsbNl9um3bdudnba3fkJAAi4yAkACLhwyBoCCCCAAAIIIIAAAggggAACCCCAAAIIIIAAAggggAACCCwicM5+x9jv7nrIpr05xzotszRCDRYgAKDB4D6nIwDAR4ttEUAAAQQQQAABBBBAAAEEEEAAAQQQQAABBBBAAAEEEECg2QIHb/RL+/dX/7Zfv3Bvs7PSLs9PAEDAxU4AQMCFQ9YQQAABBBBAAAEEEEAAAQQQQAABBBBAAAEEEEAAAQQQQGAhgU8//sT6delmP92pm51+41h0miBAAEAT0POekgCAvFJshwACCCCAAAIIIIAAAggggAACCCCAAAIIIIAAAggggAACzRZ49pEn7NReg63fCYOs/0mHNTs77fL8BAAEXOwEAARcOGQNAQQQQAABBBBAAAEEEEAAAQQQQAABBBBAAAEEEEAAAQQWEph56bV2zYhLbPjUi2zLXXZApwkCBAA0AT3vKQkAyCvFdggggAACCCCAAAIIIIAAAggggAACCCCAAAIIIIAAAggg0GyB0QNPsjkz77XJz91tK676/WZnp12enwCAgIudAICAC4esIYAAAggggAACCCCAAAIIIIAAAggggAACCCCAAAIIIIDAQgKHbt7L/vneBzbtzTnINEmAAIAmwec5LQEAeZTYBgEEEEAAAQQQQAABBBBAAAEEEEAAAQQQQAABBBBAAAEEmi3wxWefW59VtrKNt9vCRt56VbOz027PTwBAwEVPAEDAhUPWEEAAAQQQQAABBBBAAAEEEEAAAQQQQAABBBBAAAEEEECgReDF3z1jJ/7yINtz2AF2wBlHItMkAQIAmgSf57QEAORRYhsEEEAAAQQQQAABBBBAAAEEEEAAAQQQQAABBBBAAAEEEGi2wB3jp9n4k8634yeeZ91679Ts7LTb8xMAEHDREwAQcOGQNQQQQAABBBBAAAEEEEAAAQQQQAABBBBAAAEEEEAAAQQQaBG45IgR9sANt9tVT86yVdZaHZkmCRAA0CT4PKclACCPEtsggAACCCCAAAIIIIAAAggggAACCCCAAAIIIIAAAggggECzBYZu29fmv/EXm/HO3GZnpV2fnwCAgIufAICAC4esIYAAAggggAACCCCAAAIIIIAAAggggAACCCCAAAIIIIBAJPDVl19Z785b2Hqbb2Tn/2YyKk0UIACgifhZpyYAIEuIvyOAAAIIIIAAAggggAACCCCAAAIIIIAAAggggAACCCCAQLMFXn/mRTu6e3/bdfCvbNCoE5qdnXZ9fgIAAi5+AgACLhyyhgACCCCAAAIIIIAAAggggAACCCCAAAIIIIAAAggggAACkcA9195ilx99th11+VnW/Ve7otJEAQIAmoifdWoCALKE+DsCCCCAAAIIIIAAAggggAACCCCAAAIIIIAAAggggAACCDRb4Ipjz7G7r5lhl/72JlvjR+s0Ozvt+vwEAARc/AQABFw4ZA0BBBBAAAEEEEAAAQQQQAABBBBAAAEEEEAAAQQQQAABBCKBY3vsZ288/7LNnD/PFlt8cVSaKEAAQBPxs05NAECWEH9HAAEEEEAAAQQQQAABBBBAAAEEEEAAAQQQQAABBBBAAIFmCny9YIH17ryFddngh3bRA9c3Myuc28wIAAj4NiAAIODCIWsIIIAAAggggAACCCCAAAIIIIAAAggggAACCCCAAAIIIGBvvfS6HdF1L9t5wJ52+MWnItJkAQIAmlwA1U5PAEDAhUPWEEAAAQQQQAABBBBAAAEEEEAAAQQQQAABBBBAAAEEEEDAHpx2p1085DQ7/KLhtvMBfRBpsgABAE0uAAIAAi4AsoYAAggggAACCCCAAAIIIIAAAggggAACCCCAAAIIIIAAAlUFJg4fY7ddeb1dOHuq/fAnG6DVZAECAJpcANVOzwwAARcOWUMAAQQQQAABBBBAAAEEEEAAAQQQQAABBBBAAAEEEEAAATu558H2wu/+YDPnz7MOS3RApMkCBAA0uQAIAAi4AMgaAggggAACCCCAAAIIIIAAAggggAACCCCAAAIIIIAAAghUFeizylbWuctqdumjNyEVgAABAAEUQqUsMANAwIVD1hBAAAEEEEAAAQQQQAABBBBAAAEEEEAAAQQQQAABBBBo5wLz3/iLDdpsN/tZv5529BUj27lGGJdPAEAY5ZCaCwIAAi4csoYAAggggAACCCCAAAIIIIAAAggggAACCCCAAAIIIIBAOxd4dNZ9dv5BJ9oh5x5vux26TzvXCOPyCQAIoxwIAAi4HMgaAggggAACCCCAAAIIIIAAAggggAACCCCAAAIIIIAAAggsKnDtmeNsxthrbNSdk2yDrX8CUQACBAAEUAiVssAMAAEXDllDAAEEEEAAAQQQQAABBBBAAAEEEEAAAQQQQAABBBBAoJ0LnL7nEHvmobk24525tuRSHdu5RhiXTwBAGOWQmgsCAAIuHLKGAAIIIIAAAggggAACCCCAAAIIIIAAAggggAACCCCAQDsX6Nelmy2zwrJ29ZO3tXOJcC6fAIBwymKRnBAAEHDhkDUEEEAAAQQQQAABBBBAAAEEEEAAAQQQQAABBBBAAAEE2rHA++/83Q7c8Be2zR472omTz2/HEmFdOgEAYZXHQrkhACDgwiFrCCCAAAIIIIAAAggggAACCCCAAAIIIIAAAggggAACCLRjgXl3P2Jn9z/KBowYZn2OPLAdS4R16QQAhFUeBAAEXB5kDQEEEEAAAQQQQAABBBBAAAEEEEAAAQQQQAABBBBAAAEEvhG44fyr7Mbzr7aRM6+0jbffEpZABAgACKQg0rLBDAABFw5ZQwABBBBAAAEEEEAAAQTaucAHH3xgN998s11//fW266672gknnJAqMmPGDLv66qvt97//vf3v//6vrbTSSrbtttvasGHDbMstF20geuaZZ2z06NE2Z84ce++992z55Ze3rbfe2o499ljbaqutMtUXW2yxlm20z5gxYzL3YQMEEEAAAQQQQAABBBBAAAF/AY3+1ywA096cY52WWdr/AOxRFwECAOrCWs5BCQAox5GjIIAAAggggAACCCCAAAIIlCPw2Wef2e233x51+t9zzz325ZdfRgceNWqUnXTSSYucZNCgQTZhwoTUk6ujXoEBhxxySMvfb7zxRjvggAPs//2//7fIPosvvrjdcMMNtvfee1e8GOVr3333bfk7AQDllDtHQQABBBBAAAEEEEAAAQTSBA7cYGdbstO37ap5MwEKSIAAgIAKI5kVAgACLhyyhgACCCCAAAIIIIAAAgi0MwF1yq+wwgr2ySefLHLlaQEAd955ZzQzgNJSSy1lxx9/vK2//vp2991327XXXhv9e6dOnewvf/mLLbvssvbGG2/YBhtsYAoy+Na3vhXNKPDjH/842lbBBkrf+973ou2XWGKJRfLw8ccf2//8z//Y3//+95a/EQDQzm5SLhcBBBBAAAEEEEAAAQQaJvD5p5/ZE/c8Ylv1/JktseR/Ney8nChbgACAbKOmbUEAQNPoOXENAo899lg0Gkijgv7617+mHunrr7+2yZMn2/jx4+2FF16w//qv/4oa6g477DDbZ599osa+eDrttNPs7LPPrpirZZZZxv75z3+m/v2+++6zqVOnmvKlhsApU6ZYnz59vK/wiy++sN/85jfRtX311Vc2a9as1GNoSlP9djUV6p///OdoutKf/OQnUeOlpjlNJl+L+P5lXZs3BjsggAACCCCAAAIItEuBzz//POrI79Chg2233XaRwQMPPBD9b1oAwOGHH25XXHFF9PfLLrvM9N8uaUr/uXPnRv/54IMP2g477GDDhw+3c889N/q3E0880c4777zo/1ddfPXVV7d33303+u8//OEPttFGGy1SBkcccYRdfvnlC/07AQDt61bN8z2a95vt17/+tR144IG5AJ9//vkoeCUtPfLII7b99tu3/EkBNP/93/+d67huo3p9jyYzkXf5DM38oW/rW265xZ599ln7xz/+YfPnz48ChEgItHaBPM8R37acIu1aDz30kF1wwQXRu1IBeD/60Y/s0EMPtYMOOsjiv9W83vV+jhR5LuRdSijrGvNe25tvvmkjR460e++913TuVVddNap/nHzyybbmmmsucpp//etfURvfTTfdZG+//XYUrPiLX/zCTj/9dOvSpcsi2//f//2fjR07Ntr+tddeM90na621lu255552zDHH2NJLMy12Vlm2lb+X+RxR+3La/ZZmdemll5rqw2ussYa99dZbmZy6N7VUl0/Kc21561ruvHrG6Vvhuuuui347esbpN6k2fNXl9f2RTLfeemu0j+ohn376qa288sq24447Rt8T+m2T/iOQ91nr+4yMG+e5L4rWOynL4gIEABS3q/ueBADUnZgTlCTw0ksvRR3jmo5TLwqlJZdc0tRAmJYGDx4cdf6nJU3nOW3atIX+pClA3QihtH3SAgAUENC/f/+o0z6e1DGfNwBgwYIF0bqjujZVhlyQwU477dQyAil+bFX0t9lmG9OapWlJjZ8KcognXwvtW8a1VSv6P/3pTy0fRB9++KH94Ac/sH79+kVBDGkfK74fRMlz/+pXv2opc43wUsWtXsn3A9p3vdpaKz71um6OiwACCCCAAALhCPjWtfLWL7LqzO44ClB9//33C4EoEFbBtbvvvrstt9xyUZCuOjWUKi0BUOlEW2yxhT3xxBPRn/W/P/3pT22XXXZpqb9rxL/q3S4p4EB1c6Unn3zSNttss4UO/fTTT9vmm29uqsPvtttuUUCyUlkBAD71yCIdPfqGGD16dHSN7733XhRIrCAJ5X+rrbYqVF55dpLXpEmTou+zF198MZpZYcstt4w6Q1yQR/I4vg2uPnZ58pzcxud71OebzScA4PXXX486eZJJHWIbb7xxZOtS3gCARnyPxvObd/mMP/7xj1Fn1quvvrrQ5eq+JQCgyB3MPiEI+DxHlF/ftpysd3SyXeuSSy6JOozVgZxMWuZG7+I8qVHPEZ/ngu9SQpWu0/faNACpW7dupnauZFJQloIRVRdxSUGHeg++8sori2z/3e9+1+6///6F6iLq8NT2v//971OzrACORx991LQv6RsBvTv17tH/KahM9Y+0pLqRgkJ/97vfRUGh6hju27evDRs2zPTbSaainZh5A0kqlV+9niM+AQATJ060gw8+OHcAQN7nic+1+dS1ZKnO+x49ekTlm5ZU59c9EA8CGDp0aNT5n5YUqKNj/fCHP2zXPzXfZ63vM1K4PvdFsjDy1jvbdSGWcPEEAJSAWK9DEADwH1lVeNW5rIYJjfbQi6Rz585RVJfWmcyKglPlTg0oLt1xxx3Ws2fPlv/WqBW9aKolNcjow520sIAa+k455ZRFWCoFAGjUumvIU5mMGDEiGkF0zjnn2DvvvBMdR52ualBwqXv37lFFvGPHjqZIxmTSufbbb7+Wf9YLTo1luleU1DipwAJ1Lv/yl7+MOrTzJOVT+U2mSgEAcpCHkkb9K+JSEcL6N1UilU81+K6yyirRNkUsyrq2Stf/29/+Nmp4TZvWdcMNNzSNXlFFyiXfD6LkeeWx9tprt/zzpptuak899VSe4vHexvcD2ne9WmWoloqP9wWxAwIIIIAAAgi0OgHfupZP/SKrc8FhaUSMptAvI/kEAOicqvspSPiuu+5qabRTXX/27NlVs6OGQdXh9V2nOrX+99vf/nbLPuoEUKOxAgP0naf6rAu8LSMAwLcemVUWyY6eG2+80bSPRj8l0+KLLx59C+t7puwkNzWgaxR3Mmnk1dVXX22HHHLIQn/ybXD1tfO9Rt/vUZ9vNn3LVerI0UiqgQMHRtlV4Mm8efNSs652HbVZxFPeAIB6f4/G85R3+Qx1hCl4R9srqXFd3+7qjNE3uX6ftSY12l944YVRR5mc9f2p7/ujjjpqkaAU37YcBWSoXUH3fqV08cUXR+cqO9XSruXbKaXvUv1+9WzVs3f//fdPbUsp+xpb6/F8nyNF2nJ82rX03FFHtO5TBWUpIEsjW5VPN6L3mmuuid4bWakRzxGf54LvUkLVrs/32uIzD+21115RsKB+I27Akdq8NCDFza7Qq1evltk/VcfQ+1CzMaiDVUltWfqtqU1TacyYMdFSR0pqs9b7Ru9wdVy7etcZZ5wRtYO256QZY6ZPnx6N9HaBoPKQbVoAgDoJ9QxLe26vu+66UUdvPKjCtxPTN5CkUtnV8zmifpC09mmXF9V5NeutOsg1G6/awbW99ktLmi3L1b01cE6zWlRLvtfmU9fSeTWzid5ZSptssokdeeSR9tFHH0Uj+d01aGYNBXwoaeCgBpMprbjiitF2qltrFjHNHqCk3+/Mme13Lfoiz1rfZ6TvfRG/x/LWO9vzs7KsaycAoCzJOhyHAID/oFaLrNWIZI0oUMdhpaRKmqugaZtkAECeyH4CANJ11Zihe1UNiXvssUc0xacqT5UCADSSXBU9JY0c0T5Kmn5r5513jv5/ddKrUdAlNSroBb7OOussMsogLVeKktZHu5Iq9KpUFplmSxVPNeQocEAfAqp0KlUKAPj+978fTUuqJQ1UuV9ppZWi7fWx5qYv1fRt7oOgiEVZ15bmpuACfcD87W9/i/6sGRQUGKOPoYcffjj6twEDBph+Ly75fhAlz6uy1hqwLtUrAMD3A9p3vVrlv5aKTx1eIRwSAQQQQAABBAITKFLX8qlfqL6jDsu0pCBOdcQqaVYn1d/LSD4BAJo1wI3Kd+fWNMbjxo2zTp06Vc3OqaeeGgUMK2kZgeSInyuvvNKGDBkS1cM1ClGdgmUFAPjWI5VHn46eN954I5o6XveHlkJT+ej7Q3VwzYKg9L3vfS/6vlBHUJlJjamuo1OdFWpA1WxjKlcFasjzueeeMzWwK/k2uBax870+3+9R32+2Svk566yzWjpx9J2opeySSb/H9dZbb5EG+LwBAPX+Ho3nN8/yGerA1ig8FxQhA90z6uAqK8lSgQRpo551DnUQKFDbJd+2nDyjKOsVAODbrlWkU0pu6njRbCL//ve/W5zSnptllFkef3ceLZOhUdZZA3jc9m4aa/23b6CH77X5PkeKtOX4tGspuEgDoJTUoaU2JSW939Q2pZR39sR6P0d8nwu+SwlVK0ufa3v55Zej57GSBnfpOeY6+uOdXm5GIr1z3eAhdaYq8MIt3aLgATdlujoY1S6mFP93zdCgkdVKt912W0vbpzpakzOV+tyvRQKJfEfD69pVT1RbnQZqqVNZ952WxFGbYC3PfAV2aUmc+PPJXX9aAIACPrUElGZX0Hm1PJSWkNW74PHHH4921fsrPljMtxPTN5CkUnk14jmSdm6NjHczNqn/o9KMu25f1UFWW221KJBPzyX9NrKWFPG9Np+6lvKj9nM9GxTcq7qTG8Spb5ejjz46yrr6D9SPoNS1a9eW8td96voTNBBQAQRKCgpREEGR5Lt8Qlbgr8tDcha2ei4Z4vus9X1G6pp874t4WeSpdxYpO/ZZVIAAgIDvCgIAvikcTeXopndUg4ceLoou1xryGkGjpMqDggDSkioQejHEPyCTAQBa/0nrNylpusa0EeK9e/eOIuhICwuooqHOfo16UIVBka+qyFUKAHAvUW2rl7xr7FMkvl70mlZUEf7xKbn072oQyzM6SNMOqnKo7XUuTbWYtk5QnnJUhV4j+XW/qZK67bbbRrulBQDEGxKSI0B0b/7sZz+L9o1HIPpalHltadevQAk3k4Jm11BQhpKiBmWgir/KV/+rylmRD6L4eeWrD6R4qlcAgO8HtO96tbVWfPLcj2nb5GnAcvvFG1Dix8qzDlS9G1yKXj/7IYAAAggg0JoEfOtaZdYvVBdVnVQdzOpwzjsjVpavTwBA2uxKaoDU6HYto1UpqaFcQb36xlC+FZgd/y7TSDI1BquRzwU3XHXVVaUFAPjWI3UdPh096kBVB4+SGrZd4LBG/Oq7RgHGSmrU3GijjbKKxOvvCv7VrAxKakh3Sw1oZJga5pQ02kqBAkq+Da5F7LwuwCyaEjbv92iRb7a0/KhRVfeivs8UOKGOobTgDDVWq+NHnVT63eleVcobAFDv71F3bXmXz4gHSact3edbdsntdc9rtjx9nygpIF3fpQpG12hnJQX263vUBfj7tuWoDUlTgCtp9ouf//zni2RbvwNN1V1mKpqNhbgAACAASURBVNKuVaRTKj6KUvek7kH9bnVNaqcoO/kEAGiqb72D8gYAuGmslec856ll0I7Pc0T58W3L0T4+7Vpqh3JLS6pNy3Vc6zgKyHLLb2g5n/hsp2nlW+/niO9zocylhHyuLX4PJQMhNSJfAU1KbpSxAhYVuOieFW4gk/5bs/a4oK9457OCGt2zSudTZ7mSggTcLKd67sSP5fub9A0k8h0NX2175VXX7QZH+eZd2yuwUUEQeoZrtiY9G92I7bQAgHh9TqPCXTCr6nwaiKYOVI381m9B7ZVFOjF9AkmqXXMjniNp5991111Nv0MlBVopqLRa0gw7xx13XLRJpXbC5P4+1+Zb19LsXe79pLLQfeBSvD1d94u7TgXjaHYwBYUoOMS1++tbQcGrCqDTNmmz2+a5b/MGALjlE/IGAMRnYav3kiG+z1rfZ6Qcfe6LuHveemeesmKbbAECALKNmrYFAQDf0McbH7SGjRvJr5e91pfTQ10P+rRpbfTgV4dick3xZABAvDFKH5OaWotUTCArAECNM+pQTnsRq1NZjShKepHrA0mVOE3no7T++utHEXyKelbSlGiKbned6/o3VbZV6VZSpV4vVE1pqZEsmkFAFUY3VaPPFWYFAKiCoihTJU07qnvMJX2wuQYE5dlNceVrUa9rc/mMzy6gmRzcqCn9Pf6R4ZZoKPJB5M6lctFHrKam0keVGsaU6hUAUOYHdNp6tbVUfHzuw+S2PgEA8QYU33Wg6t3gUotBa923yPSjmtJNnQKaIUUBOJq+1E27qoaHaqMn8wR6tFZL8l2OQJH1qmtZxzxreaZyruqboyiAT+/xSknvoVmzZrX8ucjImmas3V3kOeJrUeS+KLPsdCw9v9T4p2efGgjV2aYRydXSY489FjVOqq6iukZaKrLuea3X5lvXKqt+oVFubrY0NUC7UWu1Xo/29wkAcOfT71/BhRpJpjq/Gm7VmeFmz4rnS53S6gDUdvp+UEOgCw5322laWI2002gjHUeNymUGABSpR/p09KhB040GVMO4Wy5N16cRXWpcU1IDafLaaynDf/3rXy3r5sreBRromPPnz2/5JlZDshqUlXwbXIvY1XJN2rfa92iRb7a0/GjkoTpaldRppGdlMrlOMQW+a1Y5NdA747wBAPFj1uN7VMf3WT5DnVlao1lJAzL0na37U8fQvanOeBc0X6Qc1fHkOi7WWmutaG1olzSizy3xJ0/XWeDblqOAIwUWKFWauaFI3rP2KdKu5dspFf8+1zeC2iTqvf6x7zIZRaaxlq1voEdWeWT9vdntWmo/UjuSkuo+8WUTNWBG7VtKvoFh9XiO1PpcKFKPSCu/rGuLz6ikqfq1PJBLav/SIBAlzdipmTtvvvnmKEhISc8MBXG6FF8CIj4qWXUWBRipLdpNS65AHAX5qa1Z7wPtm7UEbaX7s0ggke9oeLVnuhlZ9QzSM1ZtD7oGBWkpKSjLjTjP+i0l/67nujrpFXylNlFZqE6olBYAEO9YTU5VH68jqd1fs2IU6cT0CSTxud6ynyNp55al2sr1/aq2cWdZKZ/qFNYAL5Xpd77znei+dDNblHVtZdW1lB+1f7kZUFTXcoE6lfKq5SBcMKvqI64O7XNt2tZ3+YQis7A1esmQrGet7zMybvrRu+/bd5Zf1pbsuGTVQaHax6fe6VtubJ8uQABAwHcGAQDfFI4+MF3UpF78LppSjYGqUOkll2ywcMXqporRS02ND24a82QAgKIP1diiipmi+WuZzijgW6ohWatWwVEl2K2NlVz3UplTJJwqH0ouklkN6iq7SkllpejZPn36RJtUi4Z1x9BLTyNtfFLWx0R8hHSyI0EVXAUfKLkGtCIW9bo25xAf9T5hwoSFAiXUQOum/tfvSoEURT6I3Ln0sXXRRRdFjfjq/HcNOPUKAKjlA7roerVZlX2f+6/StkUaUIqsA9XoBpf49fp2VmlfTQumqYH1EagOAwV1qfNAv3s9Z+JJH7GKelYUvzoNVBnVaEQ1visqWv9/PVKe4I349KNqeN9hhx1aRkQl86Qp+TS9sxqEXPIN9KjHdbb1Y+bpxFaDgjoK9FGo4CfVWXRfa0Rl2hqH9ZxysVp5ZEWtJ9/bRdYxj58/a3mmMu+drAj+5Hvbd2RNs9bu9n2OyNTXwve+KLPcdKybbropanh0a03r3/ROd8Gg8fNpDVZ15qhzR1OdKlWakarIuudlXJtvXSvtnEXqF1ojU1O3K6khrJYOumSeshqTqrm5+qC20XvbNb67ffQdoHefyl9lqYbfeOCvttO7T7PBKSkQwE3DqwAAN5uVOhLVyKZG+SIzuvnWI30DmCsZqQ6jUeZ61+j69b8KLCgrKfDaBV1o1HU8WEbf2O6bOM8UqpUaXH3tyri2ar8R32+2tPzIRjNOqN6oclEHaDJ4RXUwNcjrOa3vKHWWu+lwdcx6BAAUvTaf5TPiI4/TbNSeokZz95v0LU9ZatYLJY0S16wJLmn2Cxf8FR8R7duWo3Y2zSqppLpMtdlHfPNfbfsi7Vq+nVIKwlAHoX67sip7FgNfjzzLZMSPWW0aa99AD9+8JrdvdrtWfERvvG0m/mxWnvXs1QCFvKnsdi2dt9bnQi31iPh1Z11bPKg1ucyHBkvo20TJjeiPd7bruaR2PdeeGV/fXFOPx5e1jI/2T5aLgghcAFLeMotv5xtIVGQ0vNrZVY9R0nepaz/RNOxu9L2eoxpwVUbKCgCIz4Ty1FNPLbT8rwI01C6ppKAFLTFaSyemjpN1H/lcc9nPkbRzx7+pFdDuZq2olE99K7mlKbQElFs+1+e6tG2961o6h2ZN0sAx1X81ql91AtVXKyV93+m7wXX6695wfQW+11dp+yLLJ1Saha0RS4bEryPrWev7jIwf+5mH5toGW29qS3X6dmYAgE+9s6xya+/HIQAg4DuAAIBvCkcjExS1rGh5TRemaExVMFVB0+gepbQoMK1jrg9zPZzV4KMRE26apWQAgDplFW2uQAFFEGqEts6r8+hDQ9H9WevhFL2VahnRqY9rjXaRg46jj8q0l1stI/R8r6taJUCRhm5qxKwAADVIaYYHNeCeccYZ0QtcHzbqeNZx1Jnipp3SmphqLFCFILm2qO4NNb5odIIb7aQ8qCKr/fKmrErg7NmzW6YPrBYA4Bqti1jU69qcQXwaqGSEc/z+VwSmpict+kGkjkwFdchAa5uq899NaVevAIBaPqCLrldbpIE+7/2YZ7tKDSi+60DpXI1ucIlfn29n1dChQxdZF9gdT53jaiRxI2H0nNfSIvqQTEt6Tqkx1Y2azOOedxvf6Uddg56Orw4MdcopeEGVeBc4pYYItz5ykUCPvHnPs51vp7c6x/WuVkeOnv/qbNBzQgGAWmMz+Q6u51ppea7PbZPViZ023bXbV9ekd5lrbNK/13vKxWrX5rNedZF1zOPnzrM8k085VNtWDQGaLUOj5dV54Ka0Tj5n3Egc35E1zVy72/c54mshI5/7oqwyc8dRR74aqNwyXnr2qZFVdQaNtoqneGNf/N8rBQD4rnte1rX51rXSzutbv9DU5Bo5qHqX1rx1UwqXdU1ZjUnVzhMvh/g7TPuo0VplrneCOrMUDOKmz40f043+z3M9RTv7fOuRvgHMlfJ+6qmntrzX67F+t54JqhupPqR3ksxdHSkeHKBnqJ77lVK1BldfuzzlmLVNtd+I7zdb2rnUwO4CTVRPcUHS8W3dsg6ajUKjd/XdWe8AgCLX5rt8hurGul+UdD26RzUD1bhx41qeLQpKzZqlpVoZug59baPGcY1GffDBB6PvRqXkiD7ftpz4mrP6zlPAsNqO1MmlthRdk1teIOte8/l70XYtd46s9oh4UKDe3ZpZRJ2Frt1D03Zr2csyg4iqXX/eZTLix6g2jbVvoIdP2fi+a4u05fi2ayloSDOgKum7SIMn9F2stb1dQJ/+5rvsQdZ9VOQ5UutzoZZ6RLzssq4t/k6tFgDg3rd6tymAUL8tJT0fhgwZErVRurLRv8fb/zTQR4HEkyZNSr0FteSmBrWpbbtI8g0kKjIaXqPDXSCtrt0FZSl4XQMnlJIzhha5FrdPVgBAfEBI8n7Xd4JrF3YzldbSiak8Zd1HPtdadvt48tzqJ1H5qF1IQXMKUska0Ohm09F2CmTUPV4k1buupfYsDeJR+5BSctaOtDxrpgC3jJbeJxpsVnZfju/yCdVmYWvEkiFxp6xnre8zMn7se6fMtJ/t3TMzAMC33lnk3mSfRQUIAAj4rigSAODb4O4zXWmRaUbL4lWDuF76mvY/mRSFqBdB8iWnNenUUKRGDI0SUkWrUgBAvMKalmd1KOmjtuxUZESn8qDpvtRB66aKdPlKi26rdYSe7zU3IsJReVJjsKZ3ciPA3BRUmkZKHy1KahB0DQX6b0UCulkg9OEU73TJus6sSqDviIsiMwDU69rctauyqKAXfeiokqSXvyrjanA588wzW4jcx1KRDyKVmxpz5amADnUCvfLKK3UPAKjlA7roerW+DfRZ96Dv3ys1oPiuA6XzNrrBxV2rb2eVGkM0ylHJTbmn57umq3PryqnBVlH5Shrhrwq8kkbY6b/VEK6IVE3fp6Qp81ywmW8ZVNveZ/rReCO8Zs1QwJMbfRCfflC/LfeBVCTQo6zr8+30ViCbAhpU3mnJravm/lbvtdLyOmR1YsfXw9RSRQpgVECaRoi4d5MazdUw62ZuqPeUi9WuzWe96iLrmLtz512eKW85ZG2nRn03UkDvfb3/qyXfkTXNXLvb5zmia/a10D4+90VWWfj8XYFNCuTV712dFarjalRPpaTRnPp2UgeOggPUMKlnSqUAAN91z33yXm1b37pW2rF86xca3ePWb1ejs563ZaasxiQF0anxS0nvKLf2tv67d+/e0aw9Snr3uinV1eCsUbkuwE2/SzW6p6V4g3TWdRUNAPCtR/p29KTlW995u+22WzSKRnUUfbcXmb0gyyQeQKGOW9WZVF9XALYrt7TA7fhxqzW4+tpl5TfP3+s9Kk33pqsbKmgsOVudvm30narG69GjR7ess1vvAADf71FZ+i6foUB6fUsoqY1G9RoltU+o88FNS65OBTcDXp4yi2+jGT80qlN13GTSWvZq0I+vee7blpMW3B0/j5bs07NC74+yU5F2LZeHrPaI+JrklfKtzhTNfFl2h0ja+fIskxHfL2saa99Aj1rLrtntWnr2a9Ro1vTVvkuYZt1HRZ4jtT4XsuoRecsy69qKdAzru03vYvfcS8tL/PtC71A326jqrXoHqq1a38duuTEF4sTb1/Jen7bzDSQqMho+PkuK6nCqf7klAPRe03ernvEasFVGygoAiL9zqwUAuPbwWjoxdT1Z95HPNdf7ORK/VrVraamxaike4KP2Qi0bUzTVs66l55/6dDSQT0ltfPrurZbiQcUKFlc9LT47ZtHrjO9XZPmEarOw1XvJkOQ1Zz1rizwj3TmuO+dy2/v4QbbUt5eqOgOAb72zjHLjGGYEAAR8F/gGAPg2uPtOV1pkmtGyePXxoMYdVTaSSR/cmupHH9Qu3X///VGkmJKbBkgjCNMCANQ4qIYxfeQpClOjJ/VBqYqepixzFT3ftbXyXLvviE4dU6Mv1CHl1r9TQ5BejGpkUAVTDUQu1TpCL881JLfJapTUKH0Fk6gxV9NaxlO8UUR512iTakmNhLo3lBRhq+i5+BqayfWh4pF66uhTg0zelFUJ1ItbDRJKKge3Zpb+Oz7tljq9NQJZydeiXtcWN4hXICvZxNdK9P0gco2AanSQg0b/x33qNQNAGR/QPuvVyi7rt5D33iuyXVYDSvyYWZVAbdvoBheXP9/OKv0GXce97k2NFFXS81KRzkrxaWzj09IqmMhNk6kOJ70H9M7Re0Gd6a7DvUh5pO1T1vSjuk7XKRZ/9hQJ9Cjj2nw7vRUBrAZjjehXUseUgp3USab3sXvvqxFY/67U6LXS0lzydGLHp/pOTm0dX4tRQVYKUFNq9JSL8WvzWa+6yDrm7lx5l2cq437UMbROsFtqQcuZ6D1XLfmOrGnW2t26Bt/niK+FzuFzX5RVZjpOPEAr3jFc6RxqIFdnjeoVqmNUewcXWfe8zGvzrWslz+1Tv1BnnJay0XtNzxc14JbdqZVVj4h3Duu7Rc8PjTbSjGyuMU/BUJqxTKOk9e5X4Leb+lv/f1qDpqZc17O0UtISAIcddlj0Zy01oHdH0VRGPVLnrhTAnMyX6jL6ltW3ktZlfeihh6L11euRNO2/Ojw1m1w86T5z38HqyFVjf1rKanAty87n2qv9Rop8s8XPHV/qQJ0SakNIJjdzispO3z5uBjw3a4C2V/CjRllWu4eTxy37e7TI8hn6rbo6mwsad/mMBx+rPqj3Y5EkYwUHzZ8/f5Hd9YxQJ49bxqRIW44CxDRQRM8YPb/UjqJZADSdteqlSrqv1f5UdvJt14qfP6v8FaQff1aq00EBcQpS0ehx93tWh4p865nyLJORPH/WNNa+gR61Xl/Wu9a3LadaftLatbS9fmu6R/Wu1O9B704FZ+le1ew+6oBVoLhPyrqPijwja30uZNUj8l5f1rXFO+cvuOCCKDjbpXidQbNdulHE+ruOO2LEiGimWHXm61mnGZXc/vHvPI3GVrC+tlPZuMA9zUyr9gW1hRYpt7iBTyBRkQ49/X61n5tZMH5u1SF1j1RbpjVvebntsgIA2uoMALr+Wp4jej6ojq92Sv0GFQyk52S1pPYxtzyWggFUXyma6lXX0v2npZPcgAm1cSl4xtWl0vKrutbAgQOjerZmStFvttpSAUWv2Xf5hDyzsNVzyZDkdWY9a4s+I7/68iu7/Jiz7fCLTrWOS3WsGABQpN5ZtKzYb2EBAgACviN8AgB8G9yLTFfqO81oWbSK2tIL3z3Ida3qLNAHjmvEjY961NQ3Gr2g0Z766NT2SpUCAKrlM954r4q2Kn1lpSIjOnXueKO7IlE1Cq/SFHW1jNArep1ZH0rx6bzVGKmKipI+SNXIrApxnnUmtU98uhy98FVJiH84ajSwgiNcigcAaKSYomHzpqyPiXiAjBrR9HHgUvwlp49wN9LJ16Je15Y0UDCFZrzQ6BV9sCi4SL8n10gb7yjVvnk/iFQx1QwDWk9MHwz6qFBSZ7Uah12Sj0aTuClI85ZR1nZlfUBnrVfr8pH1W8jKby1/z2pAiR87qxKobRvd4OLy59tZpYZWNZbrg1vPF426VlLjsz6u1EiobfQBXi3p77r39VzS9hqJlDWVmm951TL9qN7Hyps6chSopk4T3W/qJHcdycn85Cln32tI296301uNuBrlpaRpFd0afvrv+NqK8ZESjV4rLe06a+3EVjCYe0/of/XeUGr0lIvu2nzXqy66jrnP8kxl3I86hmbH0j2jpGWePvjgg+g3o7qTgkpUv9NocJd8R9ZUyme91+7WeX2fI74WvvdFWWWm47g6kp7Bqs8qeEMNnqorai1QNczGg16T5672Di5z3fOi1+xb14qfx6d+ISdXx9J3kxzLTlnvF/0W1MCod3paUoOeOkNdnT0e2FItrzqmm/UrbbsyAwB0/LLqkZU6etw1aHSb3uWqe6ihXQHNGgVaz6TOCr1z1SisOpDeUZplz3VYJ9/PLi95G1zLsstrUO03UuSbLX5eLUPhZpJSJ7J7v7ht1M6SdzrdrHs4eb1lf48WWT5DwSAK0lRS0Eh8Sb14AIBGmetZ7Zt03+scek7r/tcADnVYaFSy7kMNElBbgd7jWTNi+LblxOuk22+/fRR4U2bybdfyLX911sWDHN3yOTqORhurvqOkpQDclNllXl/8WHmWyYhvnzWNdZFAj1qvLetd69uWUy0/ae1albbX0qYKdlTSfpWmmq+0f9nPEZ2n1udCVj0ib1lmXVt8Onx13isIwKX4b0TfeVp6tFpyAcAKOtWsP+r4132q+0a/PX1nuOVS3HE0GtnNkhJvC817fW47n0CiIqPhFQil53m8TdOdW9entvi0JdV8r8NtnxUAoIBIDfJTin8367/j7fxuAEjRTkyXn6z7yOc66/kc0XIMLlBNszRotqxqSTMQK+BNyS1N63MtyW3rVdeKL+mpIH69/6stXaO6mALe9PtTcI3etWW3Jbtr910+IWsWtnovGZIss6xnbdFn5CtPP293XzPDhl5yui3ZccmKAQBF6p213KPs+x8BAgACvht8AgB8G9yLTFfqO81oWbRaV0+jsZTUMRhf81MvA9eY5Dol1RniOupVoXNTz6lioOAAJa3XpM5z/V+1FJ9OWksIuHyUdW2VjlNpRKc+hFWx1IevPjhefPHFlg6utGPVMkKv6DVmVXDiFTS3RpPOpVFArjz0kS8DpXhHZnydLr0o1biiiLp4RTBeZmpIjK+PFl8CQDNgKC95U1YlUJX8lVdeOWoIkYE65tysFPEOYzXEKqJYydeiXteWZaBGO91vuv9k7hp9qu2X9kEUnwI065x5RmlmHSPP34t8QFdbrzZ+zqzfQp78FdkmqwElecysSmAzGlxcHn07qyp5xUdrJdcNdfvog0gdg1pqRqNN3Uem3ikuWKVIeVTap5bpR5PTdiq4QcFuboR82jmzyrnMa6t0rEqd3pW217PSNczER2k0eq20ZP6KdGLrnaDGas0moRliNFJEKdn43+gpF921+a5XXXQdc5/lmcq6J5Mj4pLHVQeC6pLxIACfkTWV8lnvtbt1Xt/niK+F731RVplplJvqVNWSRnVoenKNAk9L1d7BZa17Xtb16jg+da289QvNoKL6mzzVya6OzyzXIteU5/2iAF/VvdVRoQBTBYVqSRvVzTXbg2YaciketFAtP1mdp2UHAKTlpUg9slpHj4JiFdiuOrcCD9WoqQ7nZiTNlKZRpkr6Bta3cDzV2uBaxC6vQ7XfSJFvNndevcfVqKxniEbdqbM/OUOU7u349PS13MPJfcv+Hi2yfEY8gCU+O0tyCQDVlfQb901apkS/ESV1wKkjziW31Iv+OzmzUtp5fNty9B3v8qzyVWBMmcm3Xcu3/OO/2WTblWYBcLOI6H/1+6tnylomI3lu32ms4/v7Bnrkve6sd61vW45vu1ZaPtX2paX5XnrppWiWuueee65lGY6811X2c0TnrfW5kKcekef6sq4tPvOkOkI1S6D7ro4vV6S2A323Vkrx35ruA9VvXFJQlJtJRPVUNwuh2qs1UE0pbTbUPNenbXwDiYrMABDvcNf++ibXt6yCAtQWKDMFYJYVnJgVAKAZAt1ocDfDr/OKt/G6WXuLdmK6Y2bdR3nLStuV/Rxx51Z7uOojqoeoPNQ3oKXTqqX4O0hBJBroVUuqR10rPgBE16P7vVqwn4Jk1Uek7wwNLlTgnhtYUcu1pe3ru3xCnlnY6r1kSPI6sp61RZ+R6vxXEMCwcSOigVe6P9OW4StS7yy7HNvr8QgACLjkfQIAql1GWoN7kelKfacZLYtWo7XculfJNfb0oNcacEpumjmNBlLlJCupwlxtHSftH58GNrmefNbxff+eZ0Rn/INYDTKKGtUUbnqxKNBBH8ma9saloiP0fPMe3z6rghNfr1qVY43qVFLErasou7Wb9O/xwACN5lUjoRrpVcnWyAIlRS+q804VH734NXrcdVLrQ0sdfqoouiUg1Pipv7vRwXmuN08lMF5Z0Ye1Xm4aOa+ZBnSv6QWohiM3FZGvRb2urdr1q0Fa975be0mNqYMHD65KVumDqNrURskDNiIAoNoHdJH1apPXkPVbyHPfFdnGtwElqxJYLQ/1anBx5/TtrErLqxpp9WHo3iPx50t8+7S1MONBR0XKoto+tUw/mpZXBbbp91lpqYJayrnoteft9HbH16hDvef1waCOR41U0shRBVOpgUvTVys1eq205PUX6cRO66hVA7dmW3Ez4eg8jZ5y0V2b73rVRdYx91meqeg9l7afRg3IWZ38aqBUWahjQsGiut+UNMrVjejUf/uMrEk7Z6PW7vZ9jvha+N4XZZVbMvBADTmqU2lGAo1w1P8qaYSIyjYtZb2Dy1j3vKzr9a1rZV2by1f8uyHP2pllXU97OU61emSRjh4FaKjTTFO4Kmkkl0Z0NSOpAVUN/XoHK/hc0/+rQc+lWhtcy+jEquaS9Rvx/WZz54rXe/V9pw5pnxRf7k51Hs1w4pPq8T2adv5qwTMK4FHHmQKM9C0ty1VXXTW6X5966qnUd6rPNerdrOBbpeR6xm72Jf0tz3J+vm056vDX/a6kNiU30MAn/9W29W3XSh4rq/zjUxOrvqMADZfiAQAaRDN37tyyLmuR4+RZJiO+U5FprOP7+wZ65L3wrOeIb1uOb7uWy6eex/ptqQzV9qlgYiV1HMVnUcx7XVn3kY7j+4ys9blQ1ndqnmuLL8OmupFrG3ezXSogUW2L8aSR/JqpSN+2Kkd1tirp2adyiQejqq1s/Pjx0d/V7qf2TrU9q7zc0kb9+/ePZrcqknwDiXxHw6vurxnplDbaaKOWpWf132p/VQCKUqWZgYpcU1YAQPydpJkHNPJdSd8DMtb7SDMuKABPv9uinZgu73nuo7zXWfZzxJ03PmONZttxbeOV8qW6pWZSVpuyZqLQ8k/VRtXnub6sa/N9jsT7nPSb0dI1abO9KVBWQQEPP/xwdD+6Z6KW/XJLQcfzX9bssr7LJ+SZha0RS4bELfI8a4s8Iy87eqRpGYAjLz0jCjqvFABQ6b5qRNB2nnu6LW9DAEDApVs0AMC3wT1OUG26Ut9pRsuidQ3tOp5eAJqOUEkPeXV668Wl5KYC0gdpssKWlhcXABD/UFKjsKYrc0mR065illwjqqzrc8fJM6IzXpmsdH490DXDg1LREXq1XFtWJUDHjo+IT54rOWpff49PAZTcXlOTq0FbHbYuqeFYL37XQBzfRxVDNVqpgc0n5akE6p7UaCS3Bnny+Gqod2uRur/5WtTjvfUfyAAAIABJREFU2pL51AecKpD6X3X8u8AMVSxll5wK3eeDKM08XkFXObrGI5/yybtt3g9o3/Vq086f57eQN995tyvSgJKnEljp/PVqcHHn8+2sSstnvCzVmK2Gk7QO9PiUfO44Xbt2jUbf1WPEZCXTvNOPqlKt346i8t2yItWWNqmlnPPef8nt8nZ6u/1UNvFZfvTvCqbSfZacTreRa6XFr6toJ7Yi7CdMmLAQkUaXqbEp/j5q9JSLWWVbbb1qn3XMy1yeKSvPef8ebwhRgJ6bbtt3ZE3yfI1cu7vW54jbv5JFpePnXcc8b1kkt1MZxH8X8Y6y+LJKeja7ztLkMbLewbWue1702tx+vnWt+Pmyrk3bqow00kyzWSips0edPqEnt6Z42ns6hLznrUf6dvQoKEkBy65zQP9/fC1vd+3qZPBZM97HTN+8avhXg+qDDz4Y7apGPL331HHpUtEG17x2PnmutG3Wb6TIN5tmiVJDtOra6vhWm0vekf4un40IAChybUnHrIZYja7UoAPVRZNJIxI1sKHS7CxZ5atOaxf4otkB3WAP7acOJxeU7tpmfNty9M5Qp52SpgrWb8+tK6wZStxgCq05rAEEZSbfdq3kubPaI3Rt6kxQuaiOqWBNF7gTn95cbUoq43qlrGUykuf1ncY6ub9voEfe6856jug4vm05vu1aOse+++670JINKlMNlnAztOS9Hrdd1n2k7Yo8R2p5LpT1nZrn2vSeVX1IM+0kk9oK1f6QHEGs35KbWdbto5H9eh6pUzWe1AapDkrN0pCWtL3quUVmSNHxfAOJfEfD613tRvar7eT2229vuQyNsHczGpQ5k0hWAIDev5rRSgPg9LtU+47aBtS+6pYpUICem2FPGS7SienzG8n7u6vHc0Tnjg/0VButC8yolC89LzRQS0n/v/qbak1Z1+b7HFHdynXmV8ub6hj6TtQ1ZwU+6DhlDC7zXT4hzyxsjVoyJG6Z51lb5Bl5TPf+1mWDH9rQsSMyZ71IK9usemet9yr7mxEAEPBdUDQAwLfBPU5QbbpS32lGy6LVSG+tU6akjzNFhSsiUR9oqpwp6UNHI6vVqV8pxafoUqNMz549o001XbYqYZpWX0nryGu0qCoSrgKhhmFV+tzHYlnXFj9OnhGdyTJQx4+i2VTx1FTZzkgNEhpdX2SEXq3XllUJ0PHVKKlOD40UUAeWXvLrrbdeZK8P/rS1tjV6d8yYMVHnuhrpdX3q5Nc96yJU43nXB7Bebvpw13R+aqBRxVJmRdYDyvMxofOrUqop4nXfqhFN96w+IDRKIW0dxCIWZV9bsswnTpwYLb0QT4qO1m8ubdYEnw+itPurkQEAeT+gfderTbuuPL+FWn9vyf2LNKDkqQRWyme9GlyyXPJ2VsWXa9AzRh/b6uivljTaR9flZiep9yiZZF58px/VDDBqwFRjn/43rTFD56ilnLPKo9Lf83Z6u/3jnevu3xSZrmd/PHiq0WulubyU0YmtkQmqu+h9p+eMgtg0stI1lDd6ysU8ZVttveq865iXuTxTnjzn3UZTC6ojVkn1SNUnfEfWxM/VjLW7067V9zmiY6RZVHPMWsc8bxmkbRefGvw73/lOVO+LJ/2bggKUKq2hmucdXHTd81quze3rW9eKnzPPtakxUKPalLRWsFsyrYy81/MYCipVA3yoAQB565Ey8unoiY96quabtexBLWWj79x4QI3eSxrxmBxNVbTB1ceuluvQvnl+I77fbPH3mDqJk0F9efLciAAA91z0+R5N5j1PQ6zaSjSyVN/Ieh4rOEIdv+qYUd2maFI7ht7FbqZGTf2sUXdqC1Bnj5KeD/p+1Dd9kbac+Exv6qjTe1/1Z80w494tCgDea6+9il5G6n61tmvlaY+IT5WtNi1dm+qZCpiQqdpZNGJ54403LvXa3MHyLJMRP3Heaax9Az3KuLg8z5EibTm+7VqasUiBMJoFU+8ABXAkA6N9rjfPfVT0OVL0uVDWd2rea9P3vp5f+vbUe0/tA7JVW2HaNOpq79Kso5qNTh3fCubp27dvxfZnfeNp8JraabWv7hO1OSvQXZ2vqscWTb6BRL6j4RW4oDZmJQXa6jvJzVaj9nHVbZTKDJLKCgDQ+TRQT+8YdZomk8pMga7f/e53W/5UpBPT7Zz3PspThvV4jugZ4gIz9R5UGVerN+u9pqAwfU+pz0Q2aSPr81xPfJs81+ZT1+rYsWPLss3V8uICAOIj8qttX0YAgO/yCXlnYav3kiFJl7zPWp9n5NcLFtieK29pex97iO19/CG56uBF6p2+9yfbLyxAAEDAd0TRAADfBndHkDVdqe80o2XR6gWvAAA3fXvyuHpJaL347bffvuopKwUAaCeNLlTFWtPhJJNepJrCKT61flnXljxO1ohOre+sdWeUkksSxNc+Un5dB67PCL16XRfHbV0C6tDRVLuaTksjoDW1eLUZE3w/iJIajQwA8PmA9lmvNq2E81SIy7wz8jag+FYCm9Hgksclq7Nq8uTJ0XNbH9yKGNeHnFt+I8/x442DWrNPH/2NSEWmH43PXqBoYzeSKZ7fvJX9elxjVqd38pwKyFPjpOozbvSE3vP6yFNq9FppLn9ldmLHRwy5dWybMeVinvKutl51cv9K65iXuTxTnjzn3UadDHJXUmOIGud8R9a4c4W0dneR50iaRTVHn/sib3m47TQi0z2v9axPjqKKBwDoeaFvgWQq+g7OWvfc91oqbe9b14ofJ8+1afSWRnEpaWS3ppttDSn0AACfeqS883b0xKcJrVZO9QwAcKPrNP2xRv2p/h9vTHf5Ktrg6mvXGu5X8lgfAQ0SUCeT6vBpSb8XrUntkm9bjmZGUYeTguXSkmaBVDBw2anWdq08nVIKDNa1uSWOktdQz+XNdC7fZTLyTmNdJNCj7PLjeAiEIFAkkMhnNLyeuwoA0HeNktoDFYjvlk9zA+cUBFdWG3meAADlRZ38agfQ802zAqhTW8u4aar5tEEePp2Y8bLN86wN4V4gD40R8F0+wWcWtnovGdIIoTf/+KoN67a3DT7vBOs56FeNOCXnKCBAAEABtEbtUjQAwOXPp8G9lulK805XXIubHqAagaAoqmeffTYaNacpk9QIoimPk9MxpZ2rWgCAtlfDr8zVyTB//vwoKlMjP48//vjM4IJari1t30ojOt36VNonOc1PfLr/5Jp4eUfolX0dtRzPBWOkdWTVclz2RaCtCuRtQElef1bHcKgNLtU6qzRqR7NWqKFNo+I18t935g99TLolYbTGowKwykq+04/GpxJWp46b/Ub5iU/FpwjiSo2ZWeVc1rVVO05ap3e17ePXHV9nsNFrpbk8ltmJHZ+dQo0WGnXWjCkX3bUVWa86WXbV1jH3XZ6pzPtRdUQFqilphL4b9aZ/03NBdUyNOP7oo4+iURG+I2t03Gas3e37HFE+fS3KuC+KlqUL8lIgroKw3Gik+BIA6667bksDZfI8eTrJk/tkrXte9FrYL79A6AEA+a+ELduCgGb+UdJsgG0tuen7q82g2MxrVgfMJZdcEtXh1dGjzh21zSgwQJ1FyeTblqORkJo5TbMSatS6plVXsK86tBT8Uq9ZSGpp18rbKaUOOo0+dtemIDnNBKORx2l2ZZVzkWUyfKax9g30KOu6aj1OW27XasvXpjZnPftVnwwpFQkk8h0Nr1mj9KzQ6O20pNl0tQRhaDYhlVPZedEMLvq/tKDnss/F8RYW8F0+wWcWtnovGdKIspx9/W02dugZNnTs6bbjfr0acUrOUUCAAIACaI3apdYAAJfPrAb3WqcrLTLNaKMMW/N50kZ0xhti9QGkRmqX4gEA1daB1vaVRuiF5KWPCf2fpn9ua0lLHqhRoS02JqnBQUEbfAw0/q71aUCJ5y5Px3CzGlx8O6t0Xapwa3o9PT86deoUdaom1/HTdpoKzU2/p84/RbW76e30savOJk1DqqTRp2nTAdZSyj7Tj6pjUlPz6tmtpJF5vXv3joLhVH6u0z8Z/OVbzrVcT5590zq9q+2ngD/XWauRC2oEbsZaaS6Pvp3Y8TJWp6WmmXVJ5aeGEyWtd6vp1Jsx5aLLj+961W6/WtYx1zGygjPz3FdZ28TrwQoe0braajxR47ib/l/LD2nEoZLvyJpmrt3t8xzRtflaFL0vssokz9/ja5ZqZLJGe+q5rmfeP/7xj+gQeqZoxqK0lDcAIO+653nyzDa1C7TVAAB1+un/0pY5q12NI9RLQAEAKre22OCubzZ1/rs14utlyHHbj4DvMhm+01hL0jfQIwR92rVCKAX/PIQaAKArKRJI5DsaXrOJjRo1yjQQQkHHWgpUQVKazUeBUiHWZ+Si9hK1AbW1pM5/1Una4rWFXNcqsnyC7yxs9VwypJ6/A7WZ6rkwafgYu2P8NLv4wRts7Y3Xq+cpOXYNAgQA1IBX713LCgCo1uBexnSlRaYZrbdd8viqCNQrirvotRQZ0alOOI1qVVLnv/7bpfgSAGq8VqN6Wqo2Qq/otdRjPz6U6qFa/2OG/KFU69Wr8qcKd4gfO0UaUJxHngCAZjW4+HZWPfzww6a1aRVko6Tp6pJr1+rf1bmvkb9bbbWV/e53v4u23XDDDaM1FRUMoI5ArWGopHX+tB512cl3+lE97zUlqVsTNZkfdZDfe++9LUEMyb/nLedar9O30ztexmeeeaadfvrpLVmI11/i77xGr5WWZVKpE1vr4GqaWqXlllsu6njWmp16/2tUlpKeKRp5pmtqxpSL8WvzWa/a7VfLOuY6RiMCAPRxqueApo1MS5ruWqPq3JrFviNrmrl2t+9zxNdCXkXui6zfTN6/q4FRs1ilJQXRaOabSu/kvAEAedc9z5vnRmzXlutabTkAIB542Ij7pFHnoFG6UdLlnqctBwC4NaJD/GYrtxQ5WmsQoF2rNZTSonlsy3Wt1lki2bnWtzR1rWyn0LYIOQAgNKuQ8uMCAE7uOdBefvI5mzl/nnVYIqwZU0LyanZeCABodglUOb9PAIBvg7tO6zNdaZFpRkOi1RRvrmE3lHwVGdGpjwd1XLmpbDUjwLbbbmt33XWXTZ8+Pbq0lVdeOfq7IrFcqnWEXjPM+FBqhnrt52zLH0ohBwDUXnJhHsG3s0qd//fcc0/mxYwcOdJOPfVUU+eZlpLRMgdpSZ2ymkFgvfXqE8nqO/3oq6++Gk2H+uCDD5qC79TBpUh8re2s4IVqS6Y0KgDAt9NbQQtaT1hJI9E0EltTvOq9pTX+XMDDnXfeaVoGRym0tdIqdWLreaj7S9MopiWVl5Y3is/m0+wpF/OuV+2up5Z1zHWMRgQA6Dya6lhBF5pt4bnnnovuK40q19ISGlmuwJ948hlZ0+y1u32fI74WcvG9LzIfwh4bqNyuuOKKaAkwderoeazpmfUcqNa5kzcAIO+65x5ZrvumbbmuRQBA3W+f0k9AAEDppA05YFsOAHCN0qEub1BLAeva3IxltRwntH31flf9pC0u/0i7Vmh3W778tOW6lgZLaDbS0AbJ5SuZylsRAFCrYHP2b8sBAG15mRRX19r7B9vYymv9wMbN+aZPihSmAAEAYZZLlCufAADfBvci05X6TjMaEm2IAQDyKTKiU0s2aCSb1opJJjVga/rrbbbZZqE/1TpCrxllyYdSM9RrP2db/lBqqwEA+lBSpTvU6U19OqvUkawO5azkAgC03Ycffhh1Ct5yyy3RtJKyWHPNNaNp9jWl/gorrJB1OP4eEyjS6V1thLEOrb+PGzeu5SyhrZVWrRNb7zLNyqOOcgU16H7r3LmzadYe3V8afZ5MrXHKRX4ECCDQOIG2XNciAKBx91FZZyIAoCzJxh6HAIDGepd1tlDbtWq9Pn3v6Z5si8ENtGvVenc0Z3/qWs1xr+WsBADUote8fdtyAIBmYFZgW1sMblMAwIfv/MMO32pP677PbnbUZWc27ybizJkCBABkEjVvA58AAN8G9yLTlfpOM9o8uUXPHPKHUpERnZqRQaM5NfJfaz8vv/zy1qNHDzvttNOiaa2TqdYRes0oy//f3nmASVVkbbjIIEkQEUQBAyprXHP2N61hzVkxo66omMOaMaKuGcWcFRNrzmJYc3YNu2YXMACiIkEy+D9vdVfPnaZ7pqenQ1XNV88D09NzQ52v6p57qs53ztFCqRqoN/6eMS+UYiYAxJoqrfEzWlcoBoFinN5kWhg2bJj54IMPDCRFsvasvfbaNiOAi/xP9iXUWmnF4BnKOSzeiSaJrRGVxj8iymNrbJTRYosAQqbZs2dbuWLccInZ1hIBIDwtIwJAeGNGj0UACHPcfN7XagyiIgA0Br3qnUskObZWjPa/bK3qzati7ywCQLHIVfc8EQCqi3+xd4cA8N7Tr5jL/na6OeyiU8z2h+UuQ13s9XVeaREQAaC0eJb0ag0hAHDjhmy4F5uutKFpRksKSCMuFutCqRGQeH+qCADeD1HODsa8UBIBILw5yWYSusTX7AaNQTTmhVJjcNG51UMgVltLm9LVm1ONubM2pRuDXvXOFQGgetgXe2cRAIpFrrrniQBQXfyLvbtsrWKRq9552teqHvaNuXPM+1qytRozM6pzrmyt6uDe2LvGngHggUtuMg9fc6e55OnbTP91VmssXDq/jAiIAFBGcBt76YYSABp7v5jPj3WhREQajNsYI7e0UArziYx5oSQCQHhzUgul8MYs9h7HXJc2VltLBIAwn0oRAMIcN21KhzdusrXCGzN6LAJAmOMmWyu8cdO+VnhjRo9j3teSrRXenJStFd6Y0ePYCQBD9z3BfPzKO2bkD2+aNu3ahjlITaTXIgB4PNCVJgAQTUiazObNm3uMSnFdi3WhBAEAw7Rjx47FAePxWVooeTw4dXQt5oWSCADhzUktlMIbM21Khzlm9DpWW0sEgDDnpAgAYYzbpJ9+MSduuV+ms6xtkmvRQZeeZtbccsMwhKmjl0pLG+YQxpxtSQSAMOekbK3wxk37WuGNmQgAYY6ZbK0wxy1mWyt2AsAhK29rFl50EXP9Ow+HOfmaUK9FAPB4sCtNAFBUmseTIU/XRAAIb8zosTalwxw3EQDCGzcRAMIbMxEAwhwzEQDCHDdtSoc5bjGRLSEA7L/CFnkH4uz7h4kA4Pk0la3l+QDl6Z4IAGGOmwgA4Y2bbK3wxkwEgDDHTASAMMdNBIAwx230F1+bwevtbjbedWtz0k1DwxSiCfVaBACPB1sEgNINTqwLpdgIAFN/nZwZ9Dlz59ja3Qu1WyjzXceunUs3Kap4JREAqgh+I24tAkAjwKvSqdqUrhLwjbytNqUbCWCVTo/V1lIGgCpNqEbeVrZWIwGs0OkiAFQI6DLeJjZb66NX3qlZj86ZY3AotG7dOvPdqhuvXUY0K3dp2VqVw7qUd5KtVUo0y3etX8b9lLn43DlzDXtb7dq1y3y3SM/u5bt5ma/809gfM3fAcUc50qSO7N578TL3oHyXv/vC4bX0f4sWLTJZidp1aG92PfqA8t28gldWCYAKgt2IW7333KuZs+fNm2/1SNs2bTLfrfmXjRpxdX9OFQHAn7FoSE9eGvmUufyw081B5xxrdhkch25siPyhHSsCgMcjJgJA6QYn1oVSbASA24dcaf559R05B36Jfn3NdW+Hm1bmljMvrzHe5s41plkzw4LCtYHnHV+6CV/hKz1x032JReBs07JlS9OiRU0pke0O3avCPSrP7UQAKA+u5bxqbJvSSaxiXihpU7qcT0X5rh2rrSUCQPnmTDmvLAJAOdEt/NrTfptipvzym5k6abKZ8ssk+3nKr7/Zn5N/mWR+HT/RvD/q9bwXXGrl5cziS/U2Hbt0Nh0W7mQ6dOlkf2Z+5zv7eyfD5ryvTVFpvo7Mgv267G+nm5cffCpnh3H+n//IDeEIk9XTozbc3Yz7Zqz99o/035qlf25z8O7mkAtODFa2ZMeV2TK8YYzN1rrljMvMI8PvzjkQffova655/cHwBind4zN2+ptJEqWSgvzf7tuaE264IFjZBvTb1NonudqBQ44VAcDDkcWG/OL9T1I9+8OY2bNnm9Ztakh72xy4m+myWDcPe15/l0ZeeZu549yrcx7YuVtXc/eXL9R/EU+P+MehpxrWCDT8GrRkCbBzHrzW0543rFsxlQCYN3eeuXrwkAwAX3/8mRn72Tfmz5uua7p072ZW/b91zGZ7btcwgHR0xRAQAaBiUDf8RiIANByzfGfEuiktAkDp5ki5r3T27keaD154I+dtNtr5L+bkWy4udxfKdv39+29pJk34Oef19zvjKLPH8QPLdu9yXnjyz7+aC/ev2QibN2+uad68hWW503Y75iCz1lbhs261KV3OWVS+a4sAUD5sy3llbUqXE93yXDu2TekkSkpLW545U46rJjdc5syda0mkzdP2yOLL9DG7HXtQOW5b65q/T5mWduCnHPlk7prya9qpn3bs4+if/PMk6+SfPPHXsvcp+wadu3UxHTp3MmQNa9+5Y23iAN9bIkHy+86mS/dFytLPD15805y71+Caa+Nxdd5WY8wtHz1lQo0ChbDtiBvYkX/8Md/ayK5d+NiNZcG0EheNnQAw5r9f54Rxx0EDRACoxARr5D1i3deKzdYSAaCRE71Kp4sAUCXgG3FbbJEhexyV9wp3fva8CACNwLdcp0IAeOWfz+S8/Gr/t64576HrynXril43NgLATt3XzIvfcdedJwJARWdXw24mAkDD8Kro0SIAFA/3mM++NucPODZzgfnz/zDNm9fsuJx080VmudVXKv4GnpzZlAgA3ZfsaU657RLTvFlz06x5M9O8RYvUz+bNaz434zN/b27HO3VMc7tB6o7nd6LT+cm/JDu0nMMqAkA50S3PtSEA7Lvc5nkvfta9V4sAUB7oS3ZVZQAoGZQVvZAyAFQU7pLdTJvSJYOyYhcSAaBiUDf6Rtgj2CW52gFnHd1gAsCMab9novGJwPntp1/MlF8n20h968D/ZVLm89RffzOk6i+04WTv1HVh06lbF+tw77TIwmbhRbvaSH0+d+qS+lunrp3N/Hl/mCPW2yXvpc++f5hZdrX+ZuqkKTZSaNqkyfan/X1y6nf3t98nT7UyTPstJUNDWpt2bWsyC6SzDNjMAukMAx3SGQjoM8SCDgvXEAny3QcCwNm7HZG3G7f/59mgCQBkbsvVGON7vnqpIfCX7Vjm+ZxZc8yc2bPNnFmzzZzZc9I/+X2OmZv9/azZ5unbRpovP/g0Z5969F3CbDlgR5vJDUKwJQU3S0WtpT7zHT/Yd0itU5Pf1RzTzK5j3TXcdZoZvk9dK3WJxDH2+/S1k9/X6kvN/d11kve/9vgLzIQxP+SUbct9dzLokjbt2pi27WtK8JVtcEp44T/mzze79Vovc8Xs7AZHXH662XzvHUp4x8pd6tuPPzcv3PdE5oazZ88yrVvXpIDefK/tzNKrrFC5DpXwTuNH18zF+fPnGTL3LLRQTSaXxXr3tM9DiO36ky8yT958f86uL9anlzlmWE0UZWjykdnym48+y9ntVTZcy+x01H5m/rz5hueS/Ur+8fmP+X+kfnd/+yPxmb/Nm1dzTPqc5PH2/PQ5tY7lenyfvHbyevacxLXT94e8BvGE67q+fvSvtw0lG3K1Fddb3ay2yTqmXceFzEIdO5h2Hdubjgt3Nm0WamsW6tje/mvXsYNp36mDd0NKSYoX73s806+ZM2eZNm3apN4zxphlVv2TWX2zGh3qnQB1dKgSBIBZM2Yaop+ZR/bn/Plm3ty5di6nfp9n5s+dZ+cTP+33fHbH89P+njiv1t85PnG99Hn//tfbJlkGIAlD2/btzJ4nHmoJwSl7IrUvzj643QNvwZ54eu+8efL7xGe7b57cX0/vo3N8Yl89tb+e3mvnPgvsx2OfpPbXa/baU3vwtj/pffrUvVLXueqoIea1R57LObKhEwC+++LbjFwzZs60GXJbtWyZ+W7J5ZcO6RHL9JW5LgJAkENnOy0CgMdjJwJA8YMDAeCoDXbPe4HLRt0lAkDx8JbkzInfj7cbEONHf2/Gp39++vr7JlkvrSQ3KvIirTGI08bTAkYMGy1p4kEtAytBTkgaUhzz4zdjDZFTuRqbon3/1K/2Jg8bPLU2k2o2gjKbTHZfyG0+scnkNp4W3JTKbCCxS5XePMrelHLHZF+HE9xGVM2mVM11Hr/xPjPz9+k5ZfvzpuuZVTdZu07jz8lTm9ThiBzOKM1haCYMyKQxWSxJxBmjjkDChvLAVbfNO4NCJgD8++W3zH/f+reV7Q/zh5k9a7ZdBLr2l/12Nt16LVbk0+PPaSIA+DMWDemJCAANQcufY0UA8GcsCu2JCACFIlX94+oiAAw4dZDZbK/trUMf5/dvE39NRej/NtlMsc7838wUUvCnHfu/5snalEtKnN3Wgd8t4cDHub9Il5Qz335e2HTkZ9eFDRH4DWkQC/ZfYYu8p0AAWHPLDRtyycyxOH+n/TbVEhkseSD9j98hC5DBIPOdJRVMNr//NiWvvZ6vEzWZBhwxIFWSALs/X3QT14qVAADp48qX78043eemHfA4VWbPnFXLAZ/tmJ87Z46ZMxNHfdphn8N5zzH2OmlnfsqJX+Pknz7196Lmi05aEAEcWa3btjFtFmqX+tmOf21N67ZtTevM59R37l+rtq1Nm3bt7LGpczjW/T31HefjNGvTto0l1DS24bzbodsaeS9z7LXnBE0AOOb/9s4r21Uv3xssAeCFex8zVx55dl7ZHvv5/YoTAHgPzJj6u0GPTJ86Lf0z9ZnvZ/w+3b4/7N+npP6eOr7mWN49ak0bAUoSOVKAIwvY3zt1SH3Pzw4QBjgu/V3isyUXdOlcMhDZYz1wxa3yXu+ckcOrSgDgmcLJPmvGLDN7Jj9nmtkzZ6e+mz7DvvP5N2v6TDNr5kxrJ8xMf//DN2PMhy++mVe2Pv2XsQ7ojMM+r2M+5bC5hGmAAAAgAElEQVTnnmrVRQByQ58VljXtOixknxH7k+fF/WzP7zn+Zr9vb9cl1WxHrLerSZIAkn3Z+aj9zcHnHlfN7tW6N88e7zWesxnTZtjnir19/vH9zN9n2s/Y5dha9/3jprx9VwYAb4Y1Z0dEAPB4fEQAKH5wRAAoHrtSncnCB6f3hLE/1jj6R/9gxo/53n7f0MbmQb/VV2zoaQ06vhZTOcMkzmIjp7/n5TfPsYfTDGMyTVj28bwaprP7jMGqFhcCi/RczCzcvatp155NsdRGVtuF2PDiczvTrkP6+3ZtDUYs3/N3omrcppk9Pn1eKTbACkUYAsCZuwzKe/htnzwjAkChYFbpOJUAqBLwjbxtTCUARv/nq1qOst9/n2bat6+JekG3Lbtq/0YiVp3Tf/5hQubGRGwQlda+fU1UGinDW7SqYfJXp5eNv2tsBIARF1+fAQUCGORFImNc2+eUwxsPWhmuQLR6yokwzUyfNt1Mn5J2LqSdCmzKPHzNXY3elGTTGce9TZPvovG7ph35GWd+KjI/FbVfntT4SQghADx9a/5ayMutsVLRBIDGDBXkAEscmDwlQxZwRIJk9oGarANkI5hiZs+Svd8Y3BtyLjZ0qzatTavWrUxL+7O1adWmlf3J+6dFyxbp71LHpI5NHdOydWtrm+dqbz7+ohn9369y/o3I3c32Cre+Kc8aBKFcbcnlljJEpWU7WqwjxjplUs6Xcs1xxrOGVABhwJEH0oQBSyJwpALWU20zY92qTRtz3YkX5p0+IgA05Mmq3LGlIgBAZJ+RdsZbR/3vM9JO+pTTnvcrTg0IX85RPyP5rp2ScuA3Zr+GsjPOkcua/ufvx9sgl1yN2t3bDswfrFS5ESjuTi/e90TeTCJLr7y82XjXrWtFC2dHBduI5UxATSLYw0Usp7N3LhDJnI4iLq7XhZ11/r7HWWJHrrb1gbsZSndmCCDObstBAHHkEOYVJMxiG4QpO686OUJBKvNAilzQwdpy6M5U9oHUdxC3cI66+diuUwdDJqeGEACscz3hjE855meZ2dZJjxM+/T6wjnmc9LwbZqcc9DNSDnvOSTny03/P+o7rc59yN/besAf4R6ki+7NFc9OiZcvUT6LUWyS+b5H+vlXLTLZZAsKa5zue74l8t9dd8D4tW7cqWkQCdshKkasx7jsP3r/oaxdy4gL74zajB5k8FsyokZ3tIzu7hssE4vbHv/3ki7xlZFu2apk3E0ch/XbHQKLhWWAO8KyknqcaIgG6mu8sYSdNKGjfqWNqf7Z9uxRJp0N7W1asIa0cBABIxdYxj4N+Wvrn7zNSTvrE7zx/vN/4lzo+5cC3v2ec+zPsGqfUTQSAUiNa2uuJAFBaPEt6NREACoOTKJZfx000k3762UaPTxr/s4EA8Ppjo/JeYI3N1ze9V1jGLNx9Ebu51bXnoqbzIl3s7+WqA1mYNA07qtolAIjenzDmRzNu9Hfmp7E/mnHffmcd/nyf74XCy7Nn3yVN996Lm55LLWHYSOnRh5+Lm2duH2moKZmrLdGvr7nu7YcbBpBHRxdaAgDD2fyRSo/Gz1RdTT7a/9Lfp3533xHBjSFWc7z7bFLp1hLXqTmG72uumznGkhgS187cv+Y6Jn2ePW7+fMNCiY3SXG3zvbY3G+y4he1fdhq4GqJEmmSRlq9gIgaymT9s2i2XVi5jaKZTvWXumyFlpAzWlAGauu+CfUt9P2fmLPPRq+/mnUUsrrh3qRcuGKWOGACRwBIHLIGgnWlLtAw/26d+2r8niAeOaMD3bdkoSxAPbKRNu7ZWnpgJAI9ce5c1hGmp9Gzz7Mava3uf/DePNEPDunLDyRdlTrBz3RjTMuHc+tslf2/YBT09WhkAPB2YrG5BABi80R55O3vFSyOCJQC89MCT5vLDz8gr2yMT3g2WAHDrWVdk1e6mTFZNit1r3xgZxgTM0UuIbbzfcjU2pE+6aWjJZOPdn3Haswk8LREVWIFN4aQgvZbtY/r9eUXrtGc9Y6Px0587dCHtfhfTdbFuJZNdF6obgV/HT7SOpg9efMPccsbleQ/e/rC9rQ1Xy67O2Pu84bNt8pRdk1wfuM+p71NZnTLrA2un11yj5vva6wM6WLMOyL0+SK1Baq494bvUui9Xw+bacKe/GDa9k053squlvks56Z3z3h2DE5/SbPaYhDPf/j1xDpu15WyX/e108/KDT+W8xaobr23Of+SGct6+rNc+asPdzZj/fp3zHjsOGmAOueDEgu6fjMTEiZNy8qR+Zj7jELKRnKnv58xKR2+mnUeZ8zh3Vjqas9Z1ZuXNMFdQJ6t4EHO0Vna6nGmYE9nuSLWcJ60yUbBjP/8mrzT9117VZlGolfI5nwPVpXFOpHzOOFmbJ8srplM5t2xBHsAF00nXkda5IZn9Pn71PfPI8LvyykZ2G+uoTztYF4jAnzot7x5EIcO/gHO1U8e047RhztVcJSVvOeMy88jwu3N2o0//Zc01r+cnvhXS92oec8ZOfzMfvfJOzi783+7bmhNuuKCa3WvUvQf02zSvw/7AIceaXY8+oOjrF0L2JGtRrWwSEEPTBBWeg3JFp+MotXvLk6cWLV99J+KEdZlfXGYZS+Rr3cp+n8wsQ3aYzHfJ7DM2A01N1hk+f/Xhf82wY87Je/s7P3vedAnUBh555W3mjnOvzikbRKK7v3yhPti9/fs/Dj01b5asZAkACDQEF1qntnVkpz+n117297SDe4G/JY7HLm9sw5fRLp1lgPcue6uZTATtF7LvYr57/IZ7rX8qV8OOXG3Tde2zzDttpnPi/56Ovk/LaSPyf5/eqHdc9v3dPnNbSBE2YK19Zq+ZfWSeUfs9z2p7ftZ8x7nY56dse3BeGEUAaOwMK+/5IgCUAN+xY8eaO++80zz00EPmww8/NB07djQbbLCBOeSQQ8x2221XK61yQ27X1AkAzrH/28RfzM8/TrCOfTZUfhk/0dap/OXHCaYhKSwbgn3nRbuaLosukiEELLJ4d5vWklTtXXosatNgEvlbiciYuvpdbgIAL9sJY9Np+onex+E/9gcz7n/fW4d/vtZrmT6mh3Pu913CLNZ7cdOjTy+z+DK966wpSC3Jpk4AaMg89eXY/ftvmZe9ud8ZR5k9jh/oS1cb1A9q7ZJyN19LlgBg0wvjDUMOpwDsZ/sznbYMAw72JYxM0ijxM/Ndrb8lz0ldo9SpTDFKW7ZuaX6fnJvdjrwb77K16bxoF9OGzAY2dWdNGs9U6s82mSgdjslE7KT/Vs3adxAAqE2Yq7G4HfHNyw2aBz4dfMWgM82L99fUAU32beUN1zQXPpY/JZdPctTXl9gIANcce15GZCKubYRAs5TDdfm1VknVEw6wiQAQZgYACAAPX3NnzhlH9OfwN/8Z4GxMdbkQAgARFDbSPh0VyPuaVPkuhe+MqdNtZotMlODUafb9nYwcbMwGKZsrybSwLhWsi+hi84iNFxfd5b6/YN/j85Jrqdu927EHBTtusXb8gxffNGfvdkRe8WItAQD55J6vXgp2WEUA8G/o0Mkp0kE6FTSkApcmOh1Fyrjla2tssYHpvfzSjY9czFOn3NYSTxPSLZHd1iPPziKYjpjMWfd8vpkPySZRj9xlGuR6pN5Vq0GgvvTq7j1aqfTqucZGBIAwZ+yhq2+fp+N/mK0P3L1RBIBSIZKyR2vKUmSXq8AJajMQJIgD2K1ffvBp3i507dHNdOyycDqTZVtLxnOlX1LOekq2+Lkv9P6o182QPY7KK5sIAKWaeaW9TqEEgFLe1WaLsU73VES8fVbSP/k8cxrR8ymCwXT7M/WZCPua71LnNWYtWJ9M7h3msso6x7zNJpt23uOwt45668hPOe4zTnwc9+nMs+6cXES1+vqR/XfsnJ26r5n3NBEAGopoZY8XAaCReL/yyivmsMMOM1988UXOKx1xxBHmkksuqZU2tNBbVoIA8MRN92W6QzrhVq1aZaKAeNFTB7rUjVSPvxKpjxN/3E82eh/HPs78SRN+LsixTwRBlx7dzCI9u9uIFj537bGoWaTHoqZrj+5m5vTp5vwB+euqnHHPlabLYouYSRN+MRAMJk/81d4fYsHkXybZ/vC5EMcbJADIAF26d7M/6ZMjC9jPNrNA6cgCRCTced6wzLCwuLQ129PthncftREVhbYfvh5to/aT0fv8Tpr+fHXdyZLQY6klU479pZYwPXr3yjj8uy1efN3wt5+u2zG3zjb/V6hY3h1HBoBkSuFkB6lLdfItF3vX50I7BAEAQypX2/34gU2CAFAoVo05DiMzm1xgU6elU0FZ8kGahEDEDTWc2ChLkhLs97/PsDoPYlW5W4OZ3pRTaJMmG6Rrg7q6odlsb0c6cIQEJ4sIAOUe1fJc/+bTL81cOJW6m5R8NVHJhUallad3jbvq9l3/nPcCRw8b4h0BANuHDCgsktEZRJ+R8pd6i/y0KSFnzTbjvhlr7h46PK9s2x68u7WJDJFoRJg342OzzL/U99gvtb9r1sykj3ffc0jqc+Y66XPc982a11yD41LfGxu15u5JRzP3t9+nfs9cw6YjTV2HyKZ/XnV7Xtkg28CCz1y7lmy5r438LjKu5p4p2SwhxPU5LWsGnyzMLA5Z/c5gm5E3S7bmze1mHq0uAgDZli597k5bymjevLmpn3NTNTHtT5tVJfH9/PT3tp4m5yR+nzvP/m4z7djrpM+rVXszx33mzSv6gXvp/ictWTVXg3iDDMU2NmNqp1xta9pl6ramU652TKVctbVbF+5sN0yds59jG0OOg5AIMTFXEwGg2FEt73kiAJQX33Jd/afvxtV56e5L9izXrct+3adueaDOe2w7MH9Wn7J3rhE3IBPcDt3WyHuFmEsA/OPZO0zfPy27YGnCdKa+WtnuyIj3RzILXs1nmxmvFjkhVdbQZvBLkBNsmmf3vU0HnTqG8+tL+WzvYTPxpTIDfvnBf8zrjz6fd9zOe+j6TER+0pnfiKlSsVPR/3W11Tdbr2J9KfWNPq4jQyL3WmWjtUp9S12vkQiw796QEgCNvF1FT4cAcO3x5+e952XP3xVsBgB8FXW1agckNmagIQDwLsnXTrnV//1xRyjIZB5IEwYI/si317r21hsbyolAZCNja8qhT8bXVJkCnxvr6DN3yV9Ob4sBO5rN9gy3TJbP2JeibyIANALF0aNHm3333de8/vrrdV7lxhtvtNkA7CZjA1olCAA7LrpGXqU7+KqzGkQAcI596srZiP0JaQd/2pnOdzjW62ukhMeZj2Of1Pypz4vaTWSc9vxen2KkBMBRG+Svq3XZqLvMcquvVF9X7N+JdJ808Rfz20+/2jQuOM6QFbLCFMgCaeJAMWQBnOWk6SSzAOSFTt262MwDZCDI1yAA1MVwf2jc27UIAPSVzVCXrn/86O9sza7xo3/I+1LCocY48G/xpXtnHP3W4d93CRv9qyYEYkeAjfY7zsmdcgvZ19tuc7PWVhsFCUN9JQCGPn6TWahTx1TKzkRKT1f/zdZ2SzsBIR2knITp1J7JWnAVrPXmCAJsPuWr3Uett/7rrBrkmNHp778abclpuRrErHX/uqlNnwf7F2dfiiTRLp0qryZdXqtM6ryauqocC0O4Wu3ojfc0//v0y5y33+Fv+5hDh55Ura41+r4NJQC4+rssKjOO+HSK3DnWKZ+qw5j87I4lSixTpzFxjD024bxPns/fXMreRgurCwgBTxFg7dB3xX6pOo+J+qmpuqkdMt/ZqAtbO7Xm+2rqRgfn3/+aP+XimltupAwAHs47HEAT63Amr/mXDVMkqQAbGdvG/PervD0//vr8m/EBiqsue45AUyYAXPXyvWbpVVbwfIRyd++Fex8zVx55dt6+P/bz+5bIqSYEhEDjEIiZANA4ZHS2ECg9Akest6v57otvc15456P2Nwefmz9YtfS90RWFQAoBEQAaMRNuueUW69inrbPOOmbYsGFmzTXXND///LM5/fTTzU03pVLx7rzzzoZju3Tp0qC7+UIAsM7u8ROt0zvp2J80YaJ18hfq2Kfmu3Xid1/ELGId+zj0uxnS69so/sVIO9S5QRjlOxgCwKsPPZv3Wmtvs0nBBICGdChDFpjwiyUNJDMLQBZIlS/41aaMqa+B08LdF6mVWQCyAI78utj71JO0Dv8xP1hHP5v8uVq3Xj1Mz6WWMIxLT9L09+llnfs9+vaqemmD+rDR34WAEGgcAvURAG775BnTrVfx2TwK6R0ZDVK1QnFmpmuG2pSeiRSfGVIBRIR0fdCsGqOWiJA+n2tBzpo6aXIhXdAxeRCw9cuyau/VkArS6f8y9fja2XSBrdq2TqUNTNTmy2RpSJeJcPX++JkdCVtKAgDzCobyvDlzDdkEiDx2n+fPnWfmzkn9Dllk7pw5lgjJz+T39nh7TPpcPnPNuanv7XXS17XfZT4nv08d/8bj+evzdera2TRv0dLWxiXFbSVapqyHzbZBbeXUT8gi1GGEIGIJJG3bWEKhLfmRLvuRJLMSlfD0rfnrxW91wC6WtBlio7zBm0+8mLfrux5zYIrYS81touzcP1cjO6t2d7J2dupYW3Q7FTlna36Xr3Z3sgY49/zh2zFm4nfjc8pGKsFVNl7LNG/RwrSgxm+L5gbiFD8z37Xkb/ye+t6WtOB4fjZP/3TfZ353f886PnGf5i1b2utyPzb8U9clE0jWfbL6lbzvhfufYPJFpm2869bmpJuGhjgd1WchIASEgBCoAwEIAM/cnr98Dfbo5nvvECSG3378ubniyLPy9v24a88VASDIkVWnhUDlEIAAcNxmA/Le8NhrzzUhZ6WoHJK6kxCoHwERAOrHSEdUHgERAIrEfOrUqebII480d911l73CzTffbAYOrKlz/c4775iddtrJjBs3zvTr18+MHDnSrLLKKg26W7UJAB06dzTTJk+tt8+kwbNR+sl/OPZ7LWad/UTvd+xaGsd+vZ0J6ACc82RLIJozmWHAliH4mcwChZMFcolN5FJPF72fdvA7h3+vZfoEhJS6KgSEQKkRgAAw7Jhz81724qduKzsBoNQyues11RIAy6+5sjlm2BBDPWvqorqMDPYnBInpqe8gTFjiBcekP9tjiDBPEy5Sv1M+IhVpTq3BcjVbJqJdG/P75GnWCZ+rUVanc7cu+Z3sc+ba6PYQW4cunU3nrgtbAkWq/EXaId8OJ3xtB70rj7HAsZwLySLhzOdYS8qwTvzUdYh8LmXDST54o/zpgq94aYRZdtX+pbxlxa710gNPmssPPyPv/R6Z8K5p0aplxfpTyhvVVQJgyeWXNsPfzO9EKWU/ynGtM3cZZHi/5WoiAJQDcV1TCAgBISAEhEBxCHzy2nt1nrjS+qsrA0Bx0OosISAEhIAQqBICX7z3SZ13Zt9OTQhUGgERAIpE/McffzQDBgwwL7/8sunYsaN57rnnzLrrrpu52sSJE80+++xjRo0aZb977bXXzAYbbNCgu1WbAEA0fq9l+9jIfJz7RO+7tPw2cr9Hdzn2GzSixR/syAJEtr7z7L/M83c/mvdi/3jmdtOrX9+SZVMovtc6UwgIASFQeQSaKgFg5Q3XNNQlL2ezxAFLJIBAkCr54NLRz5o+w35XQypIZXcgsn3m7+lzMhkfUgSDObPmmJmcN32mmTDmextZn6sRlU7tz5ZEIrdsaVq2ammjhIn8rfW5dSv7HRHDOGft34gwTn8mSpnv+Ef0sv07v6evxWd7fstW6evy2d2v5jN9IEKeKOXU/Rc8zvYvfe0B/TbNOyxHDxtithywYzmHrWzXFgFABICyTa4iLwwB4IevR+c8u/86qykDQJG46jQhIASEgBAQAkJACAgBISAEhIAQEAJCIDwERAAocsy++OILs+eee5qPPvrIrLrqqub+++83yy+/fOZqkydPtuUBiPyn3X333ZYw0JBWbQLA4KvOMn/Zb+eGdFnHVgCBlx98ylz2t9Pz3umhcW/blL1qQkAICIGmiAAEgEevvyev6JQ3CLVdMehMM/bzb3J2Hwd5uQkA5cStlCUAytnPYq69fdc/5z0tZALAj9+OrReOxZfuXe8xPh6QL4rc9XXlDdYMOgOALTuQpw0873gfh0R9EgJCQAgIASEgBISAEBACQkAICAEhIASEgBBoAAIiADQArOSh9REAZsyYYY477jhzww032NNEACgSaJ22AAIiAGhSCAEhIASEQGwIxEwAOGmrA/IO11/23yXYDACxzUHJIwSEgBAQAkJACAgBISAEhIAQEAJCQAgIASEgBGJBQASAIkeyEgSAF154wfZu8803L7KX9Z925s6H5z1oo122UgaA+iGs+BEQAMb977u8993tmIOUAaDio6IbCgEhIASEQGMQqMse6b3CMubQoSc15vI6VwgIASEgBISAEBACQkAICAEhIASEgBAQAkJACAgBIdBkEBABoMihro8AMHXqVHPkkUeau+66y97hvvvusyUD1ISAEBACQkAICAEhIASEgBAQAkJACAgBISAEhIAQEAJCQAgIASEgBISAEBACQkAIlAMBEQCKRPXrr782e+21l3n//fdNx44dzXPPPWfWXXfdzNUmTpxo9tlnHzNq1Cj73WuvvWY22GCDIu+m04SAEBACQkAICAEhIASEgBAQAkJACAgBISAEhIAQEAJCQAgIASEgBISAEBACQkAI1I2ACABFzpBJkyaZ/fbbzzz55JP2CjfffLMZOHBg5mrvvPOO2Wmnncy4cePM+uuvb0aMGGH69OlT5N10mhAQAkJACAgBISAEhIAQEAJCQAgIASEgBISAEBACQkAICAEhIASEgBAQAkJACAiBuhEQAaDIGTJv3jxz5plnmqFDh9orrLPOOubGG280K6+8shk/frw5++yzzU033WT/dvTRR5tLLrnEtGnTpsi76TQhIASEgBAQAkJACAgBISAEhIAQEAJCQAgIASEgBISAEBACQkAICAEhIASEgBAQAnUjIAJAI2bIe++9Z3bbbTczZsyYvFfp2bOnue+++8zGG2/ciDvpVCEgBISAEBACQkAICAEhIASEgBAQAkJACAgBISAEhIAQEAJCQAgIASEgBISAEBACdSMgAkAjZsjcuXPNFVdcYc477zwzderUBa7UsWNHc+GFF5rDDz/ctGzZshF30qlCQAgIASEgBISAEBACQkAICAEhIASEgBAQAkJACAgBISAEhIAQEAJCQAgIASEgBOpGQASARs6Q+fPnm7ffftvccsstZtSoUTYbQJ8+fcwWW2xhBg8ebFZZZRXTrFmzRt5FpwsBISAEhIAQEAJCQAgIASEgBISAEBACQkAICAEhIASEgBAQAkJACAgBISAEhIAQqBsBEQA0Q4SAEBACQkAICAEhIASEgBAQAkJACAgBISAEhIAQEAJCQAgIASEgBISAEBACQkAIRICACAARDKJEEAJCQAgIASEgBISAEBACQkAICAEhIASEgBAQAkJACAgBISAEhIAQEAJCQAgIASEgAoDmgBAQAkJACAgBISAEhIAQEAJCQAgIASEgBISAEBACQkAICAEhIASEgBAQAkJACAiBCBAQASCCQZQIQkAICAEhIASEgBAQAkJACAgBISAEhIAQEAJCQAgIASEgBISAEBACQkAICAEhIAREANAcEAJCQAgIASEgBISAEBACQkAICAEhIASEgBAQAkJACAgBISAEhIAQEAJCQAgIASEQAQIiAEQwiBJBCAgBISAEhIAQEAJCQAgIASEgBISAEBACQkAICAEhIASEgBAQAkJACAgBISAEhIAIAJoDQkAICAEhIASEgBAQAkJACAgBISAEhIAQEAJCQAgIASEgBISAEBACQkAICAEhIAQiQEAEgAgGUSIIASEgBISAEBACQkAICAEhIASEgBAQAkJACAgBISAEhIAQEAJCQAgIASEgBISAEBABQHNACAgBISAEhIAQEAJCQAgIASEgBISAEBACQkAICAEhIASEgBAQAkJACAgBISAEhEAECIgAEMEgSgQhEDsCM2bMMDfeeKO54oorzE477WQuuOAC0759+yjE/u6778zZZ59tnnnmGXP55ZebPffc0zRr1kyyeY7Av//9b3Puueea//73v3Zubrzxxp73uLDuzZ0714wcOdJceOGFZoUVVjDDhg0ziy22WGEne35UzHokZtli1pGx6hFUQayySUd6rujzdC9mPRKzbNIj4T1vMdsjMcsmPRLesyZbK8wxkx4Jc9ykI8MbN63ZwhszeiwdGea4xbpmC3M0cvdaBICYRrMEsvzxxx/mzTffNH//+9/Nq6++anbeeeeMI6gEl6/qJWKWbf78+eaRRx4xQ4YMMaNHjzZ77bWXdU726NGjqpiX4ua///67Ofnkk83w4cNNx44dzQYbbGAd5f379y/F5at6jc8++8wcdNBB5u233zZ9+vQxu+yyix23Dh06VLVfpbh5zLL961//MgcccIAZM2aMWX755c2hhx5qBg8ebFq3bl0K6Kp2DRZJl112mdX/tE022cScddZZZrPNNqtan0p145j1SMyySY+U6gmo7HWkIyuLdynuJj1SChQrfw3pyMpj3tg7ytZqLILVOV86sjq4N/ausdoj4BKrbNKRjZ311Tk/ZnskZtmkR6rzvDTmrjHbIzHLJj3SmFmvc0uBgAgApUAxomu8/vrrZsCAAdax5RoOrhgiXGOW7b777jOHHXaYmTp1ambccJTfcsst1kEZcnvooYfMrrvuatZZZx1z8803m5VWWilkcTJ9nzVrliU2XH311WbQoEHm4osvtgSHGFrMsk2aNMkMHDjQPPzww5Ycdfzxx5s2bdrEMGzmnXfesRk2IDLceuutZtNNN40mG0WseoSJF6ts0iNhqhXpyDDHTXokvHGTjgxvzOixbK0wx006Mrxxi9keiVk26cjwnrWY7ZGYZZMeCe9Zi3nvJ2bZpEfCfNZi67UIALGNaCPkmT17thESep4AACAASURBVI38JM36dtttZ9q1a2fTkuNUJjr5jjvusBGhIbaYZZs8ebI55JBDzLPPPmu23nprmzLniSeesMOE0/y2224LNlp+5syZ5oQTTrDR/8y//fffP8Tpl7PPX3/9tc3UwNx84IEHbLr1WFrMsr311lvmL3/5i322RowYYRZddNFYhs0MHTrUnHbaabYkBf9iKUURsx6JWTbpkTBVi3RkeOMmPRLemNFj6cgwx022VnjjJh0Z3pjR45jtkZhlk44M73mL2R6JWTbpkfCetZjtkZhlkx4J71mLscciAMQ4qkXINGHCBPPLL7/YiORFFlnE1n0mGpmUQIcffrj54osvgiUBxCwb6f4nTpxoI8i32morc84555jmzZsbMgKQkvzXX38NmgQAmeG4444zN9xwg01NzuekUxLn+fPPP2/WW28907Vr1yJmfvVO4Znac889zU8//WTLN6y99tq1OjN+/Hjz8ccf2/TrLVu2rF5Hi7hzzLKRSWTDDTe0z9W9995rllpqqVoIffXVV4ax45jQHOjnnXeeTfl/9NFHm0suuWSBzAY8axBVllxyySJmRfVOiVmPxCyb9EiYekQ6Ujqyetp+wTvHrEdilk16RHrEJz0iWyvM9WjMeiRm2bQe1b6WT/pftlaY61HpkfD0iGwt2Vo+6f4Y+yICQIyj2kCZYCMdeOCBZuzYsYaaK8cee6w588wzM1d55ZVXbHr5EEkAMcvGwo9U5HPmzLEkgOuuu86Wb6D98ccf5v777zdHHnlk0CSAefPmWVIDBlyubAYu+0GPHj2sw5KsFaG0cePG2YwGo0aNMkcccYTtf/v27TPdf//9923pg4suushmCgipxSzbf/7zH7P77rsbajgxNmSoSBI0HnvsMetAv+eeewxlOEJqlAwhm0iujC8uiwqkIwg5IWU+iFmPxCyb9EiYekQ6UjrSp/dezHokZtmkR6RHfNIjsrXCXI/GrEdilk3rUe1r+aT/ZWuFuR6VHglPj8jWkq3lk+6PsS8iAMQ4qg2UiQj5v/3tb+bRRx+1Z5IF4IILLqjl1MomARCxvNpqqzXwTpU/PGbZcEAedNBB5u2337bAkiafbA0u6jibBED5hjvvvNP07t278gPRiDu+9957ZrfddjNjxoyxqdevuuoqG4WMfMzDAw44wOyzzz62dEVIBAD6f/XVV1vCDY3yG6RfJ/MG7MczzjjDXH755ebuu+/OEDsaAWNFT41ZNuo3nX766TYjBWOFroQg1aZNG0vEwfn/5JNPmqeffjo4AgDO/X333ddALlp11VXNtddea9Zff32rU958801LOIIccNddd5lu3bpVdE419max6hFwiVU26ZEw9Yh0pHRkY/V1Kc+PWY/ELJv0iPRIKfVAKa4lWyu89WjMeiRm2bQe1b5WKXR2qa4hWyvM9aj0SHh6RPtaYe79x2yPlOo94st1RADwZSSq3I9sR3muyFZHAth8880XiFaucvfrvH3MsiVJADgjr7/+erP33nvnJAFA7MiOVvZp3ObPn2/JDJQvmDJlinXqb7zxxqZ169Y21TrkhqlTp9pU/0Rg0x588EGbAWHkyJGWHOBryyfb3LlzLeEG8gZt5ZVXNn/961/Np59+ap544gmz6aabWmdrr169fBXNZg15/PHHLYFo2WWXteMGQWP69OnBy0ZZlH/+85+2zMRaa61lMzFAoMnWKRtttJGdq+jIV1991WZ2oIxKp06dvBw3FrKff/65GTFihK0hvOOOO5rtt9/eZqCg7AukGgg36JTtttvOzj+eNb678cYbbZYAX8sb5JNtoYUWilaPxKAjY9Yj+WSj/EuSfBmaHkG5SUeGpyNla8nW8s0wkR4JT4/I1gpzPSpbyxjZWv68AWJej8rWkq3lz5OW6olsLdlaPs3JmHVkzLZWrHrEp2ejnH0RAaCc6AZ27UIc5d999511wCZTlYcgZsyyFUICwHHXs2fPBWp6+zJ2RLyTAn/IkCG1urTffvvZSOsuXbpYcgMR8pAAXMNBSbmK4447rlbGCl/koh/1ycYxEDNw9Cfb8ssvb52tOJZ9bcwrykwQ8Z4ckwsvvNASNiZNmhSsbJRgQDaXYQP5iH4nK8POO+9sHedHHXWUee6552oND2n/STnG+PnYIJ3ccccd9plJPksQaK655hpL4nj44YfN8ccfbx3+yXbMMcfYjAe+6v/6ZFtqqaWi1SMh68iY9Uh9sv3vf/8LUo+gF6Qjw9OR9dkjIeuR+mSTreWjRSI9IlvLr3lZnx4JWUfWZ4+EvGarTzbZWn49Z/SmvjVbyOvRmPVIfbLJ1vLvWdOaTftavs3K+vSIbC3fRizVn1j3fvxEuzy9EgGgPLh6fdXx48ebSy+91Nx2221mxRVXtHWs11tvPRvRWYij3FfhYBHjrMNBRRQr0brnnnuuoT48LWbZ6iMB+Dpm9ItaPzhViYQne8GAAQPMM888Y52UOCj5/rzzzjOtWrUyH3/8sS0BwN9JUY7jfLPNNjPNmzf3UsRCZWPuEvF/3XXXWcfyVlttZU499VTTt29fL+WiU6S7J3p11KhR5pRTTrEO75tvvtk8++yzNnKcrA1kMyAlUGiyffXVVwbyCbqScWjbtq1Nh//uu+9aEoArgQK7k7IazNXffvvN7LHHHmbw4MFm0UUX9XbcyLBByQJ0PiSNTz75xD5Tv/76q9lzzz0t6YTMBaRNo0TFQw89ZOchY73LLrt4SyIC8EJkY27GqkdC1JEx65FCZQtRj0hHhqcjC7VHQtQjhcomW8sv00R6JDw9IlsrzPVoofZIiGu2QmWTreWX/i9kzRbierRQe0S2ll/zsVA9EqKOlK0lW8unpy1mHSk9sprNDhza/rhPz0e5+yICQLkR9uz6X3zxha3jTI1n15JRraGSALLr3TvZXFRrv379giUBFCpbqCQAWPk4/hdffHEbOQ3jD7LGoEGDzAcffJCJuPY15Xhdj3jMsuEY3nXXXW2GBqLJGR9S4B900EE2ipxocvfceaYG6+wOz9sVV1xhySWk/8fpzXcPPPCAJRW5rBQ+O/nzCUh0D/r/xx9/tAQNIuIp1XDSSSfZDBQuc0PLli1DGjLb15hlkx5Jvb9Da9KR/hKhmqKOjFmPxCyb9Ij0iE/vPtlaO3tbAquueRKrHkHmWGXTevRwb7M7NtW9H9la4a1HpUfC1COytWRr+WT7x6xHfMK5En0RAaASKHtyDxcB/+KLL9poztVWW8384x//MB999FGt1NbZJADSXJOevV27dp5IsmA3XN1qInVxRv7888/m4osvthHkdZEAYpMtSQJgzEgt2aJFC2/HjY5BRtlwww3N0UcfbecZrLG///3vNrW6S7c+c+ZMW7dqiSWW8FqW7M7FLBtZGc4666yMk9ylBOrcuXPG+Q8LkvrkfBdKIyUVOoQ0+GQuWHPNNW3GCQgplGOA8IDz//vvvzeLLLKI13oxG3MIYET54/gnA0ybNm3sM4dMzvnPOcgGMSwk0k3MskmPhKdHeI6kI6UjfXrvxaxHYpZNekR6xCc9IlsrzPVorHpEtpbWoz7pR+1r7WxC3bOLVUdqX0v7WtKRlUNAeiS8NVvlZocfdxIBwI9xKHsvYO2QzvnYY4+1Kf+JbiXKE8c5aat/+umnnCQAWNX77ruvTenta4MhB6HhnXfesam4N9lkE5tWHjnPOOMM2+1cJIBYZWNz5q233rLRyjj4fG/0lfH505/+ZCOvcUwmnf84IRkryAwu9brvMrn+xSzb0KFDzWmnnWbrV6NDiCJPOv9JkUb5BohHLq18COPGwhX9OHz4cEsi6t+/v03rn3T+O1YuGQ4w9CA5hNAoL4FegCB10003mTfeeKOW8593AnqU8aTkASUcQmkxyyY9Ep4e4bmRjhxos8BIR/qhRWPWIzHLJj0iPeKHBkn1QrZWmOvRWPWIbK1UZjfZWv5oyZjtkZhli1VHal9L+1r+aMdUT6RHwtvXilmP+PZ8lLs/IgCUG+EKXx+WHxGdOKguuOAC0759e9uDyZMnm0MOOcTWqaYmR8+ePY2LFp8/f75la1ILOrscQIW7X+ftqFFNPW7SixOh69JUE3m8/fbbW/nOPvtsWw+e9NbUt15nnXVsGnnOzSYB+CQbMhD1fuaZZ1pHo2sxyEZEP3XeRo4cacdi9dVXt2nUd9xxRzs/x40bZ/bff39bS56WPQd/+OEHezypyl3acl/Gjgh3nqfHH3/cPj+bb765Ofjgg82mm25qyRcxy/bCCy+YnXfe2WbZoGU/X5A4dtttN1sSAJ3kCxkFMhQ14G+99Vbz7LPP2r7j6EZ/rLDCCjbqnVIU/O5aMu0/5998883msMMOq1X+wIc5iS5/9dVXLYnm5ZdfNl27drUlDHi+evfubbNrQNi4/fbbbXchdiXT/k+ZMsWSHZ5//nlLtll77bV9EMv2IWbZmrKOjFmPxCybdKR/OrIp6xHZWrK1KmmsNGV7JGQ7sinryJjtkZhlk60lW6uS7zbta2lfy5X1rOS8y3cv2Vph7tnJ1pIe8UmP+KDLfOqDCAA+jUYJ+kLdbRw4tGOOOSZDApg7d66Nrp49e7aN2iXin6h5vifSE+cqddhdOQAcXFtssUUJelSaS9BvnOM4EnFa8dmRAIgwRlbk3mCDDWxWgwMOOMA6HolKJnocBx5tu+22MzfccIOtN+9LGzt2rHXQ0e/ll1/eRks7EkDossHwI7X/u+++uwDcjBVZKSAEQBDAoYozeauttrIp5CF6gM2JJ55oHnzwQYsLTlkf0pLjBMZBCiGFjAvZDcc4zxtkhlhl6969u43wZ6xo6BX+USrkpZdeMkceeaQl4yD/Kqus4sXjhkFKZpCrrroqQ1xwHUOvIA/R/9OmTbP6kTIANHQGOoVyGsiDvll11VXNXXfdZXr16uWFbCzaIRFBbMhuEAEopzFgwADz9ttv259jxoyxMiAbjn7IYRCohg0bZsfxnHPO8ab2YsyyNXUdGbMe4TmUjpSOrMQLoqnrEdlasrUq8ZxxD9kjq9vSbaHZkU1dR8rWko6Ujmw8Ak1dj8jWkh5p/FNU2BVka8nWCnHvP2ZbK8T98cK0TdM6SgSAyMabaGkcb48++ugCJAAnarIcwFNPPWW22WYbW1+dxTyZAlq1amXTQ+OM9ql9+umn1gGMAyubBOD66coBjB8/3owYMcLWjGejYvfddzc9evSwjvVkZgQf5IPdSF+POOII65TMJgGEKBtzzNVNx9GITDvssIMlnhCZzHc0HJDXXXedWWuttWw0NQ5MGuO73HLLmS+//NJi4pzLLqNFNccN0gylJiCg0DeyTBDx/8033xiiEMg2QXMR8dRbj1W2Tp06WUe50zcsDPnOx2wijAvzC93G/CJbAxH/b775piXfuObmGuQTSEToG5rThxA+3Lxdb731qjkVM/fmeULvP/nkkzbqn4wG6Duyanz44YeZZ4pof8YLQg0ZUlz2hjXWWMP873//s3M3me3AB+FilU06skZHxqxH3GJJOrK62kR6RLZWyHZkzDpSttai1VWOxpiG2iPrrrtuJtOe73ZkQ2WLeT0asx6RraX1aDkVqfSI9rV8y5Krfa1UFsuQ9rUaqkdka52WyWZdTv1e37Ubuvcfs60V0pqtvnFtqn8XASDCka+PBMBiHWcR0auOAOCi5ola3nbbbb1J1509PPWRAEjtTdpxnF841fmJ8/Wxxx6zaa9xxrrSAT4NfSEkgFBkSxo3GKdEFUNuIDKcBqOTTA6XXnqp/Z1MAHfffbcla+CcPeOMMzJOdBy12edXc9ySBgCOVgxP6qW7OTV69GhLVqBUAQ3iCRHWyBGrbGCSHXmOg5znbrPNNvMiY0NykQQx4+KLLzarrbaaHSOePYgbZAshAwrtyiuvtJkrqHV6/PHHmyeeeCIz7bLPr+Z85N5JxxZZXJBtySWXtN2aNWuWdfbzTHEc8xC9DxknVwYLsm2Q1YK57UOLVTbpyAV1ZMx65Oeff5aOrKJCkR6RrRWDHRmzjpStVT0FWaw9gjPEdzuyWNliXo/GrEdka1VPj8S8HpUe0b6W9rUqp1u0Zqu9ZpOtVbm5l+tOxe79x2xrhbBmq+6s8fvuIgD4PT5F964uEsCMGTNs9DKOSV4qRMW/8sor1gGLI7Zv375F37cSJ9ZFAiA6d88997SOvI022sh069bNRsGSXp7If1/qkOfCqT4SQAiyZS+SkvXFkzLzUkxGxVPSgQ1aUqyTJcA5YjG4SaXjQ8s2AEipTqr/7JIEpJkn7fPw4cNttymnMXDgQPs5VtmYu1999ZUth8B4MW6O8FHtsct2/lOyoF+/fgt067PPPstE/Pfv3986zldccUVbJuU///mP+fbbb83SSy9tv/OFRJRcJNUVue8IXhxPaZc777zT9OzZ00yZMsV88MEHhjlLmQbeAT6U2MjeSIpJNulIY+dbLh0Zsx6JWTbpyMq/5aRH8usR2VqVn4/cUbaWyZSgC8XWKoUe8dWOLIVsWrNVXpc0Vo/I1qr8mGnNZuxegfa14tmzkx6RHiklAqWwR2RrlXJECrtWY/f+pUcKw1lHVRYBEQAqi3dF71YXCSDpEKJTEAFIa77JJptUtI/F3iwfCYDrJQ1wft9xxx0t2WGxxRYr9nYVO68uEkD24sJH2SjBgLOOVOREG19//fWGqORcTkUMmcGDB1tn5Prrr28zNjAPfW2w3fbaay/z/vvv1/u88OyBw0svvWQzUkAC6Ny5s6+i2Uj3WGW7//77rWyFPC/PPfecHS+ypEDwgCjlcxs6dKjNOEEjywaZNXKVyWDhwRyECEUjHTlZAHxuscomHZmadaHpyJj1SMyySY8YS/SSreXH2062VmocZGv5MR9jtkdilk16JEw9IlsrVW4kpPWo9EiYazbpyDB1pNZs4a3ZpCPD1JEx2yN+rLD87YUIAP6OTUl6VhcJgHTlDz/8sI2K32677Uzv3r1Lcs9KXSQfCaB58+bm1VdfNW+99ZaN2KWkgQ+14wvFpS4SAH/zXTZqqg8aNMhG8ddHAnj++ecNKdVpr732mi0H4Gtj0crzQkp4onvqI81AOqHOOtHwvGRdDXkf5YtZNqKNyUTBP1pdhKBkeRRqilESxZdMBrnmDeU0TjjhBJvWn1YXCeDHH380AwYMMC+//LI599xzDVk3fG4xyyYdmZp5IenImPVIzLJJj6SeNdlafrztZGulxkG2lh/zkV7Eao/ELJv0SJh6RLZWatxCW4/GqiNj1iMxyyY9Ij3ijwWZ6ol0pPa1fJuT6k9+BEQAaAKzI5sEQJQoTkzSrYfeskkAN954YybaN2TZskkA66yzjnXy5Upd7qOchRoCybIGvhMAwLkhC4rXX3/dbLjhhkEQAGKXrSGLpfPOO8+cddZZJgQCAONWqIMrWfolBAJA7LJJRxoTmo6MWY/ELFvMOlJ6JDw9ErMdKT1iTIi2Vqx6pCEb01qP+rObELMeiVk22VrGlkJ0pUi1r1VdnSJbK4W/9rWqOw+Td5etJR3pz2xMldIrNEguND3iE86+9UUEAN9GpEz9SZIAQohIbggMSRLA1ltvbR3l3bp1a8glvDw2mwSA4j399NO9qdFdH2iFGDk4gLbZZhuz8sore18CwMlb6ILinnvuMfvuu28QJQCagmyFGDnJjdsQSgC4cStk0+Xnn3+2ZSmeeeaZIEoANAXZpCPD05Ex65GYZYtZR0qPhKdHYrYjpUfCtLVi1SOFkgC0Hq1vVV/Zv8esR2KWTbaW9rUqqynqvptsrRm2nCUZ97Sv5cfMlK0lHenHTEz1ImZ7xCecfeqLCAA+jUaJ+kKt+CeeeMKsscYaZskll8xc1TkkSctO/cV11123RHes3GVQUk8//bTZbLPNTNeuXTM3dqwkZL7vvvvMsssuW7lOlehO3377rfn8889tSvyWLVvaq/7yyy82bfezzz5r03tfdtllpm3btiW6Y/kvU5eRw1hilN500002HfnZZ58dTFaK+hYU48ePN4cccoh58sknba27gQMHlh/sEt0hZtnqM3JefPFFS9pYeOGFzYMPPmhWXHHFEqFa/svUtenCmKL/IQBsscUW5s477zQ9e/Ysf6dKdIeYZZOODE9HxqxHYpZNekS2VoleSSW5jGwt2VolmUglvEis9ggQxSqb9EiYekS2VpjrUemR8NZs0pFh6kit2cJbs8nWCnPvP2Z7pIRLpGguJQJAIEOJUx8DplWrVnX2mOOuv/56c9ppp5ltt93WkBK/Q4cOhih5vsMhucMOO1ina/fu3b2QHqVDXWr6uPrqq5uNN97YtGnTZoG+JZXTySefbFMaNW/e3NaO//vf/27efvtt79J2//TTT+app54y06dPN9ttt53p3bt3Tsy/+uorc9RRR9kNinvvvdf89a9/NVOmTLHZDE499VRbL/Puu++2ZIDQWq7F0q677mqZqMzJDTbYwMrWt2/foETLt6BgDp9yyinmuuuuM7vvvrtl3Xbp0kWyeYJAPiOHhQakDfTIlVdeaY4++uhgsm04aHMtli666CLz7rvvmoMPPtj8+uuvVqfsuOOOnoxG4d2IWTbpyPB0ZMx6JGbZpEdkaxX+1in/kTHbkdIjYdpasdoj+TamtR4tv55rzB1i1iMxyyZbS7ZWY577Up8rW0v7WqWeU429nmwt6cjGzqFSnh+zPVJKnGK4lggAAYwiDySp30ePHm2diYsttljOXied/0TH33rrrWbTTTe1zmcc5sOHD7f1yHFMrrfeel5I7hzfZCRwjUj3Sy65xLRv3z7zXVIprbPOOjaqeqWVVjITJkywTv9HH33URs5fc801pl+/flWXLdvQpEN9+vQxd9xxh9lkk01q9S+JwaBBg8zFF19syNLwr3/9yxxwwAFmzJgx1lHOvyQmVReyAR3INnLI1ADpY/nll7ckFUgfIbZcCwoiq9966y1LbLjlllusjCG2mGXLNnL+/Oc/Wz1J7b5jjjnGXHDBBcE+a9mbLmR6GTdunHX+k2mDrBsuw0ho8zIU2Xh2KCfRrl27gkkk0pGhzcYF06bFpEekI1NZmEJr0iOhjZix5O6HH37YHH/88dbeZ60Qix0pPVJ9PSJ7pLZOkI4MT0fGrEdili2UNVsxT4T0SDGoVfcc2Vo1++rVHImZM2fafahC96KkR6o5WsXfWzqyeOyqdWbM9ki1MPXxviIA+DgqWX1yqfv5msjNfCSA2267zTqvks7/Zs2a2avh/HnsscfM//3f/3kTaQ2hgXTb1N3LbhAA2Axr0aKFmT17tiUE4LxKOv/dOd9995154YUXbNT8oosu6sWIUobgsMMOs5H7yZadfvvHH3+0BAZKNiSd/5yDoUp2g0mTJpmtttoqZ1YEL4TN0Qn6TiYD5txVV11lSStJQ4BTQnX+Q7ShFANOVRzFCy20UK3NW2QL1fkfomwYK9S3J7uG03e5ngvIQpCLyMqw5557Wof/hRdeaP+55pvzH90GQQi9TbaTfO2zzz6zGQvQkZBpshdLEIp8c/6j/yEBkZEmWc4lKWMuPeK7bPT5mWeesUSLIUOG2LmWa16GqiN5H0Nu6NSpU97nLUQ9Uui7NEQ9ItmMCVFHFjJuoeqRQmQLUY/Mnz/fkrV79epVp80eomysI9955x1LLM+Vpc2NaYg6shB7BPlC0yOx2yM8R6wBsHHz2cjSkWGS0UPUI4W813LpkexNd47xbT1arGy+r9kKlStEPRKzPYLuf+mll8zKK69sevTokXcYQ7S1eGbI2Lv55pvXKuWbLWSIOhKS65FHHmlL9dYVbBOarcXYNHV7JEQdWaj+D1GPFCpbiHqkUNl0XG4ERADwfGbMmzfPOm6GDh2a6Wk+EgAO1hNPPNGmxmeDpi5nWLXFRpFS8x3nG45gUvDh6KLuNm399dc3I0aMsJEwjrE5bNgwwz8i/31ujtjw8ccf21TwOO+ouU2kOw2nPg5imlv04eR3kf++ysY4YLgRmVTX5p8zAA4//HBbsoKU45SjoDkSAOxPnyL/Z82aZUs1PPDAA7afkDfI1JC9oeQMAEpOMG8heqy22mq1IriWWGIJryL/kY1FEtknKAdCqYlVVlllAf0QomxuY+GVV17JZDzJpfeSmUL2228/mykEB2Zy08W3zRa3SEI2npW99torp2pgkXTQQQfZ0gVkCUGvtm7dOkMCeOSRR7xy/qMfyG6CfiDjAiVOzjnnnAXK29SlR9y4+ygbzn/IXIxf//797TttxRVXrDV2IepInP6UFzr//PMtoXDnnXc2V1xxhX1HJ1uoeoRsLehJyCj59H+IegQSEeP00EMP2U0ysgrtv//+C2Q4CVE29ADv6EUWWaROsyk0Hcmm7auvvmpuv/1289tvv1miLCWksu2uEPVIzPZIMgsb7zVIzLls5RB1JDofu5fycUmCdq4NaZeVLQRbq1B7BDlD0yPO+R+jPcIzhG2F7YgdyZr66quvtmUEky1UHUlQAKXx5syZY4Mbcr2zQ9QjMdsjkydPtuTYupyRdekRn9ej7GthIzsC2MCBA3MG3ISmI7G1WDuTMXXatGl5bf8Q9UjM9giysacF0Z7AKgLjcgWAhagj//Of/9jAMILjKPtK1l4IbqHbWvTf7WtBbqCRzRddkt1C0yMx2yPoSPbs2IdkHYB/KZf+D1FH8r5Gj7DWHj9+vNlll11sMFV2SeIQ9Uih9kiIez+++slC6pcIAJ6PFg8wdalZNOFMQEnR6soE4LlItnss2ImMZHPTpcVHwVKvGsIDjbIAW265ZQji1OojiyTGLLlJRrQ4C/gffvjBbqC5BnMVR6TvLflir2tjM9sAuPbaaxeIgP3222+tuEsvvbQXYpOlgRIbkEtcw9jG2bX33ntnHOXZBkA2gQHZMdxZhOQr01FpgXPJlqsURYiysVniSpuAK3K5sidJEkDSuCH6n3FOjg8G4H//TInOZAAAIABJREFU+1/zpz/9yaZs96ElF0m5sp64PiYXSbkIDLw//ve//1nSVKGp1sot/3vvvWd22203u5A466yzrLM8u7RJIXrEN9myN9sdjmQLYZPCzclCZPNNR2Y/a062Aw880JJp3PiFqEeSz1By7pMtBDKly04Roh7JJ1u2syRk2dhsx84g4jpXC01H4iAnaxJEm2QGKWzjE044IaPHQ9QjMdsjyfFw4wbBOZsEEKKOTDr/89lZPHsh6pFC7BFkC02PxGyPJJ+hpM7PzrAXoo7MZ2tlv7ND1CMx2yNO9+FEcCUqi7FHfFuPZhOknEy59iBD05G5bK1cez8h6pGY7ZGk8x9bK5edxTwNUUcmM+MS0MceVy5iQ4i2VrbznzEikIA98y5dumTUZWh6JGZ7JJ9sBMBdeeWVNjsxe1sh6sh8thZ7Ppdffrkl37BvGqIeKdQeCVGPlHuPuqlcXwQAz0f666+/tpGf1LcnmhynsktZHTIJgBrpyEQ0MpvspPqnOWLARx99ZIkBOM1Da0Tb0ff7778/U/+dFOVEw8DoxMn4008/WbFw7lG6AXKHz41SBbwMSdlNy2dwu/mK0zGX8983GZOZKLL7xkbnyJEjzZprrmn/5Obs4osv7lX2gnyYsriF2IADMrtlG92hyYY8bq59+eWXmWcq1+Y02VOIjM/l/PdtPtKfQp3/ZNHAITR8+PBgUkVicKPzIbJBsDn00ENzpm0NTY9kb7Yz1/gO/ZH9rIUmW3LxAyGKbBNEAZGxBucrMpJRJEQdmb34WW655WzZmk8++cTKg43lnMuh6RGi44kiobY485FMNWQTefbZZ61s6EoiS7beemtLvAxJR2ZnxkqOU1Knh6Yj0Rk4D8hAkd3YmCabErIm33+h2Fqx2yPJuUaWLEi/uWzl0GytQp3/yBqajizUHglRjyQzEcVkjyQ3mtdbbz2bSphnjbmH7ZwMHAjZ1lprrbVs5rz333/flgh072xHciZqmT2UUNajMdsjjA0RyGQ1o+UjbYemR5CFTJbsQeKUy26sP0nhTZab0GRDj5Ax5Nhjj11ALsaPEpZLLbVUkLYWnY7VHinU+R/iepR1DRlt2BMn0IpsjvmyrYZmayX3tVZddVWbGReiM7YymRzXXntt+6yFqEfQFej+2OyRpK2FnUGmZtab2CMQb1iTsv+4zz77GIJWeE+Esh7lWcPJD8EGW2v77bc3Y8eOtX4bR+CmhCd/xx8Vkq1VqD0S4prNxz37UPskAoDnI+cYSrCsqJWcXScsVBIAKWVQtAsvvLDZZpttMqOA4mVBz0bnueeem8kGwAHU7G7btm2dtbB9GE7GiBck44WzPxcTN9lPNmdYPCYZkD7IkewDmxC8IN2mZq6NTb5DViJqyOxANIbPZSjoLw4RjBZSv0GwISMDGRrchguGOE505GDOsrkEG3eNNdbwbYgW6M8LL7xgnY845y699FKb0giDG2cPBniSoBKabAjrdAUbFDhMWMxDIMomAXAcTj0MuFxMap8Gsj7nP9Eh6MGFFlrI6haiTV588UXrFMqOovdJLteXzz//3Oyxxx42Zfc999xjNy9pRPOj80kzhkOS7DBsOIWgR7Kd/xC9IN1Q7oRxYZGEE5ZafiHqSLKa8I4iYwvOSZz+zEOyGvDeSpa0CU2PuGw9EFEg7vEMuYgS9CTN2Vg8c6HoEfpNX+k7xD1IDJ07dzY4YclcwzsNOV02GNImhySby4wF+cS1fCSAkHRkkgDL88U7i80lSkjRIHQwT51dGZKtFbs9ktx0QXdgM7uSZknCbEg6sj7n/+zZs60eYZOa8lIh2VqMV6H2CGsEZAvB1ordHnHZ9HAooxshzyMzjkiyB5I2n3deyLYWJbycbOiLf/7zn+akk06yBAf3zt5oo42CWo/GbI+gBymPwrvZtXwkgJDskaSdjy3C3hzZ8v7xj3/YDG7Z+wghyebWNTxfyEOGDdag6BB0fXJdE9q+lpuDjpQSiz1Sn/OfsWRtQGO9Qwtpz453Gs5U9HySWM9ziJOcMm7rrruuDYxjLzyUNVu28x/iOXs/yPrGG2/YZw6ygwsEDEmPxGyPONnQldhVm222mbW1GDPeBTjGXcYUbGTWPCHs2aEXmJPMP5459sL//Oc/LyAbx6E7WYtj+4ey998QeyS0NZuP+9qh9kkEgABGDqYSzb0c85EAqIVKyiDSPaOwfEn53BCIk4orSQDgxULkKPVZQpKNlyXOH9KA0kh5TT2/b775xn4Hix8G5OOPP+61U5kXJC94FkpkAXD1m/JlAmjImFfr2GQUYTK9LmUacOJRD5pU5Ti93GKiWn1t6H3dc3TfffdlDDeuATuTKF5S4FOmAocDji3qC/fu3buht6n68Wy48Bw9+uijlkwEESBJAmCzjN/ZvAhBHzpWN8Cy2IPAQUPn47hz9ddJUcVnHJchyOUmChlQNtxwQ0sOGjFihDWov/rqK6vbWai7xniRWr5fv35Vn2P1dcDV6WNB4Zz/yOUWT6NGjbI1xcjek4/NX989qvl3p/uRDUcyCz6nO9mkIArIMabZRGPjE1vE95aMNCAbBc5V11jEwuhHdhrlABi/EEg2TganS+g7hBQ2jGjYJMjFAp5N3FCyECXnk4vsZNHerVs3u0in5SMB+D4XXf/chm1yvk2ZMsUMHjzYkgDWX399qzd5r4XUmoo94oiy2MpEFrIeS5IA0DFsJLGR5kqL+DyOTvfTR2wt3mPodohEOCVZo2Ff8U6gBBFOsJB0pOyRNj5Pv5x9cxk0IGEnSaROdzJPecehcyC2bbzxxsHYXblsLffOxvbiPUAL8Z0dsz0yadIka/vTmG+ufE9d5dtCePAg17MHwrvKZarMzlLE2ptgl9Ca2zvA6Q9hiCAPxpHa1kSCslfHPh0NUvoKK6zgfUBL9hjEZo84ux+5IKWzbmNuMic//PBD60R2wTvsaRHhG8Ieghs3RwCGyPDAAw/YOYeDkjU289Q1iDc40Yk4970lM78k+53MdpCdccN3mZL9i9keyScb8uOzcHo/V1lZ38fQyUbWR/bJl1122UyXeQ55D7A+yFUSxnfZYrVHfMc9tP6JABDaiKX7m00CIJ0OGy84ZnGS4ywiyjLERtQ1xrcjAGDssVmNsxxHERvxvtTqrg9fF/1PKhmM1U033TSziGBD94ADDgiCAMCYsOHHBgWOBMYjdBIAG0QwT0mJnIyGd5udOJZ5rpKbTPWNty9/x7gmIoZU1kkCg1vQ43RNthA3lOg/BhoZRFwpEX53JAAWhuhEnHlE00C88b0la1I5o5qsFGysk5kiu1GDi0153zNtuH67BTwlRTC6kQ2nCE4SaopBRmEhT4P8wKau71kb3GKBCHkcra6/yag0otSQccUVV/R9Ci7Qv+eff94SaFgIkSUFJz8bZNgYPG/JxjHo1BBIekkCWHYmJZf2FN0BkSM7/XoIg+icCcw9njVXpoG+Z2clCiELURJz57gjKgF7F5sQG4sWMgkA0hOlGJ5++mn7nLnmoifZzExGBoUwD+ljU7FHXKkvyEXYjZC2cdo5EgDjh+1FWklsaiJ9fW7J8i9uI2ynnXayRGD3vCX7n0wJ7bNcskfCtUeSaxjsDOx6SFKsc5566qkFph3EFNZCIRBTnK2VvaHuSGCUdSAaFMJlaM9azPaIc9zhLMdGZm+Huck4hUwC+Pe//23Q9wQLuEyIPGAuepJI0GzybAh6nz5SppM1Ne9pR6jMLnXpZAnRwUXfY7NHkIksgeybMgchykL+JVvDoEGD7HfJhg3NGoHslyE057hjb5V+o09cGU/mINn32AenoVcgBfhOcGBPCxkIHMsmLbj9O/Qk72+crqG1mO0RJxsZGdDzBI+x1+hK5w4bNixTfjW0PYQkmYi9LN5xyX1UMpBS7pLnLbscsO9zNFZ7xHfcQ+ufCAChjViiv9kkALf5idOECN9QW5IAQA085/wPMQqPMWCznYgZF4HnxsVFLBANy4KRTAC+Nl4oGGhs+rGRkkzpRJ+zU5yyAYozz/eWXa7B9ZfSAJtssskCKe5IL4aRHsKCgo0iNptxsmLYJJ3LucblwAMPtFHXIWyUuf67BTvPFoshokEZO0cC4DgWUUTPdO/e3ffpaPuXTQJAL8BWpU4VznIyVFDKgejd0BzL6EGcH5RrwFHH5hJGttPtZDNIpihPpnP1efDYoG3VqtUCxLR33nnHyogTOdSNMvSdI2lkjwFOIWrLk9kAXcN7IaQ5yUYLi1o2IPiJ7YGzEvIXeoT5x6Y8ejG0bDAu2wsL2FylorBL2Pwkco1xDIUk5XQkTh0ityDV8K6riwQQSvkoNlaIrCBLSpL45FKVQ+hLpqZF7u+//95GL/hOAmsK9ogjFaEvHIljwoQJC5AAqOPNGIfQskkARF6zmQthz2VNYS3jMgEky934Lp/skZqsN76PlesfY+acIrn6TIrkTp06WVsktDkJsZL0zji5iJbknbbmmmtae5na0JAriVjDXqbkhu+ZA5PjE7M9go5kTUZGIrK7ZKcqzyYBsD/CWieE7G3vvvuutS2Yh65hT0GsYU8omakTmxLHyhJLLOF9kA5jRGpr7EfGIfmey6VXQtiny+53jPYIMiZJAOh71tfsh0AMICqe/VQCe2jZ6eV9fs/x/JCZAnIXOoPgDvZc//SnP2WCIZLlYJIlSn2Wi3c29j9ZOpPNZdzAZkxmGPRZluy+xWyPsK/FXirkPZzgZLaBcOkyP+666662XCfZErG3QsoGk7T98xG8IAGwL0Spg1BI28zPmO2RkHSD730VAcD3EaqnfywYUVAwcXNt8oYoniMAkHYLA4EN7FCd//nw//TTTy3jDNlysc9CGLdcJAAM1uHDh1tmNSnjklFsIcjk+uiYj5AYXHYAl4oLxxCOk5Bkw/gmspCIcQw4Fhk4DVgAu3nIxm52KiTfxyyZWththmWnlMe4Y8M9mX3Dd7myyRrJ1PLZ0bshGd3gTt1qnKmOrZ+d/i1pmJ966qnWKevK3/g+btn9w7EMgQ1yChkNqDnfpUuX0MQwMMDJyoN+gOgASei7776z6ax5rmjJxVIoxI26SFEu2xD6hPkKycilZQxhANETOA5IRU4jQubiiy+2zn7XkunlSZ/JP98dyfmwz0cCII0rmxhEl0DsCFGXJCPTHAHAEYCJwsCGJO18KC1WewT8XbYG0s8SBZqLqB1a6axs50h2iZ7khryTO5S5KHskPHsEu4osFBB758yZY8lS3377rV1z4gTiHYbNwtoGkl/SSenzvMy27ZN9dRGfRIE6m5IoZggDvjXWZdSKR/dBQIeQEYs9kku2XPjnIwFgP2OLQBbwLZsl48W40Sglmi/TZjJ7lnu2kuUut99+e69ko28Q8bDlCQQgajpZpgx5IHA4Zyv7JGuvvbZ1LPOsscbGbqZMHQ5nnxrp4lmLQbBZZpllLPkiacOHbI/UJVvS5mCPB7uDNTayM9aQExk3X4nb+fTI6NGjzb777pvJrkcAyCOPPGLnIy1JEvDVaV6oHkEeFwiXLadPz1iyL7lki8Eeyacjk89ZEgeeOfbB0YeQbCjx4+seArJBlOfZgrjsgsGStn+uTD3JcjfJsqU+zU1HZEOf1PXODtEe8QnnGPsiAkDAo5qsDRSL85/hcAQANzQxOf/Z+ITBCZOO6ITQZcsmAbDY5yW7+OKL201p6uGF2FwKHfoOAYB08q4OF45/HHkYEqE0V/eZBRGL22SGEPe8hVruACOUBRMR1kRfuHry1Ev+5Zdf7HOGscoiimjlUJpzThLxn53VBWN2n332Ma+++qp1ysLCDaWx2cJiHUYtbauttrKEoSWXXDIjAhu7jGPoBAAEQlewEc0GUkjRkfnmkyPd4PxPlk5Jkh3YKNtyyy2DmJL0G4ecqyNPp3kvoxfR++gQIs2JKElGX/siHJualAghIiv7fZtNcDj00EOtnMn6407/46zkbz6lJX/zzTdtn9goL+R9m00CoCwH+oboIJ9KU7AY530FOQFbsL6sO9lzkPcYc5Z/4OKTreUc3kT75CsFEqo9Uohsznak5AbzFoKGGyfKskHWpvE97zhfWl16hD46EgDvMFcP2vUdIhEb7tgiyMp726dWlx4J3R5pqI4MxR5piI509byT7+ekk9K37Et16RGcXskoT54j1pyQ+VZffXX7WGWXSfTpWfvggw9s5KorD5V8P4Vuj9QlW64xyN50Zx0KARGyik+lKXgfY99CFuX95eZcXfscyTl4xhln2LUNBEvfbC1sQkqz8S7G1qflwp7ADgiyrE2TtqbbX/Cx/JLDmqAbWq4SbKHaI4XIhnOSNQ3EDZee3D2Hbg+BgBcI+D4R7+vTI9hRkJaZr+yp0n8ywrhGdimy4/pGAChGjxCERPp4Agh8ztbQENlCs0fq0pEEwbFmgQhFJDwN/cg+Mnt3EG6cjmQNgOw+lWjO1iPsfaAb3J4pmQ/JYODK9fA3guFcc+UG2U8eMWJEplyMDzZXth6pzzcRij3iA7ZNoQ8iAAQ8yixqieqKyfnPcLhacXwO3UGenF447TDYSJ+Joc4ihI37+jZ/fZ+i2SQA3zaki8EvSQBgoxYHJUZ4fS/YYu5VzXOS0dZs2rBIJp13SM1la3ApkzFWXcQ8iwoWUptvvrmVLbRnDYONf9nlQ1xqeZwsIdaWZ96x0UJWChoRhTCIiYr56aefMux9NkKp8R1yc7qExVOoz1gSf8qgQGhgw5BUcIwdDUIARBxSavpe0iZ7PrHpjgOMiB8iEZIRQm780B2+LQCTKfryvXeT0TDITZTMpZdeanCOQyJlTrLh5FsNxmQ65Ia8d7NJALk2RautT5KlJwpxBCQJANSBZrPaR+c/uJL+nrr3xeDuuz1SiGyOCMUYsWlLBB4/qX/KMwc2zO1sJ3o152QheoT+oSdzlfdy6b2JHvWN5FaIHgnVHilEtux5FYo9UqiOdIRENp6T2fRcRiL+7puNXIgewQ5mrLD9k5FdvN8gVkEK9i37F5vlRLc7J7Kbe0TXOX0Xqj1SiGy5dHj2pjvHFPLOr+T7gOcDJwjOkmSra2/REQAoTcH89NX57zIfZuMJsZSgjrrKMCSjrX3L4Ibtji3BfmmyYXcl63WHaI8UKhty5yrvlbQjfXMqF6JHsLNYa7L/zfhhP5Lxhn0s9D/BE5A+ILbwLvAla1sxeiT5PsvOBllJHVjfvQqVLTR7JJmNrS4dyRqBEnQ0l9WHz+hIyvHxnPmW/Su7/JqTDyIee1eUtcnObsY+Cs/VNttsY9c7rNvYI/GtRG52qVsnG2QabMN8hKcQ7JH6nkX9vTQIiABQGhyrchXY1CwAibRL1gutSmdKeFPHEueSITrt6oLi3//+tx0zUqQRxZVMQ1ZCCCt6KV4oLKYwAGJw/gOe2yRjE4aUix9++GF0zv+kIQAr0hlEFZ08JbiZc0jSf1oyXT6/Q7wh8s4nVmpjxE4SbtjcYAMmhFqS2TLnctQRNcl4IWMs5K/kZgQL+WTUfGPmQbXOTdb/RB5IbDjOSaFJIy3tJptsUq3ulfS+yYg1H5+1ZG14BM/3/k1mi+I4NgmxP5yTwUcSKQvc5DxqCAnAkVGmTZvmVeS/2zBBZ/PPtfocAkkCAJEIkNx8tLWSusHNs0IzL/hujzRENhcBBAbO+U9tWhr2CpuEPq3ZCtUjuZQrTiPeAZBkSUcOYZaU3760QvVIiPZIobIlxyIEe4RN5UJ1ZPJYNnbJPkEWG+wRIq2TzjAf5mRD9Eh2f5MlAti8hpTeq1cvH8Sy5RqJAMRRwjgstdRSBnK2cyonHXGh2SMNkS3XYCTLY9X3rq/0YCZTjrv0yOxTuWj5fMRQRwDg/fbbb795F/kPjuy1sR+ALKSqRvexl0Pr379/ncQgnjXIlgRZMYd51rCTfWjJchrZtjz9I111koQdkj3SUNmyxyNpR1IOAXIz+wo+tIbokVyOOuYw12B/0rc1W7F6hHF56KGHDPXkaT6WD2yIbKHZI43RkYyXKxFApgCfnrVkZq+11lrLlgL5+uuv7TqFlsxU5rJNscfj3nsEIxEM99Zbb1l7xqd9LewnbC3I1jj82RNgHF1waX2lany2R3zQ002lDyIANJWRlpxCoAwI8OJkccFiMPS0/0l4MBSoqfv+++/brxvifCgDzCW9JGOGAUAUKIvEZEokX5jEDRWYNKgs1Fnowd70aXO9obLkOx5n5FNPPWWZ4O+++641/NhsT5ZzKNW9KnUd5iLpw1z0iLtvNomjUv0p132ef/55GykfYimKXJgkF43u7zHokaSsLPpZEJIijvIot99+u1fp3+irm1cbbbSRIZUiG5X5HMPoDxj66A+3yOUa2fW8y/UMNPS6rjYk2PMeps+FvIcdM/7HH3/0zvkPBsmILLJNsMFAq8sxwKYfOpGoWJqPzn/6BeaUy6C/rjZhfZkAQrFHGiKbc3DhACOCxDn/G/oMVOr4hugR1ydIDDxr2JFkgynk2ayUPMn7NESPhGaPNES2JCa+2yMN1ZHJWq5Ozvr0TjXmYrE6kvN4f6NLqLlOHXnsEQIJfGmu1ngy2v/TTz+12aLefvtts/XWW1snardu3WyXQ7JHGipbckxw1pEVgchf35z/9NM5h51DkfrIL730kjn44IMtETtfWmcytrkMbj4+a8nAABft75xCrt+5nI1EfWL786yhX2mFkhgr9SwyLpQAJCLXEZwgu55yyim234wHaeJ5J9NCskcaKpvDnHGjpBalUnDWoSNdqm9f9rUaqkdypZ33dc1WrB5JvhNxYPpWGqsYHRmKPVKsjgQTyFSQ/Sj/wr4DDnXKBPjyrLmsZARHYSstu+yyts9kz0BHsBdC+RC+Q19yHDqTrDDJDEbs2XEsGWB8kc0RZsj+QfYFgtucvGQFY38OeWmdO3euFWjquz1SqXeo7mOMCACaBUJACBSNgGOikfrTpzq0RQuUPjGZEtXXjc1iZSTVNc4ENmVg7+Mw32yzzbwxboqVa/z48dYQwuCJsSXrwiVrlMcgK5HIkBtI2UWdU2qZh1aKoq5xIEKeUhSMGxuhviwkip07OEpY/BGlx4KCxRELQVjTocvmNsxI+cac3G677ewCkLIAvjU2XXDos7EEaY0FeF0kADaUiPYlW8qXX35pU0pCJPKtNIpLo8g7is08mO6QDOsjAbgNXo71bdPWzR23wYmjhJq7J554on2WaPkcBOCBPGTE8tX5T/8hauCUOumkk2yNUuf4qMtBEIo90lDZcHDxLC655JK+qY0F+tNQPcIFcGhB9mA+o/+5BptlPrVi9UgI9kixsjE+vtsjDdWRvNdwWpKJAnIshLizzjrLrmt8y7LXUD3CeOHcwuGKjYX+5/NOO+3kla3lIsKTZbsYFxyU2L25sl+FYo8UI5vTg27dhkOdzXqfbC2Xfhv78ZFHHjFrr7227Tb2/emnn27tDeo8Q9Imi16yuRIdfOejreWyOFJ255ZbbsmkRCbDHM7zV1991ZJp6HuyJaMreZ/h2Npjjz28yrLn6lJnl5QjuwG1rbGpsskNodgjxcjm1mwuKja7RrkvNkmxeoT9SEiWZLRhPmNbx6JHGBvWbewltGjRwjpofcrWWYyODMUeKVZHMmboF97rEG3OP/9860z3KRMpxHqCG9gfQS+45ogqycCC5JqabHu8CyGjLLfccnavvG/fvr6oENsP7D9KKrGP47KbODIH9m8ysCA7UMxne8QrkJtAZ0QAaAKDLBGFQDkRwGnH4gLDNKaGcQRznE0lDISYGgx3HECQG3xaSMSEcallYVOG1E7UdsJ55NvGZqnljel6LAhhGlPPNabGnORfbHIxRt9995354IMPbDpNX3UkizkW4jDc2aClvER9JIAQ5p9z5BPRw4KdTQaXaag+EgAbNpAhSPHq04aEw91tMJPyEgdqdp3CfCQAjhsyZIjdvMbB5WNj45k08ESFY1skow3qIgGEYI8UK5uP45Tdp2L0CO+01157zcycOdNbwl5j9Ijv49YY2Xy3R4rVkTjKmY+ko/W1FatHeK+RknyNNdYwvXv39k48SBsQFBxJwXXQER4gnaAvXFSydwLU0aHGyOYy3BCR55NjKzk+lMuA5OqyM/A3F62cr2wZcl1zzTX2MkcddZR3tpZLoU5gABH/jpicrNGdL7sB+od5S+robOKDD/PWlathTmFDupaM6M1FbvCh7/X1oTGysWaD2AFpxcdxa4weqQ+3av+d56UYPeL6zf4I6zwf97WKlc13e6QxOpJzX3jhBWuLrLDCCl6REZlTzKfhw4ebTTfd1JY7pPEuICORy6SXfGbYUyVDkY+BHtnP9g8//GBLGZA51ZVbc2UPsbOyG+9nyHzYH77bI9XWY03p/iIANKXRlqxCQAgIASEgBISAEBACwSPABgMLPsrvsMGJYycfCQAyA38j4jyEEiks4Kkt60qcJMsNJUkAsPQhRrFJg/PcV7JGcrKRIh9yAk5xWj4SAJthbGIss8wytuZnCNk12Dzv0KFDxtmRjwRAVBPZh8gYQG3TEFqsskmP3GKjfULTI9KRF1iHgXSkH9oTPcI7KvmeSpbTcwQAFyFJKl4i9ELYdI9ZNshERN8mm4ugJLADu5EgCDAYMWKELT0Fyc93O5J5xr9sp6IrX5AkAGBTEuwBcfTwww/3jtCQ/YTnkg3yEyms0YdJAgAOI74nk4FPqazzaa2YZZMeCU+PME+lI9vZDHwh6cikfiEbG33HcQ5BCCJA69atbZkQ7H4a2YqS2QL8sKrq7wV7HwR+kIn5gAMOMDvssIPNFsJ7DtIR9lUyW0D9V9QRTQEBEQCawihLRiEgBISAEBACQkAICIGoEchFAmBRyyYuKfVJHUd5gxBbLhIAkfREnrDAJ2qN1H4htmwSACVDKGeDg4RUhnfeeWeGDBGafNkkADYrSLN+66232lrDOIJCIG7kwj0BdYnfAAAJ20lEQVRW2aRHwtQj0pGLhaYebX9j1SOk1CVKmRTWEADWX3/9WjXmfaz5XOgEilk2lx4aLLAdcSLg/CftM+3ee+81f/3rXwuFyqvjKGmw7777WmcPmaXQmaeccoq57rrrzCabbGJtLR+zbBQCoksz7wgAOP+xt6gLTXkASnW6qNFCrufTMbHKJj0Sph6RjvQvE1E+feVKlrGWJrNv165d7aHJsimUezn11FN9Unn19iVZ9pB3GQQAgguS5ZcINIDkEArRvl6hdUBJEBABoCQw6iJCQAgIASEgBISAEBACQqC6CGQ771xvWOCSNq5NmzbV7WAj7p7t4OJSLHCJeiI9vo8pJAsVN5sEwHmkJrz55pvNSiutVOhlvDwu6eByHSSrAREYvXr18rLPhXYqVtmkRwqdAX4dJx3p13gU2psY9Ui2c4usFZC+iEwL3R6JWbakcwtnP1GGzvkfuq2VJABQe5x/OP9jsLWSTnKeM+f8j8HWilU26ZHmhb4ivTpOOtKr4aizM6xlxo4da8vcJMnmn3/+uc2M8sknn1iSFNHzoTVsKoheffv2rbX/AZENQgCkS8h7ffr0CU009beMCIgAUEZwdWkhIASEgBAQAkJACAgBIVBJBFjw4lwdPHiwvW3om+1J7ObMmWOZ+qSQj8X57+Rjk2Lvvfc2b7zxRhQb0slxw4nAZgvpCWPYkG4KskmPVFJrl+5e0pGlw7KSV4pNRyadW2eccYatsxuD8585EbNszrlFyvKtt97apkemhe78RwZHANh9990tGfbuu++OxtZyTnKyfFFqCqdWLLZWrLJJj1TyDVu6e0lHlg7LalwJoix7CJQGwPFPeYDu3btXoyslvyfBBGS4Qf+z93PyyScvUOan5DfVBYNCQASAoIZLnRUCQkAICAEhIASEgBAQAvkRcHXhSPsfk/Mfh+QzzzxjBg0aZNP+x7Ah7UZxxowZ5pJLLjFDhgyJZkPayZaswRjLhnRTkE16JLy3jHRkeGNGj2PUkUnnlhuVWOyRmGVzzq2PPvrIDltMREtHAHDzMYbIfyeLc5K732OytWKVTXokzPe1dGSY40avJ06caNfal156qY2Mv+OOO2z5l9Abtj9lDQiQIO0/+v+GG24Itnxg6OPhc/9FAPB5dNQ3ISAEhIAQEAJCQAgIASFQIALff/+92W+//czLL78clfMf8T/++GOz2267mfHjx0fl/Ec2ouwgNsS0IY1cRCOfffbZZujQodFEo7lHMWbZpEcKVLieHSYd6dmAFNCdWPXI9OnTzTHHHGPL2NBicf4jS8yy4SChpNKoUaOicv4zbq+88krG2RObreXSPiNnTM5/5IlVNumRAl6QHh4iHenhoNTTJeysiy66yFx55ZWWcLn88svbdTfO/2bNmoUnUKLHlAEg4+PDDz9svyXDzRVXXBF8ib2gB8XjzosA4PHgqGtCQAgIASEgBISAEBACQqBQBGCBjxw50uDAo24raU5jaaTtu+aaa0yPHj1sOvnmzcOsH5lrPEjbh5P80EMPNSuuuGIsQ2blIFqGOrsnnXRSdBsSscomPRLmIygdGea4xapH/vWvf9latKSkPf7446OyR2KVDd1/7733muOOO86mSYYMEIut9fvvv9uUyGS3gZiy0korhakwcvTapX7mT5QA69Wrl2QLAAHpkQAGKauL0pHhjRk9/uqrr8xpp51m+vXrZ4466iiz+OKLhylIjvn4yCOPWEID72v2R9q1axeFbBKi9AiIAFB6THVFISAEhIAQEAJCQAgIASEgBISAEBACQkAICAEh0OQQwFEybdo0uxndsmXLqOSPWbb58+ebqVOn2gwAsTj/3eSbPXu24V+HDh2imo8IQykpWozOn1hlkx4J8zGUjgxz3NRrIdDUERABoKnPAMkvBISAEBACQkAICAEhIASEgBAQAkJACAgBISAEhIAQEAJCQAgIASEgBISAEBACUSAgAkAUwyghhIAQEAJCQAgIASEgBISAEBACQkAICAEhIASEgBAQAkJACAgBISAEhIAQEAJCoKkjIAJAU58Bkl8ICAEhIASEgBAQAkJACAgBISAEhIAQEAJCQAgIASEgBISAEBACQkAICAEhIASiQEAEgCiGUUIIASEgBISAEBACQkAICAEhIASEgBAQAkJACAgBISAEhIAQEAJCQAgIASEgBIRAU0dABICmPgMkvxAQAkJACAgBISAEhIAQEAJCQAgIASEgBISAEBACQkAICAEhIASEgBAQAkJACESBgAgAUQyjhBACQkAICAEhIASEgBAQAkJACAgBISAEhIAQEAJCQAgIASEgBISAEBACQkAICIGmjoAIAE19Bkh+ISAEhIAQEAJCQAgIASEgBISAEBACQkAICAEhIASEgBAQAkJACAgBISAEhIAQiAIBEQCiGEYJIQSEgBAQAkJACAgBISAEhIAQEAJCQAgIASEgBISAEBACQkAICAEhIASEgBAQAk0dAREAmvoMkPxCQAgIASEgBISAEBACQkAICAEhIASEgBAQAkJACAgBISAEhIAQEAJCQAgIASEQBQIiAEQxjBJCCAgBISAEhIAQEAJCQAgIASEgBISAEBACQkAICAEhIASEgBAQAkJACAgBISAEmjoCIgA09Rkg+YWAEBACQkAICAEhIASEgBAQAkJACAgBISAEhIAQEAJCQAgIASEgBISAEBACQiAKBEQAiGIYJYQQEAJCQAgIASEgBISAEBACQkAICAEhIASEgBAQAkJACAgBISAEhIAQEAJCQAg0dQREAGjqM0DyCwEhIASEgBAQAkJACAgBISAEhIAQEAJCQAgIASEgBISAEBACQkAICAEhIASEQBQIiAAQxTBKCCEgBISAEBACQkAICAEhIASEgBAQAkJACAgBISAEhIAQEAJCQAgIASEgBISAEGjqCIgA0NRngOQXAkJACAgBISAEhIAQEAJCQAgIASEgBISAEBACQkAICAEhIASEgBAQAkJACAiBKBAQASCKYZQQQkAICAEhIASEgBAQAkJACAgBISAEhIAQEAJCQAgIASEgBISAEBACQkAICAEh0NQREAGgqc8AyS8EhIAQEAJCQAgIASEgBISAEBACQkAICAEhIASEgBAQAkJACAgBISAEhIAQEAJRICACQBTDKCGEgBAQAkJACAgBISAEhIAQEAJCQAgIASEgBISAEBACQkAICAEhIASEgBAQAkKgqSMgAkBTnwGSXwgIASEgBISAEBACQkAICAEhIASEgBAQAkJACAgBISAEhIAQEAJCQAgIASEgBKJAQASAKIZRQggBISAEhIAQEAJCQAgIASEgBISAEBACQkAICAEhIASEgBAQAkJACAgBISAEhEBTR+D/AZTldQRz3DcI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559" name="AutoShape 7" descr="data:image/png;base64,iVBORw0KGgoAAAANSUhEUgAACAAAAAH1CAYAAABiYB5JAAAAAXNSR0IArs4c6QAAIABJREFUeF7s3Xm4ntO9P/6ViJLmdBBUcdrQclI/X0GDIGpoYjoxBJFEEhGihDSmoCIiYm4MqUgNkRgSJGlIDFVDoggJUao4ii+t4RxDiziqOUqR3/W5f7+9z87ez7P38+zx3nu/1nXlapPnHtb9Wvfz+GO912d1WLVq1aqkESBAgAABAgQIECBAgAABAgQIECBAgAABAgQIECBAgAABAq1aoIMAQKseP50nQIAAAQIECBAgQIAAAQIECBAgQIAAAQIECBAgQIAAAQKZgACAF4EAAQIECBAgQIAAAQIECBAgQIAAAQIECBAgQIAAAQIECLQBAQGANjCIHoEAAQIECBAgQIAAAQIECBAgQIAAAQIECBAgQIAAAQIECAgAeAcIECBAgAABAgQIECBAgAABAgQIECBAgAABAgQIECBAgEAbEBAAaAOD6BEIECBAgAABAgQIECBAgAABAgQIECBAgAABAgQIECBAgIAAgHeAAAECBAgQIECAAAECBAgQIECAAAECBAgQIECAAAECBAi0AQEBgDYwiB6BAAECBAgQIECAAAECBAgQIECAAAECBAgQIECAAAECBAgIAHgHCBAgQIAAAQIECBAgQIAAAQIECBAgQIAAAQIECBAgQIBAGxAQAGgDg+gRCBAgQIAAAQIECBAgQIAAAQIECBAgQIAAAQIECBAgQICAAIB3gAABAgQIECBAgAABAgQIECBAgAABAgQIECBAgAABAgQItAEBAYA2MIgegQABAgQIECBAgAABAgQIECBAgAABAgQIECBAgAABAgQICAB4BwgQIECAAAECBAgQIECAAAECBAgQIECAAAECBAgQIECAQBsQEABoA4PoEQgQIECAAAECBAgQIECAAAECBAgQIECAAAECBAgQIECAgACAd4AAAQIECBAgQIAAAQIECBAgQIAAAQIECBAgQIAAAQIECLQBAQGANjCIHoEAAQIECBAgQIAAAQIECBAgQIAAAQIECBAgQIAAAQIECAgAeAcIECBAgAABAgQIECBAgAABAgQIECBAgAABAgQIECBAgEAbEBAAaAOD6BEIECBAgAABAgQIECBAgAABAgQIECBAgAABAgQIECBAgIAAgHeAAAECBAgQIECAAAECBAgQIECAAAECBAgQIECAAAECBAi0AQEBgDYwiB6BAAECBAgQIECAAAECBAgQIECAAAECBAgQIECAAAECBAgIAHgHCBAgQIAAAQIECBAgQIAAAQIECBAgQIAAAQIECBAgQIBAGxAQAGgDg+gRCBAgQIAAAQIECBAgQIAAAQIECBAgQIAAAQIECBAgQICAAIB3gAABAgQIECBAgAABAgQIECBAgAABAgQIECBAgAABAgQItAEBAYA2MIgegQABAgQIECBAgAABAgQIECBAgAABAgQIECBAgAABAgQICAB4BwgQIECAAAECBAgQIECAAAECBAgQIECAAAECBAgQIECAQBsQEABoA4PoEQgQIECAAAECBAgQIECAAAECBAgQIECAAAECBAgQIECAgACAd4AAAQIECBAgQIAAAQIECBAgQIAAAQIECBAgQIAAAQIECLQBAQGANjCIHoEAAQIECBAgQIAAAQIECBAgQIAAAQIECBAgQIAAAQIECAgAeAcIECBAgAABAgQIECBAgAABAgQIECBAgAABAgQIECBAgEAbEBAAaAOD6BEIECBAgAABAgQIECBAgAABAgQIECBAgAABAgQIECBAgIAAgHeAAAECBAgQIECAAAECrUDggw8+SGeffXaaO3duWrFiRdbj3XbbLZ1yyinpgAMOaAVPoIsEGlfgk08+SZdeemmaOXNmeuONN7KLb7vttunEE09Mw4cPTx06dFjthsW+Q+PHj0977rln43aulV/trrvuShdeeGFavnx59iTdunVL/fv3T+eee276+te/3sqfTvcJECBAgAABAgQIECDQtgUEANr2+Ho6AgQIECBAgAABAgTaiMDLL7+cBg0alJ599tnVnigm5CZMmNBGntJjEChdICb0hw4dmu6///7VTjr22GPTlClTUufOnVf7d9+h0m3PO++8LHBUtW299dZp3rx5qXv37qVfyJEECBAgQIAAAQIECBAg0OwCAgDNTu6GBAgQIECAAAECBAgQKF/A5GX5Zs6ov8Bnn32W/vCHP2ST60uXLk2/+93vKitPxCr7mAweMGBA2nnnndM666xT/xs14EwBgAbg1XGqAEDT2boyAQIECBAgQIAAAQIEmlpAAKCphV2fAAECBAgQIECAQDsQ+Pzzz9PUqVPTBRdcUDlJWNtjd+3aNZtAjLLSu+yyS/bn+9//furUqVM70KrfI7bnAMCjjz6aRo8enZ5//vmS8Hbcccf07W9/O+20006pd+/eaZtttkldunQp6dz2ftDKlSvT9OnT0xVXXFFZVr+u7/KoUaPSSSedlNZff/1m5WvpAEBsQTBp0qR03XXXrfa716tXr6wCQbx/9Wnxvp922mmV5ffjGj/60Y/Stddem7bYYov6XLLscwQAyiZzAgECBAgQIECAAAECBHIjIACQm6HQEQIECBAgQIAAAQKtV+DVV19NgwcPTk8//XS9HyLCAGPGjEkjRoxI6667br2v01ZPbK8BgH/84x9p7Nix6aqrrqr30H7ta1/LVqvHpOoPfvCDGnvD1/vCbejEVatWpccffzybyI/V/uW2CPRcffXV9Z70Lvd+cXxLBwD+53/+J5144olpxowZNbo/bty4FJPoa6yxRlmP9umnn6bTTz89C1RVbRtuuGG6++67U8+ePcu6Xn0PFgCor5zzCBAgQIAAAQIECBAg0PICAgAtPwZ6QIAAAQIECBAgQKDVCxSbnK7Pg8X+0rH39CGHHJLWWmut+lyiTZ7TXgMAscr65JNPzlY/N7RFEOD444/PAgXNvVq9oX1vyvNj8j/2do8qCytWrKj3rfbZZ580e/bstN5669X7GuWc2NIBgOhrvJdRAaF669u3b5o1a1aKifty2htvvJGGDBmSli1bttppEWCJoME3vvGNci5X72MFAOpN50QCBAgQIECAAAECBAi0uIAAQIsPgQ4QIECAAAECBAgQaP0CjRkAqNCIlbWxpYDS7f+fiABAwwMAFe9WbAswc+bMFGGT9t5i8n/OnDnZJPbHH3/cII6oAhBBguZyzUMA4IUXXkiHHnpoevHFF1ezi7DJwoULU58+fcoyveuuu9KBBx5Y45zLL788C8I0VxMAaC5p9yFAgAABAgQIECBAgEDjCwgANL6pKxIgQIAAAQIECBBodwJNEQAIxFitPXnyZCEAAYBGqQBQ9YsZ+7TfcMMNzbanel5/FGLi+sgjj1xtv/mqfY3J/Ng6Yd99903f/va3U8eOHdNnn32W/u///b/p5ptvTtddd11l1YD2GABYuXJl+ulPf5puvPHGGkMck+jjx48vecuJcD3jjDPSlClTVrtWc5f/j5sLAOT1G6tfBAgQIECAAAECBAgQqFtAAKBuI0cQIECAAAECBAgQIFCHQLEAwN57751uueWWtO6661Ze4csvv0wfffRReuWVV9Ktt96alQyvrez49OnT09FHH13yJFpbHSwVAGpWAHjsscdSrOav2v7+97+n9957L8VK6ljl//zzzxd9JYYPH56uvPLK9PWvf72tvja1PldsrxD7zU+bNq3gcYcffngWwImJ/2Lt9ddfTxMnTszK3bfHAEC4xHsWv1HVW7lbIrz99ttp6NCh6eGHH17tUs1d/j9uLgDQLn8SPDQBAgQIECBAgAABAm1EQACgjQykxyBAgAABAgQIECDQkgLlBACq97PqBGKhZyh1UjFWz8Zk76OPPpoeeeSRrCR39CtalOPeZptt0lZbbZWV1/7Rj36UOnfu3JJkZd+7lABAlES//fbbs9LjS5cuzUq6xwrueN6jjjoqxar3WMHdmlpMUkfp89hrvXorFACoekyszo4Ayfnnn180ZBKr2GPStbYWoZX//M//zEwXLVqUXnrppfTEE09UnrLttttmzrHv+/7775++9a1vtQriJUuWpMGDB6d33nmnRn/jexLmG2ywQZ3P8umnn2b70z/++OPpqquuKhqoaOzvaB62AAic2rYBuPfee2uEVIqBxru111571fj4mmuuSccee2zRcYjvyPLly9MDDzyQ4jvxhz/8oXI7h4p3c/fdd0///u//nv71X/+1pDBVawwAxHYWr732WlbZY/78+dnvf7du3bLfvahysccee6S11lqrhmN8v8MvghyLFy9Ob7zxRvZ93mmnndKIESOy38/6/G7+9a9/za539913p2eeeabyv0dx7RiX1vZ7UecPgQMIECBAgAABAgQIEMiNgABAboZCRwgQIECAAAECBAi0XoGGBADiqWOi9sILL8z+FGoTJkzIVhmvscYaNT6OScAovx0ruWPippQWEzBxvdi7u1OnTpWn/O1vf0tnnXVWVrWgoipB165dsxLoMQldaPKo6v1i5fkpp5ySlUavaLEH+MUXX5y22267UrpW9JjaAgBRZnzBggVZ3ytCD4UuFCGACy64oMaK7jw/d0MCAGEQk4IRiIhxKfR+xCRcrF6PMuvVW0xsxwTez3/+8yxYUkqLsElsXREr6+Pdqdpigjfe5ZhsrGgxufjLX/4yC6fU1W677bZ06qmnVj5HTG6OHDky+7dyAy3xbNHHqVOn1rhtXDfu1dB3tuLCjfkdrdrZvAQAantHS90G4IsvvkiTJk3KVt5XbZtvvnk2Fj169Cj4fkbg59xzz631e19xYrybUU0g7vOd73yn1tetnABA/H6cffbZ6Y477qh8N2OCO36XDjnkkKL3Cbfo+5w5cyrPi9/meJ9jwr767/1vf/vbdOaZZ1Z+f6p+d+JaET6JZ4vgU6F20EEHZdsrxPtd0d59992sn9dff33RfsbvZvyGr7/++nV9RbPPSwkeVVwofiPid/uYY46x1U1Jug4iQIAAAQIECBAgQKAUAQGAUpQcQ4AAAQIECBAgQIBArQINDQDExWPyPFa5xmRt9RarV2NSfqONNlrto9hGIMqUV51QLXWoYjIsJmNjYr8iBBATxEOGDEnLli1b7TKlViEotoK3lFXmdfW7mPG4cePSN7/5zWyVe7GJr6rXLrSyO8/P3dAAQDx7TK5efvnl2YR3oRYrp/fcc8/VPqqrPH5d4xXhkgilVF1BH5OPEUSo3kqZJI6xHT16dLZlRtVWaJuNuvoWn8dK6cMOO6zgd+eEE07ISv/XFXgp5T6N/R2tes+8BACiT/H7NGzYsBokMekcK8vXWWedWrmiCkNsSRGBk6otft8iIBK/V1Vb/F6OHTu2xvtQypjEJHtUxth1112LHl5OAKDYb1P8nsc7XyycUu74FTKO39YDDjggm8SP71tdrervX/Q7AjRR2aOuFsfFb0hd24XEb2l8T++55566Lrna54V+L8q6gIMJECBAgAABAgQIECBQRUAAwOtAgAABAgQIECBAgECDBRojABCdiInYWKFaaCK70CRtlCgfNWpUvftffaVzbauio8R5TAIVazHJHIGCiy66aLVDYmV5lIDu2bNnvfsZJxYzrs9FY+IwKgFUTPDm+bkbIwAQRm+99VYWFnnooYdqkEWIIiY8q644fu6557J3MSaw69t+8YtfpJhM79ChQ3aJJ598MvXv379Gyf3aqhBU3LtYfyLAEquTv/KVr5TVzbvuuivbDqN6i4nmCOFE5YrGaI39Ha3ap3InkEvZRqO+z1zs2vH9j5XxO+ywQ62Xjknofffdt8ZvX6Hfnb/85S9pzJgxWZn7+rYoix+l8rfYYouCl2gtAYCrr7462/olVv+X2uJ7GVstRJWBcsJjdf03IMYlQg933nlnqV1Z7bioHBLBmy5dutTrfCcRIECAAAECBAgQIECgQkAAwLtAgAABAgQIECBAgECDBRorAPD+++9nk7T33XdfjT7F6suY7KzaCk1Slfsw1bcXKDYxGntBT5s2rejkTLEVvDGJHBNH3/jGN8rt2mrHN2YAICYl586du9oK4Lw+d2MFAGIrgAg9xHhXb4XGKCZkd9lllwaNWfWJ/Y8++igdffTRWUn3qq2USfdYRR7nVm8x2RgroMttEVSJcurVW7FqG+Vev+L4pviOVlw7TwGA2kI0l112WfbbVREEqW5Z7N2MyfmY5N9yyy0rT/n8889TXO+MM86o75BUnhcVB2LVfKFV7a0lABC/ZfHbW06LCghf/epX0zPPPFPOaam2ag4xLrGtTLFtbEq5UfwORIWPQsGcUs53DAECBAgQIECAAAECBCoEBAC8CwQIECBAgAABAgQINFigsQIAxVbRRwdjdWRMfK299tqV/Y2924844ojs7zF5st9++6WhQ4dmq23XXXfd1LFjxxQTM3/+85/TOeeck+01Xb3FJO2tt95aub9zsYn8QpNxVa9VbAVvoeBCfcDrCgDE88c+3FGlIMqNf/jhh1lg4ZJLLilYUaF6mfe8PndjBQDCvNgWDVGdIQIRm222WeXQvPTSS2ngwIHZ6uJosd94lMzfZ5990sYbb5ytuI+J2xUrVmQrqWMv80KVKx555JHVghbFJvKrB1GqviPFDHbeeefs3a26p3kp71ZtphEyuOKKK7IJ0sZoTfEdrehXngIA0acFCxYU3PO+rhBQseBTodDRU089lVWmiFLz1Vv8/p122mlpxx13zN7Pzz77LD3xxBPZb8Cvf/3rGsfXFjxpLQGAqg8Vq/oj5PPDH/4wRSDj9ttvT2eddVZBq6rnnXrqqemkk07Ktph59913s1L/l156aQ2v2qq5FBuXrl27Zn2IsYzf5S+//DK9/vrr2W9zbI9QvdUVNGuM76RrECBAgAABAgQIECDQ9gUEANr+GHtCAgQIECBAgAABAk0u0FgBgOho1QnDqh0vtBd2TLocddRRafDgwVk555igKdZiYicmN6vvzbz11lunefPmpVgVGi1CCJMmTcpKwldv11xzTVbiuXortoK3scr/x/1qCwDERF70LSaoq64yrm1VavXJ47w+d2MGAKpP6leM4+abb56tyu/Ro0fl0EaA4rjjjsu2STjxxBPTNttskwVKCrVwjjL8haoLxB7lEUqpaC+88EKK/b5ffPHF1S5V28r7YmNf3/L/xSbOo0Oxijn+FFutXu6PSVN8Ryv6kLcAwGuvvZZ9B6uXla/rd6DY1hDVS87X9h2trXx8baXpqweBKmxbWwAg/vsQAbH111+/8hWN3+WpU6dmk/uFWvxuxnc2vkedOnVa7bsfv/OFtliIoNCgQYNWu1yxcSn2uxwnx+/a+PHja4QA6npXyv3+OZ4AAQIECBAgQIAAgfYpIADQPsfdUxMgQIAAAQIECBBoVIHGDAAUK0W/9957p1tuuSVb2V+fFpNBMbEff6q3xx57LPXu3bvyn4tNyBUKIcRJMVkcK+9j7/Sqra6Vv+U8R20BgJh8Hjt27GqTWBXXLjbhHJ9XX52ex+duzABArJoeMmRIWrZsWZ3vQDljE8cuWbIk7bbbbjVOi8oAVYMBtZWKf+CBB9Kee+5Z4xrFVpbXt/z/e++9lzksXry4zv6W69CQ48v5jsZ98hYAiBX3UZq/0Mru2iqBxPGnnHLKanTVg0nx4dtvv52FSR5++OE6j60+DsW+28WqSLSmAECUzL/22mvTBhtsUOP1e+6557KKCa+88kqNz2r73Yz/1gwbNqzGOVHif9y4cav9e7FxKRauqDi5WN8KhQwa8r1yLgECBAgQIECAAAEC7U9AAKD9jbknJkCAAAECBAgQINDoAo0ZACi293pDAwDx0MWqC1QPABSb0C+2OvPpp59O+++/f429qBur/H/0vZhxbft4x3m1TaDfdNNNKc6vaHl87sYMANS28r36O1Dul6RYdYHqAYC4brEJ/UIr+otNKte3/H9t71J8Vr1iQbkODT2+1O9o3CdvAYDoU7EAU7Hw0EcffZRVJokKFFVbrECPYEDnzp0r/7lYyCQmpGPCfo011ijKH9tTjB49OttjvmqLVeoRPIltA6q21hQAqB5kqvocxd6R6lu/VIeLrRNiS4Hq23oU+j4XO7auifz4vY33onpVmkL3aOj3yvkECBAgQIAAAQIECLQvAQGA9jXenpYAAQIECBAgQIBAkwi0lgBAsVWdhSZ/Y0XpqFGjangVmtQvdGxjl3IuZlzKZFGhFcbxYIXOzdtzt5YAQDnjU2zFcKFJ/WLH1rf8f4x7bdUkWjoAUM53NI8BgGJVJgptMxFjUSw8VGgcin0365porvgRu+iii9KZZ55Z4zet0PmtKQBQW3in2O9HXYGycr7P5byzVfGL9S22c4jtDNZee+0m+e+1ixIgQIAAAQIECBAg0PYFBADa/hh7QgIECBAgQIAAAQJNLtCYAYB58+alwYMH1+hzv379stWr66yzTsHn+fLLL7MyzzEZFH9iIu7ZZ59NK1asqPP5C00gFSudf9BBB6WZM2dW9qPYytrq5f+j7Hqs6q2+TUChznXr1i3b7qDqtgTlTEhVv2axCapCE02N/dxR0SHKlsd41NXCNiY5q+7j3ZgBgFdffTV7t2LStWortgq66jF//etfU6z0jXcl3qt4nhiTulqhkEVte7nffvvt6eCDD6687KJFi7KVyNVbfcv/x3VqCwAUKnFe1zOW+nljf0fzGACIsY0tH2KyvXq75pprst+Aqq3QpH6vXr3SnDlz0qabbrrasYUm5eOAUqtXFPsdqF4JJK4pAPByGjRoUPZdr9oKfZ+LjUup34vqxxWq/lDfazmPAAECBAgQIECAAIH2KSAA0D7H3VMTIECAAAECBAgQaFSBxgwAFFvlWmxSJCYVf/vb32ar2R999NF6PVehCbRiE8+xsv+OO+5IO+ywQ3avYhPm1SsF1LYXdaFOVz+/IQGAYtsqFDJt7OcuNp6FnrlQ1YTGDAAUG4NC+61X9O/111/P3q0o0V69HHgpL1uxCg0xJvvuu2+Na1bdN7xYUKAh5f+jz7VthVBKRYlSnrvqMU31Hc1jACCeu1hoo/o2AMXCQ4X2ji/2Pajt3a0+TsW2ECh1UrvYvYr9NtU1kV3u+NVnpX1zVAAQACj3F8HxBAgQIECAAAECBAg0tYAAQFMLuz4BAgQIECBAgACBdiDQWAGAYvudB+HEiROzPx06dKgUXblyZYoVy/GnIa3YCtpie7VHeeYowR59KTQpVWgiu9gkfLF+V5+Ua64AQPSnMZ+73Mmx6mPRmAGAYvuzF9oPfNWqVVm1hlNOOaWk6gWljmPFcbH/98iRI2tUhKi6+vv999/P9gi/7777Vrt8Q8r/x4WK7T0enzV2+fGm/I6WO4HckO9QOb8vxbZt2GKLLdL8+fPTlltumV2uWHioehWIOLYxAgDFfoMEAGqObjnvSrm/cXW9Sw39ftd1fZ8TIECAAAECBAgQIND2BQQA2v4Ye0ICBAgQIECAAAECTS7QWAGAd955Jw0fPjwtXry4Rp+rl6mO1dGxSv70009v8PMVCwC89tpr6bDDDkvLly9f7R4V2wDEHs0xWROr3Ku26uX/47PWUgEg+tqYz52XCgC1ld0/+uij0xVXXJG++tWvVg5jOVsX1PYCFltRHwGDKVOmpLFjx9Y4vWICuFiVgIaU/4+b1Raq2GeffbKtNtZbb70Gf6+a+jua1wBAbe/ajBkzsuBHtNhKJN69qq1Y+f/GCAAUqwBQvdpI9McWAC2zBcD222+frrrqqrTddts1+PvnAgQIECBAgAABAgQItF8BAYD2O/aenAABAgQIECBAgECjCTRWAOCBBx5IMXlevdR6oRX1xVbPdu3aNZ144olpyJAh6bvf/W76yle+Uvmc5ZaQLrafd+wZf++996aNNtqoYECg0ITae++9l+3/HavK62rdunXLKgv07t278tByVqRWv36x5x43blw20bfGGmusdkpjPnc5E+kRrIjAwPrrr1/Zn8aqAPDWW29lq+kfeuihGvzVxytWrf/0pz9NN954Y41jIxASq+S32Wab9C//8i8NGp9ioZB4T6LKRFhUDwg0tPx/RYdjj/ozzzyzxvMV+q7V9b4W+7ypv6N5DQCEx4MPPpjifa7+WzZixIg0bdq01LFjx4LhoWKrv4t9J+NexQJMpf4O3HzzzWno0KGrHS4A0PAAQKnjUt/vl/MIECBAgAABAgQIECBQTEAAwLtBgAABAgQIECBAgECDBRojAFDbBHnFivt11lmnsq+FVpbHxPy8efNSrGKuulVAxUnlBgBqm8iLCbKtttoq9e/ffzW/xpxArXrhhgQAik32xtYJEQIo1IpNYDb3czdGAKC2legxXnfccUfaYYcdKhmKTcyHVWxDsdZaa9Ugq8/4FAsaxF7r8X5feuml6bbbblvtXo1VHrzYPvVxs6pbXDTkx6Gpv6N5DgAUq2YSYxu/UdEGDRqUnn322dWIa6vuUKzU/Ny5c7Nr1dWK/Q488sgjadddd13tdAGA0gMAUckjtgqp3gq51jVGPidAgAABAgQIECBAgEBjCAgANIaiaxAgQIAAAQIECBBo5wINDQB8+umnWTn/QiuSg7Zq2ez4e7HVsIVK71cdmvoEAIrtwx6luiOQUH1/9rr6UN9XpZjxT37yk6yUfJcuXQpeOlYgjx49OivrXr3VNtmYl+duaAAgSu3Hqv+jjjoqvfHGGzUMKlZkV/UrNDleV7CjPgGA6EyxdzImdKNke0wkV20NLf9fca2wiCoZy5Ytq2ESlSdiVfgmm2xS39e1Wb6jeQ4A1LYNQNh27tw5HXLIIav51lXdIYIDgwcPrjEmxSp5VD3wo48+yrYbqB4oqQgkdO/efbXrlhMAePXVV7N+Pf3006tdo9DWGlUPKFbxJSpgxG9aGDX097vY78fee++dfffWXXfdgu94Od/nu+66Kx144IE1rnPNNddkVV80AgQIECBAgABQp/izAAAgAElEQVQBAgQINLeAAEBzi7sfAQIECBAgQIAAgTYo0JAAQKz8P+ecc7J9jwu1PfbYI5u83njjjSs/LjapU9uEU0wEx4RMlG+v3mor1VzbXu2F+ttUkz7FjKMP4RMlvAtVPXjyySezKgXVJ5I333zzbDKwR48eBd3z8twNCQBEsOTWW29Np556alqxYkWN54yKEWGw1157rfZZoUn5qPbwq1/9Kv3gBz8o6PXMM89kq7BfeeWV1T4/99xz04QJE4p+61977bWC20gUOmH33XfPJi1j64mGttomqOPa8T2ZPHly0WBJXfdvju9ongMA4RPbX+y77741tgEYNmxY6tSpU40tJuqayI8J9v3337/GdznCSHPmzEmbbrpp0WGJMElM0lf/HYhtMX75y1+m+C5UbeUEAIqNQ23v64svvpiOPPLItHz58hp9bm0BgGIVQwpVrqnre+NzAgQIECBAgAABAgQINIaAAEBjKLoGAQIECBAgQIAAgXYuUE4A4Msvv0yxGjUmSmPlZKyGLbQyO0hjUiomt6uvrvzHP/6R7Y1ePTRQbCIs7hkTwTGpWX1P7rhPXXs1F5t4qz7sdU2qN+Q1qS0A0K1bt6yCQkw4VQ0BRIn5KBl/3XXX1bh1KZUK8vDc5QYA/v73v6cIlURlhpgUffTRR4uyxzt0wQUX1CjpX2yl9e23354OPvjgGtf7j//4j2x1daHJzLoCAJ999lk644wzshXPdbW6JojrOr/65zFxGZPCMRlbqEW/oipH9cnh6sfGBPCNN96YonLC9OnT03e/+93UHN/RvAcAilXRKDZOsSJ+zz33LDqMH374YRo5cmRauHBhjWPiPTv99NMLbk/xl7/8JVuJHtUjqrfq1VUqPi8nAFBblZFC4aTa+hP3b20BgGLVFeJZYpuV2B6g0LYh5X5fHU+AAAECBAgQIECAAIFSBQQASpVyHAECBAgQIECAAAECRQVqm5xuCNvFF1+cTfTHatnqrdh+1jEJHp/FZHy0119/PU2bNq3WCda6AgDF9mqv3qdiq2kbYlBxbl3GMUl79tlnZxOE3/zmN9Pbb7+dTT4Vq6xQbOKval/z8Ny1BQAa4hqhktijfoMNNqhxmSeeeCKrClA9LBJl0i+55JIU5cO/8pWvpJiQjcnYmHwtFmKpKwAQN3/wwQez8EahcErVztU1QVyux+eff57iO1ZbhYLtt98+jRkzJvXp0yd9+9vfTh07dkxRHeK///u/s/3ro4JCBC2iwkK8g9HHHXfcMetKU39H8x4ACKcImNTmWzFmpVR3iOtNnTo1nXTSSQWHevjw4Vm1iy222CL7zYzv78MPP5wmTZqUfve739U4p7atHsoJABTbkiVuGOGk888/P9vuICbBf//736fx48dn70mx1toCAPEcM2fOzEJAhdphhx2Whc969uxZua1BjOXf/va37Hvzhz/8IT3++ONZIO64445LJ5xwQsFqLuV+vx1PgAABAgQIECBAgED7FRAAaL9j78kJECBAgAABAgQINJpAXZPT5d4oJhLPOuusdOKJJxZdOVnqpGkp964rAFDXBE/FPZqq/H9cvzGNy9njvbaJreZ47qYIABx66KFZIKTqthJV35Mokx6TqYsXLy7l9an1mFICAKXcr5QJ4vp0tq7V2OVes+p3qam/o3kPAIRdsS04qrtGSGDixIlpjTXWqJX8rbfeShE0euihh8odmtWOj9/Y+L2KyelCW4eUEwCIC9d3rLfddtv07rvvrrY1QWsMADTWuBR79gYNtpMJECBAgAABAgQIEGh3AgIA7W7IPTABAgQIECBAgACBxhdozMnpWHEcK9d//OMfZ6uNi7VYfR2TJfPnzy/5gWI1aqyOj5XLVVspAYC6nrEpy/9HXwvdf4899khrrrlmratpq+PExF+UaY/S76W0ln7uxgwAdO3aNQuWHHPMMbXubV/XSutibjvvvHNatmzZah+XEgAoZaV4Y5f/r9rJ2I7jpz/9aVnvUSGD6hUAmvo72hoCALWV7a8wDLeoJBFVFkppjzzySDriiCOKVp0o5RoRrorqBF26dCl4eLkBgPqMdVThiGoG8afqb3JrDAAEYmOMiwBAKW+vYwgQIECAAAECBAgQqEtAAKAuIZ8TIECAAAECBAgQIFCnwKuvvppNKMee8fVtP/rRj9KoUaNSTAoVm5Sqfu2lS5emoUOHljQRtvXWW6err746W9UdpfKrtlICAJ9++mm2x3aU4C7UmrL8f9yv0ER8TBb97Gc/y/6UGoSobVuFQs/V0s9dbC/5ct6zCH7E1ggxaRr705fS3nvvvSxgUmi/9ernxwRuhFa22mqrFCv1q7ZSAgBxfF0rxRu7/H/1Z4hV2FGa/frrry+Fp+Axu+22W5o1a9Zqxk35HW0NAYAId0S1idjKpFjr27dv5rbhhhuWZB/XjPcy9pYvtvVEbRc688wzU/yp7Xe23ABA3K+csY7f+V/+8pfp73//exo0aFCbCAA0dFzC8OSTT8625YgtRjQCBAgQIECAAAECBAjUV0AAoL5yziNAgAABAgQIECBAoFIg9hKPifFYURp7GtfVouzzRhttlLbZZpu0ww47pO22265yf/G6zq3+eewpHXsmx+RTsRb7q8ckXEwEx57lsU92xcTZPvvsk6688sq02Wab1XnruEdMJMdkfPXWlOX/415vv/12NuE3b9687Naxmj2CDLFy+6OPPkqTJ09OV111VdF95OP4yy+/PAtMxP7g5bSWfO7o56OPPppGjx6dnn/++Tq7HWMc1Rj+7d/+Lf3whz9MsSr/+9//fr0m1OJdjtLs4Vqsde/ePf3iF79Ie++9d/rTn/6UhViiHHq0+Cy+E7H/eV0tKh3EpGxcq3prqvL/1e/z5Zdfpt/+9rcpQgthXmqLAER8x+J7FSGI5vqOhln0dc6cOZXf5/htif3WjzzyyBrl9CPUEZUUYvK84ncqQgvxvTrggANKfdyyj/vzn/+cVZ64//77a/w+Rn+jTwMGDCh73/f4Plx00UXZ85fSSq2uEte6/fbbs3f3mWeeyS4d36v9998/nXPOOWndddcteLuYAI+97GNF/+9+97uCx8S7EuMTYar4TYrftfj/d911V/bbFfeJIMpRRx1VY/zi2mEVK+0rfgPje3f++een733vewXv98UXX6QbbrghXXrppZW/2xWBoHhfO3fuXPC8CJfE7+vcuXMrx6xXr17Zd7SudyUqasR2DqWOS0UHyq3OUsqYO4YAAQIECBAgQIAAgfYpIADQPsfdUxMgQIAAAQIECBBoUwIxERgTljHhEpNEMUEfk0tRUjsmkqJU/lprrdXgZ44JqpiInj179mrXipW7d999d+rZs2eD71HfC8Tk20svvZRmzJiR7Q8eE3cxoRQBi/79+6eBAwemb33rW/W6fJ6fu14PVMZJMSn+xz/+MQteRPWIJ554Ijs7Jo5j0jb2UC82IVrGbbJDFy1alPbaa68apzX3quB45pjEfPjhh7M/8X2qmAiOzsWkdUyi7rTTTql3795ZkKeuqh3N9R0t17y1Hx/f+wgz3XHHHdnE+Isvvlg50R2/gTHpH2MUQacYt3LDP/XxWblyZbrzzjuz3+PYEiPCFhGG6devXzr66KPTD37wg7LDDvXpR0ueE+PyX//1X+k3v/lNwe9QjE1Updlggw2yAFz8tyPCM/HvHTp0aMmuuzcBAgQIECBAgAABAm1AQACgDQyiRyBAgAABAgQIECBAoHkEipVpj4ngmHj/xje+0Twdaea7tNfnbk7m2rZaiMnUulYdN2df3YsAAQIECBAgQIAAAQIECBDIr4AAQH7HRs8IECBAgAABAgQIEMiRQG17eV922WXZ3s1tceVme33u5n71XnvttayawPLly1e7dZQdj5XUm266aXN3yf0IECBAgAABAgQIECBAgACBViggANAKB02XCRAgQIAAAQIECBBofoF33nknDR8+PCsDX7VFmf177703K7PdFlt7fe7mHsuZM2dm5dGrt2OPPTZNmTKl6F7lzd1P9yNAgAABAgQIECBAgAABAgTyLSAAkO/x0TsCBAgQIECAAAECBHIiUGx/9thbe/bs2Wm99dbLSU8btxvt9bkbV7H2q3388cdp9OjR2XtUvd18881p6NChzdkd9yJAgAABAgQIECBAgAABAgRasYAAQCsePF0nQIAAAQIECBAgQKB5BGrbn33ChAlp4sSJaY011miezjTjXdrrczcjcXarJ598MvXv3z9FtYWqbYsttkjz589PW265ZXN3yf0IECBAgAABAgQIECBAgACBViogANBKB063CRAgQIAAAQIECBBoPoFi+7NH+f+FCxemPn36NF9nmvFO7fW5m5E4rVq1KivxP3bs2Bq3HTFiRJo2bVrq0qVLc3bJvQgQIECAAAECBAgQIECAAIFWLCAA0IoHT9cJECBAgAABAgQIEGgegVtuuSUNGzasxs123333FJ9ttNFGzdORZr5Le33u5mR+//330+GHH57uu+++Gre95ppr0rHHHtuc3XEvAgQIECBAgAABAgQIECBAoJULCAC08gHUfQIECBAgQIAAAQIEml5g0aJFKUr9L1++PLtZ165ds1X/sW/7rrvumjp06ND0nWiBO7TX525O6r/97W/prLPOyoIkK1asyG697bbbpoEDB6Zjjjkme9c0AgQIECBAgAABAgQIECBAgECpAgIApUo5jgABAgQIECBAgAABAgQIECBAgAABAgQIECBAgAABAgQI5FhAACDHg6NrBAgQIECAAAECBAgQIECAAAECBAgQIECAAAECBAgQIECgVAEBgFKlHEeAAAECBAgQIECAAAECBAgQIECAAAECBAgQIECAAAECBHIsIACQ48HRNQIECBAgQIAAAQIECBAgQIAAAQIECBAgQIAAAQIECBAgUKqAAECpUo4jQIAAAQIECBAgQIAAAQIECBAgQIAAAQIECBAgQIAAAQI5FhAAyPHg6BoBAgQIECBAgAABAgQIECBAgAABAgQIECBAgAABAgQIEChVQACgVCnHESBAgAABAgQIECBAgAABAgQIECBAgAABAgQIECBAgACBHAsIAOR4cHSNAAECBAgQIECAAAECBAgQIECAAAECBAgQIECAAAECBAiUKiAAUKqU4wgQIECAAAECBAgQIECAAAECBAgQIECAAAECBAgQIECAQI4FBAByPDi6RoAAAQIECBAgQIAAAQIECBAgQIAAAQIECBAgQIAAAQIEShUQAChVynEECBAgQIAAAQIECBAgQIAAAQIECBAgQIAAAQIECBAgQCDHAgIAOR4cXSNAgAABAgQIECBAgAABAgQIECBAgAABAgQIECBAgAABAqUKCACUKuU4AgQIECBAgAABAgQIECBAgAABAgQIECBAgAABAgQIECCQYwEBgBwPjq4RIECAAAECBAgQIECAAAECBAgQIECAAAECBAgQIECAAIFSBQQASpVyHAECBAgQIECAAAECBAgQIECAAAECBAgQIECAAAECBAgQyLGAAECOB0fXCBAgQIAAAQIECBAgQIAAAQIECBAgQIAAAQIECBAgQIBAqQICAKVKOY4AAQIECBAgQIAAAQIECBAgQIAAAQIECBAgQIAAAQIECORYQAAgx4OjawQIECBAgAABAgQIECBAgAABAgQIECBAgAABAgQIECBAoFQBAYBSpRxHgAABAgQIECBAgAABAgQIECBAgAABAgQIECBAgAABAgRyLCAAkOPB0TUCBAgQIECAAAECBAgQIECAAAECBAgQIECAAAECBAgQIFCqgABAqVKOI0CAAAECBAgQIECAAAECBAgQIECAAAECBAgQIECAAAECORYQAMjx4OgaAQIECBAgQIAAAQIECBAgQIAAAQIECBAgQIAAAQIECBAoVUAAoFQpxxEgQIAAAQIECBAgQIAAAQIECBAgQIAAAQIECBAgQIAAgRwLNFsAYNWqVemll15Kt912W3rkkUfSk08+mT7++OPUrVu31Ldv3zRy5MjUq1ev1LFjxxpcK1euTHfeeWeaPXt2Wrp0aXbetttumwYOHJidt/7669c459NPP00PPfRQuv7669ODDz6YVqxYkbp375769euXxowZkzbZZJMa51T0ccaMGemee+5JL7/8curatWvq06dPOu6449Juu+1WsH9vvvlmmjVrVlqwYEF65pln0te+9rXUu3fvdPTRR6f99tsvrbXWWjl+BXSNAAECBAgQIECAAAECBAgQIECAAAECBAgQIECAAAECBNqCQLMFAGJC/bDDDssm7wu1mDQ/55xz0oknnpjWWGONykP+8pe/ZBP28+fPL3hehAZuuOGGtMUWW1R+HoGB8ePHpyuuuKLgORE6uOmmm7IJ/YoWk//z5s1Lo0ePzsIChdrFF1+cxo4dmzp16lT58ZIlS9IxxxyThQUKteOPPz5Nnjw5denSpS28L56BAAECBAgQIECAAAECBAgQIECAAAECBAgQIECAAAECBHIq0GwBgFtuuSUNGzasVoadd9453XrrrVlVgGixij8m8i+77LJazxs+fHi68sor09e//vUUE/lTp05NJ510Uq3n7LHHHllFgY033jg77qmnnkoDBgxIb7zxRtHzIqQQFQz22muv7JjXX389e6aoSlBbmz59elYNoEOHDjl9DXSLAAECBAgQIECAAAECBAgQIECAAAECBAgQIECAAAECBFq7QLMFAGIF/69//ev0k5/8JO2www7pK1/5Svrwww+zVfqTJk2qdHzsscey8vnRXnjhhXTooYemF198MSurP2XKlMoQwc0335xOPvnkrKLAhhtumO64447suu+8806KQMDixYuza0ycODGddtppqXPnzunee+/NVvhXTPLffvvt6eCDD05ffPFF1ofzzjsvOye2CYgQwfe+97305z//OZ1wwgnZlgDR4v/Hiv4o6z9z5sxsYj9aVCKIEMJ2222X3n///Sy4cN1112WfHXTQQdmx66yzTmt/X/SfAAECBAgQIECAAAECBAgQIECAAAECBAgQIECAAAECBHIq0GwBgGLPHyX0K0rxb7755tkK+x49emSHX3vttWnUqFHZ/x8xYkSaNm1aZSn9CA+MHDkyLVy4MPv8mmuuSccee2xatGhR5Qr9vn37plmzZmUBgWhRUeD000/PJvejjRs3Lpv0j20Ghg4dmh5++OEsaBDX7NOnT2WXFyxYkA455JDs77vvvnuKagZxXIQJoopAtBkzZmT9qWhPPvlk6t+/fxZIqP5cOX0XdIsAAQIECBAgQIAAAQIECBAgQIAAAQIECBAgQIAAAQIEWrFAiwUAPv/882xl/0UXXZTmzJmTEcYEfqzyj9X6sSp/woQJ2efRLrzwwmzCvqJFqf9YtV9RPeDcc8/Njq8aGjj++OOz7QPWXnvtyvMiEHDEEUesdr9XXnklK/8f/9uzZ880d+7ctNlmm1We89JLL6WBAwem559/Pm299dZp3rx5WQCgamjggQceSDvuuGPlOe+9914aMmRIZSWCqpUNWvH7ousECBAgQIAAAQIECBAgQIAAAQIECBAgQIAAAQIECBAgkFOBZg0APPHEE9nq/CjbX7XFZPrgwYNTTOJ/+9vfzj765JNPshL/MaEfLUr+x4R71RZhgVNOOSX7p4rwwKWXXprOPvvs7N8qQgFVz7nrrrvSgQcemP3T3nvvna3mjwn+XXbZZbV/W3fddStPiy0DYjJ/2bJl2b/FZP56662XBg0alJ599tnKUED37t0rz/noo4+y7QGiokGx/uf0ndAtAgQIECBAgAABAgQIECBAgAABAgQIECBAgAABAgQIEGiFAs0aAFi6dGnlRHtVq+233z6bwI8QQJcuXbKPSgkAxOT9sGHDsuNLDQBU7UOpAYAPPvggCx/cf//92b1KCQCU0v9W+L7oMgECBAgQIECAAAECBAgQIECAAAECBAgQIECAAAECBAjkVKBZAwBPP/102n///dM777xTkCOqA0ybNi1tvvnmAgAppZ///Ofpm9/8ZhZu0AgQIECAAAECBAgQIECAAAECBAgQIECAAAECBAgQIECAQG0CzRoAqNqRL7/8Mr3++uvZhH+U8q9op59+ejrvvPPSF198UecWALE9wKhRo7JTjz/++HTZZZelSy65pNYtABYtWpRtQxCtX79+afbs2emPf/xjrVsAvP3221kFgIcffjjFdgUPPPBAWmeddWrdAiC2ORg9enR2/Whz587Nji+nCQCUo+VYAgQIECBAgAABAgQIECBAgAABAgQIECBAgAABAgQItG+BFgsAVLB/9NFH2UR5lPOPVlGWP7YCGDt2bLrqqquyf7/wwgvTuHHjKkdr1apVadKkSdmfaOeee26aMGFCuuiii9KZZ56Z/VtFKGDttdeuPG/WrFnpiCOOyP5esW3As88+m4UCYtK+Z8+e2WT9ZpttVnnOSy+9lAYOHJief/75tPXWW6d58+alNdZYI9uyIKoaVIQCdtxxx8pz3nvvvTRkyJC0ePHi7N9i24DevXuX9bYJAJTF5WACBAgQIECAAAECBAgQIECAAAECBAgQIECAAAECBAi0a4EWDwBUXylfEQBYd911V5vMHzFiRFYtIIIB0T788MM0cuTItHDhwuzvd955ZzrggAOyyfmYmI/Wt2/fFBP+G264Yfb3Tz/9NEWFgalTp2Z/v/zyy7MqA6+++upqk/lxzT59+lS+GAsWLEiHHHJI9vcBAwakGTNmpKhgcPjhh6d77rkn+/f4t+hPRXvyySdT//79s+0Odt5553Trrbembt26lfWyCQCUxeVgAgQIECBAgAABAgQIECBAgAABAgQIECBAgAABAgQItGuBZgkArFy5Mpt4j1X1Bx10UPrXf/3X1KlTp2wSf+bMmdnq/QgCRKtYld+5c+dUtVx/rLKPAECsqv/nP/+Zbr755qxCQJzXq1evNGfOnLTpppum5557Lpukf+WVV7LrXXDBBdkk/5prrpnuvffeNGbMmPTGG29koYA77rgj7bDDDtk1qpbrP/DAA7OQwHe+850sHBDnV0z0xzYD8fcIAFRUHIj7RB+mT5+ettpqq/Tuu++miRMnpuuuuy7rwwknnJAmT56c1lprrbJeNgGAsrgcTIAAAQIECBAgQIAAAQIECBAgQIAAAQIECBAgQIAAgXYt0CwBgA8++CANHTo03X///bVixyT/bbfdlpXjjxYBgQgEzJ8/v9bzYnuACBhEWf5Y5T9+/PgUE/W1tapBgzguKgjEiv6KIEKhcyvK/3fv3j37+KmnnsrCBhEoKNYiaBBbCuy6665lv2gCAGWTOYEAAQIECBAgQIAAAQIECBAgQIAAAQIECBAgQIAAAQLtVqBZAgCfffZZtlo+VsEXa127dk1XXnllVoq/Y8eOlYctWbIkHXPMMenll18ueGpM2sdk//rrr1/5eRwb5fiXLl1a8JwIGEQ1gc0337zy86hSEMGBK664ouA5Ub4/tgyICgYdOnTIjvn888/TlClT0nnnnVcwOBCBhggnjBo1Kqt4UG4TAChXzPEECBAgQIAAAQIECBAgQIAAAQIECBAgQIAAAQIECBBovwLNEgAI3k8++SQ9+uijWan+xx9/PJvQjwnyKMEfE/Ix8f/d73634Ei8+eabadasWWnBggXpmWeeyc7r3bt3Ovroo9N+++1XsLR+VB2Ie0VFgUceeSS77m677ZYGDRqUhg8fnrp06VLjXlE94KGHHkrXX399evDBB9OKFStSrPbv169ftnXAJptsUuOc2Apg+fLl2VYGixcvzqoBRFigb9++2Tk9evSoDAyU+5oJAJQr5ngCBAgQIECAAAECBAgQIECAAAECBAgQIECAAAECBAi0X4FmCwC0X+L6P7kAQP3tnEmAAAECBAgQIECAAAECBAgQIECAAAECBAgQIECAAIH2JiAAkOMRFwDI8eDoGgECBAgQIECAAAECBAgQIECAAAECBAgQIECAAAECBHImIACQswGp2h0BgBwPjq4RIECAAAECBAgQIECAAAECBAgQIECAAAECBAgQIEAgZwICADkbEAGAHA+IrhEgQIAAAQIECBAgQIAAAQIECBAgQIAAAQIECBAgQCDHAgIAOR4cFQByPDi6RoAAAQIECBAgQIAAAQIECBAgQIAAAQIECBAgQIAAgZwJCADkbECqdkcAIMeDo2sECBAgQIAAAQIECBAgQIAAAQIECBAgQIAAAQIECBDImYAAQM4GRAAgxwOiawQIECBAgAABAgQIECBAgAABAgQIECBAgAABAgQIEMixgABAjgdHBYAcD46uESBAgAABAgQIECBAgAABAgQIECBAgAABAgQIECBAIGcCAgA5G5Cq3REAyPHg6BoBAgQIECBAgAABAgQIECBAgAABAgQIECBAgAABAq1K4NVnX0zvv/Vu0T5v8N2N06b/599a1TNV76wAQI6HTwAgx4OjawQIECBAgAABAgQIECBAgAABAgQIECBAgAABAgQItCqBCACcvMeQon2eumSeAECrGtFW1lkBgFY2YLpLgAABAgQIECBAgAABAgQIECBAgAABAgQIECBAgEBuBQQAcjs07aNjAgDtY5w9JQECBAgQIECAAAECBAgQIECAAAECBAgQIECAAAECTS8gAND0xu5Qi4AAgNeDAAECBAgQIECAAAECBAgQIECAAAECBAgQIECAAAECjSMgANA4jq5STwEBgHrCOY0AAQIECBAgQIAAAQIECBAgQIAAAQIECBAgQIAAAQLVBAQAvBItKiAA0KL8bk6AAAECBAgQIECAAAECBAgQIECAAAECBAgQIECAQBsSEABoQ4PZGh9FAKA1jpo+EyBAgAABAgQIECBAgAABAgQIECBAgAABAgQIECCQRwEBgDyOSjvqkwBAOxpsj0qAAAECBAgQIECAAAECBAgQIECAAAECBB27VywAACAASURBVAgQIECAQJMKfPzhR9n133zxT+mM/UamfUYckoZPGLPaPb+2zjeatA9NffEOq1atWtXUN3H9+gkIANTPzVkECBAgQIAAAQIECBAgQIAAAQIECBAgQIAAAQIECBAoJrD4ljvTFWPOSSf98tzU57D92xSUAECOh1MAIMeDo2sECBAgQIAAAQIECBAgQIAAAQIECBAgQIAAAQIECLRKgWt/9vP06+vmpisf/VXaZMvNW+UzFOu0AECOh1MAIMeDo2sECBAgQIAAAQIECBAgQIAAAQIECBAgQIAAAQIECLRKgdP3PTK98vv/SAveWZ46dOzYKp9BAKAVDpsAQCscNF0mQIAAAQIECBAgQIAAAQIECBAgQIAAAQIECBAgQCDXAgM23il99wffS5c/eEuu+1mfzqkAUB+1ZjpHAKCZoN2GAAECBAgQIECAAAECBAgQIECAAAECBAgQIECAAIF2IfBfr7yejut1UNrniEPS6ClntblnFgDI8ZAKAOR4cHSNAAECBAgQIECAAAECBAgQIECAAAECBAgQIECAAIFWJ7Dk9vvSJT8Zl0ZfPj7tM2JAq+t/XR0WAKhLqAU/FwBoQXy3JkCAAAECBAgQIECAAAECBAgQIECAAAECBAgQIECgzQlcf/aUtHDarHTZ4tnp3374f9rc8wkA5HhIBQByPDi6RoAAAQIECBAgQIAAAQIECBAgQIAAAQIECBAgQIBAqxMY3//Y9PxjT6UF7yxPndbs1Or6X1eHBQDqEmrBzwUAWhDfrQkQIECAAAECBAgQIECAAAECBAgQIECAAAECBAgQaHMCgzfdNa2/8bfTlY/9qs09WzyQAECOh1UAIMeDo2sECBAgQIAAAQIECBAgQIAAAQIECBAgQIAAAQIECLQqgb+++XYauU2/9OPB+6WTrzqvVfW91M4KAJQq1QLHCQC0ALpbEiBAgAABAgQIECBAgAABAgQIECBAgAABAgQIECDQJgWW3f1guuiIU9NPLjwtHTBqSJt8RgGAHA+rAECOB0fXCBAgQIAAAQIECBAgQIAAAQIECBAgQIAAAQIECBBoVQI3X3hVmnfpdemiX89M/2fnH7aqvpfaWQGAUqVa4DgBgBZAd0sCBAgQIECAAAECBAgQIECAAAECBAgQIECAAAECBNqkwKRBY9JTix5Lt731eFqr89pt8hkFAHI8rAIAOR4cXSNAgAABAgQIECBAgAABAgQIECBAgAABAgQIECBAoFUJHLHFnmntf/lquvZ3d7aqfpfTWQGAcrSa+VgBgGYGdzsCBAgQIECAAAECBAgQIECAAAECBAgQIECAAAECBNqkwH+/90E6vHvftEv/vdLPrv95m3zGeCgBgBwPrQBAjgdH1wgQIECAAAECBAgQIECAAAECBAgQIECAAAECBAgQaDUCUfo/tgA4YuIJacCJR7aafpfbUQGAcsWa8XgBgGbEdisCBAgQIECAAAECBAgQIECAAAECBAgQIECAAAECBNqswK8um5FmX/DLdN6Cq9M2u+/YZp9TACDHQysAkOPB0TUCBAgQIECAAAECBAgQIECAAAECBAgQIECAAAECBFqNwEVHnJqW3f1gmvvaktTlG19rNf0ut6MCAOWKNePxAgDNiO1WBAgQIECAAAECBAgQIECAAAECBAgQIECAAAECBAi0WYGR2/RLX37xZbrh+Xvb7DPGgwkA5Hh4BQByPDi6RoAAAQIECBAgQIAAAQIECBAgQIAAAQIECBAgQIBAqxBY+dHHafCmu6Ze++6WzrrlF62iz/XtpABAfeWa4TwBgGZAdgsCBAgQIECAAAECBAgQIECAAAECBAgQIECAAAECBNq0wHNLnkzj+x+bhvxsVDrsZ8e26WcVAMjx8AoA5HhwdI0AAQIECBAgQIAAAQIECBAgQIAAAQIECBAgQIAAgVYhsHDarHT92VPShFt/kXbYZ7dW0ef6dlIAoL5yzXCeAEAzILsFAQIECBAgQIAAAQIECBAgQIAAAQIECBAgQIAAAQJtWuDSY85Mj9x2b7rhP+5L6220QZt+VgGAHA+vAECOB0fXCBAgQIAAAQIECBAgQIAAAQIECBAgQIAAAQIECBBoFQLH9TooffjXD9Lc15a0iv42pJMCAA3Ra+JzBQCaGNjlCRAgQIAAAQIECBAgQIAAAQIECBAgQIAAAQIECBBo0wKffvKPNGDjndIPf7xzmnTbL9v0s8bDCQDkeIgFAHI8OLpGgAABAgQIECBAgAABAgQIECBAgAABAgQIECBAgEDuBV588tl0+j4j0oCTjkxHnH1C7vvb0A4KADRUsAnPFwBoQlyXJkCAAAECBAgQIECAAAECBAgQIECAAAECBAgQIECgzQv8+rq56dqf/Tz97IbJaZcD92zzzysAkOMhFgDI8eDoGgECBAgQIECAAAECBAgQIECAAAECBAgQIECAAAECuReYOmZSWnTLHWn6U3elDb/3ndz3t6EdFABoqGATni8A0IS4Lk2AAAECBAgQIECAAAECBAgQIECAAAECBAgQIECAQJsXOHG3wemtV99It731eJt/1nhAAYAcD7MAQI4HR9cIECBAgAABAgQIECBAgAABAgQIECBAgAABAgQIEMi1wOf//DwdvGGvtOVO26aL7p6R6742VucEABpLsgmuIwDQBKguSYAAAQIECBAgQIAAAQIECBAgQIAAAQIECBAgQIBAuxD407MvppP2GJIOPG5oOvqCU9vFMwsA5HiYBQByPDi6RoAAAQIECBAgQIAAAQIECBAgQIAAAQIECBAgQIBArgUemL0wXXniuemUq89LewzaL9d9bazOCQA0lmQTXEcAoAlQXZIAAQIECBAgQIAAAQIECBAgQIAAAQIECBAgQIAAgXYhcPWpF6bfXD8/TVs6P3XbYrN28cwCADkeZgGAHA+OrhEgQIAAAQIECBAgQIAAAQIECBAgQIAAAQIECBAgkGuBU/canmIbgAXvLE8dOnbMdV8bq3MCAI0l2QTXEQBoAlSXJECAAAECBAgQIECAAAECBAgQIECAAAECBAgQIECgzQus+vLLdPCGvdL3e2yRLl00q80/b8UDCgDkeKgFAHI8OLpGgAABAgQIECBAgAABAgQIECBAgAABAgQIECBAgEBuBd586U9p9M4D0r5HDkjHXzY+t/1s7I4JADS2aCNeTwCgETFdigABAgQIECBAgAABAgQIECBAgAABAgQIECBAgACBdiPw0K/uSZePOiv99BcT0t7DD243zy0AkOOhFgDI8eDoGgECBAgQIECAAAECBAgQIECAAAECBAgQIECAAAECuRWYMf6ydOfVN6cpv701bbbNFrntZ2N3TACgsUUb8XoCAI2I6VIECBAgQIAAAQIECBAgQIAAAQIECBAgQIAAAQIECLQbgTMP+En6j2W/TwveWZ46rdmp3Ty3AECOh1oAIMeDo2sECBAgQIAAAQIECBAgQIAAAQIECBAgQIAAAQIECORWYMDGO6WNvv/dNHXJvNz2sSk6JgDQFKqNdE0BgEaCdBkCBAgQIECAAAECBAgQIECAAAECBAgQIECAAAECBNqNwDuv/Vc6puf+qc+QA9JJ0ya1m+eOBxUAyPFwCwDkeHB0jQABAgQIECBAgAABAgQIECBAgAABAgQIECBAgACBXAosvWtxunjEaemYi3+W9j9mcC772FSdEgBoKtlGuK4AQCMgugQBAgQIECBAgAABAgQIECBAgAABAgQIECBAgAABAu1KYNZ5V6b5U65Pk++9IW3Ra5t29ewCADkebgGAHA+OrhEgQIAAAQIECBAgQIAAAQIECBAgQIAAAQIECBAgkEuBiQNGp9//dlm67a3H01qd185lH5uqUwIATSXbCNcVAGgERJcgQIAAAQIECBAgQIAAAQIECBAgQIAAAQIECBAgQKBdCQzedNf0zfXXTdc8ubBdPXc8rABAjodcACDHg6NrBAgQIECAAAECBAgQIECAAAECBAgQIECAAAECBAjkTuCDd/6aRmy5d9r1kH3SadddlLv+NXWHBACaWrgB1xcAaACeUwkQIECAAAECBAgQIECAAAECBAgQIECAAAECBAgQaHcCT973SDpvyEnpyEknpYPHHNHunl8AIMdDLgCQ48HRNQIECBAgQIAAAQIECBAgQIAAAQIECBAgQIAAAQIEcicwd/L0dMvFV6fzF16btt5th9z1r6k7JADQ1MINuL4AQAPwnEqAAAECBAgQIECAAAECBAgQIECAAAECBAgQIECAQLsTOH/YyWn5bx5Oc19bkrp842vt7vkFAHI85AIAOR4cXSNAgAABAgQIECBAgAABAgQIECBAgAABAgQIECBAIHcCR261b+rYsUOa+exvcte35uiQAEBzKNfzHgIA9YRzGgECBAgQIECAAAECBAgQIECAAAECBAgQIECAAAEC7U5g5Ucfp8Gb7pp22u/H6cxZl7W7548HFgDI8bALAOR4cHSNAAECBAgQIECAAAECBAgQIECAAAECBAgQIECAAIFcCfzh4SfShIOPS0PHHZ8Gn/aTXPWtuTojANBc0vW4jwBAPdCcQoAAAQIECBAgQIAAAQIECBAgQIAAAQIECBAgQIBAuxS4feqN6cZzrkhnz52att/rR+3SQAAgx8MuAJDjwdE1AgQIECBAgAABAgQIECBAgAABAgQIECBAgAABAgRyJTB55Bnp0YX3p5teXJS6brBervrWXJ0RAGgu6XrcRwCgHmhOIUCAAAECBAgQIECAAAECBAgQIECAAAECBAgQIECgXQocu/2B6X/+tjLNfnlxu3z+eGgBgBwPvQBAjgdH1wgQIECAAAECBAgQIECAAAECBAgQIECAAAECBAgQyI3Ap5/8Iw3YeKfUs2/vdM6vpuWmX83dEQGA5hYv434CAGVgOZQAAQIECBAgQIAAAQIECBAgQIAAAQIECBAgQIAAgXYr8MLjv09n9BuZBp4yMh1+1k/brYMAQI6HXgAgx4OjawQIECBAgAABAgQIECBAgAABAgQIECBAgAABAgQI5EbgrmtuTdedeUkad9Olaef9++SmX83dEQGA5hYv434CAGVgOZQAAQIECBAgQIAAAQIECBAgQIAAAQIECBAgQIAAgXYr8IvRZ6cH59ydZjzz67RBt43brYMAQI6HXgAgx4OjawQIECBAgAABAgQIECBAgAABAgQIECBAgAABAgQI5EZgzC4D03tvvZvmvrYkN31qiY4IALSEeon3FAAoEcphBAgQIECAAAECBAgQIECAAAECBAgQIECAAAECBAi0W4HP//l5OnjDXmmr3j3TBXdOb7cO8eACADkefgGAHA+OrhEgQIAAAQIECBAgQIAAAQIECBAgQIAAAQIECBAgkAuBV555IZ3SZ1jqf/zhaeT5p+SiTy3VCQGAlpIv4b4CACUgOYQAAQIECBAgQIAAAQIECBAgQIAAAQIECBAgQIAAgXYtcN+Nt6VfnnJBGnvtBWn3Q/+9XVsIAOR4+AUAcjw4ukaAAAECBAgQIECAAAECBAgQIECAAAECBAgQIECAQC4EYvI/QgBXPbEgfeffNs1Fn1qqEwIALSVfwn0FAEpAcggBAgQIECBAgAABAgQIECBAgAABAgQIECBAgAABAu1aIMr/v/nSn9L8/1yaOnTs2K4tBAByPPwCADkeHF0jQIAAAQIECBAgQIAAAQIECBAgQIAAAQIECBAgQKDFBVZ9+WU6eMNeabNt/p90yf03tXh/WroDAgAtPQK13F8AIMeDo2sECBAgQIAAAQIECBAgQIAAAQIECBAgQIAAAQIECLS4wOt/fCWN2WVg6nf0oDRq8hkt3p+W7oAAQEuPQC33FwDI8eDoGgECBAgQIECAAAECBAgQIECAAAECBAgQIECAAAECLS7w4Jy70y9Gn51OmDox7Tmsf4v3p6U7IADQ0iNQy/0FAHI8OLpGgAABAgQIECBAgAABAgQIECBAgAABAgQIECBAgECLC0wfNzndfe2cdMXDc9L3evygxfvT0h0QAGjpEajl/gIAOR4cXSNAgAABAgQIECBAgAABAgQIECBAgAABAgQIECBAoMUFzug3Mr381HNp/n89njqt2anF+9PSHRAAaOkRqOX+AgA5HhxdI0CAAAECBAgQIECAAAECBAgQIECAAAECBAgQIECgxQUGbLxT2njzTbIKAFpKzRYAWLVqVXrjjTfSHXfckR588MG0bNmytGLFitStW7fUt2/fNGbMmNSjR4/UoUOHGuOycuXKdOedd6bZs2enpUuXpo8//jhtu+22aeDAgWnkyJFp/fXXr3HOp59+mh566KF0/fXXZ/eLe3Xv3j3169cvu9cmm2xS45zo40svvZRmzJiR7rnnnvTyyy+nrl27pj59+qTjjjsu7bbbbqljx441znvzzTfTrFmz0oIFC9IzzzyTvva1r6XevXuno48+Ou23335prbXWqte7JgBQLzYnESBAgAABAgQIECBAgAABAgQIECBAgAABAgQIECDQDgTe+tMbadT2/dOew/qnE6ZObAdPXPcjNlsAICbUDzvssGzyvlCLSfNrrrkmO6ZqCOAvf/lLNmE/f/78guf16tUr3XDDDWmLLbao/DwCA+PHj09XXHFFwXMidHDTTTdlE/oVLSb/582bl0aPHp2FBQq1iy++OI0dOzZ16vS/pSOWLFmSjjnmmCwsUKgdf/zxafLkyalLly51j0a1IwQAyiZzAgECBAgQIECAAAECBAgQIECAAAECBAgQIECAAAEC7UTg0YX3p8kjz0ijJp+R+h09qJ08de2P2WwBgFtuuSUNGzas1t7EJH5M9G+55ZbZcbGKPybyL7vsslrPGz58eLryyivT17/+9RQT+VOnTk0nnXRSrefsscceWUWBjTfeODvuqaeeSgMGDMiqFBRrEVK47bbb0l577ZUd8vrrr2fPFFUJamvTp0/PqgEUqm5Q23kCAL6jBAgQIECAAAECBAgQIECAAAECBAgQIECAAAECBAgQKCxw4zlXpNun3pguuf+m9IPte2BKzbgFQEzs33vvvWnUqFFpm222SWuuuWZ69dVX08knn5yV269oc+fOTYMG/X/pjBdeeCEdeuih6cUXX8zK6k+ZMqUyRHDzzTdn50ZFgQ033DDbWmCHHXZI77zzTopAwOLFi7NrTJw4MZ122mmpc+fO2f1jhX/FJP/tt9+eDj744PTFF1+kSZMmpfPOOy87J7YJiBDB9773vfTnP/85nXDCCZV9jP8fK/qjrP/MmTOzif1oUYkgQgjbbbddev/997PgwnXXXZd9dtBBB2XHrrPOOmW9dAIAZXE5mAABAgQIECBAgAABAgQIECBAgAABAgQIECBAgACBdiQw4aBR6dlHf5fm/+fStFbntdvRkxd/1GarAFCsC7NmzUpHHHFE5ccxsT906NDs79dee20WGIg2YsSING3atMpS+h9++GEaOXJkWrhwYfZ5bB9w7LHHpkWLFlWu0O/bt2+K60dAIFpUFDj99NOzyf1o48aNyyb9Y5uBuOfDDz+cBQ3imn369Kns04IFC9IhhxyS/X333XdPUc0gjoswQVQRiDZjxoysPxXtySefTP37988CCZtvvnlWOaBHj/JSJwIAvqMECBAgQIAAAQIECBAgQIAAAQIECBAgQIAAAQIECBAoLDB4011T1w3WS1c9sQDR/y/Q4gGAqpP80adHHnkk7brrrtmq/AkTJqSLLroo6+qFF16YTdhXtCj1H6v240+0c889Nzu+6vWOP/74bPuAtdf+37RH1cBBBAaiqsArr7ySlf+P/+3Zs2eKKgSbbbZZ5b1eeumlNHDgwPT888+nrbfeOs2bNy8LAFQNDTzwwANpxx13rDznvffeS0OGDKmsRPDYY4+l3r17l/XiCQCUxeVgAgQIECBAgAABAgQIECBAgAABAgQIECBAgAABAgTaicB7//VuOqrHvmn3Q/89jb32gnby1HU/ZosGAP72t7+lMWPGZKv0o1Vdsf/JJ59kJf5jQj9a1coAFY8Vk/ennHJK9teKyfxLL700nX322dm/VYQCqjLcdddd6cADD8z+ae+9985W88cE/y677LLav6277rqVp8WWATGZv2zZsuzfYjJ/vfXWy7YqePbZZytDAd27d68856OPPsq2B4iV/8X6X9fwCADUJeRzAgQIECBAgAABAgQIECBAgAABAgQIECBAgAABAgTao8Dy3zyczh92cjrqvFPSQaMPb48EBZ+5xQIAsYJ/zpw5WYn/jz/+OFtRP3369DR48OCso6UEAGLyftiwYdnxpQYAli5dWmOyv64AwAcffJCt9r///vuze5USACil/3W9hQIAdQn5nAABAgQIECBAgAABAgQIECBAgAABAgQIECBAgACB9ihwy8VXp7mTp6cL7pyeevxo+/ZIUPCZWywAEKX+jzjiiBSr66NdfPHFaezYsalTp07Z30uZQBcA8B4TIECAAAECBAgQIECAAAECBAgQIECAAAECBAgQIECg/Qmce9iJ6Xf3L0lzX1uSunzja+0PoMgTt0gAYMmSJemYY45JL7/8ctatE088MV1wwQWpS5culd0sJQAQ2wNEBYFoxx9/fLrsssvSJZdcUusWAIsWLUp77bVXdk6/fv3S7Nmz0x//+MdatwB4++23swoADz/8cFap4IEHHkjrrLNOrVsARFWD0aNHZ9ePNnfu3Oz4cpoKAOVoOZYAAQIECBAgQIAAAQIECBAgQIAAAQIECBAgQIAAgfYiMGLLvVOnr6yZZjzz6/byyCU9Z7MGAKLs/0MPPZSOOuqoypX/Z555Zoo/VSf/o+f/+Mc/sooAV111VfYgF154YRo3blzlQ8W1Jk2alP2Jdu6556YJEyakiy66KLtetIpQwNprr1153qxZs7LKA9Eqtg149tlns1BATNr37Nkzm6zfbLPNKs+JLQIGDhyYnn/++bT11lunefPmpTXWWCPbruDpp5+uDAXsuOOOlee89957aciQIWnx4sXZv8W2Ab179y5pUCoOEgAoi8vBBAgQIECAAAECBAgQIECAAAECBAgQIECAAAECBAi0A4GVH32cBm+6a9p5/z5p3E2XtoMnLv0Rmy0AEBP29913XzruuOMqJ/9jUv+UU05Ja621VsEeV53MHzFiRJo2bVplUODDDz9MI0eOTAsXLszOvfPOO9MBBxyQTc7HxHy0vn37ppjw33DDDbO/f/rpp+n0009PU6dOzf5++eWXp5NPPjm9+uqrq03mxzX79OlT2acFCxakQw45JPv7gAED0owZM9KXX36ZDj/88HTPPfdk/x7/Fv2paE8++WTq379/euedd9LOO++cbr311tStW7fSRyalJABQFpeDCRAgQIAAAQIECBAgQIAAAQIECBAgQIAAAQIECBBoBwJPP7gsnXPo6HT4WT9NA0/53znadvDodT5iswUAHnnkkWzl/RtvvJGtmI/V+jH53qlTp6KdrFquP86JAECsqv/nP/+Zbr755qxCQKza79WrV5ozZ07adNNN03PPPZdN0r/yyivZdWNrgbjPmmuume699940ZsyYrA8RCrjjjjvSDjvskF2jarn+Aw88MAsJfOc738nCAXF+xUR/bDMQf48AQEXFgbhP9GH69Olpq622Su+++26aOHFiuu6667I+nHDCCWny5MlFgw7FAAQA6nx/HUCAAAECBAgQIECAAAECBAgQIECAAAECBAgQIECAQDsTmD/l+jTrvCvTOb+alnr2La8Ke1unapYAQPVy/rWh7rPPPmn27NlpvfXWS7HKP8r0z58/v9ZxiEoCsbI/yvLHKv/x48enmKivrVWU/+/cuXN2WFQQiBX9EQYo1irK/3fv3j075KmnnsrCBhEoKNYiaBBbCuy6665lv0sCAGWTOYEAAQIECBAgQIAAAQIECBAgQIAAAQIECBAgQIAAgTYucPGI09LSuxan2S8vTt9cf902/rTlPV6zBAA++eSTbNX8tddeW2fvqk+yL1myJB1zzDHp5ZdfLnhuTNrHZP/6669f+XkcG+X4ly5dWvCcvfbaK6smsPnmm1d+vnLlyiw4cMUVVxQ8J8r3x5YBBx10UOrQoUN2zOeff56mTJmSzjvvvILBgahaEOGEUaNG1VrpoBiKAECdr4sDCBAgQIAAAQIECBAgQIAAAQIECBAgQIAAAQIECBBoZwI/+eH+6bNP/pFuenFRO3vyuh+3WQIAn332WVYuP8rg19WqVgCoOPbNN99Ms2bNSgsWLEjPPPNMtoVA796909FHH53222+/gqX1P/jgg2xbgNtuuy3F9gPRdttttzRo0KA0fPjw1KVLlxpdieoBDz30ULr++uvTgw8+mFasWJFitX+/fv2yrQM22WSTGufEVgDLly9PM2fOTIsXL86qAURYoG/fvtk5PXr0qAwM1PXs1T8XAChXzPEECBAgQIAAAQIECBAgQIAAAQIECBAgQIAAAQIECLRlgU8/+UcasPFOafu9fpTOnju1LT9qvZ6tWQIA9eqZk5IAgJeAAAECBAgQIECAAAECBAgQIECAAAECBAgQIECAAAEC/yvw/GNPpTMP+EkafNpP0tBxx6OpJiAAkONXQgAgx4OjawQIECBAgAABAgQIECBAgAABAgQIECBAgAABAgQINLvAnVffnGaMvyydOeuytNN+P272++f9hgIAOR4hAYAcD46uESBAgAABAgQIECBAgAABAgQIECBAgAABAgQIECDQ7AKXjzorPfSre9LMZ3+TvvWdDZv9/nm/oQBAjkdIACDHg6NrBAgQIECAAAECBAgQIECAAAECBAgQIECAAAECBAg0u8DxOx2SVrz7Xpr72pJmv3druKEAQI5HSQAgx4OjawQIECBAgAABAgQIECBAgAABAgQIECBAgAABAgQINKvA5//8PB28Ya/U40fbpfMXXtus924tNxMAyPFICQDkeHB0zphVwwAAIABJREFUjQABAgQIECBAgAABAgQIECBAgAABAgQIECBAgACBZhV4+ann06l7Df9/2bsTuLume//jPxpXNFfV2MZQYqhLKUpNIWhStGJIRKSCGCIhJOYxCIIgMSTmTCoxJETEVFNMKdIYqqhZKa2maqq6Lv40/q/v9lpPd3b2OXuvffY5Zz3P81mv1331yrOHtd9rn73XXuu31rLeQwfYgWce1dBzt5aTEQAQcEkRABBw4ZA1BBBAAAEEEEAAAQQQQAABBBBAAAEEEEAAAQQQQAABBBBoqMBvJt1kVx4/yo6fMMq67blzQ8/dWk5GAEDAJUUAQMCFQ9YQQAABBBBAAAEEEEAAAQQQQAABBBBAAAEEEEAAAQQQQKChApceeZbdN/VWu+qJW22Vtddo6Llby8kIAAi4pAgACLhwyBoCCCCAAAIIIIAAAggggAACCCCAAAIIIIAAAggggAACCDRU4Kgd9rG/vvqmzXhnbkPP25pORgBAwKVFAEDAhUPWEEAAAQQQQAABBBBAAAEEEEAAAQQQQAABBBBAAAEEEECgYQJfL1hgvTtvYev8ZAO74O5rGnbe1nYiAgACLjECAAIuHLKGAAIIIIAAAggggAACCCCAAAIIIIAAAggggAACCCCAAAINE3jj+VfsyO362a6D+tmg805s2Hlb24kIAAi4xAgACLhwyBoCCCCAAAIIIIAAAggggAACCCCAAAIIIIAAAggggAACCDRM4P7rZ9m4oWfakZeeYT36796w87a2ExEAEHCJEQAQcOGQNQQQQAABBBBAAAEEEEAAAQQQQAABBBBAAAEEEEAAAQQQaJjAVSecZ3dNnG7j5ky3Lhv8sGHnbW0nIgAg4BIjACDgwiFrCCCAAAIIIIAAAggggAACCCCAAAIIIIAAAggggAACCCDQMIETdj7AXnvmBZs5f54ttvjiDTtvazsRAQABlxgBAAEXDllDAAEEEEAAAQQQQAABBBBAAAEEEEAAAQQQQAABBBBAAIGGCHy9YIHttVpXW23dLnbxgzc05Jyt9SQEAARccgQABFw4ZA0BBBBAAAEEEEAAAQQQQAABBBBAAAEEEEAAAQQQQAABBBoi8NfX/myHbdHLdtq/tx1xyWkNOWdrPQkBAAGXHAEAARcOWUMAAQQQQAABBBBAAAEEEEAAAQQQQAABBBBAAAEEEEAAgYYIPDLjbhsz6BQbcuFw+8WBfRpyztZ6EgIAAi45AgACLhyyhgACCCCAAAIIIIAAAggggAACCCCAAAIIIIAAAggggAACDRGYfNpFduvlU23M/VNs3U03bMg5W+tJCAAIuOQIAAi4cMgaAggggAACCCCAAAIIIIAAAggggAACCCCAAAIIIIAAAgg0RGD4HoPt+Uefspnz51mHJTo05Jyt9SQEAARccgQABFw4ZA0BBBBAAAEEEEAAAQQQQAABBBBAAAEEEEAAAQQQQAABBBoi0K9LN1u+80p2+eMzGnK+1nwSAgACLj0CAAIuHLKGAAIIIIAAAggggAACCCCAAAIIIIAAAggggAACCCCAAAJ1F3j3rXds4CY9bYe9d7Fjrjy77udr7ScgACDgEiQAIODCIWsIIIAAAggggAACCCCAAAIIIIAAAggggAACCCCAAAIIIFB3gcfveMBGDTjOBp5znO1+WP+6n6+1n4AAgIBLkACAgAuHrCGAAAIIIIAAAggggAACCCCAAAIIIIAAAggggAACCCCAQN0Fpp5zud104UQbdcdE26DrpnU/X2s/AQEAAZcgAQABFw5ZQwABBBBAAAEEEEAAAQQQQAABBBBAAAEEEEAAAQQQQACBuguc0fcIe3r2Yzbjnbm25FId636+1n4CAgACLkECAAIuHLKGAAIIIIAAAggggAACCCCAAAIIIIAAAggggAACCCCAAAJ1F9hv3R621NLftvFP3V73c7WFExAAEHApEgAQcOGQNQQQQAABBBBAAAEEEEAAAQQQQAABBBBAAAEEEEAAAQQQqKvAh+++bwPW+7lts/vP7cRrLqjrudrKwQkACLgkCQAIuHDIGgIIIIAAAggggAACCCCAAAIIIIAAAggggAACCCCAAAII1FXgyft+a2f1G2YDTh9mfY46sK7naisHJwAg4JIkACDgwiFrCCCAAAIIIIAAAggggAACCCCAAAIIIIAAAggggAACCCBQV4HpYybYdedeYWfOuNx+8rOt63qutnJwAgACLkkCAAIuHLKGAAIIIIAAAggggAACCCCAAAIIIIAAAggggAACCCCAAAJ1FTh3/2Nt7p0P2rQ351inZZau67naysEJAAi4JAkACLhwyBoCCCCAAAIIIIAAAggggAACCCCAAAIIIIAAAggggAACCNRV4OCNd7EFX/3brvnjPXU9T1s6OAEAAZcmAQABFw5ZQwABBBBAAAEEEEAAAQQQQAABBBBAAAEEEEAAAQQQQACBugl8+vEn1q9LN9t85+3stBsuqdt52tqBCQAIuEQJAAi4cMgaAggggAACCCCAAAIIIIAAAggggAACCCCAAAIIIIAAAgjUTeDZR56wU3sNtl+dONj2OfHQup2nrR2YAICAS5QAgIALh6whgAACCCCAAAIIIIAAAggggAACCCCAAAIIIIAAAggggEDdBG69bIpNPv1iO/X6S2yLX2xXt/O0tQMTABBwiRIAEHDhkDUEEEAAAQQQQAABBBBAAAEEEEAAAQQQQAABBBBAAAEEEKibwOhDTrY5t9xj1zx/t62wyvfrdp62dmACAAIuUQIAAi4csoYAAggggAACCCCAAAIIIIAAAggggAACCCCAAAIIIIAAAnUTOHTzXvbP9z6waW/Oqds52uKBCQAIuFQJAAi4cMgaAggggAACCCCAAAIIIIAAAggggAACCCCAAAIIIIAAAgjUReCLzz63PqtsZRtvv6WNnHllXc7RVg9KAEDAJUsAQMCFQ9YQQAABBBBAAAEEEEAAAQQQQAABBBBAAAEEEEAAAQQQQKAuAi/N+4Od8IsDrc+RB9qAEcPqco62elACAAIuWQIAAi4csoYAAggggAACCCCAAAIIIIAAAggggAACCCCAAAIIIIAAAnURuGP8NBt/0vl24uTzbZs9dqzLOdrqQQkACLhkCQAIuHDIGgIIIIAAAggggAACCCCAAAIIIIAAAggggAACCCCAAAII1EVg7NAzbPb1t9nVT95mK6/1g7qco60elACAgEuWAICAC4esIYAAAggggAACCCCAAAIIIIAAAggggAACCCCAAAIIIIBAXQSGddvb/vant23GO3Prcvy2fFACAAIuXQIAAi4csoYAAggggAACCCCAAAIIIIAAAggggAACCCCAAAIIIIAAAqULfPXlV9a78xa2/hYb23l3TSr9+G39gAQABFzCBAAEXDhkDQEEEEAAAQQQQAABBBBAAAEEEEAAAQQQQAABBBBAAAEEShd4/Q8v2dE/28d2O3QfO+Tc40s/fls/IAEAAZcwAQABFw5ZQwABBBBAAAEEEEAAAQQQQAABBBBAAAEEEEAAAQQQQACB0gXunTLTLjtqpB19xUj7Wb+epR+/rR+QAICAS5gAgIALh6whgAACCCCAAAIIIIAAAggggAACCCCAAAIIIIAAAggggEDpAlced679ZvLNdumjN9ka669T+vHb+gEJAAi4hAkACLhwyBoCCCCAAAIIIIAAAggggAACCCCAAAIIIIAAAggggAACCJQucNzP97c/PfeSzZw/zxZbfPHSj9/WD0gAQMAlTABAwIVD1hBAAAEEEEAAAQQQQAABBBBAAAEEEEAAAQQQQAABBBBAoFSBrxcssN6dt7A1N/wfu3D21FKP3V4ORgBAwCVNAEDAhUPWEEAAAQQQQAABBBBAAAEEEEAAAQQQQAABBBBAAAEEEECgVIG3X/6THb51H9v5gD52+EXDSz12ezkYAQABlzQBAAEXDllDAAEEEEAAAQQQQAABBBBAAAEEEEAAAQQQQAABBBBAAIFSBR6afqdddNhpdvjFp9rOA/Ys9djt5WAEAARc0gQABFw4ZA0BBBBAAAEEEEAAAQQQQAABBBBAAAEEEEAAAQQQQAABBEoVmDh8jN125fV20QPX2Tqb/KjUY7eXgxEAEHBJEwAQcOGQNQQQQAABBBBAAAEEEEAAAQQQQAABBBBAAAEEEEAAAQQQKFXg5F0H2gtzn7GZ8+dZhyU6lHrs9nIwAgACLmkCAAIuHLKGAAIIIIAAAggggAACCCCAAAIIIIAAAggggAACCCCAAAKlCvRZZSvrvOZqdulvbyr1uO3pYAQABFzaBAAEXDhkDQEEEEAAAQQQQAABBBBAAAEEEEAAAQQQQAABBBBAAAEEShOY/8ZfbNBmu1n3X+1qR11+VmnHbW8HIgAg4BInACDgwiFrCCCAAAIIIIAAAggggAACCCCAAAIIIIAAAggggAACCCBQmsCjt91v5x94gg0adYLtOvhXpR23vR2IAICAS5wAgIALh6whgAACCCCAAAIIIIAAAggggAACCCCAAAIIIIAAAggggEBpAteeNc5mXHKNnf+bybb+lpuUdtz2diACAAIucQIAAi4csoYAAggggAACCCCAAAIIIIAAAggggAACCCCAAAIIIIAAAqUJjOhzuP3+wcdtxjtzbcmlOpZ23PZ2IAIAAi5xAgACLhyyhgACCCCAAAIIIIAAAggggAACCCCAAAIIIIAAAggggAACpQn069LNvrvCcnbVk7NKO2Z7PBABAAGXOgEAARcOWUMAAQQQQAABBBBAAAEEEEAAAQQQQAABBBBAAAEEEEAAgVIE3v/bu3bgBjvbtr12shMmnVfKMdvrQQgACLjkCQAIuHDIGgIIIIAAAggggAACCCCAAAIIIIAAAggggAACCCCAAAIIlCLwxD2P2Mh9jrIDzjjS9hx2QCnHbK8HIQAg4JInACDgwiFrCCCAAAIIIIAAAggggAACCCCAAAIIIIAAAggggAACCCBQisCN519tN5x/lY289SrbeLstSjlmez0IAQABlzwBAAEXDllDAAEEEEAAAQQQQAABBBBAAAEEEEAAAQQQQAABBBBAAIFSBM7uf5TNu/sRm/bmHOu0zNKlHLO9HoQAgIBLngCAgAuHrCGAAAIIIIAAAggggAACCCCAAAIIIIAAAggggAACCCCAQCkCB274C1tsMbPJz91dyvHa80EIAAi49AkACLhwyBoCCCCAAAIIIIAAAggggAACCCCAAAIIIIAAAggggAACCNQs8OnHn1i/Lt1sy112sOFTL6r5eO39AAQABHwHEAAQcOGQNQQQQAABBBBAAAEEEEAAAQQQQAABBBBAAAEEEEAAAQQQqFngmYfm2ul7DrH+Jx1m/U4YVPPx2vsBCAAI+A4gACDgwiFrCCCAAAIIIIAAAggggAACCCCAAAIIIIAAAggggAACCCBQs8CMsdfYtWeOs9NvHGs/3albzcdr7wcgACDgO4AAgIALh6whgAACCCCAAAIIIIAAAggggAACCCCAAAIIIIAAAggggEDNAucfdKI9Ous++/UL99rynVeq+Xjt/QAEAAR8BxAAEHDhkDUEEEAAAQQQQAABBBBAAAEEEEAAAQQQQAABBBBAAAEEEKhZYPBPd7eP3//Ipr05p+ZjcQAzAgACvgsIAAi4cMgaAggggAACCCCAAAIIIIAAAggggAACCCCAAAIIIIAAAgjUJPDFZ59bn1W2sk27b21n3Hx5Tcdi528ECAAI+E4gACDgwiFrCCCAAAIIIIAAAggggAACCCCAAAIIIIAAAggggAACCCBQk8AfH/+9ndzzYNvr6INs/9OG1nQsdv5GgACAgO8EAgACLhyyhgACCCCAAAIIIIAAAggggAACCCCAAAIIIIAAAggggAACNQncftUNNuGU0XbSr0db19161HQsdv5GgACAgO8EAgACLhyyhgACCCCAAAIIIIAAAggggAACCCCAAAIIIIAAAggggAACNQlcPOQ0e3DanTb+6Tusc5dVazoWO38jQABAwHcCAQABFw5ZQwABBBBAAAEEEEAAAQQQQAABBBBAAAEEEEAAAQQQQACBmgSO6LqX/f3Pf7UZ78yt6Tjs/B8BAgACvhsIAAi4cMgaAggggAACCCCAAAIIIIAAAggggAACCCCAAAIIIIAAAggUFvjqy6+sd+ctbIOtf2Ln3j6h8HHYcWEBAgACviMIAAi4cMgaAggggAACCCCAAAIIIIAAAggggAACCCCAAAIIIIAAAggUFnj193+0Y3vsZ7sftq8NPOfYwsdhx4UFCAAI+I4gACDgwiFrCCCAAAIIIIAAAggggAACCCCAAAIIIIAAAggggAACCCBQWODua2bYFceeY8dcdbbt0HeXwsdhx4UFCAAI+I4gACDgwiFrCCCAAAIIIIAAAggggAACCCCAAAIIIIAAAggggAACCCBQWODyo8+2e669xa6Ye4uttu6ahY/DjgsLEAAQ8B1BAEDAhUPWEEAAAQQQQAABBBBAAAEEEEAAAQQQQAABBBBAAAEEEECgsMAx3fvbm3981WbOn2eLLb544eOw48ICBAAEfEcQABBw4ZA1BBBAAAEEEEAAAQQQQAABBBBAAAEEEEAAAQQQQAABBBAoJPD1ggXWu/MWttZG69mY+6YUOgY7pQsQABDwnUEAQMCFQ9YQQAABBBBAAAEEEEAAAQQQQAABBBBAAAEEEEAAAQQQQKCQwJ9feM2GbtvXfnnQXnbYmFMKHYOd0gUIAAj4ziAAIODCIWsIIIAAAggggAACCCCAAAIIIIAAAggggAACCCCAAAIIIFBI4IEbbrdLjhhhQ8eebjvu16vQMdgpXYAAgIDvDAIAAi4csoYAAggggAACCCCAAAIIIIAAAggggAACCCCAAAIIIIAAAoUExp98gd1x9Y12yUM3RMsAkMoTIACgPMvSj0QAQOmkHBABBBBAAAEEEEAAAQQQQAABBBBAAAEEEEAAAQQQQAABBJoscOIvD7KXnnjWZs6fZx2W6NDk3LSt0xMAEHB5EgAQcOGQNQQQQAABBBBAAAEEEEAAAQQQQAABBBBAAAEEEEAAAQQQKCTQZ5WtbJW1V7exj0wrtD87VRYgACDgu4MAgIALh6whgAACCCCAAAIIIIAAAggggAACCCCAAAIIIIAAAggggIC3wDt/essO/eke9vP+e9iwS0d4788O1QUIAAj4DiEAIODCIWsIIIAAAggggAACCCCAAAIIIIAAAggggAACCCCAAAIIIOAtMGfmvTZ64Ek2+PwTrech/bz3Z4fqAgQABHyHEAAQcOGQNQQQQAABBBBAAAEEEEAAAQQQQAABBBBAAAEEEEAAAQQQ8Ba4ZsQlNvPSa+2Ce35t622+kff+7FBdgACAgO8QAgACLhyyhgACCCCAAAIIIIAAAggggAACCCCAAAIIIIAAAggggAAC3gKn9TrU/vDIPJvxzlxbcqmO3vuzQ3UBAgACvkMIAAi4cMgaAggggAACCCCAAAIIIIAAAggggAACCCCAAAIIIIAAAgh4C/Tr0s2WXWl5u3Lerd77skO2AAEA2UZN24IAgKbRc2IEEEAAAQQQQAABBBBAAAEEEEAAAQQQQAABBBBAAAEEEChZ4B9/mW8Hb/RL267PL+y48eeWfHQOJwECAAK+DwgACLhwyBoCCCCAAAIIIIAAAggggAACCCCAAAIIIIAAAggggAACCHgJ/O6uh+yc/Y6xg8462nodsb/XvmycT6ApAQDvvfeeXX311XbxxRfbhx9+aEOGDLELL7zQOnZMX+Ph008/tdtuu82mTp1qjz32mH3yySe2ySabWN++fe3ggw+2FVdccZGr/eKLL+yhhx6yyZMn2wMPPBCdZ91117VddtnFhg4damusscYi+3z99df28ssv28SJE+2uu+6yV155xZZbbjnr3r27HXbYYbbddtvZ4osvvsh+b7/9tk2ZMsVmzpxpzzzzjC299NLWtWtXGzhwoPXs2dOWXHLJfKWR2IoAgEJs7IQAAggggAACCCCAAAIIIIAAAggggAACCCCAAAIIIIAAAgEKXD/qCps2eoKdM+tq+3G3zQPMYevPUkMDANSRP378eBs7dqy99dZbLXqDBw+OggGWWmqpRUTffffdqMP+5ptvTtXeYost7JprrrH11luv5e86z/Dhw6PzpKXVV1/drr322qhD3yV1/k+fPt0OP/zwKFggLZ133nl27LHHWocOHVr+PGfOHBs0aFAULJCWFNxwwQUXWKdOnbzvFgIAvMnYAQEEEEAAAQQQQAABBBBAAAEEEEAAAQQQQAABBBBAAAEEAhU4q98we/K+39q0N+dYp2WWDjSXrTtbDQsAUEf+AQccYPfcc88iYpUCADSKXx35mh2gWtp///3t0ksvte985zumjvxx48bZUUcdVXWfHXbYIZpRYJVVVom2e+qpp6xPnz4LBSYkD6CR/TNmzLAdd9wx+tOf//xn23fffaNZCaolBT1oNoDFFlvM624hAMCLi40RQAABBBBAAAEEEEAAAQQQQAABBBBAAAEEEEAAAQQQQCBggQHr72gd/msJm/SHuwLOZevOWsMCAF5//fWos1zT8GvEvP5bAQFKlQIAXnjhBdtrr73spZdeiqbV1ywBOobSddddZ0cffXS0HEDnzp1t1qxZtvnmm9v8+fNNAQGzZ8+OthsxYoQdf/zx0ewCd999dzTC380+cMstt1jv3r3t3//+t5155pk2cuTIaB8tE6AggjXXXNPeeOMNGzZsWLQkgJL+f43o17T+kyZNijr2lTQTgYIQNttsM3v//fejwIUJEyZEf+vVq1e07bLLLut1txAA4MXFxggggAACCCCAAAIIIIAAAggggAACCCCAAAIIIIAAAgggEKjAP9/7wPZbt4dtvWt3O/naMYHmsvVnq2EBAAsWLLDPP//cvv3tb0dq119/fUtnfqUAgKuvvtoOPfTQaHsFC1x22WUtU+l/9NFHdvDBB9utt94a/f2qq66KAgnuv//+lhH6PXr0sClTpkQBAkqaUeCEE06IOveVTj755KjTX7MT9O/f3x5++OEo0EDH7N69e0vpzpw50/bcc8/ov7fffvso79pOwQSaRUBp4sSJUX5ceuKJJ2yPPfaIAhLWWWedaOaAH//4x153DAEAXlxsjAACCCCAAAIIIIAAAggggAACCCCAAAIIIIAAAggggAACgQo8/cDjdsZeh9u+pwyxvY87JNBctv5sNSwAIEmVFQCgUfmnnXaajRo1Ktr13HPPjTrsXdJU/xq1r/9TOuuss6Lt40EDQ4YMiZYP6NixY8t+CggYMGBA9N8u8OC1116Lpv/X/2666aY2bdo0W3vttVv2efnll61v3772/PPP20YbbWTTp0+PAgDiQQP33Xefbbnlli37vPfee7bPPvu0zETw6KOPWteuXb3uGAIAvLjYGAEEEEAAAQQQQAABBBBAAAEEEEAAAQQQQAABBBBAAAEEAhW46aJJNvXsy2zE9Etts59vE2guW3+2gg0A+Oyzz6Ip/tWhr6Qp/9XhHk9aEuCYY46J/sl15o8ZM8ZOP/306N9cUEB8n9tvv91233336J922mmnaDS/Ovi32eabm8z92/LLL9+ym5YMUGf+448/Hv2bOvNXWGEF23vvve3ZZ59tCQrQ8gYuffzxx9HyABr5Xyn/WbcPAQBZQvwdAQQQQAABBBBAAAEEEEAAAQQQQAABBBBAAAEEEEAAAQRag8CoAcfZ43c8YFNenm3LrvSfvtjWkPfWlMdWHQCQNotAVgDAY489tkhnf1YAwAcffBAFH9x7771R2eYJAMgTwJB1oxAAkCXE3xFAAAEEEEAAAQQQQAABBBBAAAEEEEAAAQQQQAABBBBAoDUIHPKTXe3zTz+zqa/Mbg3ZbbV5JAAgxwwABAC02vubjCOAAAIIIIAAAggggAACCCCAAAIIIIAAAggggAACCCCAQJMFPv34E+vXpVs09b+WACDVT6BVBwBoeYBDDz000hkyZIhdeOGFNnr06KpLANx///224447RvvssssuNnXqVHvxxRerLgHwt7/9LZoB4OGHH7all17a7rvvPlt22WWrLgHwySef2OGHHx4dX2natGnR9j6JGQB8tNgWAQQQQAABBBBAAAEEEEAAAQQQQAABBBBAAAEEEEAAAQRCFHjut0/a8N0H2d7HHWL7njIkxCy2mTwFGwDw+eef27HHHmtXXHFFhH3uuefaySef3AL/9ddf25lnnhn9n9JZZ51lp512mo0aNcpOOeWU6N9cUEDHjh1b9psyZYoNGDAg+u/BgwfbxRdfbM8++2wUFKBO+0033TTqrF977bVb9tESAX379rXnn3/eNtpoI5s+fbp961vfsn79+tnTTz/dEhSw5ZZbtuzz3nvv2T777GOzZ38zhYWWDejatavXjUMAgBcXGyOAAAIIIIAAAggggAACCCCAAAIIIIAAAggggAACCCCAQIACs66YapNOvchOvnaMbb1r9wBz2HayFGwAgIjjnfkHHHCAXXbZZdapU6dI/6OPPrKDDz7Ybr311ui/b7vtNtttt92iznl1zCv16NHD1OHfuXPn6L+/+OILO+GEE2zcuHHRf1900UV29NFH2+uvv75QZ76O2b37f268mTNn2p577hnt06dPH5s4caItWLDA9ttvP7vrrruif9e/KT8uPfHEE7bHHnvY/Pnzbeutt7YbbrjBVl99da87hwAALy42RgABBBBAAAEEEEAAAQQQQAABBBBAAAEEEEAAAQQQQACBAAUuHDzcHr75NzbpD3fZSj9YOcActp0sBR0AEJ+uX1PvKwBAo+q//PJLu+6666IZAjRqf4sttrAbb7zRunTpYs8991zUSf/aa69FpXTOOedEnfxLLLGE3X333TZ06FB76623oqCAWbNm2eabbx4dIz5d/+677x4FCay22mpRcID2dx39WmbygBmQAAAgAElEQVRA/60AADfjgM6jPIwfP9423HBD+/vf/24jRoywCRMmRHkYNmyYXXDBBbbkkkt63TkEAHhxsTECCCCAAAIIIIAAAggggAACCCCAAAIIIIAAAggggAACCAQoMGTL3vbhu+/btDfnBJi7tpWlhgUAfPzxxzZw4ECbMWNGVUE3wn6ZZZaJRvlrmv6bb7656j5aHkAj+zUtv0b5Dx8+3NRRXy256f+XWmqpaDPNIKAR/QoGqJTc9P/rrrtutMlTTz0VBRsooKBSUqCBlhTo1q2b951DAIA3GTsggAACCCCAAAIIIIAAAggggAACCCCAAAIIIIAAAggggEBAAl989rnttVpX23CbzeycWVcHlLO2mZWGBQB88MEH1r9/f7v33nurSu600052/fXX2/LLLx9tN2fOHBs0aJC98sorqfup016d/SuuuGLL37WtpuN/7LHHUvfZcccdo9kE1llnnZa/f/rpp1HgwNixY1P30fT9WjKgV69etthii0XbfPXVV3bxxRfbyJEjUwMHNGuBghMOPfRQ69Chg/cdRACANxk7IIAAAggggAACCCCAAAIIIIAAAggggAACCCCAAAIIIIBAQAIvP/mcHb/TAOt1xP520FlHB5SztpmVhgUAFJkBwJG//fbbNmXKFJs5c6Y988wzpo71rl27RjMK9OzZM3VqfQUcaFkAzTjwyCOPRIfabrvtbO+997b999/fOnXqtEiJavaAhx56yCZPnmwPPPCAffjhh6bR/rvssku0dMAaa6yxyD5aCmDevHk2adIkmz17djQbgIIFevToEe3z4x//uCVgwPcWIgDAV4ztEUAAAQQQQAABBBBAAAEEEEAAAQQQQAABBBBAAAEEEEAgJIHfTLrJrjx+lB03/lzbrs8vQspam8xLwwIA2qRenS+KAIA6A3N4BBBAAAEEEEAAAQQQQAABBBBAAAEEEEAAAQQQQAABBBCoq8C4YWfa/dfNsivn3WqrrrPogOu6nrwdHpwAgIALnQCAgAuHrCGAAAIIIIAAAggggAACCCCAAAIIIIAAAggggAACCCCAQKbAkdv/yt557c824525mduyQe0CBADUbli3IxAAUDdaDowAAggggAACCCCAAAIIIIAAAggggAACCCCAAAIIIIAAAnUW+OrLr2yvVbeydTb5kV1wz6/rfDYOLwECAAK+DwgACLhwyBoCCCCAAAIIIIAAAggggAACCCCAAAIIIIAAAggggAACCFQVeOO5l00zAPQ8pJ8NPv9EtBogQABAA5CLnoIAgKJy7IcAAggggAACCCCAAAIIIIAAAggggAACCCCAAAIIIIAAAs0WuP+6WTZu2Jk27NIR9vP+ezQ7O+3i/AQABFzMBAAEXDhkDQEEEEAAAQQQQAABBBBAAAEEEEAAAQQQQAABBBBAAAEEqgpcdcJ5dtfE6Tb2kWm25obrotUAAQIAGoBc9BQEABSVYz8EEEAAAQQQQAABBBBAAAEEEEAAAQQQQAABBBBAAAEEEGi2wPE7DbDX//CizZw/zxZbfPFmZ6ddnJ8AgICLmQCAgAuHrCGAAAIIIIAAAggggAACCCCAAAIIIIAAAggggAACCCCAQEWBrxcssL1W62qr/rCLXfLQDUg1SIAAgAZBFzkNAQBF1NgHAQQQQAABBBBAAAEEEEAAAQQQQAABBBBAAAEEEEAAAQSaLfCXV9+0IVv2th3362VDx57e7Oy0m/MTABBwURMAEHDhkDUEEEAAAQQQQAABBBBAAAEEEEAAAQQQQAABBBBAAAEEEKgo8PDNv7ELBw+3w0afbL88uC9SDRIgAKBB0EVOQwBAETX2QQABBBBAAAEEEEAAAQQQQAABBBBAAAEEEEAAAQQQQACBZgtMOvUim3XFVBtz3xRbd7MNm52ddnN+AgACLmoCAAIuHLKGAAIIIIAAAggggAACCCCAAAIIIIAAAggggAACCCCAAAIVBYbvPsief+xpmzl/nnVYogNSDRIgAKBB0EVOQwBAETX2QQABBBBAAAEEEEAAAQQQQAABBBBAAAEEEEAAAQQQQACBZgv069LNlvv+inbF3FuanZV2dX4CAAIubgIAAi4csoYAAggggAACCCCAAAIIIIAAAggggAACCCCAAAIIIIAAAqkC7771jg3cpKft0HcXO+aqs1FqoAABAA3E9j0VAQC+YmyPAAIIIIAAAggggAACCCCAAAIIIIAAAggggAACCCCAAALNFnj8jgds1IDjbOA5x9ruh+3b7Oy0q/MTABBwcRMAEHDhkDUEEEAAAQQQQAABBBBAAAEEEEAAAQQQQAABBBBAAAEEEEgVmHr2ZXbTRZPs3Nsn2IbbbIZSAwUIAGggtu+pCADwFWN7BBBAAAEEEEAAAQQQQAABBBBAAAEEEEAAAQQQQAABBBBotsAZfY+wp2c/ZjPemWtLLtWx2dlpV+cnACDg4iYAIODCIWsIIIAAAggggAACCCCAAAIIIIAAAggggAACCCCAAAIIIJAqsN+6Paxjp6Vswu/vQKjBAgQANBjc53QEAPhosS0CCCCAAAIIIIAAAggggAACCCCAAAIIIIAAAggggAACCDRb4MO/v2cD1t/Ruu7Ww0769ehmZ6fdnZ8AgICLnACAgAuHrCGAAAIIIIAAAggggAACCCCAAAIIIIAAAggggAACCCCAwCICT973Wzur3zDb/7ShttfRByHUYAECABoM7nM6AgB8tNgWAQQQQAABBBBAAAEEEEAAAQQQQAABBBBAAAEEEEAAAQSaLTBt9AS7ftQVdsbNl9um3bdudnba3fkJAAi4yAkACLhwyBoCCCCAAAIIIIAAAggggAACCCCAAAIIIIAAAggggAACCCwicM5+x9jv7nrIpr05xzotszRCDRYgAKDB4D6nIwDAR4ttEUAAAQQQQAABBBBAAAEEEEAAAQQQQAABBBBAAAEEEECg2QIHb/RL+/dX/7Zfv3Bvs7PSLs9PAEDAxU4AQMCFQ9YQQAABBBBAAAEEEEAAAQQQQAABBBBAAAEEEEAAAQQQQGAhgU8//sT6delmP92pm51+41h0miBAAEAT0POekgCAvFJshwACCCCAAAIIIIAAAggggAACCCCAAAIIIIAAAggggAACzRZ49pEn7NReg63fCYOs/0mHNTs77fL8BAAEXOwEAARcOGQNAQQQQAABBBBAAAEEEEAAAQQQQAABBBBAAAEEEEAAAQQWEph56bV2zYhLbPjUi2zLXXZApwkCBAA0AT3vKQkAyCvFdggggAACCCCAAAIIIIAAAggggAACCCCAAAIIIIAAAggg0GyB0QNPsjkz77XJz91tK676/WZnp12enwCAgIudAICAC4esIYAAAggggAACCCCAAAIIIIAAAggggAACCCCAAAIIIIDAQgKHbt7L/vneBzbtzTnINEmAAIAmwec5LQEAeZTYBgEEEEAAAQQQQAABBBBAAAEEEEAAAQQQQAABBBBAAAEEmi3wxWefW59VtrKNt9vCRt56VbOz027PTwBAwEVPAEDAhUPWEEAAAQQQQAABBBBAAAEEEEAAAQQQQAABBBBAAAEEEECgReDF3z1jJ/7yINtz2AF2wBlHItMkAQIAmgSf57QEAORRYhsEEEAAAQQQQAABBBBAAAEEEEAAAQQQQAABBBBAAAEEEGi2wB3jp9n4k8634yeeZ91679Ts7LTb8xMAEHDREwAQcOGQNQQQQAABBBBAAAEEEEAAAQQQQAABBBBAAAEEEEAAAQQQaBG45IgR9sANt9tVT86yVdZaHZkmCRAA0CT4PKclACCPEtsggAACCCCAAAIIIIAAAggggAACCCCAAAIIIIAAAggggECzBYZu29fmv/EXm/HO3GZnpV2fnwCAgIufAICAC4esIYAAAggggAACCCCAAAIIIIAAAggggAACCCCAAAIIIIBAJPDVl19Z785b2Hqbb2Tn/2YyKk0UIACgifhZpyYAIEuIvyOAAAIIIIAAAggggAACCCCAAAIIIIAAAggggAACCCCAQLMFXn/mRTu6e3/bdfCvbNCoE5qdnXZ9fgIAAi5+AgACLhyyhgACCCCAAAIIIIAAAggggAACCCCAAAIIIIAAAggggAACkcA9195ilx99th11+VnW/Ve7otJEAQIAmoifdWoCALKE+DsCCCCAAAIIIIAAAggggAACCCCAAAIIIIAAAggggAACCDRb4Ipjz7G7r5lhl/72JlvjR+s0Ozvt+vwEAARc/AQABFw4ZA0BBBBAAAEEEEAAAQQQQAABBBBAAAEEEEAAAQQQQAABBCKBY3vsZ288/7LNnD/PFlt8cVSaKEAAQBPxs05NAECWEH9HAAEEEEAAAQQQQAABBBBAAAEEEEAAAQQQQAABBBBAAIFmCny9YIH17ryFddngh3bRA9c3Myuc28wIAAj4NiAAIODCIWsIIIAAAggggAACCCCAAAIIIIAAAggggAACCCCAAAIIIGBvvfS6HdF1L9t5wJ52+MWnItJkAQIAmlwA1U5PAEDAhUPWEEAAAQQQQAABBBBAAAEEEEAAAQQQQAABBBBAAAEEEEDAHpx2p1085DQ7/KLhtvMBfRBpsgABAE0uAAIAAi4AsoYAAggggAACCCCAAAIIIIAAAggggAACCCCAAAIIIIAAAlUFJg4fY7ddeb1dOHuq/fAnG6DVZAECAJpcANVOzwwAARcOWUMAAQQQQAABBBBAAAEEEEAAAQQQQAABBBBAAAEEEEAAATu558H2wu/+YDPnz7MOS3RApMkCBAA0uQAIAAi4AMgaAggggAACCCCAAAIIIIAAAggggAACCCCAAAIIIIAAAghUFeizylbWuctqdumjNyEVgAABAAEUQqUsMANAwIVD1hBAAAEEEEAAAQQQQAABBBBAAAEEEEAAAQQQQAABBBBo5wLz3/iLDdpsN/tZv5529BUj27lGGJdPAEAY5ZCaCwIAAi4csoYAAggggAACCCCAAAIIIIAAAggggAACCCCAAAIIIIBAOxd4dNZ9dv5BJ9oh5x5vux26TzvXCOPyCQAIoxwIAAi4HMgaAggggAACCCCAAAIIIIAAAggggAACCCCAAAIIIIAAAggsKnDtmeNsxthrbNSdk2yDrX8CUQACBAAEUAiVssAMAAEXDllDAAEEEEAAAQQQQAABBBBAAAEEEEAAAQQQQAABBBBAoJ0LnL7nEHvmobk24525tuRSHdu5RhiXTwBAGOWQmgsCAAIuHLKGAAIIIIAAAggggAACCCCAAAIIIIAAAggggAACCCCAQDsX6Nelmy2zwrJ29ZO3tXOJcC6fAIBwymKRnBAAEHDhkDUEEEAAAQQQQAABBBBAAAEEEEAAAQQQQAABBBBAAAEE2rHA++/83Q7c8Be2zR472omTz2/HEmFdOgEAYZXHQrkhACDgwiFrCCCAAAIIIIAAAggggAACCCCAAAIIIIAAAggggAACCLRjgXl3P2Jn9z/KBowYZn2OPLAdS4R16QQAhFUeBAAEXB5kDQEEEEAAAQQQQAABBBBAAAEEEEAAAQQQQAABBBBAAAEEvhG44fyr7Mbzr7aRM6+0jbffEpZABAgACKQg0rLBDAABFw5ZQwABBBBAAAEEEEAAAQTaucAHH3xgN998s11//fW266672gknnJAqMmPGDLv66qvt97//vf3v//6vrbTSSrbtttvasGHDbMstF20geuaZZ2z06NE2Z84ce++992z55Ze3rbfe2o499ljbaqutMtUXW2yxlm20z5gxYzL3YQMEEEAAAQQQQAABBBBAAAF/AY3+1ywA096cY52WWdr/AOxRFwECAOrCWs5BCQAox5GjIIAAAggggAACCCCAAAIIlCPw2Wef2e233x51+t9zzz325ZdfRgceNWqUnXTSSYucZNCgQTZhwoTUk6ujXoEBhxxySMvfb7zxRjvggAPs//2//7fIPosvvrjdcMMNtvfee1e8GOVr3333bfk7AQDllDtHQQABBBBAAAEEEEAAAQTSBA7cYGdbstO37ap5MwEKSIAAgIAKI5kVAgACLhyyhgACCCCAAAIIIIAAAgi0MwF1yq+wwgr2ySefLHLlaQEAd955ZzQzgNJSSy1lxx9/vK2//vp2991327XXXhv9e6dOnewvf/mLLbvssvbGG2/YBhtsYAoy+Na3vhXNKPDjH/842lbBBkrf+973ou2XWGKJRfLw8ccf2//8z//Y3//+95a/EQDQzm5SLhcBBBBAAAEEEEAAAQQaJvD5p5/ZE/c8Ylv1/JktseR/Ney8nChbgACAbKOmbUEAQNPoOXENAo899lg0Gkijgv7617+mHunrr7+2yZMn2/jx4+2FF16w//qv/4oa6g477DDbZ599osa+eDrttNPs7LPPrpirZZZZxv75z3+m/v2+++6zqVOnmvKlhsApU6ZYnz59vK/wiy++sN/85jfRtX311Vc2a9as1GNoSlP9djUV6p///OdoutKf/OQnUeOlpjlNJl+L+P5lXZs3BjsggAACCCCAAAIItEuBzz//POrI79Chg2233XaRwQMPPBD9b1oAwOGHH25XXHFF9PfLLrvM9N8uaUr/uXPnRv/54IMP2g477GDDhw+3c889N/q3E0880c4777zo/1ddfPXVV7d33303+u8//OEPttFGGy1SBkcccYRdfvnlC/07AQDt61bN8z2a95vt17/+tR144IG5AJ9//vkoeCUtPfLII7b99tu3/EkBNP/93/+d67huo3p9jyYzkXf5DM38oW/rW265xZ599ln7xz/+YfPnz48ChEgItHaBPM8R37acIu1aDz30kF1wwQXRu1IBeD/60Y/s0EMPtYMOOsjiv9W83vV+jhR5LuRdSijrGvNe25tvvmkjR460e++913TuVVddNap/nHzyybbmmmsucpp//etfURvfTTfdZG+//XYUrPiLX/zCTj/9dOvSpcsi2//f//2fjR07Ntr+tddeM90na621lu255552zDHH2NJLMy12Vlm2lb+X+RxR+3La/ZZmdemll5rqw2ussYa99dZbmZy6N7VUl0/Kc21561ruvHrG6Vvhuuuui347esbpN6k2fNXl9f2RTLfeemu0j+ohn376qa288sq24447Rt8T+m2T/iOQ91nr+4yMG+e5L4rWOynL4gIEABS3q/ueBADUnZgTlCTw0ksvRR3jmo5TLwqlJZdc0tRAmJYGDx4cdf6nJU3nOW3atIX+pClA3QihtH3SAgAUENC/f/+o0z6e1DGfNwBgwYIF0bqjujZVhlyQwU477dQyAil+bFX0t9lmG9OapWlJjZ8KcognXwvtW8a1VSv6P/3pTy0fRB9++KH94Ac/sH79+kVBDGkfK74fRMlz/+pXv2opc43wUsWtXsn3A9p3vdpaKz71um6OiwACCCCAAALhCPjWtfLWL7LqzO44ClB9//33C4EoEFbBtbvvvrstt9xyUZCuOjWUKi0BUOlEW2yxhT3xxBPRn/W/P/3pT22XXXZpqb9rxL/q3S4p4EB1c6Unn3zSNttss4UO/fTTT9vmm29uqsPvtttuUUCyUlkBAD71yCIdPfqGGD16dHSN7733XhRIrCAJ5X+rrbYqVF55dpLXpEmTou+zF198MZpZYcstt4w6Q1yQR/I4vg2uPnZ58pzcxud71OebzScA4PXXX486eZJJHWIbb7xxZOtS3gCARnyPxvObd/mMP/7xj1Fn1quvvrrQ5eq+JQCgyB3MPiEI+DxHlF/ftpysd3SyXeuSSy6JOozVgZxMWuZG7+I8qVHPEZ/ngu9SQpWu0/faNACpW7dupnauZFJQloIRVRdxSUGHeg++8sori2z/3e9+1+6///6F6iLq8NT2v//971OzrACORx991LQv6RsBvTv17tH/KahM9Y+0pLqRgkJ/97vfRUGh6hju27evDRs2zPTbSaainZh5A0kqlV+9niM+AQATJ060gw8+OHcAQN7nic+1+dS1ZKnO+x49ekTlm5ZU59c9EA8CGDp0aNT5n5YUqKNj/fCHP2zXPzXfZ63vM1K4PvdFsjDy1jvbdSGWcPEEAJSAWK9DEADwH1lVeNW5rIYJjfbQi6Rz585RVJfWmcyKglPlTg0oLt1xxx3Ws2fPlv/WqBW9aKolNcjow520sIAa+k455ZRFWCoFAGjUumvIU5mMGDEiGkF0zjnn2DvvvBMdR52ualBwqXv37lFFvGPHjqZIxmTSufbbb7+Wf9YLTo1luleU1DipwAJ1Lv/yl7+MOrTzJOVT+U2mSgEAcpCHkkb9K+JSEcL6N1UilU81+K6yyirRNkUsyrq2Stf/29/+Nmp4TZvWdcMNNzSNXlFFyiXfD6LkeeWx9tprt/zzpptuak899VSe4vHexvcD2ne9WmWoloqP9wWxAwIIIIAAAgi0OgHfupZP/SKrc8FhaUSMptAvI/kEAOicqvspSPiuu+5qabRTXX/27NlVs6OGQdXh9V2nOrX+99vf/nbLPuoEUKOxAgP0naf6rAu8LSMAwLcemVUWyY6eG2+80bSPRj8l0+KLLx59C+t7puwkNzWgaxR3Mmnk1dVXX22HHHLIQn/ybXD1tfO9Rt/vUZ9vNn3LVerI0UiqgQMHRtlV4Mm8efNSs652HbVZxFPeAIB6f4/G85R3+Qx1hCl4R9srqXFd3+7qjNE3uX6ftSY12l944YVRR5mc9f2p7/ujjjpqkaAU37YcBWSoXUH3fqV08cUXR+cqO9XSruXbKaXvUv1+9WzVs3f//fdPbUsp+xpb6/F8nyNF2nJ82rX03FFHtO5TBWUpIEsjW5VPN6L3mmuuid4bWakRzxGf54LvUkLVrs/32uIzD+21115RsKB+I27Akdq8NCDFza7Qq1evltk/VcfQ+1CzMaiDVUltWfqtqU1TacyYMdFSR0pqs9b7Ru9wdVy7etcZZ5wRtYO256QZY6ZPnx6N9HaBoPKQbVoAgDoJ9QxLe26vu+66UUdvPKjCtxPTN5CkUtnV8zmifpC09mmXF9V5NeutOsg1G6/awbW99ktLmi3L1b01cE6zWlRLvtfmU9fSeTWzid5ZSptssokdeeSR9tFHH0Uj+d01aGYNBXwoaeCgBpMprbjiitF2qltrFjHNHqCk3+/Mme13Lfoiz1rfZ6TvfRG/x/LWO9vzs7KsaycAoCzJOhyHAID/oFaLrNWIZI0oUMdhpaRKmqugaZtkAECeyH4CANJ11Zihe1UNiXvssUc0xacqT5UCADSSXBU9JY0c0T5Kmn5r5513jv5/ddKrUdAlNSroBb7OOussMsogLVeKktZHu5Iq9KpUFplmSxVPNeQocEAfAqp0KlUKAPj+978fTUuqJQ1UuV9ppZWi7fWx5qYv1fRt7oOgiEVZ15bmpuACfcD87W9/i/6sGRQUGKOPoYcffjj6twEDBph+Ly75fhAlz6uy1hqwLtUrAMD3A9p3vVrlv5aKTx1eIRwSAQQQQAABBAITKFLX8qlfqL6jDsu0pCBOdcQqaVYn1d/LSD4BAJo1wI3Kd+fWNMbjxo2zTp06Vc3OqaeeGgUMK2kZgeSInyuvvNKGDBkS1cM1ClGdgmUFAPjWI5VHn46eN954I5o6XveHlkJT+ej7Q3VwzYKg9L3vfS/6vlBHUJlJjamuo1OdFWpA1WxjKlcFasjzueeeMzWwK/k2uBax870+3+9R32+2Svk566yzWjpx9J2opeySSb/H9dZbb5EG+LwBAPX+Ho3nN8/yGerA1ig8FxQhA90z6uAqK8lSgQRpo551DnUQKFDbJd+2nDyjKOsVAODbrlWkU0pu6njRbCL//ve/W5zSnptllFkef3ceLZOhUdZZA3jc9m4aa/23b6CH77X5PkeKtOX4tGspuEgDoJTUoaU2JSW939Q2pZR39sR6P0d8nwu+SwlVK0ufa3v55Zej57GSBnfpOeY6+uOdXm5GIr1z3eAhdaYq8MIt3aLgATdlujoY1S6mFP93zdCgkdVKt912W0vbpzpakzOV+tyvRQKJfEfD69pVT1RbnQZqqVNZ952WxFGbYC3PfAV2aUmc+PPJXX9aAIACPrUElGZX0Hm1PJSWkNW74PHHH4921fsrPljMtxPTN5CkUnk14jmSdm6NjHczNqn/o9KMu25f1UFWW221KJBPzyX9NrKWFPG9Np+6lvKj9nM9GxTcq7qTG8Spb5ejjz46yrr6D9SPoNS1a9eW8td96voTNBBQAQRKCgpREEGR5Lt8Qlbgr8tDcha2ei4Z4vus9X1G6pp874t4WeSpdxYpO/ZZVIAAgIDvCgIAvikcTeXopndUg4ceLoou1xryGkGjpMqDggDSkioQejHEPyCTAQBa/0nrNylpusa0EeK9e/eOIuhICwuooqHOfo16UIVBka+qyFUKAHAvUW2rl7xr7FMkvl70mlZUEf7xKbn072oQyzM6SNMOqnKo7XUuTbWYtk5QnnJUhV4j+XW/qZK67bbbRrulBQDEGxKSI0B0b/7sZz+L9o1HIPpalHltadevQAk3k4Jm11BQhpKiBmWgir/KV/+rylmRD6L4eeWrD6R4qlcAgO8HtO96tbVWfPLcj2nb5GnAcvvFG1Dix8qzDlS9G1yKXj/7IYAAAggg0JoEfOtaZdYvVBdVnVQdzOpwzjsjVpavTwBA2uxKaoDU6HYto1UpqaFcQb36xlC+FZgd/y7TSDI1BquRzwU3XHXVVaUFAPjWI3UdPh096kBVB4+SGrZd4LBG/Oq7RgHGSmrU3GijjbKKxOvvCv7VrAxKakh3Sw1oZJga5pQ02kqBAkq+Da5F7LwuwCyaEjbv92iRb7a0/KhRVfeivs8UOKGOobTgDDVWq+NHnVT63eleVcobAFDv71F3bXmXz4gHSact3edbdsntdc9rtjx9nygpIF3fpQpG12hnJQX263vUBfj7tuWoDUlTgCtp9ouf//zni2RbvwNN1V1mKpqNhbgAACAASURBVNKuVaRTKj6KUvek7kH9bnVNaqcoO/kEAGiqb72D8gYAuGmslec856ll0I7Pc0T58W3L0T4+7Vpqh3JLS6pNy3Vc6zgKyHLLb2g5n/hsp2nlW+/niO9zocylhHyuLX4PJQMhNSJfAU1KbpSxAhYVuOieFW4gk/5bs/a4oK9457OCGt2zSudTZ7mSggTcLKd67sSP5fub9A0k8h0NX2175VXX7QZH+eZd2yuwUUEQeoZrtiY9G92I7bQAgHh9TqPCXTCr6nwaiKYOVI381m9B7ZVFOjF9AkmqXXMjniNp5991111Nv0MlBVopqLRa0gw7xx13XLRJpXbC5P4+1+Zb19LsXe79pLLQfeBSvD1d94u7TgXjaHYwBYUoOMS1++tbQcGrCqDTNmmz2+a5b/MGALjlE/IGAMRnYav3kiG+z1rfZ6Qcfe6LuHveemeesmKbbAECALKNmrYFAQDf0McbH7SGjRvJr5e91pfTQ10P+rRpbfTgV4dick3xZABAvDFKH5OaWotUTCArAECNM+pQTnsRq1NZjShKepHrA0mVOE3no7T++utHEXyKelbSlGiKbned6/o3VbZV6VZSpV4vVE1pqZEsmkFAFUY3VaPPFWYFAKiCoihTJU07qnvMJX2wuQYE5dlNceVrUa9rc/mMzy6gmRzcqCn9Pf6R4ZZoKPJB5M6lctFHrKam0keVGsaU6hUAUOYHdNp6tbVUfHzuw+S2PgEA8QYU33Wg6t3gUotBa923yPSjmtJNnQKaIUUBOJq+1E27qoaHaqMn8wR6tFZL8l2OQJH1qmtZxzxreaZyruqboyiAT+/xSknvoVmzZrX8ucjImmas3V3kOeJrUeS+KLPsdCw9v9T4p2efGgjV2aYRydXSY489FjVOqq6iukZaKrLuea3X5lvXKqt+oVFubrY0NUC7UWu1Xo/29wkAcOfT71/BhRpJpjq/Gm7VmeFmz4rnS53S6gDUdvp+UEOgCw5322laWI2002gjHUeNymUGABSpR/p09KhB040GVMO4Wy5N16cRXWpcU1IDafLaaynDf/3rXy3r5sreBRromPPnz2/5JlZDshqUlXwbXIvY1XJN2rfa92iRb7a0/GjkoTpaldRppGdlMrlOMQW+a1Y5NdA747wBAPFj1uN7VMf3WT5DnVlao1lJAzL0na37U8fQvanOeBc0X6Qc1fHkOi7WWmutaG1olzSizy3xJ0/XWeDblqOAIwUWKFWauaFI3rP2KdKu5dspFf8+1zeC2iTqvf6x7zIZRaaxlq1voEdWeWT9vdntWmo/UjuSkuo+8WUTNWBG7VtKvoFh9XiO1PpcKFKPSCu/rGuLz6ikqfq1PJBLav/SIBAlzdipmTtvvvnmKEhISc8MBXG6FF8CIj4qWXUWBRipLdpNS65AHAX5qa1Z7wPtm7UEbaX7s0ggke9oeLVnuhlZ9QzSM1ZtD7oGBWkpKSjLjTjP+i0l/67nujrpFXylNlFZqE6olBYAEO9YTU5VH68jqd1fs2IU6cT0CSTxud6ynyNp55al2sr1/aq2cWdZKZ/qFNYAL5Xpd77znei+dDNblHVtZdW1lB+1f7kZUFTXcoE6lfKq5SBcMKvqI64O7XNt2tZ3+YQis7A1esmQrGet7zMybvrRu+/bd5Zf1pbsuGTVQaHax6fe6VtubJ8uQABAwHcGAQDfFI4+MF3UpF78LppSjYGqUOkll2ywcMXqporRS02ND24a82QAgKIP1diiipmi+WuZzijgW6ohWatWwVEl2K2NlVz3UplTJJwqH0ouklkN6iq7SkllpejZPn36RJtUi4Z1x9BLTyNtfFLWx0R8hHSyI0EVXAUfKLkGtCIW9bo25xAf9T5hwoSFAiXUQOum/tfvSoEURT6I3Ln0sXXRRRdFjfjq/HcNOPUKAKjlA7roerVZlX2f+6/StkUaUIqsA9XoBpf49fp2VmlfTQumqYH1EagOAwV1qfNAv3s9Z+JJH7GKelYUvzoNVBnVaEQ1visqWv9/PVKe4I349KNqeN9hhx1aRkQl86Qp+TS9sxqEXPIN9KjHdbb1Y+bpxFaDgjoK9FGo4CfVWXRfa0Rl2hqH9ZxysVp5ZEWtJ9/bRdYxj58/a3mmMu+drAj+5Hvbd2RNs9bu9n2OyNTXwve+KLPcdKybbropanh0a03r3/ROd8Gg8fNpDVZ15qhzR1OdKlWakarIuudlXJtvXSvtnEXqF1ojU1O3K6khrJYOumSeshqTqrm5+qC20XvbNb67ffQdoHefyl9lqYbfeOCvttO7T7PBKSkQwE3DqwAAN5uVOhLVyKZG+SIzuvnWI30DmCsZqQ6jUeZ61+j69b8KLCgrKfDaBV1o1HU8WEbf2O6bOM8UqpUaXH3tyri2ar8R32+2tPzIRjNOqN6oclEHaDJ4RXUwNcjrOa3vKHWWu+lwdcx6BAAUvTaf5TPiI4/TbNSeokZz95v0LU9ZatYLJY0S16wJLmn2Cxf8FR8R7duWo3Y2zSqppLpMtdlHfPNfbfsi7Vq+nVIKwlAHoX67sip7FgNfjzzLZMSPWW0aa99AD9+8JrdvdrtWfERvvG0m/mxWnvXs1QCFvKnsdi2dt9bnQi31iPh1Z11bPKg1ucyHBkvo20TJjeiPd7bruaR2PdeeGV/fXFOPx5e1jI/2T5aLgghcAFLeMotv5xtIVGQ0vNrZVY9R0nepaz/RNOxu9L2eoxpwVUbKCgCIz4Ty1FNPLbT8rwI01C6ppKAFLTFaSyemjpN1H/lcc9nPkbRzx7+pFdDuZq2olE99K7mlKbQElFs+1+e6tG2961o6h2ZN0sAx1X81ql91AtVXKyV93+m7wXX6695wfQW+11dp+yLLJ1Saha0RS4bEryPrWev7jIwf+5mH5toGW29qS3X6dmYAgE+9s6xya+/HIQAg4DuAAIBvCkcjExS1rGh5TRemaExVMFVB0+gepbQoMK1jrg9zPZzV4KMRE26apWQAgDplFW2uQAFFEGqEts6r8+hDQ9H9WevhFL2VahnRqY9rjXaRg46jj8q0l1stI/R8r6taJUCRhm5qxKwAADVIaYYHNeCeccYZ0QtcHzbqeNZx1Jnipp3SmphqLFCFILm2qO4NNb5odIIb7aQ8qCKr/fKmrErg7NmzW6YPrBYA4Bqti1jU69qcQXwaqGSEc/z+VwSmpict+kGkjkwFdchAa5uq899NaVevAIBaPqCLrldbpIE+7/2YZ7tKDSi+60DpXI1ucIlfn29n1dChQxdZF9gdT53jaiRxI2H0nNfSIvqQTEt6Tqkx1Y2azOOedxvf6Uddg56Orw4MdcopeEGVeBc4pYYItz5ykUCPvHnPs51vp7c6x/WuVkeOnv/qbNBzQgGAWmMz+Q6u51ppea7PbZPViZ023bXbV9ekd5lrbNK/13vKxWrX5rNedZF1zOPnzrM8k085VNtWDQGaLUOj5dV54Ka0Tj5n3Egc35E1zVy72/c54mshI5/7oqwyc8dRR74aqNwyXnr2qZFVdQaNtoqneGNf/N8rBQD4rnte1rX51rXSzutbv9DU5Bo5qHqX1rx1UwqXdU1ZjUnVzhMvh/g7TPuo0VplrneCOrMUDOKmz40f043+z3M9RTv7fOuRvgHMlfJ+6qmntrzX67F+t54JqhupPqR3ksxdHSkeHKBnqJ77lVK1BldfuzzlmLVNtd+I7zdb2rnUwO4CTVRPcUHS8W3dsg6ajUKjd/XdWe8AgCLX5rt8hurGul+UdD26RzUD1bhx41qeLQpKzZqlpVoZug59baPGcY1GffDBB6PvRqXkiD7ftpz4mrP6zlPAsNqO1MmlthRdk1teIOte8/l70XYtd46s9oh4UKDe3ZpZRJ2Frt1D03Zr2csyg4iqXX/eZTLix6g2jbVvoIdP2fi+a4u05fi2ayloSDOgKum7SIMn9F2stb1dQJ/+5rvsQdZ9VOQ5UutzoZZ6RLzssq4t/k6tFgDg3rd6tymAUL8tJT0fhgwZErVRurLRv8fb/zTQR4HEkyZNSr0FteSmBrWpbbtI8g0kKjIaXqPDXSCtrt0FZSl4XQMnlJIzhha5FrdPVgBAfEBI8n7Xd4JrF3YzldbSiak8Zd1HPtdadvt48tzqJ1H5qF1IQXMKUska0Ohm09F2CmTUPV4k1buupfYsDeJR+5BSctaOtDxrpgC3jJbeJxpsVnZfju/yCdVmYWvEkiFxp6xnre8zMn7se6fMtJ/t3TMzAMC33lnk3mSfRQUIAAj4rigSAODb4O4zXWmRaUbL4lWDuF76mvY/mRSFqBdB8iWnNenUUKRGDI0SUkWrUgBAvMKalmd1KOmjtuxUZESn8qDpvtRB66aKdPlKi26rdYSe7zU3IsJReVJjsKZ3ciPA3BRUmkZKHy1KahB0DQX6b0UCulkg9OEU73TJus6sSqDviIsiMwDU69rctauyqKAXfeiokqSXvyrjanA588wzW4jcx1KRDyKVmxpz5amADnUCvfLKK3UPAKjlA7roerW+DfRZ96Dv3ys1oPiuA6XzNrrBxV2rb2eVGkM0ylHJTbmn57umq3PryqnBVlH5Shrhrwq8kkbY6b/VEK6IVE3fp6Qp81ywmW8ZVNveZ/rReCO8Zs1QwJMbfRCfflC/LfeBVCTQo6zr8+30ViCbAhpU3mnJravm/lbvtdLyOmR1YsfXw9RSRQpgVECaRoi4d5MazdUw62ZuqPeUi9WuzWe96iLrmLtz512eKW85ZG2nRn03UkDvfb3/qyXfkTXNXLvb5zmia/a10D4+90VWWfj8XYFNCuTV712dFarjalRPpaTRnPp2UgeOggPUMKlnSqUAAN91z33yXm1b37pW2rF86xca3ePWb1ejs563ZaasxiQF0anxS0nvKLf2tv67d+/e0aw9Snr3uinV1eCsUbkuwE2/SzW6p6V4g3TWdRUNAPCtR/p29KTlW995u+22WzSKRnUUfbcXmb0gyyQeQKGOW9WZVF9XALYrt7TA7fhxqzW4+tpl5TfP3+s9Kk33pqsbKmgsOVudvm30narG69GjR7ess1vvAADf71FZ+i6foUB6fUsoqY1G9RoltU+o88FNS65OBTcDXp4yi2+jGT80qlN13GTSWvZq0I+vee7blpMW3B0/j5bs07NC74+yU5F2LZeHrPaI+JrklfKtzhTNfFl2h0ja+fIskxHfL2saa99Aj1rLrtntWnr2a9Ro1vTVvkuYZt1HRZ4jtT4XsuoRecsy69qKdAzru03vYvfcS8tL/PtC71A326jqrXoHqq1a38duuTEF4sTb1/Jen7bzDSQqMho+PkuK6nCqf7klAPRe03ernvEasFVGygoAiL9zqwUAuPbwWjoxdT1Z95HPNdf7ORK/VrVraamxaike4KP2Qi0bUzTVs66l55/6dDSQT0ltfPrurZbiQcUKFlc9LT47ZtHrjO9XZPmEarOw1XvJkOQ1Zz1rizwj3TmuO+dy2/v4QbbUt5eqOgOAb72zjHLjGGYEAAR8F/gGAPg2uPtOV1pkmtGyePXxoMYdVTaSSR/cmupHH9Qu3X///VGkmJKbBkgjCNMCANQ4qIYxfeQpClOjJ/VBqYqepixzFT3ftbXyXLvviE4dU6Mv1CHl1r9TQ5BejGpkUAVTDUQu1TpCL881JLfJapTUKH0Fk6gxV9NaxlO8UUR512iTakmNhLo3lBRhq+i5+BqayfWh4pF66uhTg0zelFUJ1ItbDRJKKge3Zpb+Oz7tljq9NQJZydeiXtcWN4hXICvZxNdK9P0gco2AanSQg0b/x33qNQNAGR/QPuvVyi7rt5D33iuyXVYDSvyYWZVAbdvoBheXP9/OKv0GXce97k2NFFXS81KRzkrxaWzj09IqmMhNk6kOJ70H9M7Re0Gd6a7DvUh5pO1T1vSjuk7XKRZ/9hQJ9Cjj2nw7vRUBrAZjjehXUseUgp3USab3sXvvqxFY/67U6LXS0lzydGLHp/pOTm0dX4tRQVYKUFNq9JSL8WvzWa+6yDrm7lx5l2cq437UMbROsFtqQcuZ6D1XLfmOrGnW2t26Bt/niK+FzuFzX5RVZjpOPEAr3jFc6RxqIFdnjeoVqmNUewcXWfe8zGvzrWslz+1Tv1BnnJay0XtNzxc14JbdqZVVj4h3Duu7Rc8PjTbSjGyuMU/BUJqxTKOk9e5X4Leb+lv/f1qDpqZc17O0UtISAIcddlj0Zy01oHdH0VRGPVLnrhTAnMyX6jL6ltW3ktZlfeihh6L11euRNO2/Ojw1m1w86T5z38HqyFVjf1rKanAty87n2qv9Rop8s8XPHV/qQJ0SakNIJjdzispO3z5uBjw3a4C2V/CjRllWu4eTxy37e7TI8hn6rbo6mwsad/mMBx+rPqj3Y5EkYwUHzZ8/f5Hd9YxQJ49bxqRIW44CxDRQRM8YPb/UjqJZADSdteqlSrqv1f5UdvJt14qfP6v8FaQff1aq00EBcQpS0ehx93tWh4p865nyLJORPH/WNNa+gR61Xl/Wu9a3LadaftLatbS9fmu6R/Wu1O9B704FZ+le1ew+6oBVoLhPyrqPijwja30uZNUj8l5f1rXFO+cvuOCCKDjbpXidQbNdulHE+ruOO2LEiGimWHXm61mnGZXc/vHvPI3GVrC+tlPZuMA9zUyr9gW1hRYpt7iBTyBRkQ49/X61n5tZMH5u1SF1j1RbpjVvebntsgIA2uoMALr+Wp4jej6ojq92Sv0GFQyk52S1pPYxtzyWggFUXyma6lXX0v2npZPcgAm1cSl4xtWl0vKrutbAgQOjerZmStFvttpSAUWv2Xf5hDyzsNVzyZDkdWY9a4s+I7/68iu7/Jiz7fCLTrWOS3WsGABQpN5ZtKzYb2EBAgACviN8AgB8G9yLTFfqO81oWbSK2tIL3z3Ida3qLNAHjmvEjY961NQ3Gr2g0Z766NT2SpUCAKrlM954r4q2Kn1lpSIjOnXueKO7IlE1Cq/SFHW1jNArep1ZH0rx6bzVGKmKipI+SNXIrApxnnUmtU98uhy98FVJiH84ajSwgiNcigcAaKSYomHzpqyPiXiAjBrR9HHgUvwlp49wN9LJ16Je15Y0UDCFZrzQ6BV9sCi4SL8n10gb7yjVvnk/iFQx1QwDWk9MHwz6qFBSZ7Uah12Sj0aTuClI85ZR1nZlfUBnrVfr8pH1W8jKby1/z2pAiR87qxKobRvd4OLy59tZpYZWNZbrg1vPF426VlLjsz6u1EiobfQBXi3p77r39VzS9hqJlDWVmm951TL9qN7Hyps6chSopk4T3W/qJHcdycn85Cln32tI296301uNuBrlpaRpFd0afvrv+NqK8ZESjV4rLe06a+3EVjCYe0/of/XeUGr0lIvu2nzXqy66jrnP8kxl3I86hmbH0j2jpGWePvjgg+g3o7qTgkpUv9NocJd8R9ZUyme91+7WeX2fI74WvvdFWWWm47g6kp7Bqs8qeEMNnqorai1QNczGg16T5672Di5z3fOi1+xb14qfx6d+ISdXx9J3kxzLTlnvF/0W1MCod3paUoOeOkNdnT0e2FItrzqmm/UrbbsyAwB0/LLqkZU6etw1aHSb3uWqe6ihXQHNGgVaz6TOCr1z1SisOpDeUZplz3VYJ9/PLi95G1zLsstrUO03UuSbLX5eLUPhZpJSJ7J7v7ht1M6SdzrdrHs4eb1lf48WWT5DwSAK0lRS0Eh8Sb14AIBGmetZ7Zt03+scek7r/tcADnVYaFSy7kMNElBbgd7jWTNi+LblxOuk22+/fRR4U2bybdfyLX911sWDHN3yOTqORhurvqOkpQDclNllXl/8WHmWyYhvnzWNdZFAj1qvLetd69uWUy0/ae1albbX0qYKdlTSfpWmmq+0f9nPEZ2n1udCVj0ib1lmXVt8Onx13isIwKX4b0TfeVp6tFpyAcAKOtWsP+r4132q+0a/PX1nuOVS3HE0GtnNkhJvC817fW47n0CiIqPhFQil53m8TdOdW9entvi0JdV8r8NtnxUAoIBIDfJTin8367/j7fxuAEjRTkyXn6z7yOc66/kc0XIMLlBNszRotqxqSTMQK+BNyS1N63MtyW3rVdeKL+mpIH69/6stXaO6mALe9PtTcI3etWW3Jbtr910+IWsWtnovGZIss6xnbdFn5CtPP293XzPDhl5yui3ZccmKAQBF6p213KPs+x8BAgACvht8AgB8G9yLTFfqO81oWbRaV0+jsZTUMRhf81MvA9eY5Dol1RniOupVoXNTz6lioOAAJa3XpM5z/V+1FJ9OWksIuHyUdW2VjlNpRKc+hFWx1IevPjhefPHFlg6utGPVMkKv6DVmVXDiFTS3RpPOpVFArjz0kS8DpXhHZnydLr0o1biiiLp4RTBeZmpIjK+PFl8CQDNgKC95U1YlUJX8lVdeOWoIkYE65tysFPEOYzXEKqJYydeiXteWZaBGO91vuv9k7hp9qu2X9kEUnwI065x5RmlmHSPP34t8QFdbrzZ+zqzfQp78FdkmqwElecysSmAzGlxcHn07qyp5xUdrJdcNdfvog0gdg1pqRqNN3Uem3ikuWKVIeVTap5bpR5PTdiq4QcFuboR82jmzyrnMa6t0rEqd3pW217PSNczER2k0eq20ZP6KdGLrnaDGas0moRliNFJEKdn43+gpF921+a5XXXQdc5/lmcq6J5Mj4pLHVQeC6pLxIACfkTWV8lnvtbt1Xt/niK+F731RVplplJvqVNWSRnVoenKNAk9L1d7BZa17Xtb16jg+da289QvNoKL6mzzVya6OzyzXIteU5/2iAF/VvdVRoQBTBYVqSRvVzTXbg2YaciketFAtP1mdp2UHAKTlpUg9slpHj4JiFdiuOrcCD9WoqQ7nZiTNlKZRpkr6Bta3cDzV2uBaxC6vQ7XfSJFvNndevcfVqKxniEbdqbM/OUOU7u349PS13MPJfcv+Hi2yfEY8gCU+O0tyCQDVlfQb901apkS/ESV1wKkjziW31Iv+OzmzUtp5fNty9B3v8qzyVWBMmcm3Xcu3/OO/2WTblWYBcLOI6H/1+6tnylomI3lu32ms4/v7Bnrkve6sd61vW45vu1ZaPtX2paX5XnrppWiWuueee65lGY6811X2c0TnrfW5kKcekef6sq4tPvOkOkI1S6D7ro4vV6S2A323Vkrx35ruA9VvXFJQlJtJRPVUNwuh2qs1UE0pbTbUPNenbXwDiYrMABDvcNf++ibXt6yCAtQWKDMFYJYVnJgVAKAZAt1ocDfDr/OKt/G6WXuLdmK6Y2bdR3nLStuV/Rxx51Z7uOojqoeoPNQ3oKXTqqX4O0hBJBroVUuqR10rPgBE16P7vVqwn4Jk1Uek7wwNLlTgnhtYUcu1pe3ru3xCnlnY6r1kSPI6sp61RZ+R6vxXEMCwcSOigVe6P9OW4StS7yy7HNvr8QgACLjkfQIAql1GWoN7kelKfacZLYtWo7XculfJNfb0oNcacEpumjmNBlLlJCupwlxtHSftH58GNrmefNbxff+eZ0Rn/INYDTKKGtUUbnqxKNBBH8ma9saloiP0fPMe3z6rghNfr1qVY43qVFLErasou7Wb9O/xwACN5lUjoRrpVcnWyAIlRS+q804VH734NXrcdVLrQ0sdfqoouiUg1Pipv7vRwXmuN08lMF5Z0Ye1Xm4aOa+ZBnSv6QWohiM3FZGvRb2urdr1q0Fa975be0mNqYMHD65KVumDqNrURskDNiIAoNoHdJH1apPXkPVbyHPfFdnGtwElqxJYLQ/1anBx5/TtrErLqxpp9WHo3iPx50t8+7S1MONBR0XKoto+tUw/mpZXBbbp91lpqYJayrnoteft9HbH16hDvef1waCOR41U0shRBVOpgUvTVys1eq205PUX6cRO66hVA7dmW3Ez4eg8jZ5y0V2b73rVRdYx91meqeg9l7afRg3IWZ38aqBUWahjQsGiut+UNMrVjejUf/uMrEk7Z6PW7vZ9jvha+N4XZZVbMvBADTmqU2lGAo1w1P8qaYSIyjYtZb2Dy1j3vKzr9a1rZV2by1f8uyHP2pllXU97OU61emSRjh4FaKjTTFO4Kmkkl0Z0NSOpAVUN/XoHK/hc0/+rQc+lWhtcy+jEquaS9Rvx/WZz54rXe/V9pw5pnxRf7k51Hs1w4pPq8T2adv5qwTMK4FHHmQKM9C0ty1VXXTW6X5966qnUd6rPNerdrOBbpeR6xm72Jf0tz3J+vm056vDX/a6kNiU30MAn/9W29W3XSh4rq/zjUxOrvqMADZfiAQAaRDN37tyyLmuR4+RZJiO+U5FprOP7+wZ65L3wrOeIb1uOb7uWy6eex/ptqQzV9qlgYiV1HMVnUcx7XVn3kY7j+4ys9blQ1ndqnmuLL8OmupFrG3ezXSogUW2L8aSR/JqpSN+2Kkd1tirp2adyiQejqq1s/Pjx0d/V7qf2TrU9q7zc0kb9+/ePZrcqknwDiXxHw6vurxnplDbaaKOWpWf132p/VQCKUqWZgYpcU1YAQPydpJkHNPJdSd8DMtb7SDMuKABPv9uinZgu73nuo7zXWfZzxJ03PmONZttxbeOV8qW6pWZSVpuyZqLQ8k/VRtXnub6sa/N9jsT7nPSb0dI1abO9KVBWQQEPP/xwdD+6Z6KW/XJLQcfzX9bssr7LJ+SZha0RS4bELfI8a4s8Iy87eqRpGYAjLz0jCjqvFABQ6b5qRNB2nnu6LW9DAEDApVs0AMC3wT1OUG26Ut9pRsuidQ3tOp5eAJqOUEkPeXV668Wl5KYC0gdpssKWlhcXABD/UFKjsKYrc0mR065illwjqqzrc8fJM6IzXpmsdH490DXDg1LREXq1XFtWJUDHjo+IT54rOWpff49PAZTcXlOTq0FbHbYuqeFYL37XQBzfRxVDNVqpgc0n5akE6p7UaCS3Bnny+Gqod2uRur/5WtTjvfUfyAAAIABJREFU2pL51AecKpD6X3X8u8AMVSxll5wK3eeDKM08XkFXObrGI5/yybtt3g9o3/Vq086f57eQN995tyvSgJKnEljp/PVqcHHn8+2sSstnvCzVmK2Gk7QO9PiUfO44Xbt2jUbf1WPEZCXTvNOPqlKt346i8t2yItWWNqmlnPPef8nt8nZ6u/1UNvFZfvTvCqbSfZacTreRa6XFr6toJ7Yi7CdMmLAQkUaXqbEp/j5q9JSLWWVbbb1qn3XMy1yeKSvPef8ebwhRgJ6bbtt3ZE3yfI1cu7vW54jbv5JFpePnXcc8b1kkt1MZxH8X8Y6y+LJKeja7ztLkMbLewbWue1702tx+vnWt+Pmyrk3bqow00kyzWSips0edPqEnt6Z42ns6hLznrUf6dvQoKEkBy65zQP9/fC1vd+3qZPBZM97HTN+8avhXg+qDDz4Y7apGPL331HHpUtEG17x2PnmutG3Wb6TIN5tmiVJDtOra6vhWm0vekf4un40IAChybUnHrIZYja7UoAPVRZNJIxI1sKHS7CxZ5atOaxf4otkB3WAP7acOJxeU7tpmfNty9M5Qp52SpgrWb8+tK6wZStxgCq05rAEEZSbfdq3kubPaI3Rt6kxQuaiOqWBNF7gTn95cbUoq43qlrGUykuf1ncY6ub9voEfe6856jug4vm05vu1aOse+++670JINKlMNlnAztOS9Hrdd1n2k7Yo8R2p5LpT1nZrn2vSeVX1IM+0kk9oK1f6QHEGs35KbWdbto5H9eh6pUzWe1AapDkrN0pCWtL3quUVmSNHxfAOJfEfD613tRvar7eT2229vuQyNsHczGpQ5k0hWAIDev5rRSgPg9LtU+47aBtS+6pYpUICem2FPGS7SienzG8n7u6vHc0Tnjg/0VButC8yolC89LzRQS0n/v/qbak1Z1+b7HFHdynXmV8ub6hj6TtQ1ZwU+6DhlDC7zXT4hzyxsjVoyJG6Z51lb5Bl5TPf+1mWDH9rQsSMyZ71IK9usemet9yr7mxEAEPBdUDQAwLfBPU5QbbpS32lGy6LVSG+tU6akjzNFhSsiUR9oqpwp6UNHI6vVqV8pxafoUqNMz549o001XbYqYZpWX0nryGu0qCoSrgKhhmFV+tzHYlnXFj9OnhGdyTJQx4+i2VTx1FTZzkgNEhpdX2SEXq3XllUJ0PHVKKlOD40UUAeWXvLrrbdeZK8P/rS1tjV6d8yYMVHnuhrpdX3q5Nc96yJU43nXB7Bebvpw13R+aqBRxVJmRdYDyvMxofOrUqop4nXfqhFN96w+IDRKIW0dxCIWZV9bsswnTpwYLb0QT4qO1m8ubdYEnw+itPurkQEAeT+gfderTbuuPL+FWn9vyf2LNKDkqQRWyme9GlyyXPJ2VsWXa9AzRh/b6uivljTaR9flZiep9yiZZF58px/VDDBqwFRjn/43rTFD56ilnLPKo9Lf83Z6u/3jnevu3xSZrmd/PHiq0WulubyU0YmtkQmqu+h9p+eMgtg0stI1lDd6ysU8ZVttveq865iXuTxTnjzn3UZTC6ojVkn1SNUnfEfWxM/VjLW7067V9zmiY6RZVHPMWsc8bxmkbRefGvw73/lOVO+LJ/2bggKUKq2hmucdXHTd81quze3rW9eKnzPPtakxUKPalLRWsFsyrYy81/MYCipVA3yoAQB565Ey8unoiY96quabtexBLWWj79x4QI3eSxrxmBxNVbTB1ceuluvQvnl+I77fbPH3mDqJk0F9efLciAAA91z0+R5N5j1PQ6zaSjSyVN/Ieh4rOEIdv+qYUd2maFI7ht7FbqZGTf2sUXdqC1Bnj5KeD/p+1Dd9kbac+Exv6qjTe1/1Z80w494tCgDea6+9il5G6n61tmvlaY+IT5WtNi1dm+qZCpiQqdpZNGJ54403LvXa3MHyLJMRP3Heaax9Az3KuLg8z5EibTm+7VqasUiBMJoFU+8ABXAkA6N9rjfPfVT0OVL0uVDWd2rea9P3vp5f+vbUe0/tA7JVW2HaNOpq79Kso5qNTh3fCubp27dvxfZnfeNp8JraabWv7hO1OSvQXZ2vqscWTb6BRL6j4RW4oDZmJQXa6jvJzVaj9nHVbZTKDJLKCgDQ+TRQT+8YdZomk8pMga7f/e53W/5UpBPT7Zz3PspThvV4jugZ4gIz9R5UGVerN+u9pqAwfU+pz0Q2aSPr81xPfJs81+ZT1+rYsWPLss3V8uICAOIj8qttX0YAgO/yCXlnYav3kiFJl7zPWp9n5NcLFtieK29pex97iO19/CG56uBF6p2+9yfbLyxAAEDAd0TRAADfBndHkDVdqe80o2XR6gWvAAA3fXvyuHpJaL347bffvuopKwUAaCeNLlTFWtPhJJNepJrCKT61flnXljxO1ohOre+sdWeUkksSxNc+Un5dB67PCL16XRfHbV0C6tDRVLuaTksjoDW1eLUZE3w/iJIajQwA8PmA9lmvNq2E81SIy7wz8jag+FYCm9Hgksclq7Nq8uTJ0XNbH9yKGNeHnFt+I8/x442DWrNPH/2NSEWmH43PXqBoYzeSKZ7fvJX9elxjVqd38pwKyFPjpOozbvSE3vP6yFNq9FppLn9ldmLHRwy5dWybMeVinvKutl51cv9K65iXuTxTnjzn3UadDHJXUmOIGud8R9a4c4W0dneR50iaRTVHn/sib3m47TQi0z2v9axPjqKKBwDoeaFvgWQq+g7OWvfc91oqbe9b14ofJ8+1afSWRnEpaWS3ppttDSn0AACfeqS883b0xKcJrVZO9QwAcKPrNP2xRv2p/h9vTHf5Ktrg6mvXGu5X8lgfAQ0SUCeT6vBpSb8XrUntkm9bjmZGUYeTguXSkmaBVDBw2anWdq08nVIKDNa1uSWOktdQz+XNdC7fZTLyTmNdJNCj7PLjeAiEIFAkkMhnNLyeuwoA0HeNktoDFYjvlk9zA+cUBFdWG3meAADlRZ38agfQ802zAqhTW8u4aar5tEEePp2Y8bLN86wN4V4gD40R8F0+wWcWtnovGdIIoTf/+KoN67a3DT7vBOs56FeNOCXnKCBAAEABtEbtUjQAwOXPp8G9lulK805XXIubHqAagaAoqmeffTYaNacpk9QIoimPk9MxpZ2rWgCAtlfDr8zVyTB//vwoKlMjP48//vjM4IJari1t30ojOt36VNonOc1PfLr/5Jp4eUfolX0dtRzPBWOkdWTVclz2RaCtCuRtQElef1bHcKgNLtU6qzRqR7NWqKFNo+I18t935g99TLolYbTGowKwykq+04/GpxJWp46b/Ub5iU/FpwjiSo2ZWeVc1rVVO05ap3e17ePXHV9nsNFrpbk8ltmJHZ+dQo0WGnXWjCkX3bUVWa86WXbV1jH3XZ6pzPtRdUQFqilphL4b9aZ/03NBdUyNOP7oo4+iURG+I2t03Gas3e37HFE+fS3KuC+KlqUL8lIgroKw3Gik+BIA6667bksDZfI8eTrJk/tkrXte9FrYL79A6AEA+a+ELduCgGb+UdJsgG0tuen7q82g2MxrVgfMJZdcEtXh1dGjzh21zSgwQJ1FyeTblqORkJo5TbMSatS6plVXsK86tBT8Uq9ZSGpp18rbKaUOOo0+dtemIDnNBKORx2l2ZZVzkWUyfKax9g30KOu6aj1OW27XasvXpjZnPftVnwwpFQkk8h0Nr1mj9KzQ6O20pNl0tQRhaDYhlVPZedEMLvq/tKDnss/F8RYW8F0+wWcWtnovGdKIspx9/W02dugZNnTs6bbjfr0acUrOUUCAAIACaI3apdYAAJfPrAb3WqcrLTLNaKMMW/N50kZ0xhti9QGkRmqX4gEA1daB1vaVRuiF5KWPCf2fpn9ua0lLHqhRoS02JqnBQUEbfAw0/q71aUCJ5y5Px3CzGlx8O6t0Xapwa3o9PT86deoUdaom1/HTdpoKzU2/p84/RbW76e30savOJk1DqqTRp2nTAdZSyj7Tj6pjUlPz6tmtpJF5vXv3joLhVH6u0z8Z/OVbzrVcT5590zq9q+2ngD/XWauRC2oEbsZaaS6Pvp3Y8TJWp6WmmXVJ5aeGEyWtd6vp1Jsx5aLLj+961W6/WtYx1zGygjPz3FdZ28TrwQoe0braajxR47ib/l/LD2nEoZLvyJpmrt3t8xzRtflaFL0vssokz9/ja5ZqZLJGe+q5rmfeP/7xj+gQeqZoxqK0lDcAIO+653nyzDa1C7TVAAB1+un/0pY5q12NI9RLQAEAKre22OCubzZ1/rs14utlyHHbj4DvMhm+01hL0jfQIwR92rVCKAX/PIQaAKArKRJI5DsaXrOJjRo1yjQQQkHHWgpUQVKazUeBUiHWZ+Si9hK1AbW1pM5/1Una4rWFXNcqsnyC7yxs9VwypJ6/A7WZ6rkwafgYu2P8NLv4wRts7Y3Xq+cpOXYNAgQA1IBX713LCgCo1uBexnSlRaYZrbdd8viqCNQrirvotRQZ0alOOI1qVVLnv/7bpfgSAGq8VqN6Wqo2Qq/otdRjPz6U6qFa/2OG/KFU69Wr8qcKd4gfO0UaUJxHngCAZjW4+HZWPfzww6a1aRVko6Tp6pJr1+rf1bmvkb9bbbWV/e53v4u23XDDDaM1FRUMoI5ArWGopHX+tB512cl3+lE97zUlqVsTNZkfdZDfe++9LUEMyb/nLedar9O30ztexmeeeaadfvrpLVmI11/i77xGr5WWZVKpE1vr4GqaWqXlllsu6njWmp16/2tUlpKeKRp5pmtqxpSL8WvzWa/a7VfLOuY6RiMCAPRxqueApo1MS5ruWqPq3JrFviNrmrl2t+9zxNdCXkXui6zfTN6/q4FRs1ilJQXRaOabSu/kvAEAedc9z5vnRmzXlutabTkAIB542Ij7pFHnoFG6UdLlnqctBwC4NaJD/GYrtxQ5WmsQoF2rNZTSonlsy3Wt1lki2bnWtzR1rWyn0LYIOQAgNKuQ8uMCAE7uOdBefvI5mzl/nnVYIqwZU0LyanZeCABodglUOb9PAIBvg7tO6zNdaZFpRkOi1RRvrmE3lHwVGdGpjwd1XLmpbDUjwLbbbmt33XWXTZ8+Pbq0lVdeOfq7IrFcqnWEXjPM+FBqhnrt52zLH0ohBwDUXnJhHsG3s0qd//fcc0/mxYwcOdJOPfVUU+eZlpLRMgdpSZ2ymkFgvfXqE8nqO/3oq6++Gk2H+uCDD5qC79TBpUh8re2s4IVqS6Y0KgDAt9NbQQtaT1hJI9E0EltTvOq9pTX+XMDDnXfeaVoGRym0tdIqdWLreaj7S9MopiWVl5Y3is/m0+wpF/OuV+2up5Z1zHWMRgQA6Dya6lhBF5pt4bnnnovuK40q19ISGlmuwJ948hlZ0+y1u32fI74WcvG9LzIfwh4bqNyuuOKKaAkwderoeazpmfUcqNa5kzcAIO+65x5ZrvumbbmuRQBA3W+f0k9AAEDppA05YFsOAHCN0qEub1BLAeva3IxltRwntH31flf9pC0u/0i7Vmh3W778tOW6lgZLaDbS0AbJ5SuZylsRAFCrYHP2b8sBAG15mRRX19r7B9vYymv9wMbN+aZPihSmAAEAYZZLlCufAADfBvci05X6TjMaEm2IAQDyKTKiU0s2aCSb1opJJjVga/rrbbbZZqE/1TpCrxllyYdSM9RrP2db/lBqqwEA+lBSpTvU6U19OqvUkawO5azkAgC03Ycffhh1Ct5yyy3RtJKyWHPNNaNp9jWl/gorrJB1OP4eEyjS6V1thLEOrb+PGzeu5SyhrZVWrRNb7zLNyqOOcgU16H7r3LmzadYe3V8afZ5MrXHKRX4ECCDQOIG2XNciAKBx91FZZyIAoCzJxh6HAIDGepd1tlDbtWq9Pn3v6Z5si8ENtGvVenc0Z3/qWs1xr+WsBADUote8fdtyAIBmYFZgW1sMblMAwIfv/MMO32pP677PbnbUZWc27ybizJkCBABkEjVvA58AAN8G9yLTlfpOM9o8uUXPHPKHUpERnZqRQaM5NfJfaz8vv/zy1qNHDzvttNOiaa2TqdYRes0oy//f3nmASVVkbbjIIEkQEUQBAyprXHP2N61hzVkxo66omMOaMaKuGcWcFRNrzmJYc3YNu2YXMACiIkEy+D9vdVfPnaZ7pqenQ1XNV88D09NzQ52v6p57qs53ztFCqRqoN/6eMS+UYiYAxJoqrfEzWlcoBoFinN5kWhg2bJj54IMPDCRFsvasvfbaNiOAi/xP9iXUWmnF4BnKOSzeiSaJrRGVxj8iymNrbJTRYosAQqbZs2dbuWLccInZ1hIBIDwtIwJAeGNGj0UACHPcfN7XagyiIgA0Br3qnUskObZWjPa/bK3qzati7ywCQLHIVfc8EQCqi3+xd4cA8N7Tr5jL/na6OeyiU8z2h+UuQ13s9XVeaREQAaC0eJb0ag0hAHDjhmy4F5uutKFpRksKSCMuFutCqRGQeH+qCADeD1HODsa8UBIBILw5yWYSusTX7AaNQTTmhVJjcNG51UMgVltLm9LVm1ONubM2pRuDXvXOFQGgetgXe2cRAIpFrrrniQBQXfyLvbtsrWKRq9552teqHvaNuXPM+1qytRozM6pzrmyt6uDe2LvGngHggUtuMg9fc6e55OnbTP91VmssXDq/jAiIAFBGcBt76YYSABp7v5jPj3WhREQajNsYI7e0UArziYx5oSQCQHhzUgul8MYs9h7HXJc2VltLBIAwn0oRAMIcN21KhzdusrXCGzN6LAJAmOMmWyu8cdO+VnhjRo9j3teSrRXenJStFd6Y0ePYCQBD9z3BfPzKO2bkD2+aNu3ahjlITaTXIgB4PNCVJgAQTUiazObNm3uMSnFdi3WhBAEAw7Rjx47FAePxWVooeTw4dXQt5oWSCADhzUktlMIbM21Khzlm9DpWW0sEgDDnpAgAYYzbpJ9+MSduuV+ms6xtkmvRQZeeZtbccsMwhKmjl0pLG+YQxpxtSQSAMOekbK3wxk37WuGNmQgAYY6ZbK0wxy1mWyt2AsAhK29rFl50EXP9Ow+HOfmaUK9FAPB4sCtNAFBUmseTIU/XRAAIb8zosTalwxw3EQDCGzcRAMIbMxEAwhwzEQDCHDdtSoc5bjGRLSEA7L/CFnkH4uz7h4kA4Pk0la3l+QDl6Z4IAGGOmwgA4Y2bbK3wxkwEgDDHTASAMMdNBIAwx230F1+bwevtbjbedWtz0k1DwxSiCfVaBACPB1sEgNINTqwLpdgIAFN/nZwZ9Dlz59ja3Qu1WyjzXceunUs3Kap4JREAqgh+I24tAkAjwKvSqdqUrhLwjbytNqUbCWCVTo/V1lIGgCpNqEbeVrZWIwGs0OkiAFQI6DLeJjZb66NX3qlZj86ZY3AotG7dOvPdqhuvXUY0K3dp2VqVw7qUd5KtVUo0y3etX8b9lLn43DlzDXtb7dq1y3y3SM/u5bt5ma/809gfM3fAcUc50qSO7N578TL3oHyXv/vC4bX0f4sWLTJZidp1aG92PfqA8t28gldWCYAKgt2IW7333KuZs+fNm2/1SNs2bTLfrfmXjRpxdX9OFQHAn7FoSE9eGvmUufyw081B5xxrdhkch25siPyhHSsCgMcjJgJA6QYn1oVSbASA24dcaf559R05B36Jfn3NdW+Hm1bmljMvrzHe5s41plkzw4LCtYHnHV+6CV/hKz1x032JReBs07JlS9OiRU0pke0O3avCPSrP7UQAKA+u5bxqbJvSSaxiXihpU7qcT0X5rh2rrSUCQPnmTDmvLAJAOdEt/NrTfptipvzym5k6abKZ8ssk+3nKr7/Zn5N/mWR+HT/RvD/q9bwXXGrl5cziS/U2Hbt0Nh0W7mQ6dOlkf2Z+5zv7eyfD5ryvTVFpvo7Mgv267G+nm5cffCpnh3H+n//IDeEIk9XTozbc3Yz7Zqz99o/035qlf25z8O7mkAtODFa2ZMeV2TK8YYzN1rrljMvMI8PvzjkQffova655/cHwBind4zN2+ptJEqWSgvzf7tuaE264IFjZBvTb1NonudqBQ44VAcDDkcWG/OL9T1I9+8OY2bNnm9Ztakh72xy4m+myWDcPe15/l0ZeeZu549yrcx7YuVtXc/eXL9R/EU+P+MehpxrWCDT8GrRkCbBzHrzW0543rFsxlQCYN3eeuXrwkAwAX3/8mRn72Tfmz5uua7p072ZW/b91zGZ7btcwgHR0xRAQAaBiUDf8RiIANByzfGfEuiktAkDp5ki5r3T27keaD154I+dtNtr5L+bkWy4udxfKdv39+29pJk34Oef19zvjKLPH8QPLdu9yXnjyz7+aC/ev2QibN2+uad68hWW503Y75iCz1lbhs261KV3OWVS+a4sAUD5sy3llbUqXE93yXDu2TekkSkpLW545U46rJjdc5syda0mkzdP2yOLL9DG7HXtQOW5b65q/T5mWduCnHPlk7prya9qpn3bs4+if/PMk6+SfPPHXsvcp+wadu3UxHTp3MmQNa9+5Y23iAN9bIkHy+86mS/dFytLPD15805y71+Caa+Nxdd5WY8wtHz1lQo0ChbDtiBvYkX/8Md/ayK5d+NiNZcG0EheNnQAw5r9f54Rxx0EDRACoxARr5D1i3deKzdYSAaCRE71Kp4sAUCXgG3FbbJEhexyV9wp3fva8CACNwLdcp0IAeOWfz+S8/Gr/t64576HrynXril43NgLATt3XzIvfcdedJwJARWdXw24mAkDD8Kro0SIAFA/3mM++NucPODZzgfnz/zDNm9fsuJx080VmudVXKv4GnpzZlAgA3ZfsaU657RLTvFlz06x5M9O8RYvUz+bNaz434zN/b27HO3VMc7tB6o7nd6LT+cm/JDu0nMMqAkA50S3PtSEA7Lvc5nkvfta9V4sAUB7oS3ZVZQAoGZQVvZAyAFQU7pLdTJvSJYOyYhcSAaBiUDf6Rtgj2CW52gFnHd1gAsCMab9novGJwPntp1/MlF8n20h968D/ZVLm89RffzOk6i+04WTv1HVh06lbF+tw77TIwmbhRbvaSH0+d+qS+lunrp3N/Hl/mCPW2yXvpc++f5hZdrX+ZuqkKTZSaNqkyfan/X1y6nf3t98nT7UyTPstJUNDWpt2bWsyC6SzDNjMAukMAx3SGQjoM8SCDgvXEAny3QcCwNm7HZG3G7f/59mgCQBkbsvVGON7vnqpIfCX7Vjm+ZxZc8yc2bPNnFmzzZzZc9I/+X2OmZv9/azZ5unbRpovP/g0Z5969F3CbDlgR5vJDUKwJQU3S0WtpT7zHT/Yd0itU5Pf1RzTzK5j3TXcdZoZvk9dK3WJxDH2+/S1k9/X6kvN/d11kve/9vgLzIQxP+SUbct9dzLokjbt2pi27WtK8JVtcEp44T/mzze79Vovc8Xs7AZHXH662XzvHUp4x8pd6tuPPzcv3PdE5oazZ88yrVvXpIDefK/tzNKrrFC5DpXwTuNH18zF+fPnGTL3LLRQTSaXxXr3tM9DiO36ky8yT958f86uL9anlzlmWE0UZWjykdnym48+y9ntVTZcy+x01H5m/rz5hueS/Ur+8fmP+X+kfnd/+yPxmb/Nm1dzTPqc5PH2/PQ5tY7lenyfvHbyevacxLXT94e8BvGE67q+fvSvtw0lG3K1Fddb3ay2yTqmXceFzEIdO5h2Hdubjgt3Nm0WamsW6tje/mvXsYNp36mDd0NKSYoX73s806+ZM2eZNm3apN4zxphlVv2TWX2zGh3qnQB1dKgSBIBZM2Yaop+ZR/bn/Plm3ty5di6nfp9n5s+dZ+cTP+33fHbH89P+njiv1t85PnG99Hn//tfbJlkGIAlD2/btzJ4nHmoJwSl7IrUvzj643QNvwZ54eu+8efL7xGe7b57cX0/vo3N8Yl89tb+e3mvnPgvsx2OfpPbXa/baU3vwtj/pffrUvVLXueqoIea1R57LObKhEwC+++LbjFwzZs60GXJbtWyZ+W7J5ZcO6RHL9JW5LgJAkENnOy0CgMdjJwJA8YMDAeCoDXbPe4HLRt0lAkDx8JbkzInfj7cbEONHf2/Gp39++vr7JlkvrSQ3KvIirTGI08bTAkYMGy1p4kEtAytBTkgaUhzz4zdjDZFTuRqbon3/1K/2Jg8bPLU2k2o2gjKbTHZfyG0+scnkNp4W3JTKbCCxS5XePMrelHLHZF+HE9xGVM2mVM11Hr/xPjPz9+k5ZfvzpuuZVTdZu07jz8lTm9ThiBzOKM1haCYMyKQxWSxJxBmjjkDChvLAVbfNO4NCJgD8++W3zH/f+reV7Q/zh5k9a7ZdBLr2l/12Nt16LVbk0+PPaSIA+DMWDemJCAANQcufY0UA8GcsCu2JCACFIlX94+oiAAw4dZDZbK/trUMf5/dvE39NRej/NtlMsc7838wUUvCnHfu/5snalEtKnN3Wgd8t4cDHub9Il5Qz335e2HTkZ9eFDRH4DWkQC/ZfYYu8p0AAWHPLDRtyycyxOH+n/TbVEhkseSD9j98hC5DBIPOdJRVMNr//NiWvvZ6vEzWZBhwxIFWSALs/X3QT14qVAADp48qX78043eemHfA4VWbPnFXLAZ/tmJ87Z46ZMxNHfdphn8N5zzH2OmlnfsqJX+Pknz7196Lmi05aEAEcWa3btjFtFmqX+tmOf21N67ZtTevM59R37l+rtq1Nm3bt7LGpczjW/T31HefjNGvTto0l1DS24bzbodsaeS9z7LXnBE0AOOb/9s4r21Uv3xssAeCFex8zVx55dl7ZHvv5/YoTAHgPzJj6u0GPTJ86Lf0z9ZnvZ/w+3b4/7N+npP6eOr7mWN49ak0bAUoSOVKAIwvY3zt1SH3Pzw4QBjgu/V3isyUXdOlcMhDZYz1wxa3yXu+ckcOrSgDgmcLJPmvGLDN7Jj9nmtkzZ6e+mz7DvvP5N2v6TDNr5kxrJ8xMf//DN2PMhy++mVe2Pv2XsQ7ojMM+r2M+5bC5hGmAAAAgAElEQVTnnmrVRQByQ58VljXtOixknxH7k+fF/WzP7zn+Zr9vb9cl1WxHrLerSZIAkn3Z+aj9zcHnHlfN7tW6N88e7zWesxnTZtjnir19/vH9zN9n2s/Y5dha9/3jprx9VwYAb4Y1Z0dEAPB4fEQAKH5wRAAoHrtSncnCB6f3hLE/1jj6R/9gxo/53n7f0MbmQb/VV2zoaQ06vhZTOcMkzmIjp7/n5TfPsYfTDGMyTVj28bwaprP7jMGqFhcCi/RczCzcvatp155NsdRGVtuF2PDiczvTrkP6+3ZtDUYs3/N3omrcppk9Pn1eKTbACkUYAsCZuwzKe/htnzwjAkChYFbpOJUAqBLwjbxtTCUARv/nq1qOst9/n2bat6+JekG3Lbtq/0YiVp3Tf/5hQubGRGwQlda+fU1UGinDW7SqYfJXp5eNv2tsBIARF1+fAQUCGORFImNc2+eUwxsPWhmuQLR6yokwzUyfNt1Mn5J2LqSdCmzKPHzNXY3elGTTGce9TZPvovG7ph35GWd+KjI/FbVfntT4SQghADx9a/5ayMutsVLRBIDGDBXkAEscmDwlQxZwRIJk9oGarANkI5hiZs+Svd8Y3BtyLjZ0qzatTavWrUxL+7O1adWmlf3J+6dFyxbp71LHpI5NHdOydWtrm+dqbz7+ohn9369y/o3I3c32Cre+Kc8aBKFcbcnlljJEpWU7WqwjxjplUs6Xcs1xxrOGVABhwJEH0oQBSyJwpALWU20zY92qTRtz3YkX5p0+IgA05Mmq3LGlIgBAZJ+RdsZbR/3vM9JO+pTTnvcrTg0IX85RPyP5rp2ScuA3Zr+GsjPOkcua/ufvx9sgl1yN2t3bDswfrFS5ESjuTi/e90TeTCJLr7y82XjXrWtFC2dHBduI5UxATSLYw0Usp7N3LhDJnI4iLq7XhZ11/r7HWWJHrrb1gbsZSndmCCDObstBAHHkEOYVJMxiG4QpO686OUJBKvNAilzQwdpy6M5U9oHUdxC3cI66+diuUwdDJqeGEACscz3hjE855meZ2dZJjxM+/T6wjnmc9LwbZqcc9DNSDnvOSTny03/P+o7rc59yN/besAf4R6ki+7NFc9OiZcvUT6LUWyS+b5H+vlXLTLZZAsKa5zue74l8t9dd8D4tW7cqWkQCdshKkasx7jsP3r/oaxdy4gL74zajB5k8FsyokZ3tIzu7hssE4vbHv/3ki7xlZFu2apk3E0ch/XbHQKLhWWAO8KyknqcaIgG6mu8sYSdNKGjfqWNqf7Z9uxRJp0N7W1asIa0cBABIxdYxj4N+Wvrn7zNSTvrE7zx/vN/4lzo+5cC3v2ec+zPsGqfUTQSAUiNa2uuJAFBaPEt6NREACoOTKJZfx000k3762UaPTxr/s4EA8Ppjo/JeYI3N1ze9V1jGLNx9Ebu51bXnoqbzIl3s7+WqA1mYNA07qtolAIjenzDmRzNu9Hfmp7E/mnHffmcd/nyf74XCy7Nn3yVN996Lm55LLWHYSOnRh5+Lm2duH2moKZmrLdGvr7nu7YcbBpBHRxdaAgDD2fyRSo/Gz1RdTT7a/9Lfp3533xHBjSFWc7z7bFLp1hLXqTmG72uumznGkhgS187cv+Y6Jn2ePW7+fMNCiY3SXG3zvbY3G+y4he1fdhq4GqJEmmSRlq9gIgaymT9s2i2XVi5jaKZTvWXumyFlpAzWlAGauu+CfUt9P2fmLPPRq+/mnUUsrrh3qRcuGKWOGACRwBIHLIGgnWlLtAw/26d+2r8niAeOaMD3bdkoSxAPbKRNu7ZWnpgJAI9ce5c1hGmp9Gzz7Mava3uf/DePNEPDunLDyRdlTrBz3RjTMuHc+tslf2/YBT09WhkAPB2YrG5BABi80R55O3vFSyOCJQC89MCT5vLDz8gr2yMT3g2WAHDrWVdk1e6mTFZNit1r3xgZxgTM0UuIbbzfcjU2pE+6aWjJZOPdn3Haswk8LREVWIFN4aQgvZbtY/r9eUXrtGc9Y6Px0587dCHtfhfTdbFuJZNdF6obgV/HT7SOpg9efMPccsbleQ/e/rC9rQ1Xy67O2Pu84bNt8pRdk1wfuM+p71NZnTLrA2un11yj5vva6wM6WLMOyL0+SK1Baq494bvUui9Xw+bacKe/GDa9k053squlvks56Z3z3h2DE5/SbPaYhDPf/j1xDpu15WyX/e108/KDT+W8xaobr23Of+SGct6+rNc+asPdzZj/fp3zHjsOGmAOueDEgu6fjMTEiZNy8qR+Zj7jELKRnKnv58xKR2+mnUeZ8zh3Vjqas9Z1ZuXNMFdQJ6t4EHO0Vna6nGmYE9nuSLWcJ60yUbBjP/8mrzT9117VZlGolfI5nwPVpXFOpHzOOFmbJ8srplM5t2xBHsAF00nXkda5IZn9Pn71PfPI8LvyykZ2G+uoTztYF4jAnzot7x5EIcO/gHO1U8e047RhztVcJSVvOeMy88jwu3N2o0//Zc01r+cnvhXS92oec8ZOfzMfvfJOzi783+7bmhNuuKCa3WvUvQf02zSvw/7AIceaXY8+oOjrF0L2JGtRrWwSEEPTBBWeg3JFp+MotXvLk6cWLV99J+KEdZlfXGYZS+Rr3cp+n8wsQ3aYzHfJ7DM2A01N1hk+f/Xhf82wY87Je/s7P3vedAnUBh555W3mjnOvzikbRKK7v3yhPti9/fs/Dj01b5asZAkACDQEF1qntnVkpz+n117297SDe4G/JY7HLm9sw5fRLp1lgPcue6uZTATtF7LvYr57/IZ7rX8qV8OOXG3Tde2zzDttpnPi/56Ovk/LaSPyf5/eqHdc9v3dPnNbSBE2YK19Zq+ZfWSeUfs9z2p7ftZ8x7nY56dse3BeGEUAaOwMK+/5IgCUAN+xY8eaO++80zz00EPmww8/NB07djQbbLCBOeSQQ8x2221XK61yQ27X1AkAzrH/28RfzM8/TrCOfTZUfhk/0dap/OXHCaYhKSwbgn3nRbuaLosukiEELLJ4d5vWklTtXXosatNgEvlbiciYuvpdbgIAL9sJY9Np+onex+E/9gcz7n/fW4d/vtZrmT6mh3Pu913CLNZ7cdOjTy+z+DK966wpSC3Jpk4AaMg89eXY/ftvmZe9ud8ZR5k9jh/oS1cb1A9q7ZJyN19LlgBg0wvjDUMOpwDsZ/sznbYMAw72JYxM0ijxM/Ndrb8lz0ldo9SpTDFKW7ZuaX6fnJvdjrwb77K16bxoF9OGzAY2dWdNGs9U6s82mSgdjslE7KT/Vs3adxAAqE2Yq7G4HfHNyw2aBz4dfMWgM82L99fUAU32beUN1zQXPpY/JZdPctTXl9gIANcce15GZCKubYRAs5TDdfm1VknVEw6wiQAQZgYACAAPX3NnzhlH9OfwN/8Z4GxMdbkQAgARFDbSPh0VyPuaVPkuhe+MqdNtZotMlODUafb9nYwcbMwGKZsrybSwLhWsi+hi84iNFxfd5b6/YN/j85Jrqdu927EHBTtusXb8gxffNGfvdkRe8WItAQD55J6vXgp2WEUA8G/o0Mkp0kE6FTSkApcmOh1Fyrjla2tssYHpvfzSjY9czFOn3NYSTxPSLZHd1iPPziKYjpjMWfd8vpkPySZRj9xlGuR6pN5Vq0GgvvTq7j1aqfTqucZGBIAwZ+yhq2+fp+N/mK0P3L1RBIBSIZKyR2vKUmSXq8AJajMQJIgD2K1ffvBp3i507dHNdOyycDqTZVtLxnOlX1LOekq2+Lkv9P6o182QPY7KK5sIAKWaeaW9TqEEgFLe1WaLsU73VES8fVbSP/k8cxrR8ymCwXT7M/WZCPua71LnNWYtWJ9M7h3msso6x7zNJpt23uOwt45668hPOe4zTnwc9+nMs+6cXES1+vqR/XfsnJ26r5n3NBEAGopoZY8XAaCReL/yyivmsMMOM1988UXOKx1xxBHmkksuqZU2tNBbVoIA8MRN92W6QzrhVq1aZaKAeNFTB7rUjVSPvxKpjxN/3E82eh/HPs78SRN+LsixTwRBlx7dzCI9u9uIFj537bGoWaTHoqZrj+5m5vTp5vwB+euqnHHPlabLYouYSRN+MRAMJk/81d4fYsHkXybZ/vC5EMcbJADIAF26d7M/6ZMjC9jPNrNA6cgCRCTced6wzLCwuLQ129PthncftREVhbYfvh5to/aT0fv8Tpr+fHXdyZLQY6klU479pZYwPXr3yjj8uy1efN3wt5+u2zG3zjb/V6hY3h1HBoBkSuFkB6lLdfItF3vX50I7BAEAQypX2/34gU2CAFAoVo05DiMzm1xgU6elU0FZ8kGahEDEDTWc2ChLkhLs97/PsDoPYlW5W4OZ3pRTaJMmG6Rrg7q6odlsb0c6cIQEJ4sIAOUe1fJc/+bTL81cOJW6m5R8NVHJhUallad3jbvq9l3/nPcCRw8b4h0BANuHDCgsktEZRJ+R8pd6i/y0KSFnzTbjvhlr7h46PK9s2x68u7WJDJFoRJg342OzzL/U99gvtb9r1sykj3ffc0jqc+Y66XPc982a11yD41LfGxu15u5JRzP3t9+nfs9cw6YjTV2HyKZ/XnV7Xtkg28CCz1y7lmy5r438LjKu5p4p2SwhxPU5LWsGnyzMLA5Z/c5gm5E3S7bmze1mHq0uAgDZli597k5bymjevLmpn3NTNTHtT5tVJfH9/PT3tp4m5yR+nzvP/m4z7djrpM+rVXszx33mzSv6gXvp/ictWTVXg3iDDMU2NmNqp1xta9pl6ramU652TKVctbVbF+5sN0yds59jG0OOg5AIMTFXEwGg2FEt73kiAJQX33Jd/afvxtV56e5L9izXrct+3adueaDOe2w7MH9Wn7J3rhE3IBPcDt3WyHuFmEsA/OPZO0zfPy27YGnCdKa+WtnuyIj3RzILXs1nmxmvFjkhVdbQZvBLkBNsmmf3vU0HnTqG8+tL+WzvYTPxpTIDfvnBf8zrjz6fd9zOe+j6TER+0pnfiKlSsVPR/3W11Tdbr2J9KfWNPq4jQyL3WmWjtUp9S12vkQiw796QEgCNvF1FT4cAcO3x5+e952XP3xVsBgB8FXW1agckNmagIQDwLsnXTrnV//1xRyjIZB5IEwYI/si317r21hsbyolAZCNja8qhT8bXVJkCnxvr6DN3yV9Ob4sBO5rN9gy3TJbP2JeibyIANALF0aNHm3333de8/vrrdV7lxhtvtNkA7CZjA1olCAA7LrpGXqU7+KqzGkQAcI596srZiP0JaQd/2pnOdzjW62ukhMeZj2Of1Pypz4vaTWSc9vxen2KkBMBRG+Svq3XZqLvMcquvVF9X7N+JdJ808Rfz20+/2jQuOM6QFbLCFMgCaeJAMWQBnOWk6SSzAOSFTt262MwDZCDI1yAA1MVwf2jc27UIAPSVzVCXrn/86O9sza7xo3/I+1LCocY48G/xpXtnHP3W4d93CRv9qyYEYkeAjfY7zsmdcgvZ19tuc7PWVhsFCUN9JQCGPn6TWahTx1TKzkRKT1f/zdZ2SzsBIR2knITp1J7JWnAVrPXmCAJsPuWr3Uett/7rrBrkmNHp778abclpuRrErHX/uqlNnwf7F2dfiiTRLp0qryZdXqtM6ryauqocC0O4Wu3ojfc0//v0y5y33+Fv+5hDh55Ura41+r4NJQC4+rssKjOO+HSK3DnWKZ+qw5j87I4lSixTpzFxjD024bxPns/fXMreRgurCwgBTxFg7dB3xX6pOo+J+qmpuqkdMt/ZqAtbO7Xm+2rqRgfn3/+aP+XimltupAwAHs47HEAT63Amr/mXDVMkqQAbGdvG/PervD0//vr8m/EBiqsue45AUyYAXPXyvWbpVVbwfIRyd++Fex8zVx55dt6+P/bz+5bIqSYEhEDjEIiZANA4ZHS2ECg9Akest6v57otvc15456P2Nwefmz9YtfS90RWFQAoBEQAaMRNuueUW69inrbPOOmbYsGFmzTXXND///LM5/fTTzU03pVLx7rzzzoZju3Tp0qC7+UIAsM7u8ROt0zvp2J80YaJ18hfq2Kfmu3Xid1/ELGId+zj0uxnS69so/sVIO9S5QRjlOxgCwKsPPZv3Wmtvs0nBBICGdChDFpjwiyUNJDMLQBZIlS/41aaMqa+B08LdF6mVWQCyAI78utj71JO0Dv8xP1hHP5v8uVq3Xj1Mz6WWMIxLT9L09+llnfs9+vaqemmD+rDR34WAEGgcAvURAG775BnTrVfx2TwK6R0ZDVK1QnFmpmuG2pSeiRSfGVIBRIR0fdCsGqOWiJA+n2tBzpo6aXIhXdAxeRCw9cuyau/VkArS6f8y9fja2XSBrdq2TqUNTNTmy2RpSJeJcPX++JkdCVtKAgDzCobyvDlzDdkEiDx2n+fPnWfmzkn9Dllk7pw5lgjJz+T39nh7TPpcPnPNuanv7XXS17XfZT4nv08d/8bj+evzdera2TRv0dLWxiXFbSVapqyHzbZBbeXUT8gi1GGEIGIJJG3bWEKhLfmRLvuRJLMSlfD0rfnrxW91wC6WtBlio7zBm0+8mLfrux5zYIrYS81touzcP1cjO6t2d7J2dupYW3Q7FTlna36Xr3Z3sgY49/zh2zFm4nfjc8pGKsFVNl7LNG/RwrSgxm+L5gbiFD8z37Xkb/ye+t6WtOB4fjZP/3TfZ353f886PnGf5i1b2utyPzb8U9clE0jWfbL6lbzvhfufYPJFpm2869bmpJuGhjgd1WchIASEgBCoAwEIAM/cnr98Dfbo5nvvECSG3378ubniyLPy9v24a88VASDIkVWnhUDlEIAAcNxmA/Le8NhrzzUhZ6WoHJK6kxCoHwERAOrHSEdUHgERAIrEfOrUqebII480d911l73CzTffbAYOrKlz/c4775iddtrJjBs3zvTr18+MHDnSrLLKKg26W7UJAB06dzTTJk+tt8+kwbNR+sl/OPZ7LWad/UTvd+xaGsd+vZ0J6ACc82RLIJozmWHAliH4mcwChZMFcolN5FJPF72fdvA7h3+vZfoEhJS6KgSEQKkRgAAw7Jhz81724qduKzsBoNQyues11RIAy6+5sjlm2BBDPWvqorqMDPYnBInpqe8gTFjiBcekP9tjiDBPEy5Sv1M+IhVpTq3BcjVbJqJdG/P75GnWCZ+rUVanc7cu+Z3sc+ba6PYQW4cunU3nrgtbAkWq/EXaId8OJ3xtB70rj7HAsZwLySLhzOdYS8qwTvzUdYh8LmXDST54o/zpgq94aYRZdtX+pbxlxa710gNPmssPPyPv/R6Z8K5p0aplxfpTyhvVVQJgyeWXNsPfzO9EKWU/ynGtM3cZZHi/5WoiAJQDcV1TCAgBISAEhEBxCHzy2nt1nrjS+qsrA0Bx0OosISAEhIAQqBICX7z3SZ13Zt9OTQhUGgERAIpE/McffzQDBgwwL7/8sunYsaN57rnnzLrrrpu52sSJE80+++xjRo0aZb977bXXzAYbbNCgu1WbAEA0fq9l+9jIfJz7RO+7tPw2cr9Hdzn2GzSixR/syAJEtr7z7L/M83c/mvdi/3jmdtOrX9+SZVMovtc6UwgIASFQeQSaKgFg5Q3XNNQlL2ezxAFLJIBAkCr54NLRz5o+w35XQypIZXcgsn3m7+lzMhkfUgSDObPmmJmcN32mmTDmextZn6sRlU7tz5ZEIrdsaVq2ammjhIn8rfW5dSv7HRHDOGft34gwTn8mSpnv+Ef0sv07v6evxWd7fstW6evy2d2v5jN9IEKeKOXU/Rc8zvYvfe0B/TbNOyxHDxtithywYzmHrWzXFgFABICyTa4iLwwB4IevR+c8u/86qykDQJG46jQhIASEgBAQAkJACAgBISAEhIAQEAJCIDwERAAocsy++OILs+eee5qPPvrIrLrqqub+++83yy+/fOZqkydPtuUBiPyn3X333ZYw0JBWbQLA4KvOMn/Zb+eGdFnHVgCBlx98ylz2t9Pz3umhcW/blL1qQkAICIGmiAAEgEevvyev6JQ3CLVdMehMM/bzb3J2Hwd5uQkA5cStlCUAytnPYq69fdc/5z0tZALAj9+OrReOxZfuXe8xPh6QL4rc9XXlDdYMOgOALTuQpw0873gfh0R9EgJCQAgIASEgBISAEBACQkAICAEhIASEgBBoAAIiADQArOSh9REAZsyYYY477jhzww032NNEACgSaJ22AAIiAGhSCAEhIASEQGwIxEwAOGmrA/IO11/23yXYDACxzUHJIwSEgBAQAkJACAgBISAEhIAQEAJCQAgIASEgBGJBQASAIkeyEgSAF154wfZu8803L7KX9Z925s6H5z1oo122UgaA+iGs+BEQAMb977u8993tmIOUAaDio6IbCgEhIASEQGMQqMse6b3CMubQoSc15vI6VwgIASEgBISAEBACQkAICAEhIASEgBAQAkJACAgBIdBkEBABoMihro8AMHXqVHPkkUeau+66y97hvvvusyUD1ISAEBACQkAICAEhIASEgBAQAkJACAgBISAEhIAQEAJCQAgIASEgBISAEBACQkAIlAMBEQCKRPXrr782e+21l3n//fdNx44dzXPPPWfWXXfdzNUmTpxo9tlnHzNq1Cj73WuvvWY22GCDIu+m04SAEBACQkAICAEhIASEgBAQAkJACAgBISAEhIAQEAJCQAgIASEgBISAEBACQkAI1I2ACABFzpBJkyaZ/fbbzzz55JP2CjfffLMZOHBg5mrvvPOO2Wmnncy4cePM+uuvb0aMGGH69OlT5N10mhAQAkJACAgBISAEhIAQEAJCQAgIASEgBISAEBACQkAICAEhIASEgBAQAkJACAiBuhEQAaDIGTJv3jxz5plnmqFDh9orrLPOOubGG280K6+8shk/frw5++yzzU033WT/dvTRR5tLLrnEtGnTpsi76TQhIASEgBAQAkJACAgBISAEhIAQEAJCQAgIASEgBISAEBACQkAICAEhIASEgBAQAnUjIAJAI2bIe++9Z3bbbTczZsyYvFfp2bOnue+++8zGG2/ciDvpVCEgBISAEBACQkAICAEhIASEgBAQAkJACAgBISAEhIAQEAJCQAgIASEgBISAEBACdSMgAkAjZsjcuXPNFVdcYc477zwzderUBa7UsWNHc+GFF5rDDz/ctGzZshF30qlCQAgIASEgBISAEBACQkAICAEhIASEgBAQAkJACAgBISAEhIAQEAJCQAgIASEgBOpGQASARs6Q+fPnm7ffftvccsstZtSoUTYbQJ8+fcwWW2xhBg8ebFZZZRXTrFmzRt5FpwsBISAEhIAQEAJCQAgIASEgBISAEBACQkAICAEhIASEgBAQAkJACAgBISAEhIAQqBsBEQA0Q4SAEBACQkAICAEhIASEgBAQAkJACAgBISAEhIAQEAJCQAgIASEgBISAEBACQkAIRICACAARDKJEEAJCQAgIASEgBISAEBACQkAICAEhIASEgBAQAkJACAgBISAEhIAQEAJCQAgIASEgAoDmgBAQAkJACAgBISAEhIAQEAJCQAgIASEgBISAEBACQkAICAEhIASEgBAQAkJACAiBCBAQASCCQZQIQkAICAEhIASEgBAQAkJACAgBISAEhIAQEAJCQAgIASEgBISAEBACQkAICAEhIAREANAcEAJCQAgIASEgBISAEBACQkAICAEhIASEgBAQAkJACAgBISAEhIAQEAJCQAgIASEQAQIiAEQwiBJBCAgBISAEhIAQEAJCQAgIASEgBISAEBACQkAICAEhIASEgBAQAkJACAgBISAEhIAIAJoDQkAICAEhIASEgBAQAkJACAgBISAEhIAQEAJCQAgIASEgBISAEBACQkAICAEhIAQiQEAEgAgGUSIIASEgBISAEBACQkAICAEhIASEgBAQAkJACAgBISAEhIAQEAJCQAgIASEgBISAEBABQHNACAgBISAEhIAQEAJCQAgIASEgBISAEBACQkAICAEhIASEgBAQAkJACAgBISAEhEAECIgAEMEgSgQhEDsCM2bMMDfeeKO54oorzE477WQuuOAC0759+yjE/u6778zZZ59tnnnmGXP55ZebPffc0zRr1kyyeY7Av//9b3Puueea//73v3Zubrzxxp73uLDuzZ0714wcOdJceOGFZoUVVjDDhg0ziy22WGEne35UzHokZtli1pGx6hFUQayySUd6rujzdC9mPRKzbNIj4T1vMdsjMcsmPRLesyZbK8wxkx4Jc9ykI8MbN63ZwhszeiwdGea4xbpmC3M0cvdaBICYRrMEsvzxxx/mzTffNH//+9/Nq6++anbeeeeMI6gEl6/qJWKWbf78+eaRRx4xQ4YMMaNHjzZ77bWXdU726NGjqpiX4ua///67Ofnkk83w4cNNx44dzQYbbGAd5f379y/F5at6jc8++8wcdNBB5u233zZ9+vQxu+yyix23Dh06VLVfpbh5zLL961//MgcccIAZM2aMWX755c2hhx5qBg8ebFq3bl0K6Kp2DRZJl112mdX/tE022cScddZZZrPNNqtan0p145j1SMyySY+U6gmo7HWkIyuLdynuJj1SChQrfw3pyMpj3tg7ytZqLILVOV86sjq4N/ausdoj4BKrbNKRjZ311Tk/ZnskZtmkR6rzvDTmrjHbIzHLJj3SmFmvc0uBgAgApUAxomu8/vrrZsCAAdax5RoOrhgiXGOW7b777jOHHXaYmTp1ambccJTfcsst1kEZcnvooYfMrrvuatZZZx1z8803m5VWWilkcTJ9nzVrliU2XH311WbQoEHm4osvtgSHGFrMsk2aNMkMHDjQPPzww5Ycdfzxx5s2bdrEMGzmnXfesRk2IDLceuutZtNNN40mG0WseoSJF6ts0iNhqhXpyDDHTXokvHGTjgxvzOixbK0wx006Mrxxi9keiVk26cjwnrWY7ZGYZZMeCe9Zi3nvJ2bZpEfCfNZi67UIALGNaCPkmT17thESep4AACAASURBVI38JM36dtttZ9q1a2fTkuNUJjr5jjvusBGhIbaYZZs8ebI55JBDzLPPPmu23nprmzLniSeesMOE0/y2224LNlp+5syZ5oQTTrDR/8y//fffP8Tpl7PPX3/9tc3UwNx84IEHbLr1WFrMsr311lvmL3/5i322RowYYRZddNFYhs0MHTrUnHbaabYkBf9iKUURsx6JWTbpkTBVi3RkeOMmPRLemNFj6cgwx022VnjjJh0Z3pjR45jtkZhlk44M73mL2R6JWTbpkfCetZjtkZhlkx4J71mLscciAMQ4qkXINGHCBPPLL7/YiORFFlnE1n0mGpmUQIcffrj54osvgiUBxCwb6f4nTpxoI8i32morc84555jmzZsbMgKQkvzXX38NmgQAmeG4444zN9xwg01NzuekUxLn+fPPP2/WW28907Vr1yJmfvVO4Znac889zU8//WTLN6y99tq1OjN+/Hjz8ccf2/TrLVu2rF5Hi7hzzLKRSWTDDTe0z9W9995rllpqqVoIffXVV4ax45jQHOjnnXeeTfl/9NFHm0suuWSBzAY8axBVllxyySJmRfVOiVmPxCyb9EiYekQ6Ujqyetp+wTvHrEdilk16RHrEJz0iWyvM9WjMeiRm2bQe1b6WT/pftlaY61HpkfD0iGwt2Vo+6f4Y+yICQIyj2kCZYCMdeOCBZuzYsYaaK8cee6w588wzM1d55ZVXbHr5EEkAMcvGwo9U5HPmzLEkgOuuu86Wb6D98ccf5v777zdHHnlk0CSAefPmWVIDBlyubAYu+0GPHj2sw5KsFaG0cePG2YwGo0aNMkcccYTtf/v27TPdf//9923pg4suushmCgipxSzbf/7zH7P77rsbajgxNmSoSBI0HnvsMetAv+eeewxlOEJqlAwhm0iujC8uiwqkIwg5IWU+iFmPxCyb9EiYekQ6UjrSp/dezHokZtmkR6RHfNIjsrXCXI/GrEdilk3rUe1r+aT/ZWuFuR6VHglPj8jWkq3lk+6PsS8iAMQ4qg2UiQj5v/3tb+bRRx+1Z5IF4IILLqjl1MomARCxvNpqqzXwTpU/PGbZcEAedNBB5u2337bAkiafbA0u6jibBED5hjvvvNP07t278gPRiDu+9957ZrfddjNjxoyxqdevuuoqG4WMfMzDAw44wOyzzz62dEVIBAD6f/XVV1vCDY3yG6RfJ/MG7MczzjjDXH755ebuu+/OEDsaAWNFT41ZNuo3nX766TYjBWOFroQg1aZNG0vEwfn/5JNPmqeffjo4AgDO/X333ddALlp11VXNtddea9Zff32rU958801LOIIccNddd5lu3bpVdE419max6hFwiVU26ZEw9Yh0pHRkY/V1Kc+PWY/ELJv0iPRIKfVAKa4lWyu89WjMeiRm2bQe1b5WKXR2qa4hWyvM9aj0SHh6RPtaYe79x2yPlOo94st1RADwZSSq3I9sR3muyFZHAth8880XiFaucvfrvH3MsiVJADgjr7/+erP33nvnJAFA7MiOVvZp3ObPn2/JDJQvmDJlinXqb7zxxqZ169Y21TrkhqlTp9pU/0Rg0x588EGbAWHkyJGWHOBryyfb3LlzLeEG8gZt5ZVXNn/961/Np59+ap544gmz6aabWmdrr169fBXNZg15/PHHLYFo2WWXteMGQWP69OnBy0ZZlH/+85+2zMRaa61lMzFAoMnWKRtttJGdq+jIV1991WZ2oIxKp06dvBw3FrKff/65GTFihK0hvOOOO5rtt9/eZqCg7AukGgg36JTtttvOzj+eNb678cYbbZYAX8sb5JNtoYUWilaPxKAjY9Yj+WSj/EuSfBmaHkG5SUeGpyNla8nW8s0wkR4JT4/I1gpzPSpbyxjZWv68AWJej8rWkq3lz5OW6olsLdlaPs3JmHVkzLZWrHrEp2ejnH0RAaCc6AZ27UIc5d999511wCZTlYcgZsyyFUICwHHXs2fPBWp6+zJ2RLyTAn/IkCG1urTffvvZSOsuXbpYcgMR8pAAXMNBSbmK4447rlbGCl/koh/1ycYxEDNw9Cfb8ssvb52tOJZ9bcwrykwQ8Z4ckwsvvNASNiZNmhSsbJRgQDaXYQP5iH4nK8POO+9sHedHHXWUee6552oND2n/STnG+PnYIJ3ccccd9plJPksQaK655hpL4nj44YfN8ccfbx3+yXbMMcfYjAe+6v/6ZFtqqaWi1SMh68iY9Uh9sv3vf/8LUo+gF6Qjw9OR9dkjIeuR+mSTreWjRSI9IlvLr3lZnx4JWUfWZ4+EvGarTzbZWn49Z/SmvjVbyOvRmPVIfbLJ1vLvWdOaTftavs3K+vSIbC3fRizVn1j3fvxEuzy9EgGgPLh6fdXx48ebSy+91Nx2221mxRVXtHWs11tvPRvRWYij3FfhYBHjrMNBRRQr0brnnnuuoT48LWbZ6iMB+Dpm9ItaPzhViYQne8GAAQPMM888Y52UOCj5/rzzzjOtWrUyH3/8sS0BwN9JUY7jfLPNNjPNmzf3UsRCZWPuEvF/3XXXWcfyVlttZU499VTTt29fL+WiU6S7J3p11KhR5pRTTrEO75tvvtk8++yzNnKcrA1kMyAlUGiyffXVVwbyCbqScWjbtq1Nh//uu+9aEoArgQK7k7IazNXffvvN7LHHHmbw4MFm0UUX9XbcyLBByQJ0PiSNTz75xD5Tv/76q9lzzz0t6YTMBaRNo0TFQw89ZOchY73LLrt4SyIC8EJkY27GqkdC1JEx65FCZQtRj0hHhqcjC7VHQtQjhcomW8sv00R6JDw9IlsrzPVoofZIiGu2QmWTreWX/i9kzRbierRQe0S2ll/zsVA9EqKOlK0lW8unpy1mHSk9sprNDhza/rhPz0e5+yICQLkR9uz6X3zxha3jTI1n15JRraGSALLr3TvZXFRrv379giUBFCpbqCQAWPk4/hdffHEbOQ3jD7LGoEGDzAcffJCJuPY15Xhdj3jMsuEY3nXXXW2GBqLJGR9S4B900EE2ipxocvfceaYG6+wOz9sVV1xhySWk/8fpzXcPPPCAJRW5rBQ+O/nzCUh0D/r/xx9/tAQNIuIp1XDSSSfZDBQuc0PLli1DGjLb15hlkx5Jvb9Da9KR/hKhmqKOjFmPxCyb9Ij0iE/vPtlaO3tbAquueRKrHkHmWGXTevRwb7M7NtW9H9la4a1HpUfC1COytWRr+WT7x6xHfMK5En0RAaASKHtyDxcB/+KLL9poztVWW8384x//MB999FGt1NbZJADSXJOevV27dp5IsmA3XN1qInVxRv7888/m4osvthHkdZEAYpMtSQJgzEgt2aJFC2/HjY5BRtlwww3N0UcfbecZrLG///3vNrW6S7c+c+ZMW7dqiSWW8FqW7M7FLBtZGc4666yMk9ylBOrcuXPG+Q8LkvrkfBdKIyUVOoQ0+GQuWHPNNW3GCQgplGOA8IDz//vvvzeLLLKI13oxG3MIYET54/gnA0ybNm3sM4dMzvnPOcgGMSwk0k3MskmPhKdHeI6kI6UjfXrvxaxHYpZNekR6xCc9IlsrzPVorHpEtpbWoz7pR+1r7WxC3bOLVUdqX0v7WtKRlUNAeiS8NVvlZocfdxIBwI9xKHsvYO2QzvnYY4+1Kf+JbiXKE8c5aat/+umnnCQAWNX77ruvTenta4MhB6HhnXfesam4N9lkE5tWHjnPOOMM2+1cJIBYZWNz5q233rLRyjj4fG/0lfH505/+ZCOvcUwmnf84IRkryAwu9brvMrn+xSzb0KFDzWmnnWbrV6NDiCJPOv9JkUb5BohHLq18COPGwhX9OHz4cEsi6t+/v03rn3T+O1YuGQ4w9CA5hNAoL4FegCB10003mTfeeKOW8593AnqU8aTkASUcQmkxyyY9Ep4e4bmRjhxos8BIR/qhRWPWIzHLJj0iPeKHBkn1QrZWmOvRWPWIbK1UZjfZWv5oyZjtkZhli1VHal9L+1r+aMdUT6RHwtvXilmP+PZ8lLs/IgCUG+EKXx+WHxGdOKguuOAC0759e9uDyZMnm0MOOcTWqaYmR8+ePY2LFp8/f75la1ILOrscQIW7X+ftqFFNPW7SixOh69JUE3m8/fbbW/nOPvtsWw+e9NbUt15nnXVsGnnOzSYB+CQbMhD1fuaZZ1pHo2sxyEZEP3XeRo4cacdi9dVXt2nUd9xxRzs/x40bZ/bff39bS56WPQd/+OEHezypyl3acl/Gjgh3nqfHH3/cPj+bb765Ofjgg82mm25qyRcxy/bCCy+YnXfe2WbZoGU/X5A4dtttN1sSAJ3kCxkFMhQ14G+99Vbz7LPP2r7j6EZ/rLDCCjbqnVIU/O5aMu0/5998883msMMOq1X+wIc5iS5/9dVXLYnm5ZdfNl27drUlDHi+evfubbNrQNi4/fbbbXchdiXT/k+ZMsWSHZ5//nlLtll77bV9EMv2IWbZmrKOjFmPxCybdKR/OrIp6xHZWrK1KmmsNGV7JGQ7sinryJjtkZhlk60lW6uS7zbta2lfy5X1rOS8y3cv2Vph7tnJ1pIe8UmP+KDLfOqDCAA+jUYJ+kLdbRw4tGOOOSZDApg7d66Nrp49e7aN2iXin6h5vifSE+cqddhdOQAcXFtssUUJelSaS9BvnOM4EnFa8dmRAIgwRlbk3mCDDWxWgwMOOMA6HolKJnocBx5tu+22MzfccIOtN+9LGzt2rHXQ0e/ll1/eRks7EkDossHwI7X/u+++uwDcjBVZKSAEQBDAoYozeauttrIp5CF6gM2JJ55oHnzwQYsLTlkf0pLjBMZBCiGFjAvZDcc4zxtkhlhl6969u43wZ6xo6BX+USrkpZdeMkceeaQl4yD/Kqus4sXjhkFKZpCrrroqQ1xwHUOvIA/R/9OmTbP6kTIANHQGOoVyGsiDvll11VXNXXfdZXr16uWFbCzaIRFBbMhuEAEopzFgwADz9ttv259jxoyxMiAbjn7IYRCohg0bZsfxnHPO8ab2YsyyNXUdGbMe4TmUjpSOrMQLoqnrEdlasrUq8ZxxD9kjq9vSbaHZkU1dR8rWko6Ujmw8Ak1dj8jWkh5p/FNU2BVka8nWCnHvP2ZbK8T98cK0TdM6SgSAyMabaGkcb48++ugCJAAnarIcwFNPPWW22WYbW1+dxTyZAlq1amXTQ+OM9ql9+umn1gGMAyubBOD66coBjB8/3owYMcLWjGejYvfddzc9evSwjvVkZgQf5IPdSF+POOII65TMJgGEKBtzzNVNx9GITDvssIMlnhCZzHc0HJDXXXedWWuttWw0NQ5MGuO73HLLmS+//NJi4pzLLqNFNccN0gylJiCg0DeyTBDx/8033xiiEMg2QXMR8dRbj1W2Tp06WUe50zcsDPnOx2wijAvzC93G/CJbAxH/b775piXfuObmGuQTSEToG5rThxA+3Lxdb731qjkVM/fmeULvP/nkkzbqn4wG6Duyanz44YeZZ4pof8YLQg0ZUlz2hjXWWMP873//s3M3me3AB+FilU06skZHxqxH3GJJOrK62kR6RLZWyHZkzDpSttai1VWOxpiG2iPrrrtuJtOe73ZkQ2WLeT0asx6RraX1aDkVqfSI9rV8y5Krfa1UFsuQ9rUaqkdka52WyWZdTv1e37Ubuvcfs60V0pqtvnFtqn8XASDCka+PBMBiHWcR0auOAOCi5ola3nbbbb1J1509PPWRAEjtTdpxnF841fmJ8/Wxxx6zaa9xxrrSAT4NfSEkgFBkSxo3GKdEFUNuIDKcBqOTTA6XXnqp/Z1MAHfffbcla+CcPeOMMzJOdBy12edXc9ySBgCOVgxP6qW7OTV69GhLVqBUAQ3iCRHWyBGrbGCSHXmOg5znbrPNNvMiY0NykQQx4+KLLzarrbaaHSOePYgbZAshAwrtyiuvtJkrqHV6/PHHmyeeeCIz7bLPr+Z85N5JxxZZXJBtySWXtN2aNWuWdfbzTHEc8xC9DxknVwYLsm2Q1YK57UOLVTbpyAV1ZMx65Oeff5aOrKJCkR6RrRWDHRmzjpStVT0FWaw9gjPEdzuyWNliXo/GrEdka1VPj8S8HpUe0b6W9rUqp1u0Zqu9ZpOtVbm5l+tOxe79x2xrhbBmq+6s8fvuIgD4PT5F964uEsCMGTNs9DKOSV4qRMW/8sor1gGLI7Zv375F37cSJ9ZFAiA6d88997SOvI022sh069bNRsGSXp7If1/qkOfCqT4SQAiyZS+SkvXFkzLzUkxGxVPSgQ1aUqyTJcA5YjG4SaXjQ8s2AEipTqr/7JIEpJkn7fPw4cNttymnMXDgQPs5VtmYu1999ZUth8B4MW6O8FHtsct2/lOyoF+/fgt067PPPstE/Pfv3986zldccUVbJuU///mP+fbbb83SSy9tv/OFRJRcJNUVue8IXhxPaZc777zT9OzZ00yZMsV88MEHhjlLmQbeAT6U2MjeSIpJNulIY+dbLh0Zsx6JWTbpyMq/5aRH8usR2VqVn4/cUbaWyZSgC8XWKoUe8dWOLIVsWrNVXpc0Vo/I1qr8mGnNZuxegfa14tmzkx6RHiklAqWwR2RrlXJECrtWY/f+pUcKw1lHVRYBEQAqi3dF71YXCSDpEKJTEAFIa77JJptUtI/F3iwfCYDrJQ1wft9xxx0t2WGxxRYr9nYVO68uEkD24sJH2SjBgLOOVOREG19//fWGqORcTkUMmcGDB1tn5Prrr28zNjAPfW2w3fbaay/z/vvv1/u88OyBw0svvWQzUkAC6Ny5s6+i2Uj3WGW7//77rWyFPC/PPfecHS+ypEDwgCjlcxs6dKjNOEEjywaZNXKVyWDhwRyECEUjHTlZAHxuscomHZmadaHpyJj1SMyySY8YS/SSreXH2062VmocZGv5MR9jtkdilk16JEw9IlsrVW4kpPWo9EiYazbpyDB1pNZs4a3ZpCPD1JEx2yN+rLD87YUIAP6OTUl6VhcJgHTlDz/8sI2K32677Uzv3r1Lcs9KXSQfCaB58+bm1VdfNW+99ZaN2KWkgQ+14wvFpS4SAH/zXTZqqg8aNMhG8ddHAnj++ecNKdVpr732mi0H4Gtj0crzQkp4onvqI81AOqHOOtHwvGRdDXkf5YtZNqKNyUTBP1pdhKBkeRRqilESxZdMBrnmDeU0TjjhBJvWn1YXCeDHH380AwYMMC+//LI599xzDVk3fG4xyyYdmZp5IenImPVIzLJJj6SeNdlafrztZGulxkG2lh/zkV7Eao/ELJv0SJh6RLZWatxCW4/GqiNj1iMxyyY9Ij3ijwWZ6ol0pPa1fJuT6k9+BEQAaAKzI5sEQJQoTkzSrYfeskkAN954YybaN2TZskkA66yzjnXy5Upd7qOchRoCybIGvhMAwLkhC4rXX3/dbLjhhkEQAGKXrSGLpfPOO8+cddZZJgQCAONWqIMrWfolBAJA7LJJRxoTmo6MWY/ELFvMOlJ6JDw9ErMdKT1iTIi2Vqx6pCEb01qP+rObELMeiVk22VrGlkJ0pUi1r1VdnSJbK4W/9rWqOw+Td5etJR3pz2xMldIrNEguND3iE86+9UUEAN9GpEz9SZIAQohIbggMSRLA1ltvbR3l3bp1a8glvDw2mwSA4j399NO9qdFdH2iFGDk4gLbZZhuz8sore18CwMlb6ILinnvuMfvuu28QJQCagmyFGDnJjdsQSgC4cStk0+Xnn3+2ZSmeeeaZIEoANAXZpCPD05Ex65GYZYtZR0qPhKdHYrYjpUfCtLVi1SOFkgC0Hq1vVV/Zv8esR2KWTbaW9rUqqynqvptsrRm2nCUZ97Sv5cfMlK0lHenHTEz1ImZ7xCecfeqLCAA+jUaJ+kKt+CeeeMKsscYaZskll8xc1TkkSctO/cV11123RHes3GVQUk8//bTZbLPNTNeuXTM3dqwkZL7vvvvMsssuW7lOlehO3377rfn8889tSvyWLVvaq/7yyy82bfezzz5r03tfdtllpm3btiW6Y/kvU5eRw1hilN500002HfnZZ58dTFaK+hYU48ePN4cccoh58sknba27gQMHlh/sEt0hZtnqM3JefPFFS9pYeOGFzYMPPmhWXHHFEqFa/svUtenCmKL/IQBsscUW5s477zQ9e/Ysf6dKdIeYZZOODE9HxqxHYpZNekS2VoleSSW5jGwt2VolmUglvEis9ggQxSqb9EiYekS2VpjrUemR8NZs0pFh6kit2cJbs8nWCnPvP2Z7pIRLpGguJQJAIEOJUx8DplWrVnX2mOOuv/56c9ppp5ltt93WkBK/Q4cOhih5vsMhucMOO1ina/fu3b2QHqVDXWr6uPrqq5uNN97YtGnTZoG+JZXTySefbFMaNW/e3NaO//vf/27efvtt79J2//TTT+app54y06dPN9ttt53p3bt3Tsy/+uorc9RRR9kNinvvvdf89a9/NVOmTLHZDE499VRbL/Puu++2ZIDQWq7F0q677mqZqMzJDTbYwMrWt2/foETLt6BgDp9yyinmuuuuM7vvvrtl3Xbp0kWyeYJAPiOHhQakDfTIlVdeaY4++uhgsm04aHMtli666CLz7rvvmoMPPtj8+uuvVqfsuOOOnoxG4d2IWTbpyPB0ZMx6JGbZpEdkaxX+1in/kTHbkdIjYdpasdoj+TamtR4tv55rzB1i1iMxyyZbS7ZWY577Up8rW0v7WqWeU429nmwt6cjGzqFSnh+zPVJKnGK4lggAAYwiDySp30ePHm2diYsttljOXied/0TH33rrrWbTTTe1zmcc5sOHD7f1yHFMrrfeel5I7hzfZCRwjUj3Sy65xLRv3z7zXVIprbPOOjaqeqWVVjITJkywTv9HH33URs5fc801pl+/flWXLdvQpEN9+vQxd9xxh9lkk01q9S+JwaBBg8zFF19syNLwr3/9yxxwwAFmzJgx1lHOvyQmVReyAR3INnLI1ADpY/nll7ckFUgfIbZcCwoiq9966y1LbLjlllusjCG2mGXLNnL+/Oc/Wz1J7b5jjjnGXHDBBcE+a9mbLmR6GTdunHX+k2mDrBsuw0ho8zIU2Xh2KCfRrl27gkkk0pGhzcYF06bFpEekI1NZmEJr0iOhjZix5O6HH37YHH/88dbeZ60Qix0pPVJ9PSJ7pLZOkI4MT0fGrEdili2UNVsxT4T0SDGoVfcc2Vo1++rVHImZM2fafahC96KkR6o5WsXfWzqyeOyqdWbM9ki1MPXxviIA+DgqWX1yqfv5msjNfCSA2267zTqvks7/Zs2a2avh/HnsscfM//3f/3kTaQ2hgXTb1N3LbhAA2Axr0aKFmT17tiUE4LxKOv/dOd9995154YUXbNT8oosu6sWIUobgsMMOs5H7yZadfvvHH3+0BAZKNiSd/5yDoUp2g0mTJpmtttoqZ1YEL4TN0Qn6TiYD5txVV11lSStJQ4BTQnX+Q7ShFANOVRzFCy20UK3NW2QL1fkfomwYK9S3J7uG03e5ngvIQpCLyMqw5557Wof/hRdeaP+55pvzH90GQQi9TbaTfO2zzz6zGQvQkZBpshdLEIp8c/6j/yEBkZEmWc4lKWMuPeK7bPT5mWeesUSLIUOG2LmWa16GqiN5H0Nu6NSpU97nLUQ9Uui7NEQ9ItmMCVFHFjJuoeqRQmQLUY/Mnz/fkrV79epVp80eomysI9955x1LLM+Vpc2NaYg6shB7BPlC0yOx2yM8R6wBsHHz2cjSkWGS0UPUI4W813LpkexNd47xbT1arGy+r9kKlStEPRKzPYLuf+mll8zKK69sevTokXcYQ7S1eGbI2Lv55pvXKuWbLWSIOhKS65FHHmlL9dYVbBOarcXYNHV7JEQdWaj+D1GPFCpbiHqkUNl0XG4ERADwfGbMmzfPOm6GDh2a6Wk+EgAO1hNPPNGmxmeDpi5nWLXFRpFS8x3nG45gUvDh6KLuNm399dc3I0aMsJEwjrE5bNgwwz8i/31ujtjw8ccf21TwOO+ouU2kOw2nPg5imlv04eR3kf++ysY4YLgRmVTX5p8zAA4//HBbsoKU45SjoDkSAOxPnyL/Z82aZUs1PPDAA7afkDfI1JC9oeQMAEpOMG8heqy22mq1IriWWGIJryL/kY1FEtknKAdCqYlVVlllAf0QomxuY+GVV17JZDzJpfeSmUL2228/mykEB2Zy08W3zRa3SEI2npW99torp2pgkXTQQQfZ0gVkCUGvtm7dOkMCeOSRR7xy/qMfyG6CfiDjAiVOzjnnnAXK29SlR9y4+ygbzn/IXIxf//797TttxRVXrDV2IepInP6UFzr//PMtoXDnnXc2V1xxhX1HJ1uoeoRsLehJyCj59H+IegQSEeP00EMP2U0ysgrtv//+C2Q4CVE29ADv6EUWWaROsyk0Hcmm7auvvmpuv/1289tvv1miLCWksu2uEPVIzPZIMgsb7zVIzLls5RB1JDofu5fycUmCdq4NaZeVLQRbq1B7BDlD0yPO+R+jPcIzhG2F7YgdyZr66quvtmUEky1UHUlQAKXx5syZY4Mbcr2zQ9QjMdsjkydPtuTYupyRdekRn9ej7GthIzsC2MCBA3MG3ISmI7G1WDuTMXXatGl5bf8Q9UjM9giysacF0Z7AKgLjcgWAhagj//Of/9jAMILjKPtK1l4IbqHbWvTf7WtBbqCRzRddkt1C0yMx2yPoSPbs2IdkHYB/KZf+D1FH8r5Gj7DWHj9+vNlll11sMFV2SeIQ9Uih9kiIez+++slC6pcIAJ6PFg8wdalZNOFMQEnR6soE4LlItnss2ImMZHPTpcVHwVKvGsIDjbIAW265ZQji1OojiyTGLLlJRrQ4C/gffvjBbqC5BnMVR6TvLflir2tjM9sAuPbaaxeIgP3222+tuEsvvbQXYpOlgRIbkEtcw9jG2bX33ntnHOXZBkA2gQHZMdxZhOQr01FpgXPJlqsURYiysVniSpuAK3K5sidJEkDSuCH6n3FOjg8G4H//TInOZAAAIABJREFU+1/zpz/9yaZs96ElF0m5sp64PiYXSbkIDLw//ve//1nSVKGp1sot/3vvvWd22203u5A466yzrLM8u7RJIXrEN9myN9sdjmQLYZPCzclCZPNNR2Y/a062Aw880JJp3PiFqEeSz1By7pMtBDKly04Roh7JJ1u2syRk2dhsx84g4jpXC01H4iAnaxJEm2QGKWzjE044IaPHQ9QjMdsjyfFw4wbBOZsEEKKOTDr/89lZPHsh6pFC7BFkC02PxGyPJJ+hpM7PzrAXoo7MZ2tlv7ND1CMx2yNO9+FEcCUqi7FHfFuPZhOknEy59iBD05G5bK1cez8h6pGY7ZGk8x9bK5edxTwNUUcmM+MS0MceVy5iQ4i2VrbznzEikIA98y5dumTUZWh6JGZ7JJ9sBMBdeeWVNjsxe1sh6sh8thZ7Ppdffrkl37BvGqIeKdQeCVGPlHuPuqlcXwQAz0f666+/tpGf1LcnmhynsktZHTIJgBrpyEQ0MpvspPqnOWLARx99ZIkBOM1Da0Tb0ff7778/U/+dFOVEw8DoxMn4008/WbFw7lG6AXKHz41SBbwMSdlNy2dwu/mK0zGX8983GZOZKLL7xkbnyJEjzZprrmn/5Obs4osv7lX2gnyYsriF2IADMrtlG92hyYY8bq59+eWXmWcq1+Y02VOIjM/l/PdtPtKfQp3/ZNHAITR8+PBgUkVicKPzIbJBsDn00ENzpm0NTY9kb7Yz1/gO/ZH9rIUmW3LxAyGKbBNEAZGxBucrMpJRJEQdmb34WW655WzZmk8++cTKg43lnMuh6RGi44kiobY485FMNWQTefbZZ61s6EoiS7beemtLvAxJR2ZnxkqOU1Knh6Yj0Rk4D8hAkd3YmCabErIm33+h2Fqx2yPJuUaWLEi/uWzl0GytQp3/yBqajizUHglRjyQzEcVkjyQ3mtdbbz2bSphnjbmH7ZwMHAjZ1lprrbVs5rz333/flgh072xHciZqmT2UUNajMdsjjA0RyGQ1o+UjbYemR5CFTJbsQeKUy26sP0nhTZab0GRDj5Ax5Nhjj11ALsaPEpZLLbVUkLYWnY7VHinU+R/iepR1DRlt2BMn0IpsjvmyrYZmayX3tVZddVWbGReiM7YymRzXXntt+6yFqEfQFej+2OyRpK2FnUGmZtab2CMQb1iTsv+4zz77GIJWeE+Esh7lWcPJD8EGW2v77bc3Y8eOtX4bR+CmhCd/xx8Vkq1VqD0S4prNxz37UPskAoDnI+cYSrCsqJWcXScsVBIAKWVQtAsvvLDZZpttMqOA4mVBz0bnueeem8kGwAHU7G7btm2dtbB9GE7GiBck44WzPxcTN9lPNmdYPCYZkD7IkewDmxC8IN2mZq6NTb5DViJqyOxANIbPZSjoLw4RjBZSv0GwISMDGRrchguGOE505GDOsrkEG3eNNdbwbYgW6M8LL7xgnY845y699FKb0giDG2cPBniSoBKabAjrdAUbFDhMWMxDIMomAXAcTj0MuFxMap8Gsj7nP9Eh6MGFFlrI6haiTV588UXrFMqOovdJLteXzz//3Oyxxx42Zfc999xjNy9pRPOj80kzhkOS7DBsOIWgR7Kd/xC9IN1Q7oRxYZGEE5ZafiHqSLKa8I4iYwvOSZz+zEOyGvDeSpa0CU2PuGw9EFEg7vEMuYgS9CTN2Vg8c6HoEfpNX+k7xD1IDJ07dzY4YclcwzsNOV02GNImhySby4wF+cS1fCSAkHRkkgDL88U7i80lSkjRIHQwT51dGZKtFbs9ktx0QXdgM7uSZknCbEg6sj7n/+zZs60eYZOa8lIh2VqMV6H2CGsEZAvB1ordHnHZ9HAooxshzyMzjkiyB5I2n3deyLYWJbycbOiLf/7zn+akk06yBAf3zt5oo42CWo/GbI+gBymPwrvZtXwkgJDskaSdjy3C3hzZ8v7xj3/YDG7Z+wghyebWNTxfyEOGDdag6BB0fXJdE9q+lpuDjpQSiz1Sn/OfsWRtQGO9Qwtpz453Gs5U9HySWM9ziJOcMm7rrruuDYxjLzyUNVu28x/iOXs/yPrGG2/YZw6ygwsEDEmPxGyPONnQldhVm222mbW1GDPeBTjGXcYUbGTWPCHs2aEXmJPMP5459sL//Oc/LyAbx6E7WYtj+4ey998QeyS0NZuP+9qh9kkEgABGDqYSzb0c85EAqIVKyiDSPaOwfEn53BCIk4orSQDgxULkKPVZQpKNlyXOH9KA0kh5TT2/b775xn4Hix8G5OOPP+61U5kXJC94FkpkAXD1m/JlAmjImFfr2GQUYTK9LmUacOJRD5pU5Ti93GKiWn1t6H3dc3TfffdlDDeuATuTKF5S4FOmAocDji3qC/fu3buht6n68Wy48Bw9+uijlkwEESBJAmCzjN/ZvAhBHzpWN8Cy2IPAQUPn47hz9ddJUcVnHJchyOUmChlQNtxwQ0sOGjFihDWov/rqK6vbWai7xniRWr5fv35Vn2P1dcDV6WNB4Zz/yOUWT6NGjbI1xcjek4/NX989qvl3p/uRDUcyCz6nO9mkIArIMabZRGPjE1vE95aMNCAbBc5V11jEwuhHdhrlABi/EEg2TganS+g7hBQ2jGjYJMjFAp5N3FCyECXnk4vsZNHerVs3u0in5SMB+D4XXf/chm1yvk2ZMsUMHjzYkgDWX399qzd5r4XUmoo94oiy2MpEFrIeS5IA0DFsJLGR5kqL+DyOTvfTR2wt3mPodohEOCVZo2Ff8U6gBBFOsJB0pOyRNj5Pv5x9cxk0IGEnSaROdzJPecehcyC2bbzxxsHYXblsLffOxvbiPUAL8Z0dsz0yadIka/vTmG+ufE9d5dtCePAg17MHwrvKZarMzlLE2ptgl9Ca2zvA6Q9hiCAPxpHa1kSCslfHPh0NUvoKK6zgfUBL9hjEZo84ux+5IKWzbmNuMic//PBD60R2wTvsaRHhG8Ieghs3RwCGyPDAAw/YOYeDkjU289Q1iDc40Yk4970lM78k+53MdpCdccN3mZL9i9keyScb8uOzcHo/V1lZ38fQyUbWR/bJl1122UyXeQ55D7A+yFUSxnfZYrVHfMc9tP6JABDaiKX7m00CIJ0OGy84ZnGS4ywiyjLERtQ1xrcjAGDssVmNsxxHERvxvtTqrg9fF/1PKhmM1U033TSziGBD94ADDgiCAMCYsOHHBgWOBMYjdBIAG0QwT0mJnIyGd5udOJZ5rpKbTPWNty9/x7gmIoZU1kkCg1vQ43RNthA3lOg/BhoZRFwpEX53JAAWhuhEnHlE00C88b0la1I5o5qsFGysk5kiu1GDi0153zNtuH67BTwlRTC6kQ2nCE4SaopBRmEhT4P8wKau71kb3GKBCHkcra6/yag0otSQccUVV/R9Ci7Qv+eff94SaFgIkSUFJz8bZNgYPG/JxjHo1BBIekkCWHYmJZf2FN0BkSM7/XoIg+icCcw9njVXpoG+Z2clCiELURJz57gjKgF7F5sQG4sWMgkA0hOlGJ5++mn7nLnmoifZzExGBoUwD+ljU7FHXKkvyEXYjZC2cdo5EgDjh+1FWklsaiJ9fW7J8i9uI2ynnXayRGD3vCX7n0wJ7bNcskfCtUeSaxjsDOx6SFKsc5566qkFph3EFNZCIRBTnK2VvaHuSGCUdSAaFMJlaM9azPaIc9zhLMdGZm+Huck4hUwC+Pe//23Q9wQLuEyIPGAuepJI0GzybAh6nz5SppM1Ne9pR6jMLnXpZAnRwUXfY7NHkIksgeybMgchykL+JVvDoEGD7HfJhg3NGoHslyE057hjb5V+o09cGU/mINn32AenoVcgBfhOcGBPCxkIHMsmLbj9O/Qk72+crqG1mO0RJxsZGdDzBI+x1+hK5w4bNixTfjW0PYQkmYi9LN5xyX1UMpBS7pLnLbscsO9zNFZ7xHfcQ+ufCAChjViiv9kkALf5idOECN9QW5IAQA085/wPMQqPMWCznYgZF4HnxsVFLBANy4KRTAC+Nl4oGGhs+rGRkkzpRJ+zU5yyAYozz/eWXa7B9ZfSAJtssskCKe5IL4aRHsKCgo0iNptxsmLYJJ3LucblwAMPtFHXIWyUuf67BTvPFoshokEZO0cC4DgWUUTPdO/e3ffpaPuXTQJAL8BWpU4VznIyVFDKgejd0BzL6EGcH5RrwFHH5hJGttPtZDNIpihPpnP1efDYoG3VqtUCxLR33nnHyogTOdSNMvSdI2lkjwFOIWrLk9kAXcN7IaQ5yUYLi1o2IPiJ7YGzEvIXeoT5x6Y8ejG0bDAu2wsL2FylorBL2Pwkco1xDIUk5XQkTh0ityDV8K6riwQQSvkoNlaIrCBLSpL45FKVQ+hLpqZF7u+//95GL/hOAmsK9ogjFaEvHIljwoQJC5AAqOPNGIfQskkARF6zmQthz2VNYS3jMgEky934Lp/skZqsN76PlesfY+acIrn6TIrkTp06WVsktDkJsZL0zji5iJbknbbmmmtae5na0JAriVjDXqbkhu+ZA5PjE7M9go5kTUZGIrK7ZKcqzyYBsD/CWieE7G3vvvuutS2Yh65hT0GsYU8omakTmxLHyhJLLOF9kA5jRGpr7EfGIfmey6VXQtiny+53jPYIMiZJAOh71tfsh0AMICqe/VQCe2jZ6eV9fs/x/JCZAnIXOoPgDvZc//SnP2WCIZLlYJIlSn2Wi3c29j9ZOpPNZdzAZkxmGPRZluy+xWyPsK/FXirkPZzgZLaBcOkyP+666662XCfZErG3QsoGk7T98xG8IAGwL0Spg1BI28zPmO2RkHSD730VAcD3EaqnfywYUVAwcXNt8oYoniMAkHYLA4EN7FCd//nw//TTTy3jDNlysc9CGLdcJAAM1uHDh1tmNSnjklFsIcjk+uiYj5AYXHYAl4oLxxCOk5Bkw/gmspCIcQw4Fhk4DVgAu3nIxm52KiTfxyyZWththmWnlMe4Y8M9mX3Dd7myyRrJ1PLZ0bshGd3gTt1qnKmOrZ+d/i1pmJ966qnWKevK3/g+btn9w7EMgQ1yChkNqDnfpUuX0MQwMMDJyoN+gOgASei7776z6ax5rmjJxVIoxI26SFEu2xD6hPkKycilZQxhANETOA5IRU4jQubiiy+2zn7XkunlSZ/JP98dyfmwz0cCII0rmxhEl0DsCFGXJCPTHAHAEYCJwsCGJO18KC1WewT8XbYG0s8SBZqLqB1a6axs50h2iZ7khryTO5S5KHskPHsEu4osFBB758yZY8lS3377rV1z4gTiHYbNwtoGkl/SSenzvMy27ZN9dRGfRIE6m5IoZggDvjXWZdSKR/dBQIeQEYs9kku2XPjnIwFgP2OLQBbwLZsl48W40Sglmi/TZjJ7lnu2kuUut99+e69ko28Q8bDlCQQgajpZpgx5IHA4Zyv7JGuvvbZ1LPOsscbGbqZMHQ5nnxrp4lmLQbBZZpllLPkiacOHbI/UJVvS5mCPB7uDNTayM9aQExk3X4nb+fTI6NGjzb777pvJrkcAyCOPPGLnIy1JEvDVaV6oHkEeFwiXLadPz1iyL7lki8Eeyacjk89ZEgeeOfbB0YeQbCjx4+seArJBlOfZgrjsgsGStn+uTD3JcjfJsqU+zU1HZEOf1PXODtEe8QnnGPsiAkDAo5qsDRSL85/hcAQANzQxOf/Z+ITBCZOO6ITQZcsmAbDY5yW7+OKL201p6uGF2FwKHfoOAYB08q4OF45/HHkYEqE0V/eZBRGL22SGEPe8hVruACOUBRMR1kRfuHry1Ev+5Zdf7HOGscoiimjlUJpzThLxn53VBWN2n332Ma+++qp1ysLCDaWx2cJiHUYtbauttrKEoSWXXDIjAhu7jGPoBAAEQlewEc0GUkjRkfnmkyPd4PxPlk5Jkh3YKNtyyy2DmJL0G4ecqyNPp3kvoxfR++gQIs2JKElGX/siHJualAghIiv7fZtNcDj00EOtnMn6407/46zkbz6lJX/zzTdtn9goL+R9m00CoCwH+oboIJ9KU7AY530FOQFbsL6sO9lzkPcYc5Z/4OKTreUc3kT75CsFEqo9Uohsznak5AbzFoKGGyfKskHWpvE97zhfWl16hD46EgDvMFcP2vUdIhEb7tgiyMp726dWlx4J3R5pqI4MxR5piI509byT7+ekk9K37Et16RGcXskoT54j1pyQ+VZffXX7WGWXSfTpWfvggw9s5KorD5V8P4Vuj9QlW64xyN50Zx0KARGyik+lKXgfY99CFuX95eZcXfscyTl4xhln2LUNBEvfbC1sQkqz8S7G1qflwp7ADgiyrE2TtqbbX/Cx/JLDmqAbWq4SbKHaI4XIhnOSNQ3EDZee3D2Hbg+BgBcI+D4R7+vTI9hRkJaZr+yp0n8ywrhGdimy4/pGAChGjxCERPp4Agh8ztbQENlCs0fq0pEEwbFmgQhFJDwN/cg+Mnt3EG6cjmQNgOw+lWjO1iPsfaAb3J4pmQ/JYODK9fA3guFcc+UG2U8eMWJEplyMDzZXth6pzzcRij3iA7ZNoQ8iAAQ8yixqieqKyfnPcLhacXwO3UGenF447TDYSJ+Joc4ihI37+jZ/fZ+i2SQA3zaki8EvSQBgoxYHJUZ4fS/YYu5VzXOS0dZs2rBIJp13SM1la3ApkzFWXcQ8iwoWUptvvrmVLbRnDYONf9nlQ1xqeZwsIdaWZ96x0UJWChoRhTCIiYr56aefMux9NkKp8R1yc7qExVOoz1gSf8qgQGhgw5BUcIwdDUIARBxSavpe0iZ7PrHpjgOMiB8iEZIRQm780B2+LQCTKfryvXeT0TDITZTMpZdeanCOQyJlTrLh5FsNxmQ65Ia8d7NJALk2RautT5KlJwpxBCQJANSBZrPaR+c/uJL+nrr3xeDuuz1SiGyOCMUYsWlLBB4/qX/KMwc2zO1sJ3o152QheoT+oSdzlfdy6b2JHvWN5FaIHgnVHilEtux5FYo9UqiOdIRENp6T2fRcRiL+7puNXIgewQ5mrLD9k5FdvN8gVkEK9i37F5vlRLc7J7Kbe0TXOX0Xqj1SiGy5dHj2pjvHFPLOr+T7gOcDJwjOkmSra2/REQAoTcH89NX57zIfZuMJsZSgjrrKMCSjrX3L4Ibtji3BfmmyYXcl63WHaI8UKhty5yrvlbQjfXMqF6JHsLNYa7L/zfhhP5Lxhn0s9D/BE5A+ILbwLvAla1sxeiT5PsvOBllJHVjfvQqVLTR7JJmNrS4dyRqBEnQ0l9WHz+hIyvHxnPmW/Su7/JqTDyIee1eUtcnObsY+Cs/VNttsY9c7rNvYI/GtRG52qVsnG2QabMN8hKcQ7JH6nkX9vTQIiABQGhyrchXY1CwAibRL1gutSmdKeFPHEueSITrt6oLi3//+tx0zUqQRxZVMQ1ZCCCt6KV4oLKYwAGJw/gOe2yRjE4aUix9++GF0zv+kIQAr0hlEFZ08JbiZc0jSf1oyXT6/Q7wh8s4nVmpjxE4SbtjcYAMmhFqS2TLnctQRNcl4IWMs5K/kZgQL+WTUfGPmQbXOTdb/RB5IbDjOSaFJIy3tJptsUq3ulfS+yYg1H5+1ZG14BM/3/k1mi+I4NgmxP5yTwUcSKQvc5DxqCAnAkVGmTZvmVeS/2zBBZ/PPtfocAkkCAJEIkNx8tLWSusHNs0IzL/hujzRENhcBBAbO+U9tWhr2CpuEPq3ZCtUjuZQrTiPeAZBkSUcOYZaU3760QvVIiPZIobIlxyIEe4RN5UJ1ZPJYNnbJPkEWG+wRIq2TzjAf5mRD9Eh2f5MlAti8hpTeq1cvH8Sy5RqJAMRRwjgstdRSBnK2cyonHXGh2SMNkS3XYCTLY9X3rq/0YCZTjrv0yOxTuWj5fMRQRwDg/fbbb795F/kPjuy1sR+ALKSqRvexl0Pr379/ncQgnjXIlgRZMYd51rCTfWjJchrZtjz9I111koQdkj3SUNmyxyNpR1IOAXIz+wo+tIbokVyOOuYw12B/0rc1W7F6hHF56KGHDPXkaT6WD2yIbKHZI43RkYyXKxFApgCfnrVkZq+11lrLlgL5+uuv7TqFlsxU5rJNscfj3nsEIxEM99Zbb1l7xqd9LewnbC3I1jj82RNgHF1waX2lany2R3zQ002lDyIANJWRlpxCoAwI8OJkccFiMPS0/0l4MBSoqfv+++/brxvifCgDzCW9JGOGAUAUKIvEZEokX5jEDRWYNKgs1Fnowd70aXO9obLkOx5n5FNPPWWZ4O+++641/NhsT5ZzKNW9KnUd5iLpw1z0iLtvNomjUv0p132ef/55GykfYimKXJgkF43u7zHokaSsLPpZEJIijvIot99+u1fp3+irm1cbbbSRIZUiG5X5HMPoDxj66A+3yOUa2fW8y/UMNPS6rjYk2PMeps+FvIcdM/7HH3/0zvkPBsmILLJNsMFAq8sxwKYfOpGoWJqPzn/6BeaUy6C/rjZhfZkAQrFHGiKbc3DhACOCxDn/G/oMVOr4hugR1ydIDDxr2JFkgynk2ayUPMn7NESPhGaPNES2JCa+2yMN1ZHJWq5Ozvr0TjXmYrE6kvN4f6NLqLlOHXnsEQIJfGmu1ngy2v/TTz+12aLefvtts/XWW1snardu3WyXQ7JHGipbckxw1pEVgchf35z/9NM5h51DkfrIL730kjn44IMtETtfWmcytrkMbj4+a8nAABft75xCrt+5nI1EfWL786yhX2mFkhgr9SwyLpQAJCLXEZwgu55yyim234wHaeJ5J9NCskcaKpvDnHGjpBalUnDWoSNdqm9f9rUaqkdypZ33dc1WrB5JvhNxYPpWGqsYHRmKPVKsjgQTyFSQ/Sj/wr4DDnXKBPjyrLmsZARHYSstu+yyts9kz0BHsBdC+RC+Q19yHDqTrDDJDEbs2XEsGWB8kc0RZsj+QfYFgtucvGQFY38OeWmdO3euFWjquz1SqXeo7mOMCACaBUJACBSNgGOikfrTpzq0RQuUPjGZEtXXjc1iZSTVNc4ENmVg7+Mw32yzzbwxboqVa/z48dYQwuCJsSXrwiVrlMcgK5HIkBtI2UWdU2qZh1aKoq5xIEKeUhSMGxuhviwkip07OEpY/BGlx4KCxRELQVjTocvmNsxI+cac3G677ewCkLIAvjU2XXDos7EEaY0FeF0kADaUiPYlW8qXX35pU0pCJPKtNIpLo8g7is08mO6QDOsjAbgNXo71bdPWzR23wYmjhJq7J554on2WaPkcBOCBPGTE8tX5T/8hauCUOumkk2yNUuf4qMtBEIo90lDZcHDxLC655JK+qY0F+tNQPcIFcGhB9mA+o/+5BptlPrVi9UgI9kixsjE+vtsjDdWRvNdwWpKJAnIshLizzjrLrmt8y7LXUD3CeOHcwuGKjYX+5/NOO+3kla3lIsKTZbsYFxyU2L25sl+FYo8UI5vTg27dhkOdzXqfbC2Xfhv78ZFHHjFrr7227Tb2/emnn27tDeo8Q9Imi16yuRIdfOejreWyOFJ255ZbbsmkRCbDHM7zV1991ZJp6HuyJaMreZ/h2Npjjz28yrLn6lJnl5QjuwG1rbGpsskNodgjxcjm1mwuKja7RrkvNkmxeoT9SEiWZLRhPmNbx6JHGBvWbewltGjRwjpofcrWWYyODMUeKVZHMmboF97rEG3OP/9860z3KRMpxHqCG9gfQS+45ogqycCC5JqabHu8CyGjLLfccnavvG/fvr6oENsP7D9KKrGP47KbODIH9m8ysCA7UMxne8QrkJtAZ0QAaAKDLBGFQDkRwGnH4gLDNKaGcQRznE0lDISYGgx3HECQG3xaSMSEcallYVOG1E7UdsJ55NvGZqnljel6LAhhGlPPNabGnORfbHIxRt9995354IMPbDpNX3UkizkW4jDc2aClvER9JIAQ5p9z5BPRw4KdTQaXaag+EgAbNpAhSPHq04aEw91tMJPyEgdqdp3CfCQAjhsyZIjdvMbB5WNj45k08ESFY1skow3qIgGEYI8UK5uP45Tdp2L0CO+01157zcycOdNbwl5j9Ijv49YY2Xy3R4rVkTjKmY+ko/W1FatHeK+RknyNNdYwvXv39k48SBsQFBxJwXXQER4gnaAvXFSydwLU0aHGyOYy3BCR55NjKzk+lMuA5OqyM/A3F62cr2wZcl1zzTX2MkcddZR3tpZLoU5gABH/jpicrNGdL7sB+od5S+robOKDD/PWlathTmFDupaM6M1FbvCh7/X1oTGysWaD2AFpxcdxa4weqQ+3av+d56UYPeL6zf4I6zwf97WKlc13e6QxOpJzX3jhBWuLrLDCCl6REZlTzKfhw4ebTTfd1JY7pPEuICORy6SXfGbYUyVDkY+BHtnP9g8//GBLGZA51ZVbc2UPsbOyG+9nyHzYH77bI9XWY03p/iIANKXRlqxCQAgIASEgBISAEBACwSPABgMLPsrvsMGJYycfCQAyA38j4jyEEiks4Kkt60qcJMsNJUkAsPQhRrFJg/PcV7JGcrKRIh9yAk5xWj4SAJthbGIss8wytuZnCNk12Dzv0KFDxtmRjwRAVBPZh8gYQG3TEFqsskmP3GKjfULTI9KRF1iHgXSkH9oTPcI7KvmeSpbTcwQAFyFJKl4i9ELYdI9ZNshERN8mm4ugJLADu5EgCDAYMWKELT0Fyc93O5J5xr9sp6IrX5AkAGBTEuwBcfTwww/3jtCQ/YTnkg3yEyms0YdJAgAOI74nk4FPqazzaa2YZZMeCU+PME+lI9vZDHwh6cikfiEbG33HcQ5BCCJA69atbZkQ7H4a2YqS2QL8sKrq7wV7HwR+kIn5gAMOMDvssIPNFsJ7DtIR9lUyW0D9V9QRTQEBEQCawihLRiEgBISAEBACQkAICIGoEchFAmBRyyYuKfVJHUd5gxBbLhIAkfREnrDAJ2qN1H4htmwSACVDKGeDg4RUhnfeeWeGDBGafNkkADYrSLN+66232lrDOIJCIG7kwj0BdYnfAAAJ20lEQVRW2aRHwtQj0pGLhaYebX9j1SOk1CVKmRTWEADWX3/9WjXmfaz5XOgEilk2lx4aLLAdcSLg/CftM+3ee+81f/3rXwuFyqvjKGmw7777WmcPmaXQmaeccoq57rrrzCabbGJtLR+zbBQCoksz7wgAOP+xt6gLTXkASnW6qNFCrufTMbHKJj0Sph6RjvQvE1E+feVKlrGWJrNv165d7aHJsimUezn11FN9Unn19iVZ9pB3GQQAgguS5ZcINIDkEArRvl6hdUBJEBABoCQw6iJCQAgIASEgBISAEBACQqC6CGQ771xvWOCSNq5NmzbV7WAj7p7t4OJSLHCJeiI9vo8pJAsVN5sEwHmkJrz55pvNSiutVOhlvDwu6eByHSSrAREYvXr18rLPhXYqVtmkRwqdAX4dJx3p13gU2psY9Ui2c4usFZC+iEwL3R6JWbakcwtnP1GGzvkfuq2VJABQe5x/OP9jsLWSTnKeM+f8j8HWilU26ZHmhb4ivTpOOtKr4aizM6xlxo4da8vcJMnmn3/+uc2M8sknn1iSFNHzoTVsKoheffv2rbX/AZENQgCkS8h7ffr0CU009beMCIgAUEZwdWkhIASEgBAQAkJACAgBIVBJBFjw4lwdPHiwvW3om+1J7ObMmWOZ+qSQj8X57+Rjk2Lvvfc2b7zxRhQb0slxw4nAZgvpCWPYkG4KskmPVFJrl+5e0pGlw7KSV4pNRyadW2eccYatsxuD8585EbNszrlFyvKtt97apkemhe78RwZHANh9990tGfbuu++OxtZyTnKyfFFqCqdWLLZWrLJJj1TyDVu6e0lHlg7LalwJoix7CJQGwPFPeYDu3btXoyslvyfBBGS4Qf+z93PyyScvUOan5DfVBYNCQASAoIZLnRUCQkAICAEhIASEgBAQAvkRcHXhSPsfk/Mfh+QzzzxjBg0aZNP+x7Ah7UZxxowZ5pJLLjFDhgyJZkPayZaswRjLhnRTkE16JLy3jHRkeGNGj2PUkUnnlhuVWOyRmGVzzq2PPvrIDltMREtHAHDzMYbIfyeLc5K732OytWKVTXokzPe1dGSY40avJ06caNfal156qY2Mv+OOO2z5l9Abtj9lDQiQIO0/+v+GG24Itnxg6OPhc/9FAPB5dNQ3ISAEhIAQEAJCQAgIASFQIALff/+92W+//czLL78clfMf8T/++GOz2267mfHjx0fl/Ec2ouwgNsS0IY1cRCOfffbZZujQodFEo7lHMWbZpEcKVLieHSYd6dmAFNCdWPXI9OnTzTHHHGPL2NBicf4jS8yy4SChpNKoUaOicv4zbq+88krG2RObreXSPiNnTM5/5IlVNumRAl6QHh4iHenhoNTTJeysiy66yFx55ZWWcLn88svbdTfO/2bNmoUnUKLHlAEg4+PDDz9svyXDzRVXXBF8ib2gB8XjzosA4PHgqGtCQAgIASEgBISAEBACQqBQBGCBjxw50uDAo24raU5jaaTtu+aaa0yPHj1sOvnmzcOsH5lrPEjbh5P80EMPNSuuuGIsQ2blIFqGOrsnnXRSdBsSscomPRLmIygdGea4xapH/vWvf9latKSkPf7446OyR2KVDd1/7733muOOO86mSYYMEIut9fvvv9uUyGS3gZiy0korhakwcvTapX7mT5QA69Wrl2QLAAHpkQAGKauL0pHhjRk9/uqrr8xpp51m+vXrZ4466iiz+OKLhylIjvn4yCOPWEID72v2R9q1axeFbBKi9AiIAFB6THVFISAEhIAQEAJCQAgIASEgBISAEBACQkAICAEh0OQQwFEybdo0uxndsmXLqOSPWbb58+ebqVOn2gwAsTj/3eSbPXu24V+HDh2imo8IQykpWozOn1hlkx4J8zGUjgxz3NRrIdDUERABoKnPAMkvBISAEBACQkAICAEhIASEgBAQAkJACAgBISAEhIAQEAJCQAgIASEgBISAEBACUSAgAkAUwyghhIAQEAJCQAgIASEgBISAEBACQkAICAEhIASEgBAQAkJACAgBISAEhIAQEAJCoKkjIAJAU58Bkl8ICAEhIASEgBAQAkJACAgBISAEhIAQEAJCQAgIASEgBISAEBACQkAICAEhIASiQEAEgCiGUUIIASEgBISAEBACQkAICAEhIASEgBAQAkJACAgBISAEhIAQEAJCQAgIASEgBIRAU0dABICmPgMkvxAQAkJACAgBISAEhIAQEAJCQAgIASEgBISAEBACQkAICAEhIASEgBAQAkJACESBgAgAUQyjhBACQkAICAEhIASEgBAQAkJACAgBISAEhIAQEAJCQAgIASEgBISAEBACQkAICIGmjoAIAE19Bkh+ISAEhIAQEAJCQAgIASEgBISAEBACQkAICAEhIASEgBAQAkJACAgBISAEhIAQiAIBEQCiGEYJIQSEgBAQAkJACAgBISAEhIAQEAJCQAgIASEgBISAEBACQkAICAEhIASEgBAQAk0dAREAmvoMkPxCQAgIASEgBISAEBACQkAICAEhIASEgBAQAkJACAgBISAEhIAQEAJCQAgIASEQBQIiAEQxjBJCCAgBISAEhIAQEAJCQAgIASEgBISAEBACQkAICAEhIASEgBAQAkJACAgBISAEmjoCIgA09Rkg+YWAEBACQkAICAEhIASEgBAQAkJACAgBISAEhIAQEAJCQAgIASEgBISAEBACQiAKBEQAiGIYJYQQEAJCQAgIASEgBISAEBACQkAICAEhIASEgBAQAkJACAgBISAEhIAQEAJCQAg0dQREAGjqM0DyCwEhIASEgBAQAkJACAgBISAEhIAQEAJCQAgIASEgBISAEBACQkAICAEhIASEQBQIiAAQxTBKCCEgBISAEBACQkAICAEhIASEgBAQAkJACAgBISAEhIAQEAJCQAgIASEgBISAEGjqCIgA0NRngOQXAkJACAgBISAEhIAQEAJCQAgIASEgBISAEBACQkAICAEhIASEgBAQAkJACAiBKBAQASCKYZQQQkAICAEhIASEgBAQAkJACAgBISAEhIAQEAJCQAgIASEgBISAEBACQkAICAEh0NQREAGgqc8AyS8EhIAQEAJCQAgIASEgBISAEBACQkAICAEhIASEgBAQAkJACAgBISAEhIAQEAJRICACQBTDKCGEgBAQAkJACAgBISAEhIAQEAJCQAgIASEgBISAEBACQkAICAEhIASEgBAQAkKgqSMgAkBTnwGSXwgIASEgBISAEBACQkAICAEhIASEgBAQAkJACAgBISAEhIAQEAJCQAgIASEgBKJAQASAKIZRQggBISAEhIAQEAJCQAgIASEgBISAEBACQkAICAEhIASEgBAQAkJACAgBISAEhEBTR+D/AZTldQRz3DcI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657769-07AB-E133-5E4D-2AA5AFC0F2CD}"/>
              </a:ext>
            </a:extLst>
          </p:cNvPr>
          <p:cNvSpPr txBox="1"/>
          <p:nvPr/>
        </p:nvSpPr>
        <p:spPr>
          <a:xfrm>
            <a:off x="673100" y="5088935"/>
            <a:ext cx="5575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rial Narrow" panose="020B0606020202030204" pitchFamily="34" charset="0"/>
              </a:rPr>
              <a:t>Figure 6: Daily Call Volume Analysis</a:t>
            </a:r>
            <a:endParaRPr lang="en-IN" sz="2400" b="1" dirty="0">
              <a:latin typeface="Arial Narrow" panose="020B0606020202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26A7E3-0836-AA34-5CB0-D77355882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999" y="1769065"/>
            <a:ext cx="5034973" cy="28444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B7C44-694F-4744-8CDB-13656BC2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DE62B370-D2CF-3900-78FB-55C0EAD4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0" y="511895"/>
            <a:ext cx="10464800" cy="609601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Revenue by Consultation Type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40A8F72-64B9-D78D-0CF4-783E80E185B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89000" y="1848533"/>
            <a:ext cx="4495211" cy="338886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3: </a:t>
            </a:r>
            <a:r>
              <a:rPr lang="en-IN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Is Concentrated in Call Consultations</a:t>
            </a:r>
          </a:p>
          <a:p>
            <a:pPr marL="0" indent="0">
              <a:buNone/>
            </a:pPr>
            <a:endParaRPr lang="en-US" sz="6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SzPct val="100000"/>
            </a:pPr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 consultations generate maximum revenue.</a:t>
            </a:r>
          </a:p>
          <a:p>
            <a:pPr>
              <a:buClr>
                <a:srgbClr val="000000"/>
              </a:buClr>
              <a:buSzPct val="100000"/>
            </a:pPr>
            <a:endParaRPr lang="en-US" sz="6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SzPct val="100000"/>
            </a:pPr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 consultations contribute moderate revenue.</a:t>
            </a:r>
          </a:p>
          <a:p>
            <a:pPr>
              <a:buClr>
                <a:srgbClr val="000000"/>
              </a:buClr>
              <a:buSzPct val="100000"/>
            </a:pPr>
            <a:endParaRPr lang="en-US" sz="6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SzPct val="100000"/>
            </a:pPr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Complimentary consultations contribute minimal revenue.</a:t>
            </a:r>
          </a:p>
          <a:p>
            <a:pPr>
              <a:buClr>
                <a:srgbClr val="000000"/>
              </a:buClr>
              <a:buSzPct val="100000"/>
            </a:pPr>
            <a:endParaRPr lang="en-US" sz="6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SzPct val="100000"/>
            </a:pPr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concentration helps prioritize business focus areas.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61899C-C0BD-FED8-FC2E-8E2602D8D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7427" y="6326617"/>
            <a:ext cx="564573" cy="531383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1506" name="AutoShape 2" descr="data:image/png;base64,iVBORw0KGgoAAAANSUhEUgAABAQAAAKQCAYAAAAIQKiAAAAAAXNSR0IArs4c6QAAIABJREFUeF7snQe03cS1hocSeuBheiehmRAIBgwGTDWm19CrKaabXkI1kNA7gRB6Dd1gwDYdTEloDqaXBEKvNhgwJcCjvPUr0X26upJmdI7mHOnom7W8Qu6Rpnwzkmb+2XvPJD/99NNPhgQBCEAAAhCAAAQgAAEIQAACEIBArQhMgiBQq/6msRCAAAQgAAEIQAACEIAABCAAgYAAggADAQIQgAAEIAABCEAAAhCAAAQgUEMCCAI17HSaDAEIQAACEIAABCAAAQhAAAIQQBBgDEAAAhCAAAQgAAEIQAACEIAABGpIAEGghp1OkyEAAQhAAAIQgAAEIAABCEAAAggCjAEIQAACEIAABCAAAQhAAAIQgEANCSAI1LDTaTIEIAABCEAAAhCAAAQgAAEIQABBgDEAAQhAAAIQgAAEIAABCEAAAhCoIQEEgRp2Ok2GAAQgAAEIQAACEIAABCAAAQggCDAGIAABCEAAAhCAAAQgAAEIQAACNSSAIFDDTqfJEIAABCAAAQhAAAIQgAAEIAABBAHGAAQgAAEIQAACEIAABCAAAQhAoIYEEARq2Ok0GQIQgAAEIAABCEAAAhCAAAQggCDAGIAABCAAAQhAAAIQgAAEIAABCNSQAIJADTudJkMAAhCAAAQgAAEIQAACEIAABBAEGAMQgAAEIAABCEAAAhCAAAQgAIEaEkAQqGGn02QIQAACEIAABCAAAQhAAAIQgACCAGMAAhCAAAQgAAEIQAACEIAABCBQQwIIAjXsdJoMAQhAAAIQgAAEIAABCEAAAhBAEGAMQAACEIAABCAAAQhAAAIQgAAEakgAQaCGnU6TIQABCEAAAhCAAAQgAAEIQAACCAKMAQhAAAIQgAAEIAABCEAAAhCAQA0JIAjUsNNpMgQgAAEIQAACEIAABCAAAQhAAEGAMQABCEAAAhCAAAQgAAEIQAACEKghAQSBGnY6TYYABCAAAQhAAAIQgAAEIAABCCAIMAYgAAEIQAACEIAABCAAAQhAAAI1JIAgUMNOp8kQgAAEIAABCEAAAhCAAAQgAAEEAcYABCAAAQhAAAIQgAAEIAABCECghgQQBGrY6TQZAhCAAAQgAAEIQAACEIAABCCAIMAYgAAEIAABCEAAAhCAAAQgAAEI1JAAgkANO50mQwACEIAABCAAAQhAAAIQgAAEEAQYAxCAAAQgAAEIQAACEIAABCAAgRoSQBCoYafTZAhAAAIQgAAEIAABCEAAAhCAAIIAYwACEIAABCAAAQhAAAIQgAAEIFBDAggCNex0mgwBCEAAAhCAAAQgAAEIQAACEEAQYAxAAAIQgAAEIAABCEAAAhCAAARqSABBoIadTpMhAAEIQAACEIAABCAAAQhAAAIIAowBCEAAAhCAAAQgAAEIQAACEIBADQkgCNSw02kyBCAAAQhAAAIQgAAEIAABCEAAQYAxAAEIQKBDCLz//vvmD3/4gxk9erT5xz/+EbTq5z//uVlxxRXNkCFDzLrrrmsmmWSSDmktzYBAOQl89tln5qyzzjIjRowwTz/9dFclV1llFTNo0CCz/fbbm8knn7ycladWEIAABCBQOwIIArXrchoMAQh0KoFrrrnGbLfddonN23333YNFytRTT92pzaddECgFgb/97W+mf//+iXVZa621jJ7TmWaaqRR1rUol3nzzTXPuueeaUaNGdYmdEli22mqrQGThvVaVnqSeEIBAGQkgCJSxV6gTBCAAgQYIIAg0AC3jlq+++sqMGTPGPPjgg+bvf/+7ee2117oWI7qtX79+Zv755zcrrLCCGTBggFl44YXZ+S22CyqZG4JAsd32wQcfmB122MHcd999iRlfcsklZpdddim2UHKDAAQgUCMCCAI16mwfTX388cfNoYceah555JFc2ffq1cv85je/MbPNNlswmZZJ8xJLLMFkOhdFLoZAdwIIAs2PiB9//NE888wz5pxzzjHDhw83X3zxhXOm8803X7Aw0Y7lvPPO63wfF3YWAQSBYvvz4YcfNrIGSEuDBw8Ontdpppmm2IJrlttTTz1ltt12226ip08Em2yyibnwwgvNLLPM4rMY8oYABBwIIAg4QOKSZAKff/650Yd42LBhhSDSZHqfffYxO+64I+aUhRAlk7oRQBBorsdllnzMMceYq666qqmMJHgef/zxZtddd0XkbIpkNW9GECi237LeayoJN4xieOu9JzGzVUnxbe65557A0ooEAQi0lwCCQHv5V7r0Tz75JFCT77777kLbscgii5izzz47+MgTAK1QtGTW4QQQBBrr4J9++il4j+2///6F7Y5psnvdddeZ9dZbr7FKcVdlCSAIFNt1CALF8kzLTQFphw4d2prC/lvKX//618BClAQBCLSXAIJAe/lXunRfgoCgaDJ9wQUXmK233hpRoNKjhMq3kgCCQH7achG49tprzV577ZXLPcClpN///vfm6KOPdrmUazqIQLOCgGJXnHnmmUHwwfC0EOHp06eP2Wabbcyee+5ppp122lIT+/77782ll14amIRHT1qQ4L/RRhuZgw8+2NlU/N577zVrrrlmantxGShmKCAIFMORXCBQRQIIAlXstZLU2acgoCbKheDKK6/M9B0sCQqqAYFSEEAQyNcNsgzQLv4ee+xRuBigmiAI5OuPTrm6WUFAIsCWW25pnn322R5IFHvnhhtuMFpYlznZ5gd5doYJKtiansZloDWcKQUCZSSAIFDGXqlInWwf/CKaseGGG5qLL77YzDrrrEVkRx4Q6GgCCAL5uve5554Lji17+eWXM28MgwXKYknBAqeYYorg+n//+9/mww8/NHfddVcgLMSDqyII5OuPTrkaQcAY2/wgjyCgcfH8888HgQN10sBbb70VWBHK1FzWAeuvv76ZcsopO2X4tK0dL730UmCBkiRE+agUQQV9UCVPCDRGAEGgMW7cZewf/KTJsHbkJk6cGJhBXn311YEFgC2K980332x++9vfwhwCELAQQBBwHyKffvqp2X333c1NN92UeZNcCY499lirebNcDx599FFzyimnmJEjRwZ5Igi490cnXYkgYJ8f5BUEOml8VL0tNrFH79WzzjrLTD311FVvKvWHQG0IIAjUpquLb6jto2CbDEsc0AR67733zlSkDzjgAHPyySd37coV3xJyhEBnEEAQcO9HW6Ay5SQhQMeq5pnYfvvtt0Yipt5Z2tFcbbXV3CvFlR1BAEEAQaAjBnJKI2xzPwSBTu592tapBBAEOrVnW9Au20fBJgioihIFLrnkErPbbrul1lhRumVNMOOMM7agVRQBgeoSQBBw67tx48YFRwLefvvtqTfod+1ylT14m1uLuaqVBBAEEARaOd5aXZZt7ocg0OoeoTwINE8AQaB5hrXNwfZRcBEEBE/+gPJbk7VAUlp66aXN9ddfbxZccEFn1opwrMjG8u19/PHHzYsvvhiUo6QzwhWYSWffKnLxcsstl2sH0LkSLbhQPsxPPPFEcJav2infvwkTJgQly+95scUWC9q59tprBxGqJ598cm+1Ul3kQ62I7Q8++GAXb5W/7LLLmi222CJg7bMO3hqXkLEWlQ888EBwXN0rr7wS8A+TWCvo16qrrmrWXXddM/fcc7fktIw8goCeEY2dG2+80Tz55JNd9de4UT8pEriO/pxppplaibUlZd1yyy1m0003TS1r0UUXDd45SyyxREvqExYit4N33nkn8JOWSXV8XIXvrmWWWSYItrrCCit4F0pb8VzLjUzvjjvuuCPwFX/mmWe6XMmiz5Kep4UWWshMOumkLe2XvIWVWRBQf8pXXM/+mDFjgvd09Luhturdpe+txpmY9+3bN7cwZpsflMFl4LvvvgvGmr5Xjz32WBBLJHqqgzjoXbD88ssHHJZccknvlop6FvQc6B11//33B99zxUtQ2XrmFWzyV7/6VVufAVvfdqIgoO/9iBEjgrmWnp1wPqn5jazAtHFV1PymLvPXvO9VrvdLAEHAL9+Ozt32UXAVBBRDQG4DsgJISnmiKstcVx/Sk046KZhYuiQtgPbbb7/ASiFtN1CWDLfddltgBqyPQZg0Qdek/MgjjwwW3q4pPJLpiiuu6LaQVF022GCDwFQ5ayGmY6kuuuiiwCQ5/DDZyl588cXN4YcfHsRjcAnAFLb57LPPNg899FCQvSYmEhdOOOGEYGKupLbID/u4446znuGu4E862kiTG5c0duzYgHk4MdI9IfODDjoomKTZUhprTfbWWGMNc8wxx1j9w6NlvPnmm4Fv+LBhw6zxL8L7FDzpqKOOCkSZSSaZxFblhn93EQSmmmoqM3r06GCMxYPgxQsWa7VVgbuSxozGiCav5513ntEiKBoPRJOjI444wigwqGv64YcfzOWXX25OP/10b8et6R0hN4A//vGPqdVSvTWeWyVeqU4SARR/wNYn0Urredxss83MIYccYnr37u00tsrwXIdtGD9+fHAsnSwxQiHTNlZWWmmlYOxqEp72LLX7vZFXENA7fMcddwwWps2kU0891Rx44IFmsskm65aNxpeeebHWu9QWtyfpPaD3V9Y3UjE59tlnn+CoxFYljX9Z8ugdlceSR3MXfXvPPfdc5++n2qTvs9qovnIVSpOOX9R7VQK56j3LLLMEuCTU6Kjl448/3vos7LDDDsF188wzT6tQdyvHNvdzFQT0/Otdr7lVVIgRHwV7FR9Xzqrg66+/bg477LBgIygc48prwIABwTtSwlaY0volXq7eS2eccUbQN7Z3VN75TbzzfM1f2zJIKLRyBBAEKtdl5amw7aPgKgjoQ6g4AZqsJCVXQUCTKuUzfPjwhiApYrEWCUsttVSP+2111ARBiyLXSUkzx0ppsrvvvvsGC7BGkhanmoBrcpOVstr8l7/8xWy77bbBB1LnrJ9//vnOVVG5l112WeaEPsws61xk10mHbZy67lRpAqHJribctolBEgxNXrUQlZCRxyfdGawxQf222267xFvE68QTTwz6SguHPIsCTYIlAqkN0WR7LjTWdBa5q7tPlrWQxs2tt97qLCalcXvjjTeMTguICnvRa+eYY46gHFm1tCJpEqsz2Rt9b6mOecZWGZ5r1bmZ95h2bSVCygIqKbX7vZFXELj33nsDa7Vmk8QhueDNMMMMXVl99NFHwSLWFjzTpWzVUd+5UAyO3qMTO1T+q6++6pJVYddo7GvX1kWQlwXOnXfeGbyDowvQvJWRmCyhXBZUNoE36/sTfnsambtIcFVf//rXv85b/aavt31TXb/NWc+JKpk3oLTmNfo+JyUJAvqG/exnPwt+dumXRt5R+k6deeaZRt8+29iI1rORMRC9P2v+2nSHk0EtCCAI1KKb/TTS9lFwFQQ+//zzYAdSO65JSR9dLXSylOKnnnoqsDJIm+S7EpD48Oc//zkwEYynrI+Nq2gR5pm1cNOutczuw52D8B7t7En53nPPPXPtaiS1PWtiF15vWziono1ONMVLx7RpYp+V2j2xj7LQIlo7k80m7T7rn6t4lKe8rHG1+eabm+mmmy7YgW8kDRkyJBAS4mJG1nOhybom4JqsuCT59MtVISnJEkfPhU3IspVjW3zJAkbWSjPPPLMtq6Z/l5mynueijvnSiQjqo6yxVYbnWqbZO+20U1Pva1ktrbzyyol90O73Rl5BwCXApctgS/pWFpV3WL6eT4n3s802W7cq2RZ3LvVv9BoXUVeCrnZ59e7NI4am1UnvNuUncTFr4WdbeOo9s8suuzQk8MtMXaLA7LPP3ii6hu6zzf1cBQGbu6hrPmqEbR6pRbo2jMJk6xe5bjQ619I3SidoycXDJbVi/upSD66pNwEEgXr3f1Ott30UXAUB+fdrsZJ2FrjEApnGTzPNNIn1LWJyGc1YpqhaEMw111w9JjzrrLNO6mQi3DW3QbWZLMusXxPauNmnJsCDBg1qWgwI6yezQ5lMTj/99IlVzlo4yIxfixmZ+jWaXD727Z7Yq22aSMpkUKaIRSW5e2hc59lBcCm76Ml/tExNgFVvmVRGkyYzcnP54IMPEqsoCxK5ZcTHc/xiuQvoWrn7JKW058KFS/Qa5a9FQVoqqhxbvYp+b4Xl6dnUDmiau0O7n2ubVYmNW/h71vu23e+NMgkCWSxcWcevk6WRrJ2iz3SZBQGJ6RKg99hjj0LEgJCHy8Iva56kzQe5LjSzkZHUF432q+t9trmfy7ddZSmGg76rEpWTks0SKHpPloWKLFq04RSNCZPVBrnGKDaQqztmUt3lKnfxxRebWWedNRNr0d+BtPmra99yXX0JIAjUt++bbrnto+AiCGixpQmsFgJpSSq8PjBJSb70mpjkMVl3aXjSR/bjjz8222+/fbBLn5Rkxq/dOZt/vk0Vl/njwIEDuxUhs08xaGYBnlTnrEl1URP3NN4uptntntir7kULMcozr0WJy5jVNT4FAeUvq5CrrrrKqO/CpGdQ1gOa2CalpHuSrnv//fcDN5Q0P+qk58KVS3jdN998EyyWs94X2tmRWOYzyXdWz3MzbgJZz5We69VXXz3xknY/1/Jhlzlts7u0nSQI2KxWXMdiksuAD0FAsVv0rplzzjm7qtYulwFVwGYhILFC75ZmFnhpfWDbpbfNk1z7Nu06uQ5I7PjFL37RbFbO99va5CoIqEDb+0AWELKgsCVZrUjwSUqat/3pT3/q5vJma4OtPJffbcJ/K+evLvXlmnoTQBCod/831XrbC9UmCGinXJM6mXGlTQ5tCrEWyHrZp92vIDLanezfv3/gV6mdAvl/yzRZAbzS/AiTytW98kFLEy9cP8xZk7+kiZbKVWyD/fffP7W/FMwmDJojk275Sn744YfBpE2CS5rPe9ZiLc/CQT6VCjqlib7MlRVgSosdjYGsSVjcjC/ewHYLAmqHJjdp/rfaNdfvmohot0i7str1UHR4WRVo8ZyWXHfO8zykeQQBmUPq2VtggQWCIhQsUc+EJjFZKcmvM6tcMdJYUGCnrJQ1MUx6LvJwCa9Vf+p9MWrUqNTbbYuLRsqN3uNy1Go4rmQRtPDCCweRzSWe6lkSa1lMZcWxyIpp0s7n2vYOjb/HxO3LL78MouLrna3vRfg+yRKI2v3eyGshUFRQQfm1S5iOWh7pHaRxFCYFWdMiVq4xco2Ta5pciZTC76PcfBTsLcuVJe6y0Y6ggmGbsp5ZmX7LtS3rXazvl76fsgCU+b1OsdBzIusniYdacGelrEWrbZ4UzVfzFQUL1PtOvu7aCJBAqXlHloCmeVCe4K3NvsNsbcojCNg2WlziM9lE6aRNJVsboozi8xuVp2+a+iorFoXN/ayV89dm+5z7O58AgkDn97G3FtpeqEmCgCYcn332WRBZXx/akSNHZtYvLWqybrJ9BBR9WIthTYCSks1UK+kjr4leltuA7cPciFm0TLG1Y6ko5ElJfu2ykkgLVJe1w521WHNdOMjdQyZ/cRcL1VXH8inIXZo5uW3i0O6JfdYiVQKATD710U8y/be5GrjunOd5gF0EAfW5nj0d9Rk/vk19LmFHQk1aSuozW6A+mxm+ngtF9Vd/J6WixBPtzKvdac9SkmlpHv4u19qeZ9u40jtUEeN33nnnVLEty/qmnc91VtkuVjN65+uYTAWq1I5gpwQVjI+bZoLOxvNSkD+JYFr4K8aE4i64xC/Rjr/cg9Jc+bIs91QH2/wgj/DWTF62HWiJI9o9TotNoo0LvQ+z3Iyygqfa6h72V1rgVj3veq+rD9OSbfPF5b2U5xpbm2zf9WhZap/mD7LcSkou7+Qst9O0TSVbG8K6ZI0Pm/Vg1vyqHfPXPH3MtfUjgCBQvz4vrMWuL9RGC7QFyMryXXaZXKpeWeeRJ33UbGq2dlwlQmhHLynZFgNJu15ZgdZc/NRsH1wtwnRsYnxR67Jw0CRFO+HxAIhh223xEmwBI9spCNj8G118N7VrJnPHJNPwvAH3XJ4jmyDgEgjrvffeCyafWnQmpaTgfjahyxYQMOu5crUwcOGTtdDS/a7vDZey0q7JeufoHpuZqa5xsTIo43Od9U5JC6baCOt2vjdU37wWAvE2FikINMJP99ieadsi1DY/aIUgYPv+aLF4/fXXd/MtT+JlszLIepfbOKg8W6DZrO+I7s+zAG90PETvs7Upb31s7iY2S8Ks716ahYGtDWqvAmhKLEra7AjfwzbrTc0TJIjHUzvmr0X0PXl0LgEEgc7tW+8tc3mhNloJ20JT+WZFN0+bDMfrk+XPn2a+n6Vm20ybsywMku61LUpdAxlmfXyS/OvEySYIpEWbjjPO+lgvvfTSwYRswQUXTBwq7ZzYZ42NPAvHrHFq22XL+/zYBAFbwLlwkpM1xnVNUoR3205c1hFSWc9FkZYU7RYEbM9znrbaxMUyPtdZ7xQXscr1eWjne6NTBAG1I+5uEOVvE79t84NWCAK2eD15LI9s77e0d7mNg23jI3wnZ7krahdbgZBdj3d1fY7SrrO1Ka8gYNstz7LAsM1T0tw5bG1wPQnJ9k1JC4rdjvlrs/3O/Z1NAEGgs/vXa+tsL9RGCpev1tChQ82mm26aGZzPFhzMNQDZ119/bfbbb7/g6J54WnzxxQPz1N69e3f76cknnzQbb7xxqhl8Wtk2/9mkyUmWz7OLKV1Y8SxT6bSdOduH1lWMyNotsy2s2zmxl1uLjmdM8t1MW2wljfmHH3449fghxbfQv6JOG8gSBGzBr6J1t50ckNT3tl2stKCbjTwXjbxbdI9t8mYbj42WG95nC5zoKmSGiwS5WehfUkqzymjnc20TROTeddpppwVHuaW5QLn0QTvfG50kCGS9T2yLPtv8oBWCQFa8nrwWWjZ3ozSBpCgOWX1hs7RzeWbyXGNrk21sJJWVZTmV5QKV9U7PikFla4MEFgWitH2bs+aQamfS/Kqd89c8/cy19SKAIFCv/i60tbYXap7C9OKWWZV2ndOOwYvml1V22kI+qT62yXHSpMW28Enbdcg6JzfNLDrrY5fHxDaLV9oiyMbGVRBoxvy1nRP7rAlYnoV8liDSyMQp67lqZgIfzde2cE2LD5JlWZAWdLOVbhXtFgRsprGuQmbYVzfccEOPYyDD3zSJHjFihJEVTjS1+7m2WbGornqH6+ivLbbYwnpsV9Lz0M73BoLAf3rENj9ohSCQFXneZs0XH1e2RVzSCQ9FcmjWDSXPfMx2ra1vG/mu2eLQyDVRokt8gZ7X7TNsm60NecZn1lG2SfOrds5fbX3L7/UlgCBQ375vuuW2F2reAhQ4T1Fb55lnHuuttom9NQPHC5I+Cjaf/LTIslm7rmmmwq042xlB4K9mxRVX7DEifBzXFS+kkYlTKwQBWzT+tN2wrOBOqneSiJT1XNiiNDs+xl2X2d4bvi0EsqxF8lj8hA2yvR+S3l/tFgRsMSqifSqhVObCEgckKOkUD5eEIJBNSSbazz//vBk7dqwZM2aMeffdd42CD+Y5ls/27rLND/IsuBrJS9/pLAuaPFZeIc2scZW2S99I3ZN6r9MFAVtg2aRvgc3iKGvToqh+UV9liZxJwqztO+TyjnO5Js8z5pIf13Q2AQSBzu5fr62zvVAbKVyTPgVxie9qxfOymTQ3UnbSPWkv1Cy3gTRTxKzdijSrgqyAgkW1EUGgpyBgm2gUxd42qc5bTlEWArZFY1q9bb6gSQGeivCldOVkM/tVPj4nUVn904gYYZtYKj7Hlltu2Q2PrW9bYfmjemmRn3WUWrxPV1pppcCdbPXVV+9xOkb8WgSBnk+EjqJ94oknjHzdFeQ0D/uk58v27rLND/I8Z43kZRvntvontbmReDiN1L2OgoDanBWnIcmKspk4P0X1i+qd5ZqS9E1p9/zV9XvJdfUigCBQr/4utLW2F2rcrFi7jjr/23a+sXZrNSmdf/75U+tr2xkrqqFpkxab20DcF1iTr7333jsI/BNPWVHUXcxrm20rgkBPQcA2mWyWeXh/I5PSrLLbLQioblkmnHGfziw3miy/0Ub52ywflK/t6NBGy9Z9rRYEkhb3trHdCkFAR3LqfHVZmuRdmOq4RQXHTDvZRJwRBLqP0g8//DA4Seayyy5rZvh2u9f27rLNDzpNEEj7jhbFodMtBDS4bPOq+MZJ1oZJWsyacBAX1S/KzzYfjY912/VFPaR5nrGiyiSf6hJAEKhu37W95rYXatqxRFJ1tTiWOJCWdCatoupOOeWUiZe04oWaFZDG5jYQj4qbZUqdFVm8FYJAWvllWDi0a2Jva3tRD1+eKNcuZZZBELBF9o5G487yqc+KLO3CIukal361HXHVaNkIAt3J6R2qoy0PO+ywwGw9T7KdcNKu90bYhmYXb83EXYlzlCvAkCFDjOJTFJkQBLrTRBD4fx62sZE1DrMsxqJxH2zHYmadaqPybfPXPItp23y0HYJA1vy1yPcAeXUOAQSBzunLlrfE9kLNOqdYC4GtttrKvPzyy4n11u6gzEpXXnnltggC8803XxDkUGfIp/mtZrkNxP3GshZqWYtC34KAgnepnzTBjgfrsS2eWrGT2K6Jva3tRTxsWvCecsopRr7jRaUyCAI2X9Co726WG01aEKlmWWUFgFLeacdENVtuOwSBpOMhbWO7Fc91lKXqM3LkyOB0gTzCQJZo3K73RtkEAbnwyArj4osvLmL4dsvDtuizzQ/yLLgaycs2zm31TwKW9X5NC/LbSN2Tym5WZCpyANja1AjbsH62ODRh4NWswLdpAWyjDGxtyDM+badZqM79+vXrKt4mIDTbVy7z12bL4P7OI4Ag0Hl92rIW2V6oWYKAFg2nnnqqOeKII1Lrm/VReeWVV4II1AqMFE+N+OI2As1m3hbuNH777bfm0EMPNX/84x97FJPlLqCLs4KQ+T5qyDahasXCoV0Te1tAqqyx3chYKuqeogQBm2m9rf2a8KyzzjqJ5uChWLbwwgunutH4cBcIGdvicvh8f2SdClCXoIKaGG+lAAAgAElEQVRpY11uBPJxv+iii5x83LPGSLveG2UTBLJ8slVXCcISvTfccMPABWO66abr1j3NvE9s84M8C65G8rKdCkBQwca/Orb+aEYQsM07woC2Ejt1LHBSsrkL6B5bG/KMz6uuusoMGjQosS5J35MyzF8b733u7FQCCAKd2rMtaJfthWpbNNiOmcma8L322muBhYGCs8STFtlxRdYXjizztnDCMWHCBLPNNtuYRx99tEc1stwFdPHjjz8efPSS/GwVeFFWFAsuuKCX5tk+zJ0sCAho1k7yXnvtZbSDPdVUU3lh32imzUzgo2XmMftPqqtNLBM7jWuJeklWQmlHeDXKJXqfLRCfrr3kkkuChVLRybYzVOSxg2WODWLjOm7cuCDGgGIF6P2ZltLcOxAEjLEFRpVVmAL4zjXXXKl8m3mf2OYHeRZcjeaVNQ6KPnYwbRHcaN3jnVIXCwG1OysOjXb/FYtJ/9S/ScklDkxR/WLbPEgaZ2WZv9rew/xeLwIIAvXq70Jba3uh2gQBFyuBNHN62w5mUnTtQhv/38yyosWGO35vvvlmYJKflOLBB+PXtPPDUQZBIMuk3NW0WwvOrbfe2jz77LOJfZA2Mc3azV1vvfWCCcmMM87oY1g1nGfWBD6PT74tarLLwjVLLFNd5A6k3Z6k5NOP33YSguqz2mqrBf2btVhqpJOydoaUX55223xo08ZoGZ5rV3YvvPBC4MIhy4GklLYIa+d7Q/VsdvFWRAyBrG+kqwVO1QWBrJ3bpOPgssZllom67jvxxBMDN8N4ss2TXIWRZseU6zPncp2tTc1YCKh8myAtIWvEiBHmrrvu6lHdFVZYwVx77bVGZvNZydYG1w2PrMC4Kj9J3C7L/NWlr7mmPgQQBOrT14W31PZCtQkCqpDNXywtMIpt98PFZKwIILaPgQKo6eOm3eZ4SjueMHqdLX9fftaqQxkWDlkTUpcdnokTJ5p99tnHaGKYltImZFlij+uEuogxlicPW8wJ7bjK9zrrPHdbDACZGd94442md+/emVXLerY19qeeemqjneB4asR0Pg8jXZu1AxXm5cIqb7m2iWAe0cZmYaXFiQTHySabrFs1y/Bc5+GW1VdpC492vjfUtmYXb0UIAlkLWFe3mKoLAlkWduqnPN9P2zsjTSS1zZMQBHq+DWzfoFlnnTWYnyRZTqa99+Kl2PpFlgiXX3650Rw0K2XFktJ9SfUpy/w1z3uYazufAIJA5/extxbaXqgugkCWf31Y8bSP9qWXXhrsHiUlLdik8OrMat8paydUZtEfffRR4u702muvHexCzjzzzKlVtH0YNbG77rrrrB+tRhiUYeGQ5e9ti7+gsaUd16w4FeKSNiH74IMPzA477GDuu+++RHy77rqrUd9PO+20jeD1co9NEBAziVSymIgHkQwrZAv46WrObxs/aQAa8e3NC9PWt8pPrM4///zA3WfSSSd1LkImpI899lgQPV8uEYrwHibbrr7KlA+93KGykvLR2FZskqSU9WzY+sV1Z6yIRasL1KzFdZog0M73htrkUxBwdYnL6h8XUU+Lrd/97nfmz3/+c2I32XaBbfODPFZ8trzS3uG2Xf3Q/NwW2HX8+PFG7R0+fHgiiyzXv0brHi+o2THl8qy5XmNrk21suJSTFYcm634X6zXdb2uDrrGdZqI5ho7z1Bw1LaW5L5Rl/urSF1xTDwIIAvXoZy+ttL1QXQQBVcwW+CjtY2uzLtDH/txzzzXLLLNM6uInCkamxA8++GCwyJtnnnnMeeed57TYy9pJzgJvcxcI77XxkWmwAhb+8pe/dOpn7VJqwqyJngSLY445pscuojIqw8LBxjbtg626K2jlsccea2WSNpm0iTHKWOwOOeQQp3Hy448/GrmPyD9d7gha+A0YMMBavzwX2AQB5dWrV6/gudCiM77QlXilyZwmMWkpj1m7bVctqYzosYR52p73WhdWWnwNHTrU7LnnntY+lhCgXfvjjz/eDBs2LNi9SpoY255niXx6NpdffvnEJmkc6UgtjTtZHyWlLEuDdj7X2hmTG9hLL71k9t9/f7PKKqtkWquIqZ6X3XbbLbGdYYCxKaaYotvv7XxvqCLNLt5scS5cdrZt32e9fySoJwmD77zzTiAGSGxOS7ZFn638PFZ8tryaeYdLgBRPBVVMSnqO5Q4gi6G0lNUfjdY9XlazYyrv+zHrelubbGPDpS62ODRJebhYDYb32doQXrf55psHc8K4+5jeTXo+9thjj0RLBd2fddpBWeavLn3BNfUggCBQj3720krbC9VVEHB58ScF+XKxLtCEXtFf9dH/1a9+1S2K8pdffmmk/Gs3T75oo0aN6gpg5eqHJrA2s/4k+C7uAuF9Lny0yNtvv/3Mb3/7W7PAAgsE5thK+mjJbF47JTqxQO3UgiQ0tcva7W3nwiFsu22HR9etv/76waKtT58+wQJXiw0dYZblJhDtkyyTTZs5oPLp27dv4JYgv/PZZ5+9a4GjqOmfffaZ0eT+gQceCMZX1Bc6z8La9QF2WeQqL40/Tdq00J1//vmNFplPP/10cASljoBLS3nPNnbpv2hZefN35ZJ0nYs7SXhfNBq7JobhAlQLXLk96NnS5DDOLmli7Po8a8Ev0WbuuecOxpTKUgwCHSGngHtJ5rJhfbN2+dv5XMe/GYsssojRhHuDDTYw+u/pp58+WKDq2ZHYoXaeffbZqW1NE49cxp3P90azizfbt1X+0RKBZWWmsagxJUumKaecMmAphhofe++9d2CFlvYN0u6mvo+zzTZbcIkEwZtuuikINqj3VlayLfps40zvIC2kZYEjKyt9R/V+1HMpQSvq6mLjUcQ7XKbdimuib6n4qT4KBHzOOeeYu+++OxWFzf2imbpHC212TDXzrozfa2uTbWy41iUrFkhSHllHOOdtQ/R6feMl/sviNHR1kzvBCSeckPkezqpPWeavrn3BdZ1PAEGg8/vYWwttHwVXQUAVzDKf0u9pO15///vfg6AtaTtljTbe9pGP55vlNpBUBxd3geh92rGVqJG1CGikrVlHF9omdK0wLXbZpW+k3dF7siaTLiaBjZaf5/lwLcNVEHDNL36d3C+OO+64zF3d6D15+2/HHXd0tsxptA3R+xRwcqeddkoNWtdsGWkTY1/Ps+orNxdZgGhxnZTa+Vzbvhl5eGeJR3nHXZ5yw2uz3hvNLt5sPsZp9Y0LvHm/S3k4uCz6Gik/6ZtkGzfteoeLV5alhX5vpu7R/mh2TOXpW9u1tja5jA1bGfrdtosezcPmQhgvz9YGl/plXaP3k9xillhiidTLyjJ/bbat3N8ZBBAEOqMf29IK2ws1z4LHFiAr7WWvHXDtlMj8tMiUVxCQ37UmY6+++qpTNVzdBcLMfC1Myy4IqP3NfjQ1drSIveOOOxLjAdiCOsnMf7vttgvMgItMeZ4P13LTBAGNZ+26aoLVaFpxxRWDuByyKMiTXKwswvx8HfeXVV9ZCMlSIu0UijxtjV+bdjyl+kI7TjJFLjK5BMLqFEFALkEHHnhgortTu98bRSzeGnG3ib/Pba4HzYw9l0Vfnmc/rEvSt9c217C9w997771AUB89enQzTe5xr55vjcOsODLN1j0stIgxVVTjbW1yGRsudXHZRQ/zsR3hHC/P1gaX+mVdY3s/6d6yzF+bbSv3dwYBBIHO6Me2tML2Qs2z4HHZ0UnzOXQNHpcHUtZCOSkfm3lm9J5GI9TbgjzlaV94bdaHu50Lh2hbtHiSaamCtOVNYWA49acmhEmmn7bJpMq0HX+Wt1663tXCIk/eaYKA+llBEGVCnHaEW1Y5MlGW+bZ8vvMmFxN55dlKd4F4G8aOHWv0fila9NFOfTSoYLTcop9niQESVH79619ndlE7n2vbN8N1bMnNQGxDU/ek+9r53ihi8SZXFD2zivfimuLfLVsMBlu+4qx/Co4ZTy6LPttYSyrfhyDg4x0uEfGUU04J3K+ykm3Mu3x/lH8RY8rW366/29rkMjZcy3IVxvK4C6hsWxsUt0TzhUasT12EorD9ZZi/uvYF13U2AQSBzu5fr62zvVDzCAKqqG03IcuvX5M/LYa0YzRhwoSm2y2fdH1gso5nixdic3sIr89ztFi8DE2wtDiW+tys+4AmMjLp3HnnnRMDS9kmc64L2iKikSvgo/xd5c/pmuSTLP9jTZI1JrbddtuGBQGVqYmBgpilRZp2rZeu06RXMQ6yzAnz5BdemyUIqK/ffffdYIGqSMyuSWKAgtzJzSXtZAJbXi7PRpGTSFt9kn7XGNFzpZMFini2dAKAjngM43kklVnU8yw3AQUzVDBUW2rnc92oKXy0TXpfKcBbWhC46LXtem8UtXh76KGHAh9/10VJUkyYPAFWo+y0qJElm9xq+vfv32NYuT6ved1ytNOrc+Sj/Wuba7guqot4hyvGwFFHHRUEk8t6tkNgRdW9qDFlez+4/G5rU5pllEve8WtcT4S58847jazYXJOtDRpTShLR81iP2YJUJtWvDPNXV25c17kEEAQ6t2+9t0wvMQUs0iJEi/lwEq0FhHarDj744CDgmmtSflo4KJCMApxFkxZ366yzTmD6neYbq+vffvvtYEKvwFt5hQF96BW1Xrsyqn+eo8ZUtsqTP6FM05955pkei4pGucT5addHwcUUOC+MZu7KWNepHgo+qHbqLPm0RZ7KUVt02oImI9H+1QRRJs+245pUniblWlBqkhftVwUBlDgiEcfl6D4p6doBlVhj61stkDRWQvN2WaAoCJDGRlgH9bd2viRcuSwu1BbVQcG7tDP0yCOP5MEeXKtxJfcDHfs300wz5b7fdoNcViScKHhk2F/irICTYhIGG9OCSjustoWv+kdm7RonzSQFK1PgRQUsS0uuAlMz9bDdG54UIDckvdts4yyen95T6l+xnnfeeW3FBb+rTLkcKcikxCZbn0QzldilaPCy3HB9X7X7uVYEe4maefnqW6K2Khiggue5pna8NxSs9vTTTw9O64gG5+vXr18gTOrd69KG8AhLucSNGTPG2mQJoLJ0ib/TFTT01ltvDU5def755zPz0RjWu12WARLEX3/99cA6K/pO0XtMf9P30kUk1PdKQTKzApaGlZKQJiEienJEODe44oorzOOPP95Vf9VVAoLqm+cdrnpIXM7zDg8DFEvky+M2Fc6TZGElgSdMeeueNaYUe2WXXXbJtYFhHUwZF6hNmnvoe1zE3C+rLnoGdCqPFuZp7+O8MZlUnosgIIFB7ysJQLYgxepPjXG9/12e7aQ2t3P+2sx44N7OIIAg0Bn9SCtiBLQI1aJcC1n5CGtnILoY1WJQu7QyU15qqaWMrA8UnT9+fFXZwcocWxNFRUOWr/1rr73WbQKqxb8W7VoULrnkkkE7w6jlZW9bWv30IZcp34gRI4I+DSfcmmxrcqio1VlCRxHt1gRbEwWNL/3TLph2EaITFjEXfy1kdPTl0ksv3RXBuog6NJuHJh8KeqQTEDSGVHdNepdddtlggSkxQCdzuC40bfXJshLIG7PDVlYRv2s3W+8QHUVqe4do4ljEsyUzcS14NL7jY0p9o2dY76mBAwealVZaKXiWXRZkRfAoOg/bO1rPjybZ4qrjORdeeOGmFjxleG80ylC7/Fq86iQLvWeioqaeHb37dLqATchWPnIZkvCkhVy4uA7Faj3zysdFoM3bFi0iVfaNN97YrexwXIcCsY7bbHRBladOeodLQNXzrX+KFRMVG8Jvp97fOs5OjLM2I/KUzbX5CNisBPLGZMojCOhajRWdXqRNBcWhCJ8/jVk9f7LM0fu4qPFhezd2yvw13yjgat8EEAR8EyZ/CEAAAjUnYDua09X8uOYYaT4EIACB2hFQHA1ZoySlPEc4R+93tRCoHWwaXFsCCAK17XoaDgEIQKA1BGzxQcrgLtAaEpQCAQhAAAKuBGwnDTTiLqCyEQRce4Dr6kIAQaAuPU07IQABCLSBgO0EkTK6C7QBE0VCAAIQgECMgI7KVTwLuVAlpUbcBRAEGGYQ6EkAQYBRAQEIQAAC3gjY/D8VEEuBK334LXtrFBlDAAIQgIB3AlmxZ+QuoHgYijGSN2EhkJcY13c6AQSBTu9h2gcBCECgjQRs50grUrUiZJMgAAEIQAACIQEFTda3Ie2oXwURVvT/OeaYIzc0BIHcyLihwwkgCHR4B9M8CEAAAu0iYDvzXqd86CjCxRZbrF1VpFwIQAACECghAZ3go+Om045iPfroo4MjJyebbLLctUcQyI2MGzqcAIJAh3cwzYMABCDQLgI2/0/cBdrVM5QLAQhAoLwEbLFnmnEXUKsRBMrb99SsPQQQBNrDnVIhAAEIdDSBn376yZx11lnmoIMOSm0n7gIdPQRoHAQgAIGGCLzxxhtm6623Nk888UTi/c24CyAINNQl3NThBBAEOryDaR4EIACBdhD4/PPPzeDBg82wYcMSi8ddoB29QpkQgAAEyk/g9ttvNxtttFFqRZtxF0AQKH//U8PWE0AQaD1zSoQABCDQ8QS+//57owjRF154oXn66ae72tunTx+z9NJLB2LBsssuayaZZJKOZ0EDIQABCEDAncCrr74axAe4++67zYQJE4Ibe/XqZfr27WvWX399s/3225sZZpjBPcPYlXJJUMBbfZ+efPLJrjgFiyyySCBEHHzwwWaWWWZpOH9uhEDVCCAIVK3HqC8EIAABCEAAAhCAAAQgAAEIQKAAAggCBUAkCwhAAAIQgAAEIAABCEAAAhCAQNUIIAhUrceoLwQgAAEIQAACEIAABCAAAQhAoAACCAIFQCQLCEAAAhCAAAQgAAEIQAACEIBA1QggCFStx6gvBCAAAQhAAAIQgAAEIAABCECgAAIIAgVAJAsIQAACEIAABCAAAQhAAAIQgEDVCCAIVK3HqC8EIAABCEAAAhCAAAQgAAEIQKAAAggCBUAkCwhAAAIQgAAEIAABCEAAAhCAQNUIIAhUrceoLwQgAAEIQAACEIAABCAAAQhAoAACCAIFQCQLCEAAAhCAAAQgAAEIQAACEIBA1QggCFStx6gvBCAAAQhAAAIQgAAEIAABCECgAAIIAgVAJAsIQAACEIAABCAAAQhAAAIQgEDVCCAIVK3HqC8EIAABCEAAAhCAAAQgAAEIQKAAAggCBUAkCwhAAAIQgAAEIAABCEAAAhCAQNUIIAhUrceoLwQgAAEIQAACEIAABCAAAQhAoAACCAIFQCQLCEAAAhCAAAQgAAEIQAACEIBA1QggCFStx6gvBCAAAQhAAAIQgAAEIAABCECgAAIIAgVAJAsIQAACEIAABCAAAQhAAAIQgEDVCCAIVK3HqC8EIAABCEAAAhCAAAQgAAEIQKAAAggCBUAkCwhAAAIQgAAEIAABCEAAAhCAQNUIIAhUrceoLwQgAAEIQAACEIAABCAAAQhAoAACCAIFQCQLCEAAAhCAAAQgAAEIQAACEIBA1QggCFStx6gvBCAAAQhAAAIQgAAEIAABCECgAAIIAgVAJAsIQAACEIAABCAAAQhAAAIQgEDVCCAIVK3HqC8EIAABCEAAAhCAAAQgAAEIQKAAAggCBUAki84gsOKKK5pHH3208Ma89NJLZtFFFy0836wMP/zwQ3P99deba665xkw++eTmscce81L+V199Ze655x7zyCOPmGeffda88cYb5pNPPjH6+6qrrmruu+++hstVPjfffLMZPXq0ef755827775rvvzyS/Ozn/3MzDjjjGaBBRYwyy23nFlvvfWCsiaZZJKGyyr6xqy6XH755WbHHXcstEgf5Yn3LbfcYh544AHzwgsvmHHjxpmvv/7aTDXVVKZXr17ml7/8penbt69Zd911S8e/ULhkBgEIQAACEIAABDqYAIJAB3cuTXMnoIXO//zP/5j//d//db/J4cq55porWMi2Ik2cONEMHz48EAG0iPvhhx+CYrVofvzxxwutghaIp512mhk2bFiwSExKAwYMaEgQkBAwdOhQc8kll5jvvvvOqd4LLrigOf74482WW27pdL3Pi6666iozaNCg1CKKFgSKLu+DDz4whx9+eDCOvv/+eydUEmfEf6uttnK6nosgAAEIQAACEIAABMpBAEGgHP1ALdpMQLvca621VuG10E6wFoC+khbMd955Z7B4GzFihPnmm296FFWkIDB+/HhzyCGHGC1Cf/rpp8xmNSIIjBkzxmy00UZGi9JG0jbbbBPwnmKKKRq5vel7JkyYYHr37m3EKS0VKQgUXd7tt98eiBmfffZZQyzE/4orrgisOEgQgAAEIAABCEAAAuUngCBQ/j6ihi0goB3Rk08+ufCStFDXIqnIpIX4ww8/bK699lpz0003mU8//TQz+6IEgYceeijYgf/oo4+cmpNXEHjxxRfN8ssvb7744gun/NMu2nTTTQMu7XAhGDx4sLn00ksz61+kIFBkeRJ5dtppJ/Pjjz82xV9WAtddd11TeXAzBCAAAQhAAAIQgEBrCCAItIYzpZScgBaizZrV77rrroFvdTQdfPDBZuaZZy6k9c8991xgCaDF1jvvvOOcZxGCgFwDJGzkcanIIwjIvWHJJZcMfNWLSBdeeKHZbbfdisjKOY+//vWvZuWVV7ZaThQlCBRZnmJnrLLKKs4uAjYoEqu23npr22X8DgEIQAACEIAABCDQZgIIAm3uAIovB4ETTjghcbGr4HgyX3/wwQfNe++9l1nZ/fbbz5x99tleGvT5558HMQ4aSc0KAnfddZdZf/31u2ISpNVBwoeC+8mfXP/9q1/9Kgg455K0gNx2221TL1144YXNLrvsYvS/CiyoGAl/+ctfUgWKOeec07z99ttmsskmcym+6WsklPTp08fIysGWihAEiixPcQIWW2wx889//jOx6mK42WabGQk8s8wyS/AcKGClBIm0tMgii5hXXnnFhoLfIQABCEAAAhCAAATaTABBoM0dQPHVIKAd7Kuvvtrstdde5t///ndipaeZZprAnH666aYrvFHy6VZk/UZSM4LA66+/bpZaaikjQSIpySx/4403NoceemgQvLBRM/0NN9wwiIGQlBTb4dZbbw2i20eTXBgGDhyYKgpINFhttdUaQZb7HrmbyO3EJRUhCBRZ3mWXXRaILUlJY079ohM44klBBI8++ujUJo8dOzYQSUgQgAAEIAABCEAAAuUlgCBQ3r6hZiUkoGPY5KOelmRan/V7o02yCQLaEddRg0n+340KAopVoAW1Ft5JSSco3HjjjWaFFVZotFld980+++yJsQkkMLz55ptm3nnnTSzjgAMOSLXK0KL5d7/7XdN1s2Wgoxa1w54mFMXvb1YQKLq8rOM25Z6SdXKAXCR05GRS+tOf/hQIaCQIQAACEIAABCAAgfISQBAob99Qs5ISyFpAaQHqIzhhkiCw0EILmU022ST4p0X/1FNPbb799tse1BoVBG644YbUxaBMwhXYcNZZZ226l2R9oaj0SacWLL744kaxE9KSXDnSrAD23Xdfc8455zRdP1sG6623nrnjjjtsl3X93qwgUGR5svyQFUASe7l+vPbaa5nt0tGQip2RlGQ1csoppzhz4UIIQAACEIAABCAAgdYTQBBoPXNKLCkBLeRdjluzLXLiu9JamGoHv5kUCgIy3w9FAO1KR5NM6osSBLRAVAyAJD/wGWaYwTz55JOBP38RSf7waccEarEv0/+09NJLLwW780lJu9PapfaZdJrBFlts0aMIuVHIzSEpNSMIFF3e3/72N9O/f//Eeu69997mvPPOy8SnOAIrrbRS4jVDhgwx5557rk/85A0BCEAAAhCAAAQg0CSB0goCCnT19NNPGwU0k8myFiA6jkxR3Pv27WtWX331YCI+33zzOfstK88nnngiMHNWfmFUeeXxm9/8xmjnTRN5111PmWdrQaKdVNXxmWeeabqO48aNCxYSo0aNMs8++6x56623gi7u16+fWXbZZYM2a8d38sknd+r6iRMnBruXt912W8DzH//4R3CffHvVZkUC14Reu8suqWiGLmW24hqZ288xxxyFFyWuOhZwyimnbCpvcVcwN43VtFSkIHDvvfeaNddcM7EoCSLa/S0yKQjhJ5980iPLRRddNHjG0pLEAgW7S0rycT/yyCOLrGa3vPRsqX7vv/9+t7+vvfbawfGMOsIvKTUqCPgoT+8aCUxJycXlQu9RvY+S0tChQ81xxx3njT8ZQwACEIAABCAAAQg0T6B0goB2OOWnfdJJJ5nnn38+s4U///nPAx9VLU7ix73Fb9RO5yGHHGJGjhyZmafy+f3vf290vnfWIk4LSC02FJArK6mO++yzjznssMOM/jstqd0yv9UkesKECZl5KuL7aaedZnr37p16ncQKcTzqqKO6RIC0iyWwKDq+jt7LCgpXNMPmh29xOegM9kGDBhWX4X9z0qL67rvvLjzfpAyLFAR23HFHc+WVV/YoRgt3iVTa0R8+fHgQcE4im4Ipfvfdd0axABZccEHz29/+NhCvbM9lWICEOIlWSUkiVpo1gqwv0nah5U6go/R8paSyxUXvLR3jV7Qg0OryXLhpjGisJCWOHnQhyDUQgAAEIAABCECgvQRKJQhoB0xBwmyL7DgyiQKnnnqqmXbaaRNpaud+jz32CBYurkm7YwcddFDiTvy7774b5KddfNeUVUeJAaq/xADXpF057TRqhzKe5JOtI9kkRMiqwiVp51mT+7QFVNEMXerUymu22247c8011xRepPpVQlQrUlGCgNwFZCXz8ccf96j29ttvH1iV6IjFV199NbNZOibxjDPOMDvvvLO1+XqWJHQlJVmwyMolfnqDFvwSXORyEE+KcfDyyy87Ww9ZKxi74KmnngosduJBHCX8Scy84oorChUEWl2eKw8dK3nnnXf2uHzSSScNLFokEJEgAAEIQAACEIAABMpLoFSCgHYCZWorU/m8SbvrSQTfq/sAACAASURBVEdnaedy9913T919TCtH5uNaVMs1IZp0Lr0sEs4///y8VQyOrdNZ69FdeC2+FMlbAoPr4j0sWMG8zjrrrB5CiNwXtNsduhu4VlQuE+IYn8QXzdC1Pq26Tn2g/lY7i06tPHqtKEFAC2nFD0hKSyyxhHnhhRcSTzNIY+ca3E+CQJrIJqsDjXcJYF9//XUQV0CCWJIYoOdLrkZpLg/N9rEENwlyWqRH09xzzx3EXJAwWaQg0OryXPmMGTMmEEWSkvoy7RhJ1/y5DgIQgAAEIAABCEDAP4HSCgKaUGpXXUeaKYiZzJG1CNAOXJJgsNlmmwWLWV0bJi309LfddtutG0ktFE444YTgfHUl7XTKGiC+GJEprIJqRS0P7rnnHqOyoot3+eJrJ1jiwWSTTRb4FMt39uKLL+5W7hprrGFkmh71VdcumnZdR48e3XWtXAtkLaB6Tz/99EYihMxvVcdoubpOZttRH2pZWcgyQOVE08EHH2wOPPDAoGyx1IJJC7W4aBAXVnww9D+s/ZUwfvz4wHw9LfigdrLXWWcdfxXIyLkoQUBjTcJVkUnP2xFHHJGZpZiuuuqqDQmC0YzPPPPMwNLIV9LJBfvvv3+P7BVLJAwwWKQg0OryXLhJiJGrUZp4qxMo0oINuuTPNRCAAAQgAAEIQAACrSFQKkHg7bffNopsrd1yLapkdhpP8jPWAjq+m7700kub66+/PvBfDpNMnnWtFr9h0uJdO/JxU3vtisoUOjrB1bFuOldeu6JKOmdcC40LL7ywK780SwLFGFAcgrjIIEFh4MCBXffLTF3m6tH0hz/8IRA+ooEDFVRObgxHH310t2sPP/xwo+slRCgparjYRfkkWRJooa+yxSea9P8VmT2Md1A0w9YMaz+lSEjZfPPNze23355YgAIIKv6DFubtSEUJAgrGFx9nzbZHvvVyO0lycYnmLUFL41WBP/MmiYF//vOfg+fYV5KApzbE3z8SA++///6uYosSBFpdnis3CSJpRzrqGWmk/1zL5joIQAACEIAABCAAgeIIlEoQcGmWdt+1eyn/4WjSQl87dPIdDlPS4ji+gA6vlVmuFkHy/40miQxyY1BKcmmIL6Cj90o4kLgRTSeeeKJRHZSSBIa4CBG9V+exyzoh6rstM3+5IoRniWsnNr6Yi4sQYZ5JLOPCStEMXfq4bNdIPNFi75hjjgmCxaUljYW4ZUYr21KUICBRzuYSo5gTig3w61//Ogi+KSFNFjFvvvlmapNdF4pvvPFGcKqGTtzIkzTuZVnjegJHnrzDa/X83Xzzzd1uVXlqf9TNoihBoNXluTBJEjHD+2aZZZYgqOJss83mkhXXQAACEIAABCAAAQi0mUDlBAEdTSZBIB65PUkQSFqQRxf4cfYSFLbaaqtuf9aJA+ECO+kotugCP56fjjWUe0J0N1HxDOT3r93kpAV5dIEfz0/H12nRGbU6iLZb5WgxJ4EgTEmWE+Fv33zzTeCGEF/86WzxFVdcMbisaIZtHu+pxev4tWOPPbbH7/JXVxBJiTdZaZpppjESbBZYYIG2NbEoQUDxJ7KEDYlc2h3Wrn80iZWeTbFMSrpeLLVoTEsXXHBBMCaVVyNJ4/2mm24yv/jFLxq5PfOetMCHcsVR8MRoKkIQaHV5LsDkCiALJ1nLxJMsuhQ3QIEGSRCAAAQgAAEIQAAC1SBQOUFAPtzbbLONue+++7oRXmuttQIT+Jlmmin4e9KOv8zgtVuu3cekpN3w/v37d/spuoDPuzhOsiiI1jNpx19xE7S4SDI7T7IoUGXDBXxegUH3yt0gfrqBgilqYeeDYVkfC51skRSU0qW+CmIXBox0ud7XNUUJAjK5l3CWlPR8PPLII6lN0BhdfPHFzb/+9a/Ea7RQTjve8ZRTTglcZZpNcuNRHYsUZyRQLLbYYj0sIFSWnvP4kaLNCgKtLs+F+dNPP21WW2018/nnnyde3soTNVzqyzUQgAAEIAABCEAAAnYClRMEkhbRaqZ8++VjH+5aakKto9EUJC9MSVYEUUSKEK6gYDJ5DVPoEqAjzxQoUP+iKbqbHsedJF4oaJqEiznnnNNoty1+zF/UIiGen0zXk+oQugQk1T8qaCQNB+0Exxdo2qXVfUUzjC+a7MOzdVdkLeCyaiFz+YsuusjssMMOratsSklFCQKykpG1TFLS0Z1pkeXD68VD4ycpybpAfv7xpDEssSwpyZpGJ3vIdWf++ecPLG5kfaMFqES8pKTFu054iFsxNNpJv/vd74Ly4klCUDwGiK5pVhBodXk2Li+++GIQ8DHpKErdO2TIEHPuuefasuF3CEAAAhCAAAQgAIGSEaiUIKAda03K49HKk6LtJ7kW2ASBrB19mYTHAwqqL7MEAVsdknxxswQBlZe1o2+zcEgae1l1sNU/KT+bVUTJxn9XdZKEEVtdZRota47evXvbLm3J70UJAlkWAh988IH1bHldI8ErKa288spGx2JGkwJmKhho0jGZEgMknC2zzDI9stP7QIKdgoQmpdNOO83odI1mk45Z7NOnj1E9o0lR9FW3pNSMINDq8mx8XnvtteDEAAVKTUqy2JJVUfQ4VVue/A4BCEAAAhCAAAQgUA4ClRIEZB2g3UudCBBNSbvgRS9mEQT+Q7wZUSV05yjH0O9eCy16dLa8TglIS1pw66hKxYXQbnVZhICwvkUJAoryH7WsifJwEQR0vfo6iaWCEEYtcHStjmpU7IykJIuYuEtL9DpZC8w999xGpxPEk6wJFKCwmSSrHC2GkywRJAaFJ5DEy5AgILEtKckdR0eahklxDxQUVKnV5dnYSKSRiKMTYJKSLKp0TGV4yoktP36HAAQgAAEIQAACECgXgcoIAgqop4W/AoZFU9oxgggC/6FkcxnAQuD/R5OsPdZYYw3z7bffJj6lWszqGh1vV8ZUlCCgUzDkfpOUdMJF9GjPNA5ajCft+CvY3+uvv97tNsXNSHIj0EUu5cldIxpIM5q5hJ5mYglIGJFA4jONHj06MMdXanV5We2S+CMxJC0exAYbbGBuueUWr6c6+ORO3hCAAAQgAAEIQAACxlRCEJCprnbj4gHH5Cogf3eZOMfNVREEEAQaecCHDRsWxJHQTm1SGjBggLnzzjvNz372s0ay93pPUYLA2WefHbjHJCXtlK+wwgrWdvTq1ctIxIsnmf6PGTOm259lHSArgXjSM61o9rZjBGVFkHRChPJTX6299trW+qZdoECTCjjpM0UFgVaXl9YuxQpQfJOXXnop8RKdQqJTV+TSQYIABCAAAQhAAAIQqC6B0gsCaWKAkGsXU0eUJS0YEAT+MyixEMj/cJ555pnBuEpLMve+/PLL82fs+Y6iBAEFDkw7ieO8884LjrbMSlkxBLT4HzlyZLfbl19++SBIYFLSqQVJJ25Erz3qqKPMCSeckHi/BJ5NN920YfJpwf0azjDhxqgg0Oryktrx2WefmdVXX93oVIGkpICNOsUhdHMokgV5QQACEIAABCAAAQi0lkCpBQGJAbIAUBBB+QpHk04Q0CJg2mmnTSSmo7EGDx5stCAIUyP+7+GCWj6yslA466yzupWXN6hg9NjB22+/3Wy00Ubd8mskqGBYh6eeesrIjFcLsjA1IgiExw4WzbBKu4n777+/Oeecc1KfRu1IH3PMMa19Wi2lFSUIKFifFnvxZ07Fy0IifuRnvFp6Zvfcc8/E2h5//PHmyCOP7PabngmdMpCUZE2QFFAweu0mm2xibr311sT7tYstN5BGk4KYapHuM0UFgVaXF2/Xl19+aQYOHJgq0Mw777zm0UcfNXPNNZdPJOQNAQhAAAIQgAAEINAiAqUVBGSyrejhOqYsvjCRz7EmzmligNhpZzF+KoBcDLTwSNv91C6lAsZFy5M/tSL7SxBIivCv89oVYC4pyX9ZQRC1UA9TeIyh6pJ0KoDaJveIpF3Rb775Jti5Pv/887vyW2ihhQLRQ8HNkiL8a0dW/tVpu3knnXRSj1MbwmMMfTBs0bhuupgff/wxcB24+eabU/O68sorS3HcYFjBogQB5ScrCLUvnmTGr8j6/fv3T+SioyoVayEtmJ+eBQVmjKZ99tnHyPIgKe20006ZJvvvvPOO0TOQFvdBwfDmmWeehseD3AVkxu8zRQWBVpcXbZeed52c8eCDDyY2V4EiJT6WLZimz74hbwhAAAIQgAAEINDpBEopCEgM0DnoMk2ORyq3WQaEHaY85Fusf9F02223mQ033DCxX1WmFvDRpN3O8Ez1pKPpZF6e5m9tExheeeWVYNEZjbq+2WabBYHFkgLXySdbgsKoUaO6qqhgZAoMqGPexo8fb3QEWHQHV/7eigI+33zz9WizTWDwwbBKD5T4aEdcO6JJSXEE7rrrrsC8ugypSEFA584vvvjiibEUtDusMRZfGEoMUDwPWb4kJQkBUXEsvEaB6bLM+mWpse+++/bIcty4ccGzLBeHpPTLX/4yNSCe7/5q5tjBRurWbHmK1SBrJY3npCTx9YEHHjDLLrtsI9XjHghAAAIQgAAEIACBkhIonSCgRah2zHbeeeceUcpdLAOinJMi6Ed3/KPXakIcdwnQLr6CkimAlpJ29NdZZ51uFgTRHf94H8u94MADD+z259AcX39U4C7dH52ER3f84/nZXAKSdvSVR7jjH89PUeAlIEQXvArAJouCmWeeObi8aIYlfQ5Sq6VYFBJV/vnPfyZeI+FG40J+1e1ORQoCaovGhqx0kpLKUnR/HUmnxaKCz0nIyjrmT0KBXFriSc+eTiWIurrEr1Gcgc0339zolAIJD3oWJNDpGUpLsn6JByINr5XwJwEwnuQuMemkkzbdlc0u0PNWoJny5JolYXL48OGpxcqFRq4dedNss81m+vTpk/c2rocABCAAAQhAAAIQaBGB0gkCDz30kBk0aFDTYoD4Pffcc0Y77jq6LEw6a16LHC0soknXapHw8ssvd/05vjh+//33jc4Qj5rUzjHHHIH/cnzn7L333gsW+xI3whSPYaDFx9FHH220cIkmuQzI6iB6coIm7fJZP/HEE7tdGxUY9MOFF14YuFlEk3ZX5WIx5ZRTdv1ZwosWcLvttlu3a+UWIR/vsOyiGbZoXBdajBa5WpB+9NFHifnKr1rWIBoL7UxFCwIKLrfkkksmHh+Yt52yHJClSlpKEp7ylhG9XtYBL7zwQmoU/DRBQK4i8RNLGqlHMwv0VpfnM5ChrA7S4js00k7ugQAEIAABCEAAAhAolkCpBAEtxuUzHDcBVoCyU045xWjHPk/66quvzJAhQ4wm59GkIGRahGs3XgsARdNWpPJ4YDMdv6bFdLhA0AJeLghaNEeTLAhOP/30IPiZdhd1brcW7/HdVfn/KxBidGF+//33G9UnGrdAR7addtppQWwC7b7KVeDSSy81CjgYvU7lShDQ7mqYZOqtndSosCFuhxxySMBCsQTERbuBanP0rHi5FSgeQTSIW9EM8/Rfma79+9//HpwVLx5JSebw8q3Pimvhuz1FCwKq79ixY4Od4aydeFu7XNnoWTv33HNt2Vl/n3766YO+kACXltIEgbTjJq2Fxi6okiCQxiJvm5OuRxAogiJ5QAACEIAABCAAAX8ESiUIJJnY52m6FsLaIY8G0JPf63bbbZdpjpw2kVVeMnmNJi20tdv57LPP5qmakWWCjqpbdNFFu92nBaasAS6++OJc+WmRr/gGqkvckkDHMcryIG9KO8axaIZ561WW6xW7QQscCUNJSQEcFaNCASjbkXwIAmqHLGzkKiOhK29af/31A2Fsuummc7pVpzfoJII0xrZMZPmjmASybMhKSYtgiXmNlhsvC0HgP0QQBGwjlt8hAAEIQAACEIBAewmUShBIiuKfB0/SsYIytZcJfpovcVL+aYt3XZt1+kFaXbXzrojtq6yySuIlaZYRWW1PW7zrHpm2KxCiFqeuKSs+Q9EMXetUxusuuuiiriCTSfWTNUv0FIhWtsGXIKA2KD6FrFbkepJmJRFtqyL7y5pG7j95ffJljSHrlbvvvtsZn6wCdFqBnnMX8SFJEJhiiilSTytwrsh/L0QQQBDIO2a4HgIQgAAEIAABCLSDQMcLAoKqI8nkLz906NAepxbEoWtHUwufrKO15GagXUgtWnTUX1bq27evkeuBfNCzfJN14oDM+keOHJmZn9wJ5DowePDgbq4H8Zs+/PDDIBaAjjHLSrI0CBdSWS4ZRTNsx2AvqkxxjcdyiOatI/R0Qkark09BIGyL4grIUkIBAhVIUOPs888/NzqSTtY0EtNkKSE3g6hrTCMsFLtBri066k6imeJyKKCgLDAUzFHWAApYp5Mg9NxOPfXUzsUouGH8WZtlllmMTi4oIiEIIAgUMY7IAwIQgAAEIAABCPgmUCpBYMSIEcH55/GjBl0haFGgibgWJ0lJk30FuFI5iqwfltOvX78gKKAibWtBM/nkkzsVOXHiRHPHHXcEixbFPQj98bVIkbWCzPlXWmkl54WKduKVz4033mgeeeSRILaBkiwMlJ8WWhtvvLGZddZZneon4UKLNkVT1zFxCnynJFFBQoWOy1Oblb9rILWiGTo1hIsgUDABPe9jxozplqtickh8IEEAAhCAAAQgAAEIQKAuBEolCNQFOu2EAATaR0DHHMrC4JtvvulWCbkbxE/8aF8tKRkCEIAABCAAAQhAAAL+CSAI+GdMCRCAQIkIyGJGMQTi6amnnjI6EYEEAQhAAAIQgAAEIACBuhBAEKhLT9NOCEAgIDBw4MDAhSaacBdgcEAAAhCAAAQgAAEI1JEAgkAde502Q6CmBHRcqGJ86LSQMOkUBMXXUFwNEgQgAAEIQAACEIAABOpEAEGgTr1NWyFQcwJrr712j+MM23lUZM27g+ZDAAIQgAAEIAABCLSZAIJAmzuA4iEAgdYQ0Kkbxx57bHAM6BdffBEUqlNF5D4w3XTTtaYSlAIBCEAAAhCAAAQgAIESEUAQKFFnUBUIQMA/gU8++cSceuqpwdGeo0aNMjPOOKP/QikBAhCAAAQgAAEIQAACJSSAIFDCTqFKEIAABCAAAQhAAAIQgAAEIAAB3wQQBHwTJn8IQAACEIAABCAAAQhAAAIQgEAJCSAIlLBTqBIEIAABCEAAAhCAAAQgAAEIQMA3AQQB34TJHwIQgAAEIAABCEAAAhCAAAQgUEICCAIl7BSqBAEIQAACEIAABCAAAQhAAAIQ8E0AQcA3YfKHAAQgAAEIQAACEIAABCAAAQiUkACCQAk7hSpBAAIQgAAEIAABCEAAAhCAAAR8E0AQ8E2Y/CEAAQhAAAIQgAAEIAABCEAAAiUkgCBQwk6hShCAAAQgAAEIQAACEIAABCAAAd8EEAR8EyZ/CEAAAhCAAAQgAAEIQAACEIBACQkgCJSwU6gSBCAAAQhAAAIQgAAEIAABCEDANwEEAd+EyR8CEIAABCAAAQhAAAIQgAAEIFBCAggCJewUqgQBCEAAAhCAAAQgAAEIQAACEPBNAEHAN2HyhwAEIAABCEAAAhCAAAQgAAEIlJAAgkAJO4UqQQACEIAABCAAAQhAAAIQgAAEfBNAEPBNmPwhAAEIQAACEIAABCAAAQhAAAIlJIAgUMJOoUoQgAAEIAABCEAAAhCAAAQgAAHfBBAEfBMmfwhAAAIQgAAEIAABCEAAAhCAQAkJIAiUsFOoEgQgAAEIQAACEIAABCAAAQhAwDcBBAHfhMkfAhCAAAQgAAEIQAACEIAABCBQQgIIAiXsFKoEAQhAAAIQgAAEIAABCEAAAhDwTQBBwDdh8ocABCAAAQhAAAIQgAAEIAABCJSQAIJACTuFKkEAAhCAAAQgAAEIQAACEIAABHwTQBDwTZj8IQABCEAAAhCAAAQgAAEIQAACJSSAIFDCTqFKEIAABCAAAQhAAAIQgAAEIAAB3wQQBHwTJn8IQAACEIAABCAAAQhAAAIQgEAJCSAIlLBTqBIEIAABCEAAAhCAAAQgAAEIQMA3AQQB34TJHwIQgAAEIAABCEAAAhCAAAQgUEICCAIl7BSqBAEIQAACEIAABCAAAQhAAAIQ8E0AQcA3YfKHAAQgAAEIQAACEIAABCAAAQiUkACCQAk7hSpBAAIQgAAEIAABCEAAAhCAAAR8E0AQ8E2Y/CEAAQhAAAIQgAAEIAABCEAAAiUkgCBQwk6hShCAAAQgAAEIQAACEIAABCAAAd8EEAR8EyZ/CEAAAhCAAAQgAAEIQAACEIBACQkgCJSwU6gSBCAAAQhAAAIQgAAEIAABCEDANwEEAd+EyR8CEIAABCAAAQhAAAIQgAAEIFBCAggCJewUqgQBCEAAAhCAAAQgAAEIQAACEPBNAEHAN2HyhwAEIAABCEAAAhCAAAQgAAEIlJAAgkAJO4UqQQACEIAABCAAAQhAAAIQgAAEfBNAEPBNmPwhAAEIQAACEIAABCAAAQhAAAIlJIAgUMJOoUoQgAAEIAABCEAAAhCAAAQgAAHfBBAEfBMmfwhAAAIQgAAEIAABCEAAAhCAQAkJIAiUsFOoEgQgAAEIQAACEIAABCAAAQhAwDcBBAHfhMkfAhCAAAQgAAEIQAACEIAABCBQQgIIAiXsFKoEAQhAAAIQgAAEIAABCEAAAhDwTQBBwDdh8ocABCAAAQhAAAIQgAAEIAABCJSQAIJACTuFKkEAAhCAAAQgAAEIQAACEIAABHwTQBDwTZj8IdAiAn/84x/NiBEjzNixY82ECRNaVCrF+CTQq1cvs9RSS5kNNtjA7Lvvvj6LIm8IQAACEIAABCAAgRoSQBCoYafT5M4i8N5775lBgwaZ+++/v7MaRmu6ERgwYIC58sorzVxzzQUZCEAAAhCAAAQgAAEIFEIAQaAQjGQCgfYRWGONNQIxYNafTW+W/fkvzC+nmsVMMclk7asQJRdG4LuffjCvfzPePPnFG2bc/040EgXuu+++wvInIwhAAAIQgAAEIACBehNAEKh3/9P6ihOQm8B+++0XiAHbzLKcmXySSSveIqqfROD7n340145/IhAFzjnnHNwHGCYQgAAEIAABCEAAAoUQQBAoBCOZQKA9BAYOHBjsGK/f6zem99Szt6cSlNoSAq/8+0MzcsKzRhYh9957b0vKpBAIQAACEIAABCAAgc4mgCDQ2f1L6zqcwEwzzRQEENx3zjVwE+jwvpb7wB/fv88o0OAnn3zS4a2leRCAAAQgAAEIQAACrSCAINAKypQBAU8EJplkkiDng+day1MJZFsmAqe/d3dQnZ9++qlM1aIuEIAABCAAAQhAAAIVJYAgUNGOo9oQEAEEgXqNAwSBevU3rYUABCAAAQhAAAK+CSAI+CZM/hDwSABBwCPcEmaNIFDCTqFKEIAABCAAAQhAoMIEEAQq3HlUHQIIAvUaAwgC9epvWgsBCEAAAhCAAAR8E0AQ8E2Y/CHgkQCCgEe4JcwaQaCEnUKVIAABCEAAAhCAQIUJIAhUuPOoOgQQBOo1BhAE6tXftBYCEIAABCAAAQj4JoAg4Jsw+UPAIwEEAY9wS5g1gkAJO4UqQQACEIAABCAAgQoTQBCocOdRdQggCNRrDCAI1Ku/aS0EIAABCEAAAhDwTQBBwDdh8oeARwIIAh7hljBrBIESdgpVggAEIAABCEAAAhUmgCBQ4c6j6hBAEKjXGEAQqFd/01oIQAACEIAABCDgmwCCgG/C5A8BjwQQBDzCLWHWCAIl7BSqBAEIQAACEIAABCpMAEGgwp1H1SGAIFCvMYAgUK/+prUQgAAEIAABCEDANwEEAd+EyR8CHgkgCHiEW8KsEQRK2ClUCQIQgAAEIAABCFSYAIJAhTuPqkMAQaBeYwBBoF79TWshAAEIQAACEICAbwIIAr4Jkz8EPBJAEPAIt4RZIwiUsFOoEgQgAAEIQAACEKgwAQSBCnceVYcAgkC9xgCCQL36m9ZCAAIQgAAEIAAB3wQQBHwTJn8IeCSAIOARbgmzRhAoYadQJQhAAAIQgAAEIFBhAggCFe48qg4BBIF6jQEEgXr1N62FAAQgAAEIQAACvgkgCPgmTP4Q8EgAQcAj3BJmjSBQwk6hShCAAAQgAAEIQKDCBBAEKtx5VB0CCAL1GgMIAvXqb1oLAQhAAAIQgAAEfBNAEPBNmPwh4JEAgoBHuCXMGkGghJ1ClSAAAQhAAAIQgECFCSAIVLjzqDoEEATqNQYQBOrV37QWAhCAAAQgAAEI+CaAIOCbMPlDwCMBBAGPcEuYNYJACTuFKkEAAhCAAAQgAIEKE6iEIDB+/HhzxhlnmPPPP9988cUXAe7NN9/cXHjhhWbGGWfMxP/OO++YnXbaydx///25uuncc881Q4YMybznxx9/NC+99JK54YYbzEMPPWSeeeaZoH69evUyffv2NauvvrrZYostzHzzzWfChZutEuPGjTO33nqrGTVqlHn22WfNW2+9FdzSr18/s+yyywb5LbfccmbyySe3ZRX8PnHiRHPHHXeY2267zTz99NPmH//4R/D3Pn36mN/85jdm6623NiuttJKZeuqpnfL7/vvvzRNPPGFuvPFG8+STT5rHH388uE9tVH7rrbee2Xjjjc2ss87qlB8XNUcAQaA5flW7G0Ggaj1GfSEAAQhAAAIQgEC5CZRaEPj222/NzTffbH7/+993LWRDnGuttZa55pprzEwzzZRJ+G9/+5vp379/7l444IADzMknn2ymmGKKxHs//PBDc+SRR5rLLrssM++f//znZp999jGHHXaY0X+nJbX1kksuMUOHDjUTJkzIzHP99dc3p512mundu3fqdRIrbrnlFnPUUUf1YBe/SeLF2WefbZZffvlM4eKVV14xhxxyiBk5cmRm/SSIqM8GDx5sppxyytzsucGdAIKAO6tOuBJBoBN6kTZAAAIQgAAEIACB8hAorSCg3fajjz46dfHZTkHg3XffNXvssUewi++a9tprL3Pqrw5ocgAAIABJREFUqaeaaaedtsctEgP0m8QA1yQrgcsvv9wsuuiiPW754YcfzF/+8pdAiAgtKmz5aof/yiuvNKusskripeoPtVnWAa5JgspBBx3kbM3gmi/X/T8BBIF6jQYEgXr1N62FAAQgAAEIQAACvgmUThD46quvzEUXXWSOP/74zJ1y34KAdut32WWXHvxVv0MPPTRwX8ibrr76arPtttt224X/6aefzHXXXRcstl0X72G5u+66qznrrLN6iAxyXxg0aFCXu4FrPWXur3bPPvvs3W756KOPzO677x64HeRJc8wxRyBMyHWC5IcAgoAfrmXNFUGgrD1DvSAAAQhAAAIQgEA1CZROEFBcAC2ObalRQcD1vrTy77nnHrPZZpt1W7zLd147/Fr4TjbZZOb99983xx13nLn44ou7ZbPGGmuYq666ymihHKb33nvPbL/99mb06NFdf5NrgawFdtttNzP99NMbiRDXXnttsNseFQ103fDhw82AAQO67lXMAFkGqJxoOvjgg82BBx4YlP3dd9+Zu+66y+y77749RIO4ECLBQn9TXaJpzTXXNCeccIJZaqmlgj+/+uqrQf3iVhM77rijOe+88xItI2x9zO92AggCdkaddAWCQCf1Jm2BAAQgAAEIQAAC7SdQOkHgD3/4Q5fpvBa82pneZpttzOGHH27uvvvuLmKuC/t4DAHX+5K65t///rdRbAGJFmFK2wVXjAH50McXyBIUBg4c2HW/4iBst9123YoTA8UciAYOVDA/meDLjSKaxEXXS4hQUnvXWWedbsJBkiWBFvoqW2JENOn//+lPf+qKd/Dxxx8H10hACJMEEFk1xN0VXn755SBIoYIhhmmhhRYyw4YNM0sssUT7R3sH1gBBoAM7NaNJCAL16m9aCwEIQAACEIAABHwTKJ0goMX2EUccYbSIld/9vPPOaz755JPA1L7dgoAi9G+55ZbdFrzxBXS0w5KsHU488cRA3FBKEhiyFtDPPfdcYJ2g3fgwycxfrgg6bUGLfO3ax0WDuAgR3itLBnF98MEHu/JbeumlzfXXX28WXHDBVIEhLkKENyt2gco+6aSTuo1b5SdupOIJIAgUz7TMOSIIlLl3qBsEIAABCEAAAhCoHoHSCQIyZ9e/6aabrotmWQSBe++918hUPpqiC/x49+tIPl0fNfOXxYP8/nXMX9KCPLrAj+f36aefBrv1UasD7dbr2MNFFlkkKGfvvfcOBIIwxRf40Ty/+eabwMw/Hg/hr3/9q1lxxRWDS5NEjawFvuqy1VZbdau6ThyIixTVe1TKWWMEgXL2i69aIQj4Iku+EIAABCAAAQhAoJ4ESicIJHVDWQSBvIvjJIuCqMtC0o6/rCLOOOMMM9VUU/VAkWRRoIvCBXxegUH3Rl00wgIVCFCWA0k7/nLjkMVBv379Ep+YpGMeoyJIPR8zf61GEPDHtow5IwiUsVeoEwQgAAEIQAACEKgugdoJAlrQand+3LhxXb3Wp08fo532dddd12jBrkB+8SRzfAUK1L9oiu6mx+8ZP358EP/gvvvu6/pp1VVXDXz355xzTvPwww/3OOYvazc9rQ6hS8Arr7xitthiC/P88893lWdbjCv4oE4kiKYLLrggiN3w9ddfm/322y8IKhimqEVC0rBPqkOWW0V1H51y1BxBoBz90KpaIAi0ijTlQAACEIAABCAAgXoQqJ0gYOvW+eabL1j0a4c8GtTPtjuflG+SZUN0QZ0UUNBmXp+1o9/I7nxWHWz1T2qzzSrCxp/f8xFAEMjHq+pXIwhUvQepPwQgAAEIQAACECgXAQSBlP5QRH/514eiAILAf0DZLAQQBFr7gCMItJZ3u0tDEGh3D1A+BCAAAQhAAAIQ6CwCHS8IJPnpu3ShXAuGDx9uBgwYEFyOIIAg4DJuWn0NgkCribe3PASB9vKndAhAAAIQgAAEINBpBDpeEJDf/cSJE833339vppxyyq7TC/T3zz77zIwdO9acffbZZuTIkT36dt999zWnnnpqcB+CAIJAGR9+BIEy9oq/OiEI+GNLzhCAAAQgAAEIQKCOBDpeEHDpVB3Xd+CBB3YLnqf7VlhhBXPttdcaxRVAEEAQcBlLrb4GQaDVxNtbHoJAe/lTOgQgAAEIQAACEOg0AggC/+3Re++916y55prd+nehhRYyw4YNM0sssYT57rvvzGGHHWbOOuusbtdknTJgOy7x9ttvNxtttFG3/BoJKhjW4amnnjIbbLCB+eCDD7rytJ0ykBRUMDx28PPPPzeDBw8OGISpkRgCtjp02kPVyvYgCLSSdvvLQhBofx9QAwhAAAIQgAAEINBJBBAE/tubScHw9FN0wZ8U4f/66683W265ZeKYeO2118xWW21ltFAPU/QIvqRTAfbaay9zxhlnmKmmmqpHnt98800Q6PD888/v+i0qWiS1Yb311jNXX321mXHGGRPreNJJJ5kjjjii22/hMYZJVhGKraDf+/Xrl5jf448/HggrsroI0+GHH27EbrLJJuukZ6cUbUEQKEU3tKwSCAItQ01BEIAABCAAAQhAoBYEEAT+282vvPKK2WKLLczzzz/f1fHx3fCrrrrKDBo0qNvAOPPMM80BBxzQ0OI4qczNNtsscF2YYYYZeuT56aefGgkKo0aN6vpt1VVXNdrln3POOc348ePNNttsY+67776u36NuD/EMbQKD4izoCEb9i6bbbrvNbLjhholtvuGGGwIRJJouuOACIysBUvEEEASKZ1rmHBEEytw71A0CEIAABCAAAQhUjwCCwH/77JZbbjGbbrpptx6MLrb1g3b011lnnW6739Ed/3j3y71AsQmiKTTH198+/vjjYIF/1113dV0S3fGP52dzCUiLcxDu+Mfze+uttwIB4dFHH+36ae211w4sCmaeeebgb0kuBWk7/kluFbIouPPOO82KK65YvaejAjVGEKhAJxVYRQSBAmGSFQQgAAEIQAACEICAQRAwxnz00UfBDrZ2vqNJO/8nn3yymWKKKYI/v//++2bbbbc1Dz74YNdlc8wxh7n11lvNsssu2+3e9957L1jsjx49uuvvcYuDH374wRx99NFGZvvRJJcBlR0u9vSbTkk45phjzIknntjt2qjAoB8uvPBCs8cee3S7JnpaQviDdv9libDbbrt1u1am/UceeWRX2UnHNi633HLmuuuuM7/4xS+63atrZR3w8ssvd/09LjDwzBVLAEGgWJ5lzw1BoOw9RP0gAAEIQAACEIBAtQh0tCAgH/6dd97ZrLzyysHOfu/evQNf+kknndSExw5qd1wm8WPGjOnWc1roKz6A7g2TFvC6VovmaNLu9+mnn26WWWaZIO9//etfweJdi+Zokv//CSecEBxjGKb777/fbLLJJt2sDnr16mVOO+20IDbBtNNOa+QqcOmllxoFHIz65qtcCQLzzz9/V34vvvii2XzzzbstyrVLf8ghh5ghQ4YE7f/qq6/M8OHDzVFHHWVkJRAmnaagAIJqR5h0re674oorurVFdZaQIYuGH3/80Tz99NNBfrJGiCYd6ShBIipuVOsRKXdtEQTK3T9F1w5BoGii5AcBCEAAAhCAAATqTaB0gkDSAtm1i+IL7qSgfa55yTJA+U0++eTdbtHu99Zbb22effZZ16yC67Srfvnll5tFF120231acMsa4OKLL86Vnxb58s1XXeKWBKq7LA/yprQ2P/DAA2a77bbrdnqBS946QUEWC7PNNpvL5VzTAAEEgQagVfgWBIEKdx5VhwAEIAABCEAAAiUkUDpBIMln3ZXbWmutFfi8zzTTTMEtSRHvXfJS1H390+58PMmyQDv/MsuP7tZn5aud9yuvvNKsssoqiZdJZNhpp53ME0884VK94Jq0xbt+S3OByMpcpxuceuqpiW2Wu4LcGHTsomtKE0Bc7+c6NwIIAm6cOuUqBIFO6UnaAQEIQAACEIAABMpBoKMFgbffftvssMMO5qGHHnKivfjiiwdCgCL9xy0DohnIRF5BCGUir6P+slLfvn2NzOaXX375TLN5nTggs/6RI0dm5id3ArkODB48uJvrQfymDz/8MIgFcNlll2XmJ0uDffbZJ1js67/T0rfffhvEHBg6dKiZMGFCZp7rr79+4PIgFw2SXwIIAn75li13BIGy9Qj1gQAEIAABCEAAAtUmUDpBoBmXgUMPPTTw7w+DAKprFHl/7NixwQkBjz32WOBbHy7itQBecsklTf/+/c2aa64ZmPVPPfXUzj06ceJEc8cddwT++NrdD/3x+/TpYxRAUOb8K620knOe2olXPjfeeKN55JFHAr98JVkYKL/11lvPbLzxxmbWWWd1qqOEi5deesnoKEAdRSiLCSWJChIqVl999eCoReXv6uM/bty4IIjiiBEjgtMJQnGgX79+QWBF5SeOWYKKU+W5yIkAgoATpo65CEGgY7qShkAAAhCAAAQgAIFSECidIFAKKlQCAhUhgCBQkY4qqJoIAgWBJBsIQAACEIAABCAAgYAAggADAQIVJoAgUOHOa6DqCAINQOMWCEAAAhCAAAQgAIFUAggCDA4IVJgAgkCFO6+BqiMINACNWyAAAQhAAAIQgAAEEAQYAxDoRAIIAp3Yq+ltQhCoV3/TWghAAAIQgAAEIOCbABYCvgmTPwQ8EkAQ8Ai3hFkjCJSwU6gSBCAAAQhAAAIQqDABBIEKdx5VhwCCQL3GAIJAvfqb1kIAAhCAAAQgAAHfBBAEfBMmfwh4JIAg4BFuCbNGEChhp1AlCEAAAhCAAAQgUGECCAIV7jyqDgEEgXqNAQSBevU3rYUABCAAAQhAAAK+CSAI+CZM/hDwSABBwCPcEmaNIFDCTqFKEIAABCAAAQhAoMIEEAQq3HlUHQIIAvUaAwgC9epvWgsBCEAAAhCAAAR8E0AQ8E2Y/CHgkQCCgEe4JcwaQaCEnUKVIAABCEAAAhCAQIUJIAhUuPOoOgQQBOo1BhAE6tXftBYCEIAABCAAAQj4JoAg4Jsw+UPAIwEEAY9wS5g1gkAJO4UqQQACEIAABCAAgQoTQBCocOdRdQggCNRrDCAI1Ku/aS0EIAABCEAAAhDwTQBBwDdh8oeARwIIAh7hljBrBIESdgpVggAEIAABCEAAAhUmgCBQ4c6j6hBAEKjXGEAQqFd/01oIQAACEIAABCDgmwCCgG/C5A8BjwQQBDzCLWHWCAIl7BSqBAEIQAACEIAABCpMAEGgwp1H1SGAIFCvMYAgUK/+prUQgAAEIAABCEDANwEEAd+EyR8CHgkgCHiEW8KsEQRK2ClUCQIQgAAEIAABCFSYAIJAhTuPqkMAQaBeYwBBoF79TWshAAEIQAACEICAbwIIAr4Jkz8EPBJAEPAIt4RZIwiUsFOoEgQgAAEIQAACEKgwAQSBCnceVYcAgkC9xgCCQL36m9ZCAAIQgAAEIAAB3wQQBHwTJn8IeCSAIOARbgmzRhAoYadQJQhAAAIQgAAEIFBhAggCFe48qg4BBIF6jQEEgXr1N62FAAQgAAEIQAACvgkgCPgmTP4Q8EgAQcAj3BJmjSBQwk6hShCAAAQgAAEIQKDCBBAEKtx5VB0CCAL1GgMIAvXqb1oLAQhAAAIQgAAEfBNAEPBNmPwh4JEAgoBHuCXMGkGghJ1ClSAAAQhAAAIQgECFCSAIVLjzqDoEEATqNQYQBOrV37QWAhCAAAQgAAEI+CaAIOCbMPlDwCMBBAGPcEuYNYJACTuFKkEAAhCAAAQgAIEKE0AQqHDnUXUIIAjUawwgCNSrv2ktBCAAAQhAAAIQ8E0AQcA3YfKHgEcCCAIe4ZYwawSBEnYKVYIABCAAAQhAAAIVJoAgUOHOo+oQQBCo1xhAEKhXf9NaCEAAAhCAAAQg4JsAgoBvwuQPAY8EEAQ8wi1h1ggCJewUqgQBCEAAAhCAAAQqTABBoMKdR9UhgCBQrzGAIFCv/qa1EIAABCAAAQhAwDcBBAHfhMkfAh4JIAh4hFvCrBEEStgpVAkCEIAABCAAAQhUmACCQIU7j6pDAEGgXmMAQaBe/U1rIQABCEAAAhCAgG8CCAK+CZM/BDwSQBDwCLeEWSMIlLBTqBIEIAABCEAAAhCoMAEEgQp3HlWHAIJAvcYAgkC9+pvWQgACEIAABCAAAd8EEAR8EyZ/CHgkgCDgEW4Js0YQKGGnUCUIQAACEIAABCBQYQIIAhXuPKoOAQSBeo0BBIF69TethQAEIAABCEAAAr4JIAj4Jkz+EPBIAEHAI9wSZo0gUMJOoUoQgAAEIAABCECgwgQQBCrceVQdAggC9RoDCAL16m9aCwEIQAACEIAABHwTQBDwTZj8IeCRAIKAR7glzBpBoISdQpUgAAEIQAACEIBAhQkgCFS486g6BBAE6jUGEATq1d+0FgIQgAAEIAABCPgmgCDgmzD5Q8AjAQQBj3BLmDWCQAk7hSpBAAIQgAAEIACBChNAEKhw51F1CCAI1GsMIAjUq79pLQQgAAEIQAACEPBNAEHAN2Hyh4BHAggCHuGWMGsEgRJ2ClWCAAQgAAEIQAACFSaAIFDhzqPqEEAQqNcYQBCoV3/TWghAAAIQgAAEIOCbAIKAb8LkDwGPBBAEPMItYdYIAiXsFKoEAQhAAAIQgAAEKkwAQaDCnUfVIYAgUK8xgCBQr/6mtRCAAAQgAAEIQMA3AQQB34TJHwIeCSAIeIRbwqwRBErYKVQJAhCAAAQgAAEIVJgAgkCFO4+qQwBBoF5jAEGgXv1NayEAAQhAAAIQgIBvAggCvgmTPwQ8EkAQ8Ai3hFkjCJSwU6gSBCAAAQhAAAIQqDABBIEKdx5VhwCCQL3GAIJAvfqb1kIAAhCAAAQgAAHfBBAEfBMmfwh4JIAg4BFuCbNGEChhp1AlCEAAAhCAAAQgUGECCAIV7jyqDgEEgXqNAQSBevU3rYUABCAAAQhAAAK+CSAI+CZM/hDwSABBwCPcEmaNIFDCTqFKEIAABCAAAQhAoMIEEAQq3HlUHQIIAvUaAwgC9epvWgsBCEAAAhCAAAR8E0AQ8E2Y/CHgkQCCgEe4JcwaQaCEnUKVIAABCEAAAhCAQIUJIAhUuPOoOgQQBOo1BhAE6tXftBYCEIAABCAAAQj4JoAg4Jsw+UPAIwEEAY9wS5g1gkAJO4UqQQACEIAABCAAgQoTQBCocOdRdQggCNRrDCAI1Ku/aS0EIAABCEAAAhDwTQBBwDdh8oeARwIIAh7hljBrBIESdgpVggAEIAABCEAAAhUmgCBQ4c6j6hBAEKjXGEAQqFd/01oIQAACEIAABCDgmwCCgG/C5A8BjwQQBDzCLWHWCAIl7BSqBAEIQAACEIAABCpMAEGgwp1H1SGAIFCvMYAgUK/+prUQgAAEIAABCEDANwEEAd+EyR8CHgkgCHiEW8KsEQRK2ClUCQIQgAAEIAABCFSYAIJAhTuPqkMAQaBeYwBBoF79TWshAAEIQAACEICAbwIIAr4Jkz8EPBJAEPAIt4RZIwiUsFOoEgQgAAEIQAACEKgwAQSBCnceVYcAgkC9xgCCQL36m9ZCAAIQgAAEIAAB3wQQBHwTJn8IeCSAIOARbgmzRhAoYadQJQhAAAIQgAAEIFBhAggCFe48qg4BBIF6jQEEgXr1N62FAAQgAAEIQAACvgkgCPgmTP4Q8EgAQcAj3BJmjSBQwk6hShCAAAQgAAEIQKDCBBAEKtx5VB0CCAL1GgMIAvXqb1oLAQhAAAIQgAAEfBP4P/bOBO6mav3jzz8yhMpwKxrdmyKlKFO4mTJEpZIkhUtIqIiIlMpwSWkSESFjEkUoSoVoktyiNNzKPFVcY4b/59ndc+45593nnH3O2fu8e/iuz8ene9+z9trP+j7PO6zfetazEAScJsz4EHCQAIKAg3BdODSCgAudgkkQgAAEIAABCEDAwwQQBDzsPEyHAIJAsGIAQSBY/ma2EIAABCAAAQhAwGkCCAJOE2Z8CDhIAEHAQbguHBpBwIVOwSQIQAACEIAABCDgYQIIAh52HqZDAEEgWDGAIBAsfzNbCEAAAhCAAAQg4DQBBAGnCTM+BBwkgCDgIFwXDo0g4EKnYBIEIAABCEAAAhDwMAEEAQ87D9MhgCAQrBhAEAiWv5ktBCAAAQhAAAIQcJoAgoDThBkfAg4SQBBwEK4Lh0YQcKFTMAkCEIAABCAAAQh4mACCgIedh+kQQBAIVgwgCATL38wWAhCAAAQgAAEIOE0AQcBpwowPAQcJIAg4CNeFQyMIuNApmAQBCEAAAhCAAAQ8TABBwMPOw3QIIAgEKwYQBILlb2YLAQhAAAIQgAAEnCbgCUFgx44dMmLECBk1apTs3bvXYHLzzTfLmDFjpGjRopYZHTlyRFatWiUzZ86Ujz/+WFauXGk8e+6558qll14qTZo0kWbNmslpp51macxjx47J119/LTNmzJD3339fvvjiC8O+YsWKSeXKlaVu3brSokULY/zQwi3ZwNu3b5c5c+bI/PnzZc2aNfLTTz8Zj1SrVk2qVKlijFe1alXJmzdvsqGMz/fs2SNvvfWWzJ07V1avXi3ffPON8fWKFSsac7711lulVq1aUrBgQUvj2c3Q0kvpFJcAgkCwggNBIFj+ZrYQgAAEIAABCEDAaQKuFgQOHTokr732mjz66KPhhWwISMOGDWXKlClSvHhxS4zWr18vvXr1knnz5iXsr4t5fV+HDh0kf/78cftu3bpV+vXrJ+PHj084XpEiRaRbt27Sp08f0f8dr+lcx40bJwMGDJDdu3cnHLNp06YyfPhwKVu2bNx+KlbMnj1b+vfvn4Nd7EMqXowcOVKqV6+eULiwm6Elx9EpIQEEgWAFCIJAsPzNbCEAAQhAAAIQgIDTBFwrCOhu+0MPPRR3AZ+KIKBjde7c2cgOsNqGDh0qPXv2NN2J37hxozGe7uJbbV26dJFhw4ZJoUKFcjyiYoB+pmKA1aZZAhMmTJBy5crleOTo0aPyyiuvGEJEKKMi2biaxTBx4kS56qqrTLvazTCZPXxujQCCgDVOfumFIOAXTzIPCEAAAhCAAAQg4A4CrhME9u3bJy+++KI8/vjjCXfKrQoC27Ztk06dOhkp86m0kiVLGotqTfuPbGpf7969jeMLqbbJkyfLbbfdFrULf/z4cZk2bZohMFhdvIfee+edd8pTTz2VQ2TQ4wtt2rQJHzewaqcemdAshTPOOCPqEbsZWrWHfskJIAgkZ+SnHggCfvImc4EABCAAAQhAAAK5T8B1goDWBdDFcbJmRRDQxbYucDt27Bg1XIMGDWTQoEFSqVIl4+sbNmwwsgFid/zbtm0rzz33XNSC++2335bmzZtHLd71LL7u8Kt4kCdPHtm8ebMMHDhQxo4dG/Xe+vXry6RJk0TFhlDbtGmT3H777fLee++Fv6ZHCzRbQO0++eSTRUWIqVOnGjZGigba7/XXX5d69eqFn9WaAZoZoO+JbPfff7/06NHDePfhw4dl4cKF0r179xyigfJq3759+FEnGCbzLZ9bJ4AgYJ2VH3oiCPjBi8wBAhCAAAQgAAEIuIeA6wSBxx57LJw6rwte3d1v1aqV9O3bVxYtWhQmZ0UQ2Llzp7HY1sVvqOniXXfkY1Pt161bZxTY00J+oVamTBmZNWuWVKhQwfjSgQMH5L777jOKGYZavEwCrTGgdQhiRQYVFK6++urw81oHoXXr1lERoQy05kBk4UAt5qfHGPQYRWRTLtpfhQhty5cvl8aNG0cJB2aZBLrQ13crn8im///5558P1zuwm6F7Qt8fliAI+MOPVmeBIGCVFP0gAAEIQAACEIAABKwQcJ0goIvtBx98UHQRq+fuzznnHNm1a5eRap+qIGC2OI5dQIcg6bl7XWwPGTIkitv06dPllltuMb6mFfr1f0eKBrEL6MiHzbIdBg8ebIgb8QSGWBEicrwvv/zSyE7QjIZQ0zR/PYqgty3oIl8zH2JFg1gRIvSsZjIo16VLl4bHu/zyy0XnfP7558cVGDJhaCUo6WOdAIKAdVZ+6Ikg4AcvMgcIQAACEIAABCDgHgKuEwQ0nV3/FS5cOEwpXUHAbEEeucCPdYNeH9iyZcuoL+uNA6EF9jvvvCN63CCyRS7wY8fTaw21f2Sav2Y86Ll/vebPbEEeucCPHe/XX381dvQjsw4040HtvvDCC4333H333YZAEGqxC/zIMQ8ePGgcQ4ith7Bs2TKpUaOG0dVuhu4JfX9YgiDgDz9anQWCgFVS9IMABCAAAQhAAAIQsELAdYKAmdHpCAJmO/56BEF3y6tVq2bKRjMKatasGfVZ5AI+1cWxWUZB5FEHsx1/zYoYMWKEFChQIIeNZkcWtFNoAZ+qwKDPRh7RCL1Qiylq5oATDK0EJX2sE0AQsM7KDz0RBPzgReYAAQhAAAIQgAAE3EPAt4LA/v375Z577jGKCoZa5G66mQvWr18vLVq0kLVr14Y/Dh0J0IwFLRSo/yJb5G567Jg7duww6h8sXrw4/FHt2rWNs/ulSpWSDz74IMc1f5EZCbHj6ZEAMxtCRwLM7I8UNMzmrMUH9UaCyDZ69GijdoPdDFWQodlLAEHAXp5uHw1BwO0ewj4IQAACEIAABCDgLQK+FQTMsgqSCQKJdvRPOumkHAUF1dWJBIFkNpgVFEwkCOj7Eu3oJ8twMAvNRDYks99svGRZEd769nC/tQgC7veRnRYiCNhJk7EgAAEIQAACEIAABBAEImIAQeBPGCFRAkHA/T8gEATc7yM7LUQQsJMmY0EAAhCAAAQgAAEIIAggCOS49hBBwDs/GBAEvOMrOyxFELCDImNAAAIQgAAEIAABCIQIIAggCCAIePjnAYKAh52XhukIAmlA4xEIQAACEIAABCAAgbgEEAQQBBAEPPwDAkHAw85Lw3QEgTSg8QgEIAABCEAAAhCAQPAEgd9//106dOggs2bNCk8+naKCoSr9efLkkT59+shTTz0VBTMMqlNoAAAgAElEQVTVooKR1w6+8cYbcv3110eNl05RwZANn332mVx77bWyZcuW8JjJbhkwKyoYunbQboYFCxbkW9FmAggCNgN1+XAIAi53EOZBAAIQgAAEIAABjxHwbYbAgQMHctwKoNfe6RV91apVM3XTypUrpUGDBrJ3797w53379jUq+6sgYFbhf/r06XLLLbeYjvfdd99Jy5YtRRfqoRa6xlBtMbsVoEuXLjJixAgpUKBAjjEPHjwoPXv2lFGjRoU/K1OmjCF6VKhQQcyKIjZp0kQmT54sRYsWNbVxyJAh8uCDD0Z9FrrG0AmGHvv+cL25CAKud5GtBiII2IqTwSAAAQhAAAIQgEDgCfhWEDh+/LgMHDjQ+BfZ5s6dK9ddd52p42fMmGEs4CPb6NGjRXfZtU2aNEnatGkT9fmTTz5pCA9mLZnAsH79emnRooWsXbs2/Hjz5s1l3Lhxcsopp+QY8tdffxUVFObPnx/+rHbt2qK7/KVKlZIdO3ZIq1atZPHixeHPr7zySpk6daqce+65KQsMTjAM/HeczQAQBGwG6vLhEARc7iDMgwAEIAABCEAAAh4j4FtBQP1glg4fueMf6avDhw/nOBKgu/gLFiyQGjVqGF11R79x48ZRGQSRO/6xvtfjBT169Ij6cigdX7+4c+dOY4G/cOHCcJ/IHf/Y8ZIdCTDb0dcxQjv+seP99NNPhoCwYsWK8EeNGjUyMgpKlChhfM1uhh77/nC9uQgCrneRrQYiCNiKk8EgAAEIQAACEIBA4An4WhD48ssvRXfcN2zYEHZ01apVZdq0aVK6dOko52tfzQ5Yt25d3MXx5s2b5bbbbpOlS5eG+5QsWVLmzJkjVapUiRpv06ZNxmL/vffeC389tobB0aNH5aGHHhJN249semRAsw5Ciz397MiRI/Lwww/L4MGD4woM+sGYMWOkc+fOUX26d+8uw4YNk/z584e/rrv/monQsWPHqL56LKJfv37hd9vNMPDfcTYDQBCwGajLh0MQcLmDMA8CEIAABCAAAQh4jICvBYF9+/ZJ165d5eWXX45yyw033GAswnU3/tixY7J69Wrp37+/sZMe2UaOHCm6mA4tunQBr0cQdNEc2TSD4IknnpArrrhCTjjhBPn++++NxbsKD5FNz/8PGjQoamG+ZMkSUXsi6xYUK1ZMhg8fbtQmKFSokOhRgZdeekm04GBkP32vZhycd9554dd89dVXcvPNN0cJG5rp0KtXL4OF1hJQLq+//roxZ80SCDU9VqD1CHQeoWY3Q499f7jeXAQB17vIVgMRBGzFyWAQgAAEIAABCEAg8ARcJwiYLZCteslswf3uu+8a1+pFVt63Mp5W/9fd9tNPPz2qu2YQ3HrrrbJmzRorw4T7aGbChAkTpFy5clHP6YJbswHGjh2b0ni6yNf6BmpLbCbB0KFDjcyDVJs+pwzz5s0b9ajdDFO1i/7xCSAIBCs6EASC5W9mCwEIQAACEIAABJwm4DpBwOzMulUIkVf6hZ7RVHtNwdcrA622eIt3fV5T7XXnX9PyI3frE42tO+8TJ06Uq666yrSbigzt2rWTVatWWTVR4i3edYBt27YZhRC1gKLVprcb6LECzUiIbXYztGoT/ZITQBBIzshPPRAE/ORN5gIBCEAAAhCAAARyn4DvBQFFfOjQIeO8/IABA2T37t0JqTdt2tRI1y9btmzcfnrMYPbs2UbKvV71l6hVrlxZ9OhB9erVo3byY5/RGwc0rX/evHkJx9PjBHp0oEOHDlFHD2If2rp1q1ELYPz48QnH00yDbt26GYKJ/u94zW6GuR/6/rAAQcAffrQ6CwQBq6ToBwEIQAACEIAABCBghYDrBIFMjgz07t3bON+fL18+07lv377dKAD45ptvGpX1Q+JAtWrVjKKAegWgZgfEpszHA7lnzx556623jPP4ursfOo9fsWJF0QKCms5fq1YtKViwoBVfGIUDdZyZM2fKhx9+aNQ20KYZBjpekyZNpFmzZnLaaadZGk+Fi6+//lr0OkW9ilCvQdSmooIKFXXr1jXmrONHHjtINLjdDC1NhE5xCSAIBCs4EASC5W9mCwEIQAACEIAABJwm4DpBwOkJMz4E/EQAQcBP3kw+FwSB5IzoAQEIQAACEIAABCBgnQCCgHVW9ISA6wggCLjOJY4ahCDgKF4GhwAEIAABCEAAAoEjgCAQOJczYT8RQBDwkzeTzwVBIDkjekAAAhCAAAQgAAEIWCeAIGCdFT0h4DoCCAKuc4mjBiEIOIqXwSEAAQhAAAIQgEDgCCAIBM7lTNhPBBAE/OTN5HNBEEjOiB4QgAAEIAABCEAAAtYJIAhYZ0VPCLiOAIKA61ziqEEIAo7iZXAIQAACEIAABCAQOAIIAoFzORP2EwEEAT95M/lcEASSM6IHBCAAAQhAAAIQgIB1AggC1lnREwKuI4Ag4DqXOGoQgoCjeBkcAhCAAAQgAAEIBI4AgkDgXM6E/UQAQcBP3kw+FwSB5IzoAQEIQAACEIAABCBgnQCCgHVW9ISA6wggCLjOJY4ahCDgKF4GhwAEIAABCEAAAoEjgCAQOJczYT8RQBDwkzeTzwVBIDkjekAAAhCAAAQgAAEIWCeAIGCdFT0h4DoCCAKuc4mjBiEIOIqXwSEAAQhAAAIQgEDgCCAIBM7lTNhPBBAE/OTN5HNBEEjOiB4QgAAEIAABCEAAAtYJIAhYZ0VPCLiOAIKA61ziqEEIAo7iZXAIQAACEIAABCAQOAIIAoFzORP2EwEEAT95M/lc3CQI1KhRQ1asWJHc6BR7fP3111KuXLkUn8qse+j7yGyUCRMmSNu2bS29oHLlyvLpp59a6pus07PPPitdu3ZN1s2Rz+3iEWnc4cOHZfHixTJnzhz55JNPZOvWrbJ7924pXry4lCxZUqpVqybNmzeXv//975InT5605uUX/mlNnocgAAEIQAACaRJAEEgTHI9BwA0EEATc4IXs2eAWQWD//v1y6qmnyh9//GHr5M8880zZuHGjrWMmG2zSpEnSpk2buN1SEQR0YasLXTtabgkCdvJQDsePH5dp06ZJ37595eeff06K5qKLLpLnnntO6tSpk7RvbAc/8E950jwAAQhAAAIQyJAAgkCGAHkcArlJAEEgN+ln/91uEQTefvttadiwoe0AdCdeF+DZarpDXbZsWdmxY0fGgoCKIwUKFJBjx47ZYn5uCAJ28lAIKhy1atVK5s6dmzKT+++/X4YPH275OT/wtzxZOkIAAhCAAARsJIAgYCNMhoJAtgkgCGSbeO6+zy2CgO72Dh061HYYU6ZMMRaQ2WodOnSQl156KeHrrGYI/Pvf/5bSpUvbZnpuCAJ28lAxoG7durJq1aq0mXTs2FHGjBlj6Xk/8Lc0UTpBAAIQgAAEbCaAIGAzUIaDQDYJIAhkk3buv8stgkD16tVl5cqVGQG58847pVixYlFj6K5wiRIlMhrX6sPLli0zzqtrSnuiZlUQ0PFq1apl9fVJ+2VbELCbhx7D0OMHmbYXX3xRNFaSNa/zTzY/PocABCAAAQg4RQBBwCmyjAuBLBBAEMgCZBe9wi2CwKBBg0zrB+zbt0+2bNkiS5culU2bNiUkd88998jIkSNzha6ml1esWFG++uqrpO+3KgjoOXmz7IZzzjlHunXrlvQ9sR3q168vl112WcrPpfOA3Tz0iECzZs3imqLzat++vZx99tmiO/vjx4+XL7/80rR/4cKFZe3atXLeeeclnJqX+afjM56BAAQgAAEI2EUAQcAukowDgVwggCCQC9Bz8ZVuEQSSITh69KhMnjxZunTpIgcOHDDtftJJJ8m2bdtEF3zZbnrcQY89WGlWBQE97967d+8cQ1577bXyxhtvWHlVrvWxm0elSpVk9erVpvPRzIFx48ZJ3rx5w58fOXLEiJWxY8eaPqOfPf/88wn5eJl/rjmeF0MAAhCAAAREBEGAMICAhwkgCHjYeWmY7hVBIDS12bNny0033RR3prNmzUr4eRqIkj7y448/Svny5eMKFbEDWBUEunfvLprmH9vuuusuGTVqVFK7cquD3Tw+/PBD4yiGWdMbBL744gs58cQTc3ysxRivuOIKUyGhUKFCxu0TerNFvOZV/rnld94LAQhAAAIQCBFAECAWIOBhAggCHnZeGqZ7TRDQKdaoUUNWrFhhOtsHHnjAkeKEidA2adJE3nrrLcv0rQoCN954o7z++us5xtXjFQ8++KDl92W7o908+vfvLzpns6ZZI61bt447xddee02aN2+e1rNe5Z9tf/M+CEAAAhCAQCwBBAFiAgIeJoAg4GHnpWG6mwQBTTP/7bffks7in//8Z8I+KgpENt3pLVWqVNJx0+nw6quvSosWLXI8qufd58yZYzqkVUGgcuXK8umnn+YYY+LEiXLHHXekY67jzzjBQ7MDNEsgtp1wwglGvBQpUiTuvA4ePCgnn3yyaX2KTp06yejRo+M+60X+jjuYF0AAAhCAAAQsEEAQsACJLhBwKwEEAbd6xhm73CIIbN26VUqWLGn7JAsWLCi//vqr5M+f3/ax9+zZI+XKlZPNmzdHjd2oUSO55ZZbpF27dhkJAspDucS2JUuWGNfvua05xeNvf/ub/PDDDzmme/7558uGDRuSYrj00ktNCwxecsklcQsP6qBe458UBB0gAAEIQAACWSKAIJAl0LwGAk4QQBBwgqp7x3SLIKDXyWlxOLtbgwYNZNGiRXYPa4xndsY8X758RgV7PdKQiSCgVfoLFCggeg4+tn3zzTdywQUXODKnTAZ1iscpp5wiKjbEtqpVq1q6qrJhw4by9ttv53i+aNGisnv3btMpe5F/Jr7jWQhAAAIQgICdBBAE7KTJWBDIMgEEgSwDz+XXuUUQ0HPgU6ZMsZ3GsGHDpFevXraP+9lnn0mVKlVyLNj79OkjQ4YMkZdffjkjQUCvzitdurSp3Tt37pTFixcbNw2sXLnSuFlBb2EoUaKEnHXWWVKnTh3RmwiqV69u+7zjDegkD53Xrl27crxad/61oGCy1rRpU5k/f36ObnrkQBf++t/Y5jX+yRjwOQQgAAEIQCCbBBAEskmbd0HAZgIIAjYDdflwbhAEjh8/bqRn68LW7vb5559LxYoVbR1WF9+6O62L4Mimi/H169eLVrDPVBBYtmyZ1KpVy3QRqwvk7du3J53TVVddJU8++aTolX1ONqd5aDaE2dEArQ2gNQRCP7PizbF48eJxMwH0OInZTQNe4u+kbxkbAhCAAAQgkA4BBIF0qPEMBFxCAEHAJY7IkhluEARSmeqOHTuMdPl4xQe12n/jxo1TGTLlvk8//bTce++9OZ6bMWNGuMBgpoLAtGnTpFWrVinbFvuAHjtQW7SmgVPNaR7XXHONLFiwwNT8Tz75xLhaMFFLJBhoPKnAEtu8xN8pvzIuBCAAAQhAIF0CCALpkuM5CLiAAIKAC5yQRRO8JAgcPnxYbr75ZiNV3qxpAUE9E66LYKfapk2bjEKCe/fujXqFFvnTYn+hlqkgMHz4cOndu7ct08iTJ49xxKB27dq2jBc5SDZ4PPbYYzJgwABT22+77TZ55ZVX4s5LjxqYLfhDD+jxC80giG1e4W+7QxkQAhCAAAQgYAMBBAEbIDIEBHKLAIJAbpHPnfd6QRDQIwW62H744YeNYn3x2u233y5anNDJpnfa6932kS1v3ryyZs0aueiii2wTBMwK9JnN68QTTzS9Ui+27xlnnCHffvttwiv60uGWDR567OPyyy83NU9/XqkgYJZNsW/fPrnuuuvk3XffjTu1/fv3iwpJsc0r/NPxGc9AAAIQgAAEnCaAIOA0YcaHgIMEEAQchOvCod0iCMyZM0ceeeSRHIR0wbZx40Y5cOBAQnonnXSScYWcXlHnVNPCdFqgLrb16NFDRowYEfXlTDMENA3/2Wefle+//z5qXL0+8b777hMVP/TaPb3VQM/B66L3n//8p2gKfbym9QT0WbtaNnlogUQtoGjW9GdWly5dpH379vLXv/7VuJFAeTz++OPy3XffxZ2uiimadWLWvMDfLj8yDgQgAAEIQMBuAggCdhNlPAhkkQCCQBZhu+BVbhEExo8fbyzo0mkas5MnTxZNH3eqqTBRvnx50erzkU2LIeo1gEWKFLFVEAgNtnnzZvnwww+Nfyp4qEig1fXN2pEjR0Rva9BaBmatTJkyRpaAHS3bPHSBX79+fdFsEbuaHhXQIwOJmlv528WAcSAAAQhAAAJOEEAQcIIqY0IgSwQQBLIE2iWvcYsgkGhHPREq3TF/8cUX5Y477nCU6AMPPCB6hWFsUyFCF+GxLdMMgXQno2nymiUR78YGPfNfqlSpdIcPP5cbPLp16ybPPfdcxraHBtBihIkyKtJ5Ubb4p2Mbz0AAAhCAAASyRQBBIFukeQ8EHCCAIOAAVBcP6RZBQM/+t2nTJiVSWn1eU/XLli2b0nOpdv7Xv/5lXF2oO/CRTa8F/OCDD0yHyy1BQI3p1auXPPHEE6Z2zZo1S2666aZUEUT1zy0eer3hnXfeKRMmTLBsv2ZFqDiixwhiW4cOHWTs2LGWx7La0Wn+Vu2gHwQgAAEIQCC3CCAI5BZ53gsBGwggCNgA0UNDuEUQ0LPeVatWjXtfvCLV2wMqVaokDRo0MK7Rc1oI0Hdqirou/JcvX57DqypGVKhQIa4gMGXKFNPP9GhD27Ztw59pwbyiRYvaFjW66NfbGMyaHjno2rVr2u/KbR76fs0IefDBBxPGik5QCw2qMKIZE2Y1KDTb4O67706bRbwHneRvu7EMCAEIQAACEHCAAIKAA1AZEgLZIoAgkC3S7niPWwQBpbFs2TLjnPihQ4dM4Vx88cVGn1NOOSVr8MaNG2fsSjvZ3nvvPVuvBFy6dKnUqVPH1OSBAwfGvcLPyhzdwuO3334TXXhrMcr169fL1q1b5YQTTpCzzjpL6tWrZ2Sb6JEAFXJq1qxpOrUNGzYYhRntbk7yt9tWxoMABCAAAQg4QQBBwAmqjAmBLBFAEMgSaJe8xk2CgCLRRV6LFi3iFo/Txd6CBQtEK8Rno2mhQy146GSzWxBYtGiRNGrUyNTkRx99VB566KG0p+M1HioMmF1FqUdA9DpDJ5qT/J2wlzEhAAEIQAACdhNAELCbKONBIIsEEASyCNsFr3KbIKBI9Hq8nj17xqWj6fapnCPPBHO84nmZjBn7bKwgoNflxVu0WxEPxowZI507dzY18YUXXoj7mZU55QYPK3aZ9Vm3bp1xpCO29oP21eMeel2kWXMz/3RZ8BwEIAABCEAgmwQQBLJJm3dBwGYCCAI2A3X5cG4UBBTZvffeK3oXfLz2yCOPyMMPP+w4Xb1ZQBfBTrbYRb7WHjC7uUBtsLLDr8/Gq1+wePFiI6U+3ZYbPNKx9ffff5cqVaqYXrN4+umny/fffy+FChUyHdrN/NNhwTMQgAAEIACBbBNAEMg2cd4HARsJIAjYCNMDQ7lVEDh27JhxdOC1116LS3HixImOXzeoxwU0Td7JFisI6M72RRddZPrKM888U/TzIkWKmH6+ceNGufDCC2X//v05PtcrGvXsvRZnTLflBo9UbV27dq0RO1pbwKw988wzolcYxmtu5p8qC/pDAAIQgAAEcoMAgkBuUOedELCJAIKATSA9MoxbBQHFd/DgQWM3e8WKFaY0tY7AwoULpW7duq6jnem1g3qbwurVq03npdctzpgxQwoXLhz1ue6KN2nSxPRGBO144403JhRYnISYKQ8rtn3xxReityjoDn+8wpS1a9cWzZLIkydPwiH9xt8KP/pAAAIQgAAE7CKAIGAXScaBQC4QQBDIBei5+Eo3CwKKZdeuXXLllVeapn7r53rjgFaSL1++fC5SzPnqTBfA06dPl1tvvTXunM4++2zj6sJLLrlE9HtWd8Vfeukl2bRpU9xnVq1aZaTRm7WWLVsaIkNsO3r0qFG9P9OWKY/Y9+uVgZs3bzYyHn7++WdZuXKlESuJ2hlnnGGILPrfZC3b/JPZw+cQgAAEIAABLxFAEPCSt7AVAjEEEASCFRJuFwTUGz/++KNUr15dtm3bZuqcc845x1gQlixZ0jXOs2MB3KxZM5k7d64tc2rXrl3C2xLiCQJ6dCP0MyETQ+zgEfl+vV4wkfgRa6v21+r/8Y5imM0tm/wzYcuzEIAABCAAAbcRQBBwm0ewBwIpEEAQSAGWD7p6QRBQzJ9++qlouve+fftMqWuK9wcffBC3UFy2XWXHAnjPnj3G9YEfffRRRuZfdtllRhbFSSedFHeceILA8ePHM3p36GE7eKQrCGgWxbx580SFo1RaNvmnYhd9IQABCEAAAm4ngCDgdg9hHwQSEEAQCFZ4eEUQUK/Mnz9frr/+etE0drOm5+d1Rz3Z+fBseNiuBfB//vMfo6jhzJkz0zK7QYMG8uqrr8rJJ5+c8HkzQUCPCsRjnaoxdvEIvddKhkDBggWlf//+0qtXL9F6E+m0bPFPxzaegQAEIAABCLiVAIKAWz2DXRCwQABBwAIkH3XxkiCg2F988UXp1KlTXA/cddddMmrUqFz3kN0L4Dlz5sjAgQNFC+dZaXobwYABAwwxwYpAYiYI5MuXL25xPis2RPaxm0ciQUA/0yMSHTt2FP3fdjSn+dthI2NAAAIQgAAE3EIAQcAtnsAOCKRBAEEgDWgefsRrgoCi7tevnwwePDgudS04d/fdd+eqV+xeAIcmo6n/mimh//3hhx/ChfRKlCghp512mlSrVk0aNmwoV199dUrXC1577bVGWn1k+8tf/iLbt2+3haPdPLSoot6qcOqpp0rRokXlggsuMOYe+mdFBElnYk7xT8cWnoEABCAAAQi4lQCCgFs9g10QsEAAQcACJB918aIg4CP8rpmK3j7wySefRNlTo0YNWbZsmWtsxBAIQAACEIAABLxBAEHAG37CSgiYEkAQCFZgIAgEy99msz18+LBxfePBgwejPu7Tp48MGTIEQBCAAAQgAAEIQCAlAggCKeGiMwTcRQBBwF3+cNoaBAGnCbt//BkzZojWEIhtn332mejtDTQIQAACEIAABCCQCgEEgVRo0RcCLiOAIOAyhzhsDoKAw4A9MLzWG1i8eHGUpRwX8IDjMBECEIAABCDgUgIIAi51DGZBwAoBBAErlPzTB0HAP75MZyZr1qyRihUryvHjx8OP63WDK1eulMqVK6czJM9AAAIQgAAEIBBwAggCAQ8Apu9tAggC3vZfqtYjCKRKzF/9GzVqJIsWLYqalFuubvQXaWYDAQhAAAIQCA4BBIHg+JqZ+pAAgoAPnZpgSggCwfJ35GyPHTsmjzzyiIwcOVL27t1rfFS1alXj+EDhwoWDC4aZQwACEIAABCCQEQEEgYzw8TAEcpcAgkDu8s/22xEEsk3cfe/btWuXDBs2TD788EOZP3++FC1a1H1GYhEEIAABCEAAAp4hgCDgGVdhKARyEkAQCFZUIAgEy9/MFgIQgAAEIAABCDhNAEHAacKMDwEHCSAIOAjXhUMjCLjQKZgEAQhAAAIQgAAEPEwAQcDDzsN0CCAIBCsGEASC5W9mCwEIQAACEIAABJwmgCDgNGHGh4CDBBAEHITrwqERBFzoFEyCAAQgAAEIQAACHiaAIOBh52E6BBAEghUDCALB8jezhQAEIAABCEAAAk4TQBBwmjDjQ8BBAggCDsJ14dAIAi50CiZBAAIQgAAEIAABDxNAEPCw8zAdAggCwYoBBIFg+ZvZQgACEIAABCAAAacJIAg4TZjxIeAgAQQBB+G6cGgEARc6BZMgAAEIQAACEICAhwkgCHjYeZgOAQSBYMUAgkCw/M1sIQABCEAAAhCAgNMEEAScJsz4EHCQAIKAg3BdODSCgAudgkkQgAAEIAABCEDAwwQQBDzsPEyHAIJAsGIAQSBY/ma2EIAABCAAAQhAwGkCCAJOE2Z8CDhIAEHAQbguHBpBwIVOwSQIQAACEIAABCDgYQIIAh52HqZDAEEgWDGAIBAsfzNbCEAAAhCAAAQg4DQBBAGnCTM+BBwkgCDgIFwXDo0g4EKnYBIEIAABCEAAAhDwMAEEAQ87D9MhgCAQrBhAEAiWv5ktBCAAAQhAAAIQcJoAgoDThBkfAg4SQBBwEK4Lh0YQcKFTMAkCEIAABCAAAQh4mACCgIedh+kQQBAIVgwgCATL38wWAhCAAAQgAAEIOE0AQcBpwowPAQcJIAg4CNeFQyMIuNApmAQBCEAAAhCAAAQ8TABBwMPOw3QIIAgEKwYQBILlb2YLAQhAAAIQgAAEnCaAIOA0YcaHgIMEEAQchOvCoREEXOgUTIIABCAAAQhAAAIeJoAg4GHnYToEEASCFQMIAsHyN7OFAAQgAAEIQAACThNAEHCaMONDwEECCAIOwnXh0AgCLnQKJkEAAhCAAAQgAAEPE0AQ8LDzMB0CCALBigEEgWD5m9lCAAIQgAAEIAABpwkgCDhNmPEh4CABBAEH4bpwaAQBFzoFkyAAAQhAAAIQgICHCSAIeNh5mA4BBIFgxQCCQLD8zWwhAAEIQAACEICA0wQQBJwmzPgQcJAAgoCDcF04NIKAC52CSRCAAAQgAAEIQMDDBBAEPOw8TIcAgkCwYgBBIFj+ZrYQgAAEIAABCEDAaQK+FwR++eUXadeunSxZsiQlls8++6x07do14TPHjh2Tr7/+WmbMmCHvv/++fPHFF7J3714pVqyYVK5cWerWrSstWrSQc889V0ILt2RGbN++XebMmSPz58+XNWvWyE8//WQ8Uq1aNalSpYoxXtWqVSVv3rzJhjI+37Nnj7z11lsyd+5cWb16tXzzzTfG1ytWrCiXXnqp3HrrrVKrVi0pWLCgpfGOHDkiq1atkpkzZ8rHH38sK1euNJ7TOep4TZo0kWbNmslpp51maTw6ZUYAQSAzfl57GkHAax7DXghAAAIQgAAEIOBuAr4XBJYvX8J5dJIAACAASURBVC41a9ZM2Qv33XefDB06VPLly2f67NatW6Vfv34yfvz4hGMXKVJEunXrJn369BH93/HaoUOHZNy4cTJgwADZvXt3wjGbNm0qw4cPl7Jly8btp2LF7NmzpX///mERIF5nFS9Gjhwp1atXTyhcrF+/Xnr16iXz5s1LaJ8KIo8++qh06NBB8ufPnzJ7HrBOAEHAOis/9EQQ8IMXmQMEIAABCEAAAhBwDwEEgTi+SCQIbNy4UTp37mzs4lttXbp0kWHDhkmhQoVyPKJigH6mYoDVplkCEyZMkHLlyuV45OjRo/LKK68YQoRmLFhpusM/ceJEueqqq0y7a/aDzlmzA6w2FVR69uxpOZvB6rj0+x8BBIFgRQOCQLD8zWwhAAEIQAACEICA0wQQBOIQ1t369u3b5/h037590rt3bxk1alTKvpk8ebLcdtttUbvwx48fl2nTphmLbauL99CL77zzTnnqqadyiAx6fKFNmzbh4wZWDdV0f533GWecEfXItm3bpFOnTsaxg1RayZIlDWFCj07QnCGAIOAMV7eOiiDgVs9gFwQgAAEIQAACEPAmgcAJAg0bNpQpU6ZI8eLF0/LY22+/Lc2bN49avOvZed3h14Vvnjx5ZPPmzTJw4EAZO3Zs1Dvq168vkyZNEl0oh9qmTZvk9ttvl/feey/8NT1aoNkCHTt2lJNPPllUhJg6daqx2x4pGmi/119/XerVqxd+VmsGaGaAviey3X///dKjRw/j3YcPH5aFCxdK9+7dc4gGsUKIChb6NbUlsjVo0EAGDRoklSpVMr68YcMGw77YrIm2bdvKc889Z5oZkZYDeCiKAIJAsAICQSBY/ma2EIAABCAAAQhAwGkCCAIpED5w4IDoUYIxY8aEn4q3C641BvQMfewCWQWFq6++Ovy8ihOtW7eOsuKxxx4zag5EFg7UYn6agv/QQw9F9e3bt69ofxUitGnNhMaNG0cJB2aZBLrQ13erGBHZ9P8///zz4XoHO3fuNPqogBBqKoBoVkPscYV169YZRQq1GGKolSlTRmbNmiUVKlRIgTRdrRJAELBKyh/9EAT84UdmAQEIQAACEIAABNxCAEEgBU9ohf5bbrklasEbu4COHE6FAz0KENkGDx4suojXZiYwJFpAf/nll0Z2gu7Gh5qm+etRhKJFi4ou8nXXPlY0iBUhQs9qJoMeYVi6dGl4vMsvv1ymT58u559/vvE1M4EhVoQIPay1C/TdQ4YMiZqzjqfcaPYTQBCwn6mbR0QQcLN3sA0CEIAABCAAAQh4jwCCQAo+e+edd0RT5eMt8GOH0iv5tH9kmr+exddz/3rNn9mCPHKBHzver7/+auzWR2Yd6G69Xnt44YUXGu+5++67DYEg1GIX+JFjHjx40Ejzj62HsGzZMqlRo4bR1UzUSLTAV1tatmwZZbreOBArUqSAna4JCCAIBCs8EASC5W9mCwEIQAACEIAABJwmgCCQAuFUF8dmGQWRNQzMdvz1NoIRI0ZIgQIFclhmllGgnUIL+FQFBn1WjxvE3m6ghQA1c8Bsx1/rFmjGQbVq1UzJmV3zGCmCpICbrhYIIAhYgOSjLggCPnImU4EABCAAAQhAAAIuIBA4QUAXtLo7v3379jD+ihUriu60X3PNNaILdi3kF9s0HV8LBeq/yBa5mx77zI4dO6RVq1ayePHi8Ee1a9c2zu6XKlVKPvjggxzX/CXaTY9nQ+hIwPr166VFixaydu3a8PuSLca1+KDeSBDZRo8ebdwqsH//frnnnnuMooKhFpmRYBa/ZjYkOlbhgu8BT5uAIOBp96VsPIJAysh4AAIQgAAEIAABCEAgAYHACQLJouHcc881Fv26Qx5Z1C/Z7rzZuLt27TLGWbRokemC2qygYLL0+kQ7+unszieyIZn9ZnNOlhWRjD+fp0YAQSA1Xl7vjSDgdQ9iPwQgAAEIQAACEHAXAQSBOP7Qiv56vj4kCiAI/AkqWYYAgkB2v8ERBLLLO7ffhiCQ2x7g/RCAAAQgAAEIQMBfBHwvCJid07fiQj1a8Prrr0u9evWM7ggCCAJW4ibbfRAEsk08d9+HIJC7/Hk7BCAAAQhAAAIQ8BsB3wsCeu5+z549cuTIEcmfP78ULlzY8KF+/bfffpPPP/9cRo4cKfPmzcvh2+7du8uwYcOM5xAEEATc+M2PIOBGrzhnE4KAc2wZGQIQgAAEIAABCASRgO8FAStO1ev6evToEVU8T5+78sorZerUqaJ1BRAEEASsxFK2+yAIZJt47r4PQSB3+fN2CEAAAhCAAAQg4DcCCAL/9eg777wjDRo0iPJvmTJlZNasWVKhQgU5fPiw9OnTR5566qmoPoluGTAryhd57eAbb7wh119/fdR46RQVDNnw2WefybXXXitbtmwJj5nslgGzooKhawd///136dChg8Eg1NKpIZDMBr99U2VzPggC2aSd++9CEMh9H2ABBCAAAQhAAAIQ8BMBBIH/etOsGJ5+FLngN6vwP336dLnllltMY+K7776Tli1bii7UQy3yCj6zWwG6dOkiI0aMkAIFCuQY8+DBg0ahw1GjRoU/ixQtzObQpEkTmTx5shQtWtTUxiFDhsiDDz4Y9VnoGkOzrAitraCfV6tWzXS8lStXGsKKZl2EWt++fUXZ5cmTx0/fO66YC4KAK9yQNSMQBLKGmhdBAAIQgAAEIACBQBBAEPivm9evXy8tWrSQtWvXhh0fuxs+adIkadOmTVRgPPnkk3LfffeltTg2e2fz5s2NowunnHJKjjF//fVXUUFh/vz54c9q164tustfqlQp2bFjh7Rq1UoWL14c/jzy2EPsgMkEBq2zoFcw6r/INnfuXLnuuutM5zxjxgxDBIlso0ePFs0SoNlPAEHAfqZuHhFBwM3ewTYIQAACEIAABCDgPQIIAv/12ezZs+Wmm26K8mDkYls/0B39xo0bR+1+R+74x7pfjxdobYLIFkrH16/t3LnTWOAvXLgw3CVyxz92vGRHAuLVOQjt+MeO99NPPxkCwooVK8IfNWrUyMgoKFGihPE1syMF8Xb8zY5VaEbBggULpEaNGt777vCAxQgCHnCSjSYiCNgIk6EgAAEIQAACEIAABARBQES2bdtm7GDrzndk053/oUOHSr58+Ywvb968WW677TZZunRpuFvJkiVlzpw5UqVKlahnN23aZCz233vvvfDXYzMOjh49Kg899JBo2n5k0yMD+u7QYk8/01sSHn74YRk8eHBU30iBQT8YM2aMdO7cOapP5G0JoQ90918zETp27BjVV1P7+/XrF3632bWNVatWlWnTpknp0qWjntW+mh2wbt268NdjBQa+5+wlgCBgL0+3j4Yg4HYPYR8EIAABCEAAAhDwFgFfCwJ6hv8f//iH/P3vfzd29suWLWucpT/hhBPC1w7q7rimxH/yySdRntOFvtYH0GdDTRfw2lcXzZFNd7+feOIJueKKK4yxv//+e2PxrovmyKbn/wcNGmRcYxhqS5YskRtuuCEq66BYsWIyfPhwozZBoUKFRI8KvPTSS6IFByPP5ut7VRA477zzwuN99dVXcvPNN0ctynWXvlevXtK1a1dj/vv27ZPXX39d+vfvL5olEGp6m4IWENR5hJr21edefvnlqLmozSpkaEbDsWPHZPXq1cZ4mo0Q2fRKRxUkIsUNb32LuNtaBAF3+8du6xAEchJ95pln5M033zSukN29e7fdyBkvFwjo78BKlSoZRXL19wcNAhCAAAQgAAHnCPhaEDAr2mcVpWYG6AI+b968UY/o7vett94qa9assTqU0U931SdMmCDlypWLek4X3JoNMHbs2JTG00W+ns1XW2IzCdR2zTxItcWb87vvviutW7eOur3Ayth6g4JmLJx++ulWutMnDQIIAmlA8/AjCAL/c55mYWlNFxVVaf4lUK9ePUOQPuuss/w7SWYGAQhAAAIQyEUCvhYEzCreW2GtVff1n+7OxzZNtdedf03Lj9ytTzSu7rxPnDhRrrrqKtNuKjK0a9dOVq1aZcU8o0+8xbt+Fu8IRKLB9XaDYcOGmc5ZjyvoMQa9dtFqiyeAWH2eftYIIAhY4+SXXggC//Nk/fr1DTHgtBNPlipFSstfC/xF8v0fN5n4IdYPHz8qPxzcIR/v/VG2/7FHVBSILJbrhzkyBwhAAAIQgIBbCPhaEPj555/ljjvukPfff98S70suucQQArTSf2xmQOQAmiKvRQg1RV6v+kvUKleuLJo2X7169YRp83rjgKb1z5s3L+F4mkqpRwc6dOgQdfQg9qGtW7catQDGjx+fcDzNNOjWrZux2Nf/Ha8dOnTIqDkwYMCApGm5TZs2NY486BENmrMEEASc5eu20REE/vSIHhO45557DDGg1V+qSt7/O8FtrsIeGwgcOX5Mpu5YZYgCTz/9NMcHbGDKEBCAAAQgAIFYAr4WBHSyWnlfz5bq8YGPPvrIOFsfWsTrAviyyy6TmjVrSoMGDYy0/oIFC1qOkj179shbb71lnMfX3f3QefyKFSuKFhDUdP5atWpZHlN34nWcmTNnyocffmicy9emGQY6XpMmTaRZs2Zy2mmnWbJRhYuvv/5a9CpA3V3RjAltKiqoUFG3bl3jqkUd3+oZ/+3btxtFFPXMrtZfCJ3ZrVatmlFYUcdTjokEFUvG08kSAQQBS5h80wlB4E9XXn311cbPtKbFLpWyBc/wjX+ZSE4C6w9slXm714hmhLzzzjsgggAEIAABCEDAZgK+FwRs5sVwEHAVAQQBV7nDcWMQBP5EXLx4cUOM7F6qPscEHI+63H2BHh94ZvNiQ8jetWtX7hrD2yEAAQhAAAI+JIAg4EOnMqXgEEAQCI6vdaYIAn/6m7gn7oNFgNlCAAIQgAAEnCOAIOAcW0aGgOMEWBg5jthVL0AQQBBwVUBmyRjiPkugeQ0EIAABCASSAIJAIN3OpP1CAEHAL560Ng8WRggC1iLFX72Ie3/5k9lAAAIQgIC7CCAIuMsfWAOBlAggCKSEy/OdWRghCHg+iNOYAHGfBjQegQAEIAABCFgkgCBgERTdIOBGAggCbvSKczaxMEIQcC663DsycZ97vqlRo4Zxo5DdTW9AKleunN3Dyh9//CELFiyQt99+27hZSq9g3rlzp+TLl88oTFm+fHnjGmi9Ber888+3/f0M6C4CXohfvfXr008/tQXcs88+K127drVlLP3emT59ukyZMsW4OUy/n2j+JYAg4F/fMrMAEEAQCICTI6bIwghBIFgR/+dsifvc8fr+/fvl1FNPNRbZdrYzzzxTNm7caOeQxlgTJ06URx55RP79739bGvvaa6+VZ555Rs477zxL/enkLQJeid+SJUsawpUdLVNBQK9T16vUVQR499135ejRo4ZZep146OpyO+xkDPcRQBBwn0+wCAKWCSAIWEbli44sjBAEfBHIKU6CuE8RmE3ddZe9YcOGNo32v2Hatm0rEyZMsG1cFSzat28vkydPTnnMQoUKyWuvvebIPFM2hgdsJeCF+NXYLVCggBw7dsyWuacjCBw+fNjIqlER4M0335SDBw/msAVBwBb3uHoQBAFXuwfjIJCYAIJAsCKEhRGCQLAi/s/ZEve54/W+ffvK0KFDbX+5LjxatWpl27g33HCDzJkzJ+3xTjzxRFm0aJHUqVMn7TF40H0EvBC/ms1SunRp2+BZFQSOHz8uH3zwgUydOlVeffVV+fXXXxPagCBgm4tcOxCCgGtdg2EQSE4AQSA5Iz/1YGGEIOCneLY6F+LeKil7++lZ+0zThO+8807j7H5ku//++6VEiRK2GDt69Gi56667Mh6rVKlS8uWXX0rx4sUzHosB3EHAC/G7bNkyqVWrlm3AkgkCGuMqyE2bNk1++eUXy+9FELCMyrMdEQQ86zoMh4AIgkCwooCFEYJAsCL+z9kS97nj9UGDBpnWD9i3b59s2bJFli5dKps2bUpo3D333CMjR450ZAK6q3n22WeL2mPWypYtKx06dJALL7xQDhw4YJyJ1qMKhw4dMu2vQsXw4cMdsZVBs0/A7fGrRHRhbpYtc84550i3bt1Shla/fn257LLLTJ/7/fffjZog6TQEgXSoeesZBAFv+QtrIRBFAEEgWAHBwghBIFgRjyDgZn9rwTE9t9+lSxdjwW3WTjrpJNm2bZsULlzY9qmMGDFCdBFv1rRgoKZC58+fP+pjvTFBF01m9qqNumua7qLJ9gkyoKMEcjt+dXIqQPXu3TvHPDV+33jjDVvn/9tvv0nRokXTGhNBIC1snnoIQcBT7sJYCEQTQBAIVkQgCCAIBCviEQS84O/Zs2fLTTfdFNfUWbNmJfw83TlecMEFsmHDhhyPFylSxLhpIPaoQqjj4MGDpV+/fqavVYGjdevW6ZrEcx4kkFvxq6i6d+8umuYf2/QYzKhRo2ylmUwQ0GMzetuBWYFDBAFbXeHKwRAEXOkWjIKANQIIAtY4+aUXggCCgF9iOZV5EPep0Mqdvonue3/ggQdsL0747bffGkcBzFrHjh1lzJgxcUHs3LlT9Kq3I0eO5Ohz8803y8yZM3MHIm/NNQLZjt/QRG+88Ubjmr/YpscdHnzwQVt5mAkCZcqUES3Kqf900V+wYEHTIzUIAra6wpWDIQi40i0YBQFrBBAErHHySy8WRggCfonlVOZB3KdCy96+esuALiSStX/+858Ju6goENl0Z1R3JNNtkyZNkjZt2pg+rgt6XdgnapUrV5ZPP/00R5dzzz3XyC6g+YOAW+M3RDdeHE6cOFHuuOMOW50QEgQqVaoUFgHKly8f9Q69AtGsxgaCgK2ucOVgCAKudAtGQcAaAQQBa5z80ouFEYKAX2I5lXkQ96nQsq+vpg/rTrrdTXchtSBg7Pn+VN7Tp08fiSdCrF27Vi6++OKEw7Vr105efvnlHH30d+qePXscqXmQyvzomzkBN8dvaHb6/aV2xrYlS5ZI3bp1M4cQMYJmxGgRUBW94jUEAVuRe2owBAFPuQtjIRBNAEEgWBHBwghBIFgR/+dsifvc8XqiXfhMLGrQoIEsWrQokyGMc/56fZpZ2717d9LiaVpDQGsJmLU1a9ZIhQoVMrKPh3OfgJvjV+n88ccfogtwszP733zzjWiNjGw3BIFsE3fP+xAE3OMLLIFAygQQBFJG5ukHWBghCHg6gNM0nrhPE1yGjyVadGcy9LBhw6RXr16ZDCGNGjWKKyocPHgwafZBosKCeje8nimneZuAm+NXyerRlNKlS5tC1joXixcvNm4aWLlypXFTh96KUKJECTnrrLOkTp06ojcRVK9e3VYnIQjYitNTgyEIeMpdGAuBaAIIAsGKCBZGCALBivg/Z0vcZ9/rx48fN44L6ELE7vb5559LxYoVMxq2du3a8v7775uOobYna0888URcUWLBggWG4EDzLgG3x6+SVeGpVq1aOSCfcMIJxsJ/+/btSR1w1VVXyZNPPilaF8COhiBgB0VvjoEg4E2/YTUEDAIIAsEKBBZGCALBingEAS/4e8eOHUZ6c7zig2+99ZY0btzY1qnUrFlTli9f7oggMGfOHLn++utttZfB3EsgN+JXaUybNk1atWqVMRhdxGs9jFtuucWWsSgqmDFGTw6AIOBJt2E0BFgYBTEGEASIe+I+iATcO+fDhw8bFf01tdmsaQFBPdOvixY7m5OCgF4D16xZMzvNZSyXEsit+FUcw4cPl969e9tCJk+ePMYRA82cyaSRIZAJPW8/iyDgbf9hfcAJkCEQrABAEEAQCFbE/zlb4t59XteUbK2E/vDDD8uKFSviGnj77beLFnezuyEI2E00WOPldvwqbb1689lnn00K/sQTTzQKECZrZ5xxhnz77bdSpEiRZF3jfo4gkDY6zz+IIOB5FzKBIBNAEAiW91kYIQgEK+IRBHLT35o6/8gjj+QwYf/+/bJx40Y5cOBAQvNOOukk+fLLL+Vvf/ub7dNAELAdqe8GdHP8Kuynn37aEAS+//77KPZ6Hed9990nKqadf/75ki9fPuOaznfffde4avOTTz6J6yutJ6DPptsQBNIl5/3nEAS870NmEGACCALBcj6CAIJAsCIeQSA3/T1+/Hhp3759Wibo76bJkyfLbbfdltbzyR5CEEhGiM/dHL+R3tm8ebN8+OGHxj8V0FQkuPTSS00deOTIEePKzRkzZph+XqZMGSNLIN2GIJAuOe8/hyDgfR8ygwATQBAIlvMRBBAEghXxCAK56W8tVNauXbuUTdAdzhdffFHuuOOOlJ+1+oBWZ9cq7WYt01sGKCpo1Qvu7ufm+M2E3L59+4ysm3g3gGzatElKlSqV1isQBNLC5ouHEAR84UYmEVQCCALB8jyCAIJAsCIeQSA3/a1n/9u0aZOSCddcc42MGDFCypYtm9JzqXauX7++UcPACUFg/vz5ovOgeZuAm+M3U7K9evUSvTrTrM2aNUtuuummtF6BIJAWNl88hCDgCzcyiaASQBAIlucRBBAEghXxCAK56e/vvvtOqlatatwSEK/pAkLvQG/QoIFx7ZnTQkDIDr0FYO7cuaZm6bVpeu46UXvsscdkwIABpl30rHadOnVyEz3vtoGAm+M30+npol9v9zBreuSga9euab0CQSAtbL54CEHAF25kEkElgCAQLM8jCCAIBCviEQRy29+alq+78WZ3k6ttF198sZG6f8opp2TVVD2OoDUKzNquXbukWLFiCe3p27evDB061LSPnuO+5JJLsjofXuYMAbfGb6azXbp0aVzRauDAgXHFrmTvRRBIRsi/nyMI+Ne3zCwABBAEAuDkiCkiCCAIBCviEQTc4G/djWzRooXEO5tfr149WbBggej1aNlquugxuwFB329lQa/FDqdOnWpqrmZEFC1aNFtT4T0OE3Bj/GY65UWLFkmjRo1Mh3n00UfloYceSusVCAJpYfPFQwgCvnAjkwgqAQSBYHkeQQBBIFgRjyDgFn/rdWY9e/aMa07btm1lwoQJWTN35syZxhEFs/bKK68kvd1AjzmsXr06x+MlS5YUrfpO8xcBt8Xv448/HnfR/t5770nt2rUTOmDMmDHSuXNn0z4vvPBC3M+SeRVBIBkh/36OIOBf3zKzABBAEAiAkyOmiCCAIBCsiEcQcJO/7733XuPu9HhNd+wffvjhrJj8008/yXnnnWf6Li2EqBXm47Xt27fLGWecYZrxoMXYdEeZ5j8CborfKVOmGNcHmjUrO/z6rI5h1hYvXiyatZNOQxBIh5o/nkEQ8IcfmUVACSAIBMvxCAIIAsGKeAQBN/n72LFjxtGB1157La5ZEydOdPS6wcgX613tejwgthUqVEi+//57Of30003t1GKCWlTQrGmWg2Y70PxHwE3xu27dOrnoootMIZ955pminxcpUsT0840bN8qFF14o+/fvz/G5Xvn522+/iS7s02kIAulQ88czCAL+8COzCCgBBIFgOR5BAEEgWBGPIOA2fx88eNDYfVyxYoWpaVpHYOHChVK3bl3HTR82bJg88MADpu/RWw/0FoLYhZEWY2vYsKEcPnw4x3OnnnqqcVygYMGCjtvOC3KHgJviN96xFSWj117OmDFDChcuHAXq999/lyZNmsjy5ctNAd54440JBbtk1BEEkhHy7+cIAv71LTMLAAEEgQA4OWKKCAIIAsGKeAQBN/pbq/hfeeWV8u2335qapzcO6IKlfPnyjpq/d+9e49hAvGsRL7jgArnzzjtF//uf//xHlixZIno3/ZEjR0zt0hoJ8e52d3QiDJ5VAm6J3+nTp8utt94ad+5nn322ka2iN17o33pr166Vl156STZt2hT3mVWrVkmVKlXS5okgkDY6zz+IIOB5FzKBIBNAEAiW9xEEEASCFfEIAm71948//ijVq1eXbdu2mZp4zjnnyMqVK0WL9DnZxo4dKx07dsz4FSos6PGDeGnaGb+AAVxFwC3x26xZMyOTxY7Wrl07GT9+fEZDIQhkhM/TDyMIeNp9GB90AggCwYoABAEEgWBFPIKAm/396aefGtXQ9+3bZ2qmpkR/8MEHomf6nWyJrhC08l49d62F2GrWrGmlO318QsAN8btnzx7j+sCPPvooI6qXXXaZkZVz0kknZTQOgkBG+Dz9MIKAp92H8UEngCAQrAhAEEAQCFbEIwi43d/z58+X66+/Xo4ePWpqqp531h3QPHnyODYVPQLwj3/8QyZPnpzyO7RugNr397//PeVnecD7BNwQv3qcpX379qJXaabTtF7Gq6++KieffHI6j0c9gyCQMULPDoAg4FnXYTgExDhXpu3+MxuCIwAEEAQQBAIQ5jmmSNy72+svvviidOrUKa6Rd911l4waNcrxSUydOlXuv/9+2bJlS9J36e/Oli1byqBBg6R06dJJ+9PBvwTcEr9z5syRgQMHyhdffGEJtt5GoDdmqJhgl+CGIGAJvS87IQj40q1MKigEEASC4uk/58nCCEEgWBFP3HvF3/369ZPBgwfHNfe5556Tu+++2/Hp/PHHH/Lmm2+K7vx+/vnn8ssvv4imZevNAX/5y1/kb3/7m9SvX1+uu+464+o2GgSUgFviV23R1H+NX/3vDz/8IFoEUVuJEiXktNNOk2rVqhk3ZVx99dVpXy8Yz+sIAsH9fkAQCK7vmbkPCCAI+MCJKUwBQQBBIIVw8U1X4t43rmQiEIAABCDgQgIIAi50CiZBwCoBBAGrpPzRj4URgoA/Ijm1WRD3qfGiNwQgAAEIQCAVAggCqdCiLwRcRgBBwGUOcdgcFkYIAg6HmCuHJ+5d6RaMggAEIAABnxBAEPCJI5lGMAkgCATL7yyMEASCFfF/zpa4D6LXmTMEIAABCGSLAIJAtkjzHgg4QABBwAGoLh6ShRGCgIvD0zHTiHvH0DIwBCAAAQhAQBAECAIIeJgAgoCHnZeG6SyMEATSCBvPP0Lce96FTAACEIAABFxMAEHAxc7BNAgkqWXNiAAAIABJREFUI4AgkIyQvz5nYYQg4K+ItjYb4t4aJ3pBAAIQgAAE0iGAIJAONZ6BgEsIIAi4xBFZMoOFEYJAlkLNVa8h7l3lDoyBAAQgAAGfEUAQ8JlDmU6wCCAIBMvfLIwQBIIV8X/OlrgPoteZMwQgAAEIZIsAgkC2SPMeCDhAAEHAAaguHpKFEYKAi8PTMdOIe8fQMjAEIAABCECAooLEAAS8TABBwMveS912FkYIAqlHjfefIO6970NmAAEIQAAC7iVAhoB7fYNlEEhKAEEgKSJfdWBhhCDgq4C2OBni3iIoukEAAhCAAATSIIAgkAY0HoGAWwggCLjFE9mxg4URgkB2Is1dbyHu3eUPrIEABCAAAX8RQBDwlz+ZTcAIIAgEy+EsjBAEghXxf86WuA+i15kzBCAAAQhkiwCCQLZI8x4IOEAAQcABqC4ekoURgoCLw9Mx04h7x9AyMAQgAAEIQICigsQABLxMAEHAy95L3XYWRggCqUeN958g7r3vQ2YAAQhAAALuJUCGgHt9g2UQSEoAQSApIl91YGGEIOCrgLY4GeLeIii6QQACEIAABNIggCCQBjQegYBbCCAIuMUT2bGDhRGCQHYizV1vIe7d5Q+sgQAEIAABfxFAEPCXP5lNwAggCATL4SyMEASCFfF/zpa4D6LXmTMEIAABCGSLAIJAtkjzHgg4QABBwAGoLh6ShRGCgIvD0zHTiHvH0DIwBCAAAQhAgKKCxAAEvEwAQcDL3kvddhZGCAKpR433nyDuve9DZgABCEAAAu4lQIaAe32DZRBISgBBICkiX3VgYYQg4KuAtjgZ4t4iKLpBAAIQgAAE0iCAIJAGNB6BgFsIIAi4xRPZsYOFEYJAdiLNXW8h7t3lD6yBAAQgAAF/EUAQ8Jc/mU3ACCAIBMvhLIwQBIIV8X/OlrgPoteZMwQgAAEIZIsAgkC2SPMeCDhAAEHAAaguHpKFEYKAi8PTMdOIe8fQMjAEIAABCECAooLEAAS8TABBwMveS912FkYIAqlHjfefIO6970NmAAEIQAAC7iVAhoB7fYNlEEhKAEEgKSJfdWBhhCDgq4C2OBni3iIoukEAAhCAAATSIIAgkAY0HoGAWwggCLjFE9mxg4URgkB2Is1dbyHu3eUPrIEABCAAAX8RQBDwlz+ZTcAIIAgEy+EsjBAEghXxf86WuA+i15kzBCAAAQhkiwCCQLZI8x4IOEAAQcABqC4ekoURgoCLw9Mx04h7x9AyMAQgAAEIQICigsQABLxMAEHAy95L3XYWRggCqUeN958g7r3vQ2YAAQhAAALuJUCGgHt9g2UQSEoAQSApIl91YGGEIOCrgLY4GeLeIii6QQACEIAABNIggCCQBjQegYBbCCAIuMUT2bGDhRGCQHYizV1vIe7d5Q+sgQAEIAABfxFAEPCXP5lNwAggCATL4SyMEASCFfF/zpa4D6LXmTMEIAABCGSLAIJAtkjzHgg4QABBwAGoLh6ShRGCgIvD0zHTiHvH0DIwBCAAAQhAgKKCxAAEvEwAQcDL3kvddhZGCAKpR433nyDuve9DZgABCEAAAu4lQIaAe32DZRBISgBBICkiX3VgYYQg4KuAtjgZ4t4iKLpBAAIQgAAE0iCAIJAGNB6BgFsIIAi4xRPZsYOFEYJAdiLNXW8h7t3lD6yBAAQgAAF/EUAQ8Jc/mU3ACCAIBMvhLIwQBIIV8X/OlrgPoteZMwQgAAEIZIsAgkC2SPMeCDhAAEHAAaguHpKFEYKAi8PTMdOIe8fQMjAEIAABCECAooLEAAS8TABBwMveS912FkYIAqlHjfefIO6970NmAAEIQAAC7iVAhoB7fYNlEEhKAEEgKSJfdWBhhCDgq4C2OBni3iIoukEAAhCAAATSIIAgkAY0HoGAWwggCLjFE9mxg4URgkB2Is1dbyHu3eUPrIEABCAAAX8RQBDwlz+ZTcAIIAgEy+EsjBAEghXxf86WuA+i15kzBCAAAQhkiwCCQLZI++Q9R44ckVWrVsnMmTPl448/lpUrVxozO/fcc+XSSy+VJk2aSLNmzeS0007zyYzdPQ0EAXf7x27rWBghCNgdU14Yj7j3gpewEQIQgAAEvEoAQcCrnssFu9evXy+9evWSefPmJXx7sWLF5NFHH5UOHTpI/vz5c8HS4LwSQSA4vman9H++Ju6J+2ARYLYQgAAEIAAB5wggCDjH1lcjf/HFF9K5c2cjO8BqGzp0qPTs2VPy5s1r9RH6pUiAhVGKwDzenZ3SPx1I3Hs8kFM0n7hPERjdIQABCEAAAikQQBBIAVZQu27btk06deokc+fOTQlByZIl5ZVXXpG6deum9BydrRNgYWSdlR96sjBCEPBDHKc6B+I+VWL0hwAEIAABCFgngCBgnVUgex4/flzGjRsnHTt2jJp/gwYNZNCgQVKpUiXj6xs2bDCyAebPnx/Vr23btvLcc89JoUKFAsnP6UkjCDhN2F3jszBCEHBXRGbHGuI+O5x5CwQgAAEIBJMAgkAw/W551jt37pTbb79dFi5cGH5GiwdOmzZNypUrFzXOunXr5NZbb5U1a9aEv16mTBmZNWuWVKhQwfI76WidAIKAdVZ+6MnCCEHAD3Gc6hyI+1SJ0R8CEIAABCBgnQCCgHVWgey5fPlyady4sezduzc8/759+8pjjz0mefLkiWJy9OhReeihh2TIkCFRX58+fbrccsstgeTn9KQRBJwm7K7xWRghCLgrIrNjDXGfHc68BQIQgAAEgkkAQSCYfrc86zFjxhjFBCNbogX+jBkzpGXLllH99cYBFQpo9hNAELCfqZtHZGGEIODm+HTKNuLeKbKMCwEIQAACEBBBECAK4hIw2/EvUqSIvP3221KtWjXT5zSjoGbNmlGfaUHCp556SgoWLAhtmwkgCNgM1OXDsTBCEHB5iDpiHnHvCFYGhQAEIAABCBgEEAQIhLgE9u/fL/fcc49RVDDUtH6AZgFceOGFps+tX79eWrRoIWvXrg1/rjUInn/+eVExgWYvAQQBe3m6fTQWRggCbo9RJ+wj7p2gypgQgAAEIACB//5ddVzLyNMgYEJg165dctttt8miRYssCwLffPONUS8gsrBgw4YNZcqUKVK8eHE420wAQcBmoC4fjoURgoDLQ9QR84h7R7AyKAQgAAEIQMAgQIYAgRCXAIKA+4MDQcD9PrLTQhZGCAJ2xpNXxiLuveIp7IQABCAAAS8SQBDwoteyZDOCQJZAZ/AaBIEM4HnwURZGCAIeDNuMTSbuRQYOHCiPPPJIxiwZwP0E1M8PP/yw+w3NgoXEfRYgu+QVxH3uOgJBIHf5u/rtCAKudo9hHIKA+31kp4UsjBAE7Iwnr4xF3CMIeCVW7bCThdH/KCII2BFR3hiDuM9dPyEI5C5/V78dQcDV7sE4CEAAAhCAAAQgAAEIQAACGRFAEMgIn78f/v3336VDhw4ya9as8EST3TJgVlSQawf9HSfMDgIQgAAEIAABCEAAAhDwJgEEAW/6LStWHzhwQO677z4ZM2ZM+H16deDbb78t1apVM7Vh5cqV0qBBA9m7d2/48759+8pjjz0mefLkyYrdvAQCEIAABCAAAQhAAAIQgAAEkhNAEEjOKLA99EZKPb+l/yLb3Llz5brrrjPlMmPGDGnZsmXUZ6NHjxbNEqBBAAIQgAAEIAABCEAAAhCAgHsIIAi4xxeutGTKlCnSunXrKNvi7fgfPnxY+vTpI0899VS4v2YULFiwQGrUqOHK+WEUBCAAAQhAAAIQgAAEIACBoBJAEAiq5y3O+8svv5TmzZvLhg0bwk9UrVpVpk2bJqVLl44aRftqdsC6devCX2/UqJFMnjxZSpQoYfGNdIMABCAAAQhAAAIQgAAEIACBbBBAEMgGZQ+/Y9++fdK1a1d5+eWXo2Zxww03yJAhQ6RMmTJy7NgxWb16tfTv39+oLxDZRo4cKd27dw9fj+dhFJgOAQhAAAIQgAAEIAABCEDAVwQQBHzlTmcm8+677xrHBrZs2ZLSC66//nqjIOHpp5+e0nN0hgAEIAABCEAAAhCAAAQgAAHnCSAIOM/Y8284cuSIjBgxwqgPYLXpsYIJEyZIuXLlrD5CPwhAAAIQgAAEIAABCEAAAhDIIgEEgSzC9vKrDh06JOPGjZMBAwbI7t27E06ladOmMnz4cClbtqyXp4ztEIAABCAAAQhAAAIQgAAEfE0AQcDX7rV/ctu3b5c5c+bIm2++KStWrAiLA9WqVZMqVapIixYtRLMD8ubNa//LGRECEIAABCAAAQhAAAIQgAAEbCOAIGAbSgaCAAQgAAEIQAACEIAABCAAAQh4hwCCgHd8haUQgAAEIAABCEAAAhCAAAQgAAHbCCAI2IaSgSAAAQhAAAIQgAAEIAABCEAAAt4hgCDgHV9hKQQgAAEIQAACEIAABCAAAQhAwDYCCAK2oWQgCEAAAhCAAAQgAAEIQAACEICAdwggCHjHV1gKAQhAAAIQgAAEIAABCEAAAhCwjQCCgG0oGQgCEIAABCAAAQhAAAIQgAAEIOAdAggC3vEVlkIAAhCAAAQgAAEIQAACEIAABGwjgCBgG0oGggAEIAABCEAAAhCAAAQgAAEIeIcAgoB3fIWlEIAABCAAAQhAAAIQgAAEIAAB2wggCNiGkoEgAAEIQAACEIAABCAAAQhAAALeIYAg4B1fYSkEIAABCEAAAhCAAAQgAAEIQMA2AggCtqFkIAhAAAIQgAAEIAABCEAAAhCAgHcIIAh4x1dYCgEIQAACEIAABCAAAQhAAAIQsI0AgoBtKBkIAhBwC4Fjx47J119/LTNmzJCPP/5YevToIQ0bNnSLedgBAQhAAAIQgAAEIAABVxBAEHCFGzACAhCwi8CuXbvkgQcekJdeeik8ZPfu3WXYsGGSP39+u17DOBCAAAQgAAEIQAACEPA8AQQBz7uQCUAAApEEfvrpJ2nVqpWsWLEi/OWqVavKtGnTpHTp0sCCAAQgAAEIQAACEIAABP5LAEGAUIAABDxH4MiRI/L999/L9u3bpUKFCnLKKaeE53D06FEZOHCgPPbYY1HzGjdunLRv395zc8VgCEAAAhCAAAQgAAEIOEUAQcApsowLAQjYTuDQoUMye/ZsGTJkiKxdu9YY/7XXXpMbb7wx6l1LliyRG264Qfbu3Rv+etu2beW5556TQoUK2W4XA0Igtwlo3Yzff/9dTjzxRClcuHBum8P7IQABCEAAAhDwCAEEAY84CjMhAAGR5cuXS82aNaNQdOrUSZ566ikpWLBg+Os7d+6U22+/XRYuXBj+WpkyZWTWrFlGRgENAn4hsG/fPiOuX3jhBVm1apU0b95cNBsmMmvGL3NlHhCAAAQgAAEI2E8AQcB+powIAQg4RGDLli1yxx13yOLFi8NvKFeunLz66qtSvnz58NeOHz9uiAQ9e/aMsuTJJ5+U++67zyHrGBYC2SVw8OBBI8ZHjRoVfnHJkiVlzpw5UqVKlewaw9sgAAEIQAACEPAkAQQBT7oNoyEQTAK60B80aJA89NBDUQBGjx4tmikQ2fS6wWbNmomKCKGmxwj09oGiRYsGEyCz9h0BjecOHTpEzUvrZ/Tr10/+7//+T/bs2SN6hObSSy+Vv/71r76bPxOCAAQgAAEIQCAzAggCmfHjaQhAIMsEzBb6ZmnSWj/g7rvvlsmTJ4ctLFKkiCxYsEBq1KiRZat5HQScIfDVV1/JzTffLOvWrQu/oE6dOtK1a1eZN2+ezJ07V3bv3i3U0HCGP6NCAAIQgAAEvE4AQcDrHsR+CASMwK+//mrcFvD666+HZx4vTdps91SzCx5++GHJkydPwMgxXT8SOHDggHEMZsyYMQmnRw0NP3qfOUEAAhCAAAQyJ4AgkDlDRoAABLJMQOsD9OjRI+qtI0aMMBZGmiYdama7p/Xr15dJkyaJigg0CHidgF69OWzYMNH4T9a0+OBNN92UrBufQwACEIAABCAQIAIIAgFyNlOFgF8IWF3o6zWFvXv3lmeeeSZq6ppGfd111/kFB/MIIIHDhw/LwIEDZfDgwQlnr8dkmjZtahwZqFWrVtRtHAHExpQhAAEIQAACEIghgCBASEAAAp4joFet6Rnpl19+OWy7Lnz0GEG9evWi5jN79uwcu6Ldu3c3dlXz58/vubljMASUwNGjR43imkOGDIkLRAWDbt26UUSTkIEABCAAAQhAIC4BBAGCAwIQ8CSBKVOmSOvWraNs79u3r2iF9cj6AD/99JO0atVKVqxYEe5btWpVmTZtmpQuXdqTc8do/xM4cuSIbN26VX788Uc54YQTpGzZslKsWLGoIzF6e4DenKEFNM0ahQT9HyfMEAIQgAAEIJApAQSBTAnyPAQgkCsEdKF06623yqpVqxIu9HUnVXdKVSiIbOPGjTOKE9Ig4BYCx44dM+JZxao33nhDVMyKbHfccYc8/vjjcvbZZxtf1kwZFcFUMGjcuLFobY1FixaFHylXrpy8+uqrUr58ebdMETsgAAEIQAACEHAZAQQBlzkEcyDgRQK6kPn9999F/6uLk1NOOcX4bzpNd0ZDO56JxtEz1H369DEWQZHttddekxtvvDHqa2Y7qeyepuOdYD6jMfn999+LFvCrUKGCEd92tuPHj8vq1auN2y/0qsBE7frrrzduFDj99NOjuukY+r3Qs2fPqK+PHj1aOnXqZKe5jAUBCEAAAhCAgI8IIAj4yJlMBQLZJKC7k7rQfuWVV4z/6l3noXbuuecaZ/T1fvTIqv/x7NOF1uLFi43dTB0rJAjoOPfcc4907NhRChUqlOPxd955Rxo0aBD1dV386MKoYMGC4a/v3LlTbr/9dlm4cGH4a1zDls1o8ea7tCil1qDQc/pr1641JmEmOGUyO/0+Gjp0qDz99NNxU/9jx3/wwQeNrJe8efNGffTZZ5/JtddeK1u2bAl/XY8U6PWbRYsWzcRMnoUABCAAAQhAwKcEEAR86limBQGnCOgCRov5Pfvss/LNN9/Efc2ll14qM2bMkAsvvDBunx07dsjIkSNFdzEjBYXYB7p06WIIDLGigC58NI1axYRQM0uTjrd7anZVoVPcGNd7BJYvXy41a9ZMKjilOzONec1yGTt2bI4hKlasKH/5y1+MYwOx32fxjgKokHb33XfL5MmTw+Pp9Zpz5syRKlWqpGsmz0EAAhCAQAoEQlmTBQoU4GaXFLjRNfcIIAjkHnveDAHPEdiwYYP06NEjaVpzaGLxzulrCrZmA+guZyJRIRKQCgd6O0BkxoEu9AcNGmRUW49sZmnS7J56Ltxy3WCrglM6hprVttCbMtq0aSP33XefUfBSY10X+Q888IC88MILUa+JJ2ZpNkCHDh2i+mr9jH79+lnK1klnLjwDAQhAAAIiu3btMmrAvPjii0ZWGTcaERVeIYAg4BVPYScEcpnAunXrpF27dlFF/JKZpDv7unBRlTzUNA1b06O1OFq86uhm48a7GeDjjz+WZs2aRaVJN2/eXFSMiDzrbbZ7qguwBQsWSI0aNZJNhc8DSCAVwSlVPAcOHDAW/loPQJtm0qjo1bBhwxwLdxXNbrnlFlmzZk34NfGOAnz11VfGUR39fg21+vXry6RJk0SzBWgQiCSgtV80Vj7//HPj57He0KJ1MqpVqyYnn3xySrD06Ne7775rFLb86KOPDLFX47p69eqG0KXZNrHHXFJ6AZ0h4GIC+v1z1113id6AFGpWMiVdPCVMCxABBIEAOZupQiBdAtu2bTMKk82dOzfHEFrpX8/4a4qzLsA1Ve7XX3811HH973XXXRe+BlAXWM8884zce++9UePUqlXL2AWtXbu2cSzghx9+MJT1+fPnR/UzyzjQd+htAa+//nq4b7w0abPdU80u0GJukVcVpsuJ5/xHwKrgpDPfs2ePfPjhh/Kvf/3LAFGiRAlp1KiRnHnmmaZgQvGoYtfzzz8vl19+uWk/FdF69+5tfO+EmopZGvP16tWLesasr3Z4++235eqrr/afg5hRygT0Z7Rew6rxpHVVzIRZFZxUrNJjK8nav//9b3n00Udl1qxZCUVereOiR7/OOOOMZEPa8rnO85dffpGNGzfKJZdckrLAYYsRDBIYAvEE5GzfaKR/E3399ddyzjnnyFlnnUVmWGAiMLOJIghkxo+nIeB7AprarH/EaSGzyKYF/3QRo9edWb1RIHZXVBc1mvKvgkL+/Pmjxv/0009Fd/ojr17TPyj1nfpcZNM/XDt37hz1NbM0aXZPfR+ulieou5krV66UZcuWhXfeS5UqJU2aNDH+hYpSWhGcNK71mIpmvcTWwihWrJjx9TvvvDPH7qgKbRqnrVu3NnZkY5v+ganxr4U79V/s8Zp4YpYWQrzpppuihtOsAf0+0eKCKhroYlD/YNTMA1pwCKxfv1569epl6diXxtxtt90WF47GkS52BgwYkLAGTOQA8W7JsNsDX3zxhXGULHRrR2T82/0uxgsGASt1AcwE5GzdaKS/e/RvtVGjRhnCnP6NpiLdFVdcEQwHMcuMCCAIZISPhyHgfwJmi2hdkOsCSLMDrNwiEKIUWdxPf1k9+eSTojtRZmNo8cKuXbsaBQxDLd7Ov9WFfrzdU8180EwGmr8J6B90ulB44oknjHOe8VpsvQq9tUJrZ0S2kOC0f/9+Y/de/wiL1/T7ZfDgwUbBPyvfL1pj4/333zeOECS6hlAzajQ9VYWMyKYiQqtWrYxd4MimxxE0k0czbzSDhxsI/B3vkbPTn72aDaApzZEiayICZje2hPprjOpxMC2KmWrTn+u6cIm8CSbVMRL112MQWkdDF0ORze4bQuy0mbHcSyCVugDxBOQ333wzbgaYXTM3+z1FDQO76Pp/HAQB//uYGUIgIwJmu+9a2V9vGUj1jKkaooUJtRaB/lGou5NmCyTdcdXUa6018NZbb0XZb1ZMzUw8iJdSbbZ7yi/NjELEEw/rjRaPPPJIwoV7aCKxC+14gtOECRMMYUEFgWTN6m5N7M5msnHNFjlmBQvNxtHvET1KYJadkOy9fO4tAiow6Tl+MzFAs1j06Mlll11mTErFotWrV8t5551nCE7FixePmqyKCxr3mpUVedxAY1yPb6nQdPrpp4vulmrh2E8++STqeY07vQlDswUyaSpK6GItX758cuqpp4Z/l8QTBLRmh17xqf1pELBCQBf4+vdK5HHJePWMQuOZ/c1k141G+r3322+/yeHDh43vy8iaHGaCwJVXXilTp041sgVoEEhEAEGA+IAABOISOHjwoPTs2TPHIsqsir8dGH/++WeZOHGicW96vF0sPZOtf0zq+ezIpn+4aup1ZOvbt6+Rkh1ZH8Bs95RfmnZ4z71jqAilApQufq22yDP38QQnjS+NxcgCfonGTyQ86R96WhNAMxEiY18Xa3pURnc89Y9TPc4QuQiLN6ZZIcJY2xAErEaDt/tp/GsMrVq1KmoiWvCvf//+xvGS2N16zabRuC9cuHAO0dbs9g1dJOnxgYsvvjjqHfHqz2SSwq+ZXnqcYfjw4cYxGl3s6O+Nq666ynh3vLPciTIevO1hrHeKQDxxNdFxGjMBOdNsLI1p/f5VUVuLdmpTcUv/PguJAnpNrh7hjPz9QFFDpyLDf+MiCPjPp8wIArYR0N0XPUMa+gUUGljPXdtZmV93b1VBD519SzSBeDv/P/74o3GEIfKPXjMlP/YXvC649I9i3e1yKoXVNocwUMoEEhXE1IXENddcYxTb07P1uuDW6ykXL15s3AAQeb7eTHCKNEYXV3osQAtk6g6lLlb06qnIVq5cOeO6zfLly+eYR+wOrsa53tKhf/CFCruZpaPG+4NP/4CcMWOGcUwhtq6BvlyLrKmNDRo0sHSMIWXwPOAKArqLrkVTNTYjm/5s1AwXjclU2xtvvJFjd18zuXQxYtbM6sHE+zluxRaz98ee0459p/6c1/oz8bLSrLyXPsEksGTJEiPrJXKhnaguQCoZi1aJmm1kxP4+0d8PKnrp75hQu+eee4w6TVqsmQaBRAQQBIgPCEAgLoFsCAJ63ZXucqq6Hdl0YaWL9BNPPFFatGgR9ZnZzr+m0Ol5Vk2bi2xmKdX6Tj1HXalSJWMBl87RB8LG/QR0J7Ffv36G2BTZQiKQFrO0+oeSmeAUGjN2h1K/rn8UqqgwduzYqHebZdeYLfQ1s0XjOfaaNrO00HhVrFUU0NRv3UnS8+M6bz0OofUFNO4RwNwfw5laGK8GjJ6vVzEo1aYxpccA9F+o6e0Y06dPl/PPP990uHiiRLIbXvRnun4f6e01kYVrVehq2bJl1Lu0vkzkOW21U0UKrUFTuXJl43eIfp9aqeGRKhP6e4uA3gajsaEZWbqBoD8X69SpY2RhlS1bNkeMmP18LlOmjFGjQq/oNGtmRxOTxbuOEypcqL+XIo+2fPfdd0bMq2Ad2bQOk/6eCTW9oWnIkCFy0kknGTGvwh9XfXorPnPLWgSB3CLPeyHgAQJOCwKaaq3n8yJ39Zs2bWrsaOliXf8INEtPjZfi/8477+T4I5c0UQ8EmkMmfvDBB8YfURpDoZZuQcx4gpOOqzdw6AIp9g8vs4rTZqmjetuBLs4id6DMsnDMdp70/fFu33AIK8N6iIBZZksm8RJ7U4yi0GKVZrUGIjGZfS/o8Rc9cqPZOZFt69atRuFPzWDQ7JbYIoRmIoc+b3fmmofcjKkWCKhINGfOHNENhdgbW/Rx/d2g9WA0KytSLI0shpxoMR75mZmAHK8IrD6n4rV+D2khWa3hoQt5/d5Q4UFbvJ/9et2nCg00CGRKAEEgU4I8DwEfE4gnCCS7jsoKErNfcJoirdWnI3dt450HNdv5NxMP9I/f5557jiwAK07xUZ94C3j9Y09TKGOvubQydTPBKd7NFzqeLvA1ZV//sAs1s/6aHVOzZs0oE8xuvtCvaTzH3hsfuztqZS708T8BPR6liwXdMbTHVRaGAAAOKElEQVS6kElGxUwQsHJOeefOnUbsaqZKqJk9ZyXd2uy2GF1saTYAxdOSeTCYn8crhGlGwyzNXnfmr7322ihxOVFdgHi/f+LdaKR1kzRDIbLFZhTEZh1oZoPGvNpFg0CmBBAEMiXI8xDwMQGzBY1O1yxlP1UMZr9g9Rz13//+96ih4qV9m+38h8QDFRW0arb20VTAdBZ/qc6H/u4isHnzZqP+xdKlS8OG6Q7QggUL0q5/YSY4JUsdNftDL3RlYSh92ex7QSuw65nnM888UzTlWu3u1q2bUXBQz47q17XWQajFOzbgLq9gTTYJmC3e9f2ZCLrxRAazn92RczV7zqyopaZnq3CgR7oiW+zvHC2UqN9H+jtKs8q0SCFHv7IZXe59l/4dsHHjRqOIrMbYjTfeaFw327x5c8tXbqqIq78/Qj+jrYq7kVTMag/EKwKrop1mmkW22IwCFcv0iIBmwlSpUsXIrixdujTHYNwbip6yDEHAU+7CWAhkl4DZeVG1oH79+jJp0iTRncl0m9muaGRl99C42k9/McfeOhCvQJvarP8iz5ymayPPeZeA2SI7UcqmlZnGy1ZJdOuGWbX/2O8fszOqao/uAOkZVU0/jYx/XQhpRsF1111nVFbXLASELyseDFYfJwQBJWh2rZqV89EatwMGDIhyQmyaf7ydVY5+BSt2052txrwurDX1Xpum3mtxV629orvpoaZFYM8++2zjGmSzG43Msles7OJH2m0mSsfLpjErlGkl8yZdTjwHgVgCCALEBAQgkJCA2S+qTCpEh15mdm469siAnhXVPwRVFFDxQXeAIs/+6S94vVubBoFYAmaCk5WzzslImp2F1p0n3aHX4mexzSy9WfvEil9alE2LHMYeB4gdTzMHdEGm97zTIJCIQDxBINNrY83ENhWkdFdVM1fitVhBIN6Cx2xnVbO+9ErO/2/vXF9s+sI4vl64JQkjSdSRaCIybpF3ilDKJfdLmigaaTTCCy8IL6SIJopXk1BMLiUZkhdCiHHNO01Kci3+AH59Vu3z27NnrXP2OWdm7LP3d9WUnH1Zz2etc/Zez3qe7xMuIavRF4EoAddO/tKlSw1zis94d8E5QIliIgf5juAwwKEV/e2lMgeaAsGci+PcDffH9azgc1c0lyv6jJQEfuuDKjMabRHoSQJyCPQkXV1bBFJAwKeuXs6ODTusLJAGDBjgFAsEF+rn8+bNM69evco/xPl/hKVIA+AhSZ4oi6etW7fqYZmCOdYTJvSUQ8C1m19IRwDbXIrTKEOj/h8oSRMOygtotDxcmE19fb09Ry+IPTFj0ndNn0Og0pQvX0QLu7KERLuU/F0LNZ8jjRQZFm38EQmzfft2GwmjqK/0zdGesMi1kx/cx1W9hfnG72pUnC9attjn3HXpGflSHemHr2QhIri814wcOdKWx9y0aVPsKjg9wVHXzBYBOQSyNd6yVgRKJuB7CLIIIheVxXucFoj6tLS02NA9HnqnTp0yjY2NRU8PamaTr82LZbQkT9EL6IDMEXA5BHzVKUqF4wqZjuoChK/pqiEdfdnkeL5rN2/eNCdPnjQPHjywl8D5RWrA2rVrbfirFkWljla2j3flJi9cuNDu5g8fPrxsOK5Fl6v8JjfwCbpRDhTHmEoBlj0MOtFBwFeFwvWbG5ze0dFhowai5Y+ji32Xc5dqGez6804TzHciEljQhyvcBPeSCKymbRIJyCGQxFFRn0QgYQRcIZx0sZTwZUSnCO9ncRQ8ZL99+2aF0qgr7Wtz5861YXOTJk1KGBV1J8kEXCkp3fUi5nrhLKSrgaAaZQlxGoRbIXE3dnc5b9CgQUnGrL4lnIAv5asScU1M9i2gyM0mymXRokU2JJvjzpw5Y3/DwyHZ/K4z/3O5XMIJqnvVRsAXGRONygrb5SstGD3HFdrPddCn4Vjm861bt8yxY8dsyUwa4n/M/dbW1vwtEQfkeDURSAoBOQSSMhLqhwgkmMDv37/twh0hwWgjnPPo0aM2N8/VeNC2tbXZSIAg/x+tAHaHSB3gocm/yWsNHqBcB28+DgSFzSV4YiS4a65debpbaf4014hTGi2KxuVU84WOJhirulZlBFx5z5gQRwSwkKmllHGLXscXSVBlaNXdBBNw7eT7FP4DM16/fm0rESA0GDQcvRcvXsynafkcBz4UzHUcAXwPiUBAKBYHwe7du/MRBQnGqK5liIAcAhkabJkqApUQIL9tzZo1zhA4yj6xA1pXV5cP/+TByaKM0mnR3SFX7ihefXaTCJumlA4CggolrWTEsn2ur2QmJc2Ykz4HVlxqFy5csC944VZoB8pVh51yWAha1dTUxL2tjhOBkgj4dkt9VVoKXZxr3b9/3+bzk7aFYwzRtdOnT8fuExEEaA0g8Knf99jYdGCJBOKmaYUv6yp5OXnyZHP58mVTW1ubP/TTp0+2NCbfhWItEMNEp+Djx482BSzQjSl2rj4Xgd4kIIdAb9LWvUSgignwQGMnf9++fV4rcAgEgmekA7S3t3c5Fg85iurz58+vYhrqejUQQJQMZfJwKyYAGNcul9hmoRzVYGfpwIEDVhwTUU6VCoxLW8dVQsC1W8r1mpqazJEjR2xof7EW/P5z/LVr1+wcpsURw+Q4HHBEhnFPiWIWo63PKyVAuhVRMGhohFuxNC2cumxghFu0NCafhVMgfX2l/CF/OM/URCDpBOQQSPoIqX8ikCACLPJ5oUOQqpyGM4DdWRR0tTtUDkGdUwoBV3k0zi8WOhq9B4v5Gzdu2P+mhBXNVy/dpThdSp91rAh0NwFf3jOLdFJoEKws9Hv8588fGzbNgp7Im+j3h89ZICESG5R3C2zAcbBq1Sr7vRkxYkR3m6briYCXQKlpWr5oGpdDgGfC48ePbSrks2fPOvWBqAIcAURC9unTRyMkAlVBQA6BqhgmdVIEkkOgXKfAzJkzbajonDlz5AxIznCmuieuXH8MZiFEXueCBQti2R/sBk2bNs2grj506FB73t27d7tco5xynLE6oYNEoAICrhQXLkcIMwJoK1ascFaw4DuEABrHBKKACKhxvVGjRnXpEY4yjqMaBt8zLYgqGDSdWhEBV5oWlYr47Z8yZUqXa//69cts2bKlk/hfMSFanAiUSH7x4oUZMmSImT59uhk3bpzmfUUjp5P/BQE5BP4Fdd1TBKqcAC+J5D4fPny4kxCgyyxyRhEkREBNoXNVPvBV2H129sn3DCucY0ZQypJc6kKNKIOGhgbz5MkTu8AJh0u7dl65V3Nzs9XAUBOBpBAgPxpn1ZUrV5xdQryVec5ihoaQLBUKcIC9efOm0zkrV660YdWBYywpNqofIhAm4BMAZPd+7969XX6j79y5Y3f1w8+KQs4v0RaBNBGQQyBNoylbRKCXCXz9+tUK7ly/ft08ffo0/yCdPXu2zY9evHixmTVrlkR0enlcdLv/CRSqkEHpM6JW2NWJhkwjbsniaf/+/VYcM2jhclG8cJJTjXCUdAE065JOABV1hGHfv39fdldxpJFmMHXq1LKvoRNFoLcI8F5CugrO23BjowIHGZ8NHDjQlgqkWlJQCSk4ttJqHL1lp+4jApUSkEOgUoI6XwREQAREINEEHj58aNavX99pYR90mF1/PqNSBhEsiFERFYD4VHRnlPBqQqVxJAQNpwB/hEiriUCSCTBPUUavr693fheK9Z15j04AqTNqIlANBHzVZuL0PW4UWZxr6RgRSDoBOQSSPkLqnwiIgAiIQEUEWAixkEEAqtyG44DyauvWrdPiv1yIOu+fE+C7gCbGtm3buuyG+jqnCgH/fNjUgQoIkPaCNkApDedvS0uLLbGpJgJZICCHQBZGWTaKgAiIQMYJxCmb6UNUTHgt42hlfhUSQByWdBnC/3/+/Om0gHm/fPlys2PHDjN27FiJwVbhOKvLxrx7986gexFOlcHJlcvlukSBwQs9jYMHD9rP1UQgKwTkEMjKSMtOERABEcg4AZwC586ds7oAvkVQFJFeDjM+aVJuPhobKKS3t7fbUpq0MWPGmLq6Oisw2K9fv5QTkHlpJ4AezJ49e2yUWLi1tbXZagMvX740b9++tfN9xowZZvTo0XJ+pX1SyL4uBOQQ0KQQAREQARHIFIGOjg67O3r+/HmnY4Cd0Q0bNlhtgdraWr0cZmp2yFgREIG0Ebh69aotrRluO3futIKw/fv3T5u5skcESiYgh0DJyHSCCIiACIhAGghQQxrnwJcvX6w5ffv2NRMmTDA1NTXSCUjDAMsGERABETDGimii//Lo0aM8D0QDL126ZNNh1EQg6wTkEMj6DJD9IiACIiACIiACIiACIpBSAlSPQRfg0KFDnSykmgyRYGoikHUCcghkfQbIfhEQAREQAREQAREQARFIMYF79+6ZZcuWGUoRBm3z5s2mubnZlpxVE4EsE5BDIMujL9tFQAREQAREQAREQAREIOUEvn//bjZu3Ghu376dt3T8+PGmtbXViguqiUCWCcghkOXRl+0iIAIiIAIiIAIiIAIikHICf//+NSdOnDBNTU2dLD1+/LjZtWtXyq2XeSJQmIAcApohIiACIiACIiACIiACIiACqSbw/Plzs2TJEvP58+e8natXrzZnz541gwcPTrXtMk4EChGQQ0DzQwREQAREQAREQAREQAREINUE0A9oaGiwJWeHDRtmUwgaGxtNLpdLtd0yTgSKEZBDoBghfS4CIiACIiACIiACIiACIlD1BD58+GB+/PhhJk6cKDHBqh9NGdBdBOQQ6C6Suo4IiIAIiIAIiIAIiIAIiIAIiIAIVBEBOQSqaLDUVREQAREQAREQAREQAREQAREQARHoLgL/AYxZKivfJ9tkAAAAAElFTkSuQmCC"/>
          <p:cNvSpPr>
            <a:spLocks noChangeAspect="1" noChangeArrowheads="1"/>
          </p:cNvSpPr>
          <p:nvPr/>
        </p:nvSpPr>
        <p:spPr bwMode="auto">
          <a:xfrm>
            <a:off x="1555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816299-DB9D-08B7-08DB-9C1202A82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121" y="1734568"/>
            <a:ext cx="4495211" cy="33888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CCBD9A-C900-C172-DEEE-CCC6418B23CB}"/>
              </a:ext>
            </a:extLst>
          </p:cNvPr>
          <p:cNvSpPr txBox="1"/>
          <p:nvPr/>
        </p:nvSpPr>
        <p:spPr>
          <a:xfrm>
            <a:off x="5830455" y="5259893"/>
            <a:ext cx="54725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Arial Narrow" panose="020B0606020202030204" pitchFamily="34" charset="0"/>
              </a:rPr>
              <a:t>Figure 7: Revenue Distribution by Consultation Type</a:t>
            </a:r>
          </a:p>
        </p:txBody>
      </p:sp>
    </p:spTree>
    <p:extLst>
      <p:ext uri="{BB962C8B-B14F-4D97-AF65-F5344CB8AC3E}">
        <p14:creationId xmlns:p14="http://schemas.microsoft.com/office/powerpoint/2010/main" val="2778323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D2496-D001-8474-27F6-385B32EBE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67D5D12-73E2-297B-6802-F46126F00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24" y="596322"/>
            <a:ext cx="10360152" cy="685801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 Performing Gurus by Call Volume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D36DB7D-D09B-A9D9-5725-7853A4302C5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763575" y="1822918"/>
            <a:ext cx="4464010" cy="3212163"/>
          </a:xfrm>
        </p:spPr>
        <p:txBody>
          <a:bodyPr>
            <a:normAutofit fontScale="92500" lnSpcReduction="20000"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4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Workload Distribution Is Uneven</a:t>
            </a:r>
          </a:p>
          <a:p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gurus handle significantly more calls.</a:t>
            </a:r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Workload distribution is uneven.</a:t>
            </a:r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Top-performing gurus attract higher customer engagement.</a:t>
            </a:r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High-performing agents can be used for benchmarking.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C02442-36DA-6A86-3B0E-4D0AAE2529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6645" y="6295445"/>
            <a:ext cx="585355" cy="562555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8" name="AutoShape 8" descr="Uploaded image">
            <a:extLst>
              <a:ext uri="{FF2B5EF4-FFF2-40B4-BE49-F238E27FC236}">
                <a16:creationId xmlns:a16="http://schemas.microsoft.com/office/drawing/2014/main" id="{0E1242C7-BA19-CDB1-53F2-833E332B5B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43CB01-6E3C-3265-847B-23E41C13DA1E}"/>
              </a:ext>
            </a:extLst>
          </p:cNvPr>
          <p:cNvSpPr txBox="1"/>
          <p:nvPr/>
        </p:nvSpPr>
        <p:spPr>
          <a:xfrm>
            <a:off x="825252" y="5197878"/>
            <a:ext cx="58344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rial Narrow" panose="020B0606020202030204" pitchFamily="34" charset="0"/>
              </a:rPr>
              <a:t>Figure 8: Guru-wise Call Handling Performance</a:t>
            </a:r>
            <a:endParaRPr lang="en-IN" sz="2400" b="1" dirty="0">
              <a:latin typeface="Arial Narrow" panose="020B0606020202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4DE3F9-A112-5528-4CC4-5C4AE82F6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898" y="1754114"/>
            <a:ext cx="4464009" cy="30449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62557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A1C02-76EB-0615-E318-D2F30E7FF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3650E074-FFC4-5060-5C91-0D4E98DA1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543" y="628073"/>
            <a:ext cx="10358913" cy="596900"/>
          </a:xfrm>
        </p:spPr>
        <p:txBody>
          <a:bodyPr>
            <a:noAutofit/>
          </a:bodyPr>
          <a:lstStyle/>
          <a:p>
            <a:pPr algn="ctr"/>
            <a:r>
              <a:rPr lang="en-IN" sz="36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Customer Satisfaction Analysis</a:t>
            </a:r>
            <a:endParaRPr lang="en-US" sz="36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E3D01B7-547B-C105-33E6-FAA7DCDA9E5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6543" y="1437652"/>
            <a:ext cx="4627419" cy="4195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5: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Satisfaction Remains Strong</a:t>
            </a:r>
          </a:p>
          <a:p>
            <a:pPr marL="0" indent="0">
              <a:buNone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100000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customer rating is 3.96.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100000"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100000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ratings fall within mid-to-high satisfaction levels.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100000"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100000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Satisfaction varies across different gurus.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100000"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100000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ratings indicate strong customer retention potential.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D04947-A2AC-74F1-172B-FE0DA6B31E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5864" y="6307283"/>
            <a:ext cx="606136" cy="550718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A9A640-5369-328C-4A5F-5BCFD7867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937101"/>
            <a:ext cx="4627419" cy="29837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B85CCD-FD2E-C761-7137-532016B836D2}"/>
              </a:ext>
            </a:extLst>
          </p:cNvPr>
          <p:cNvSpPr txBox="1"/>
          <p:nvPr/>
        </p:nvSpPr>
        <p:spPr>
          <a:xfrm>
            <a:off x="5419271" y="5171362"/>
            <a:ext cx="59345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rial Narrow" panose="020B0606020202030204" pitchFamily="34" charset="0"/>
              </a:rPr>
              <a:t>Figure 9: Customer Rating Distribution Analysis</a:t>
            </a:r>
            <a:endParaRPr lang="en-IN" sz="24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240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3B9B3-D9A4-724A-CF46-D61339B63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6D9F3F1-3F33-2AD3-56FB-143800C23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756" y="606551"/>
            <a:ext cx="7782790" cy="935182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If Completion Rate Improves? </a:t>
            </a:r>
            <a:br>
              <a:rPr lang="en-IN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– Call Completion Improvement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44B6FAD-5DE8-63F5-2C46-528841C2D53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0263" y="1742476"/>
            <a:ext cx="5113337" cy="4090555"/>
          </a:xfrm>
        </p:spPr>
        <p:txBody>
          <a:bodyPr>
            <a:normAutofit fontScale="92500" lnSpcReduction="10000"/>
          </a:bodyPr>
          <a:lstStyle/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estimate future business impact, a scenario analysis was performed by increasing completion rate from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12.32%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20%.</a:t>
            </a:r>
          </a:p>
          <a:p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Assumption:</a:t>
            </a:r>
          </a:p>
          <a:p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Completion rate improves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20%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Outcomes: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in completed calls</a:t>
            </a:r>
          </a:p>
          <a:p>
            <a:pPr marL="342900" indent="-342900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growth</a:t>
            </a:r>
          </a:p>
          <a:p>
            <a:pPr marL="342900" indent="-342900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operational efficiency</a:t>
            </a:r>
          </a:p>
          <a:p>
            <a:pPr marL="342900" indent="-342900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missed calls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5D8ECF-9900-3F3B-E8DF-584EB39520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2572" y="6024152"/>
            <a:ext cx="550720" cy="470166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8" name="AutoShape 8" descr="Uploaded image">
            <a:extLst>
              <a:ext uri="{FF2B5EF4-FFF2-40B4-BE49-F238E27FC236}">
                <a16:creationId xmlns:a16="http://schemas.microsoft.com/office/drawing/2014/main" id="{0711B8B5-8B61-7DDC-00D3-E869598F88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D0DCB2-556E-5739-ACB4-8948CB03B7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14"/>
          <a:stretch>
            <a:fillRect/>
          </a:stretch>
        </p:blipFill>
        <p:spPr>
          <a:xfrm>
            <a:off x="6248400" y="1943219"/>
            <a:ext cx="4984172" cy="29715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EB059E-2136-B4F1-E029-32A68ADD8C15}"/>
              </a:ext>
            </a:extLst>
          </p:cNvPr>
          <p:cNvSpPr txBox="1"/>
          <p:nvPr/>
        </p:nvSpPr>
        <p:spPr>
          <a:xfrm>
            <a:off x="5642264" y="5115524"/>
            <a:ext cx="58656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Arial Narrow" panose="020B0606020202030204" pitchFamily="34" charset="0"/>
              </a:rPr>
              <a:t>Figure 10: What-If Scenario Analysis for Improving Call Completion Rate</a:t>
            </a:r>
            <a:endParaRPr lang="en-IN" sz="20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407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91886" y="519545"/>
            <a:ext cx="10408227" cy="716974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Final Investment Allocation Strategy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1"/>
          </p:nvPr>
        </p:nvSpPr>
        <p:spPr>
          <a:xfrm>
            <a:off x="891886" y="1647543"/>
            <a:ext cx="5488132" cy="4090553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Budget: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₹1 Crore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₹40 Lakhs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Hiring Additional Agents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₹25 Lakhs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Training Programs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₹25 Lakhs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Technology Upgrades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₹10 Lakhs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Monitoring &amp; Analytics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104418" y="5900590"/>
            <a:ext cx="626918" cy="572947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77949F-746C-4471-E88C-2EE62C56EEC2}"/>
              </a:ext>
            </a:extLst>
          </p:cNvPr>
          <p:cNvSpPr txBox="1"/>
          <p:nvPr/>
        </p:nvSpPr>
        <p:spPr>
          <a:xfrm>
            <a:off x="7286400" y="2199915"/>
            <a:ext cx="4013713" cy="264687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missed calls and workload imbalance indicate the need for workforce expansion and operational improvements.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6E3FD31-D19A-BFEB-821F-C00103830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776" y="80352"/>
            <a:ext cx="10608447" cy="742081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Final Interactive Dashboard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76313-F1C8-57CB-82F6-54BC07D3B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96254" y="6396334"/>
            <a:ext cx="595745" cy="461666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8DE6F584-3497-D2FD-427D-54F87FE3BCF4}"/>
              </a:ext>
            </a:extLst>
          </p:cNvPr>
          <p:cNvSpPr txBox="1">
            <a:spLocks/>
          </p:cNvSpPr>
          <p:nvPr/>
        </p:nvSpPr>
        <p:spPr>
          <a:xfrm>
            <a:off x="213081" y="958933"/>
            <a:ext cx="11765835" cy="547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sz="2400" dirty="0"/>
              <a:t>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dashboard enables management to monitor KPIs and make data-driven decisions through interactive slicers.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4AE5C3-30EE-2AAC-8B33-ED20980D43B7}"/>
              </a:ext>
            </a:extLst>
          </p:cNvPr>
          <p:cNvSpPr txBox="1"/>
          <p:nvPr/>
        </p:nvSpPr>
        <p:spPr>
          <a:xfrm>
            <a:off x="176783" y="6327757"/>
            <a:ext cx="117658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rial Narrow" panose="020B0606020202030204" pitchFamily="34" charset="0"/>
              </a:rPr>
              <a:t>Figure 11: Final Interactive Dashboard with Dynamic Slicers</a:t>
            </a:r>
            <a:endParaRPr lang="en-IN" sz="2400" b="1" dirty="0">
              <a:latin typeface="Arial Narrow" panose="020B0606020202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0F57C1-72BC-F218-A57A-8934E1D791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8" t="1112" r="822" b="1112"/>
          <a:stretch>
            <a:fillRect/>
          </a:stretch>
        </p:blipFill>
        <p:spPr>
          <a:xfrm>
            <a:off x="176781" y="1760705"/>
            <a:ext cx="11668855" cy="45720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C8FCB-7547-D6A8-439D-EB657327A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227" y="251572"/>
            <a:ext cx="7703545" cy="959556"/>
          </a:xfrm>
        </p:spPr>
        <p:txBody>
          <a:bodyPr>
            <a:normAutofit/>
          </a:bodyPr>
          <a:lstStyle/>
          <a:p>
            <a:pPr algn="ctr"/>
            <a:r>
              <a:rPr lang="en-IN" sz="5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0DA1D-C8C9-4035-4BC8-1C5A773FAA8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845137" y="1878210"/>
            <a:ext cx="3377046" cy="4013130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Business Impact: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Reduced missed calls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Higher customer satisfaction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Improved operational efficiency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Increased profitability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8DDCD9-6AEF-98C6-F654-7869900894B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8000" y="2314627"/>
            <a:ext cx="6355645" cy="41648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Recommendations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Hire additional agents to reduce missed calls.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training programs to enhance service quality.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Upgrade technology to manage peak-hour demand.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KPI performance through the dashboard.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repeat customers to improve profitability.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D3E42B-6A9C-29BF-1460-34CD098B49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5082" y="6327757"/>
            <a:ext cx="626918" cy="530243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6" name="Picture 5" descr="Growth Icon in SVG, PNG formats">
            <a:extLst>
              <a:ext uri="{FF2B5EF4-FFF2-40B4-BE49-F238E27FC236}">
                <a16:creationId xmlns:a16="http://schemas.microsoft.com/office/drawing/2014/main" id="{8AE6948C-45E5-0850-0696-852F31E30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167" y="420906"/>
            <a:ext cx="790222" cy="790222"/>
          </a:xfrm>
          <a:prstGeom prst="rect">
            <a:avLst/>
          </a:prstGeom>
        </p:spPr>
      </p:pic>
      <p:pic>
        <p:nvPicPr>
          <p:cNvPr id="9" name="Picture 8" descr="target Icon">
            <a:extLst>
              <a:ext uri="{FF2B5EF4-FFF2-40B4-BE49-F238E27FC236}">
                <a16:creationId xmlns:a16="http://schemas.microsoft.com/office/drawing/2014/main" id="{9E799C14-5EB6-58EC-AC06-BF098CD94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5276" y="336239"/>
            <a:ext cx="959557" cy="959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9714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3350" y="345722"/>
            <a:ext cx="4305300" cy="1308100"/>
          </a:xfrm>
        </p:spPr>
        <p:txBody>
          <a:bodyPr>
            <a:normAutofit/>
          </a:bodyPr>
          <a:lstStyle/>
          <a:p>
            <a:r>
              <a:rPr lang="en-US" sz="6600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  <p:pic>
        <p:nvPicPr>
          <p:cNvPr id="3" name="Content Placeholder 2" descr="Thumbs up sign with solid fill">
            <a:extLst>
              <a:ext uri="{FF2B5EF4-FFF2-40B4-BE49-F238E27FC236}">
                <a16:creationId xmlns:a16="http://schemas.microsoft.com/office/drawing/2014/main" id="{1CA62135-0061-8CE1-4A8A-5A40484F1B8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4800" y="131188"/>
            <a:ext cx="1737168" cy="1737167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C7258A-B754-696C-4748-A885C47E1C1A}"/>
              </a:ext>
            </a:extLst>
          </p:cNvPr>
          <p:cNvSpPr txBox="1"/>
          <p:nvPr/>
        </p:nvSpPr>
        <p:spPr>
          <a:xfrm>
            <a:off x="4488084" y="2736502"/>
            <a:ext cx="4305300" cy="138499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&amp; Discussion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D8F019-B076-0CD7-1E5F-0927451154FA}"/>
              </a:ext>
            </a:extLst>
          </p:cNvPr>
          <p:cNvSpPr txBox="1"/>
          <p:nvPr/>
        </p:nvSpPr>
        <p:spPr>
          <a:xfrm>
            <a:off x="2789766" y="5204177"/>
            <a:ext cx="661246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AstroSage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Call Center Performance Analysis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Chandni Kalchuri</a:t>
            </a:r>
            <a:endParaRPr lang="en-IN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FE4675-9945-E617-3E0C-13E54768CD2D}"/>
              </a:ext>
            </a:extLst>
          </p:cNvPr>
          <p:cNvSpPr txBox="1">
            <a:spLocks/>
          </p:cNvSpPr>
          <p:nvPr/>
        </p:nvSpPr>
        <p:spPr>
          <a:xfrm>
            <a:off x="11574317" y="6399354"/>
            <a:ext cx="617683" cy="4586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spect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705</TotalTime>
  <Words>942</Words>
  <Application>Microsoft Office PowerPoint</Application>
  <PresentationFormat>Widescreen</PresentationFormat>
  <Paragraphs>189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Algerian</vt:lpstr>
      <vt:lpstr>Arial</vt:lpstr>
      <vt:lpstr>Arial Narrow</vt:lpstr>
      <vt:lpstr>Calibri</vt:lpstr>
      <vt:lpstr>Courier New</vt:lpstr>
      <vt:lpstr>Gill Sans MT Condensed</vt:lpstr>
      <vt:lpstr>Sagona Book</vt:lpstr>
      <vt:lpstr>Times New Roman</vt:lpstr>
      <vt:lpstr>Verdana</vt:lpstr>
      <vt:lpstr>Wingdings 2</vt:lpstr>
      <vt:lpstr>Aspect</vt:lpstr>
      <vt:lpstr>AstroSage Call Center Performance Analysis  Executive Data Analysis Dashboard  Data Analysis Project using Microsoft Excel</vt:lpstr>
      <vt:lpstr>• Problem Statement  • Dataset Overview  • Data Cleaning &amp; Preparation  • KPI Analysis  • Executive Dashboard Overview  • Operational Analysis  • Customer &amp; Revenue Insights  • Strategic Recommendations  • Investment Allocation  • Conclusion</vt:lpstr>
      <vt:lpstr>Problem Statement</vt:lpstr>
      <vt:lpstr>Dataset Overview</vt:lpstr>
      <vt:lpstr>The raw dataset contained missing values and inconsistencies that could affect business decisions.  Cleaning steps performed:  • Removed missing/incomplete records  • Standardized date formats  • Checked duplicates  • Corrected inconsistent categories  • Created additional fields such as Month and Year  • Prepared cleaned dataset for analysis</vt:lpstr>
      <vt:lpstr>The KPI analysis provides a snapshot of current call center performance and operational efficiency.  Key metrics monitored:  • Total Calls  • Completed Calls  • Missed Calls  • Completion Rate  • Revenue Generated  • Operational Cost  • Average Rating  • Average Call Duration</vt:lpstr>
      <vt:lpstr>Executive Dashboard Overview</vt:lpstr>
      <vt:lpstr>Hourly Call Distribution Analysis</vt:lpstr>
      <vt:lpstr>Daily Call Volume Trend Analysis</vt:lpstr>
      <vt:lpstr>Revenue by Consultation Type</vt:lpstr>
      <vt:lpstr>Top Performing Gurus by Call Volume</vt:lpstr>
      <vt:lpstr>Customer Satisfaction Analysis</vt:lpstr>
      <vt:lpstr>What Happens If Completion Rate Improves?  – Call Completion Improvement</vt:lpstr>
      <vt:lpstr>Final Investment Allocation Strategy</vt:lpstr>
      <vt:lpstr>Final Interactive Dashboard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AstroSage Call Center Performance Analysis  Executive Data Analysis Dashboard  Data Analysis Project using Microsoft Excel</dc:title>
  <dc:creator>Varshith Anishetti</dc:creator>
  <cp:lastModifiedBy>Chandni Kalchuri</cp:lastModifiedBy>
  <cp:revision>27</cp:revision>
  <dcterms:created xsi:type="dcterms:W3CDTF">2026-02-19T17:08:37Z</dcterms:created>
  <dcterms:modified xsi:type="dcterms:W3CDTF">2026-06-10T08:31:44Z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